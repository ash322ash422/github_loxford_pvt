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6" r:id="rId2"/>
    <p:sldId id="290" r:id="rId3"/>
    <p:sldId id="257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1" r:id="rId19"/>
    <p:sldId id="292" r:id="rId20"/>
    <p:sldId id="293" r:id="rId21"/>
    <p:sldId id="294" r:id="rId22"/>
    <p:sldId id="295" r:id="rId23"/>
    <p:sldId id="300" r:id="rId24"/>
    <p:sldId id="296" r:id="rId25"/>
    <p:sldId id="297" r:id="rId26"/>
    <p:sldId id="298" r:id="rId27"/>
    <p:sldId id="2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6:23.6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0 173 24575,'1'15'0,"1"0"0,0 0 0,1 0 0,0 0 0,1 0 0,1-1 0,0 0 0,1 0 0,1 0 0,0-1 0,1 1 0,9 11 0,-16-24 0,1 1 0,-1-1 0,0 0 0,1 0 0,0 0 0,-1 0 0,1 0 0,0 0 0,-1 0 0,1 0 0,0 0 0,0-1 0,0 1 0,0-1 0,0 0 0,0 1 0,-1-1 0,1 0 0,0 0 0,0 0 0,0 0 0,0-1 0,0 1 0,0 0 0,0-1 0,0 0 0,0 1 0,-1-1 0,1 0 0,0 0 0,0 0 0,-1 0 0,1 0 0,-1 0 0,1 0 0,2-3 0,9-7 0,0-1 0,-1-1 0,15-17 0,-10 11 0,218-234-1365,-206 221-5461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6:27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3 406 24575,'0'30'0,"-2"-9"0,2 0 0,0 0 0,1-1 0,1 1 0,1 0 0,1-1 0,1 1 0,1-1 0,8 20 0,-13-38 0,0 0 0,0 0 0,0 0 0,0 0 0,1 0 0,-1 0 0,0 0 0,1 0 0,-1-1 0,1 1 0,0 0 0,0-1 0,-1 1 0,1-1 0,0 0 0,0 0 0,0 0 0,1 0 0,-1 0 0,0 0 0,0 0 0,0-1 0,1 1 0,-1-1 0,0 1 0,1-1 0,-1 0 0,0 0 0,1 0 0,-1 0 0,0-1 0,1 1 0,-1 0 0,0-1 0,0 0 0,1 0 0,-1 1 0,0-1 0,0 0 0,3-3 0,8-4 0,1-2 0,-2 0 0,1 0 0,19-24 0,-11 14 0,313-254 0,-66 61 0,-187 133-1365,-56 51-5461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6:31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1 279 24575,'2'-1'0,"0"-1"0,0 1 0,0 0 0,0 0 0,0 0 0,0 0 0,0 0 0,1 0 0,-1 0 0,0 1 0,1-1 0,-1 1 0,0 0 0,1 0 0,-1 0 0,1 0 0,-1 0 0,0 0 0,1 1 0,-1-1 0,0 1 0,1-1 0,-1 1 0,0 0 0,0 0 0,1 0 0,-1 0 0,0 1 0,0-1 0,0 0 0,-1 1 0,4 3 0,7 4 0,0 2 0,-1 0 0,16 19 0,-23-24 0,0-1 0,0 0 0,1 0 0,0 0 0,0-1 0,0 0 0,0 0 0,1 0 0,7 4 0,-9-7 0,1 0 0,-1 0 0,1 0 0,-1 0 0,1-1 0,-1 0 0,1 0 0,0 0 0,-1-1 0,1 1 0,-1-1 0,1 0 0,-1 0 0,0 0 0,7-4 0,34-14 0,-1-1 0,0-3 0,44-31 0,116-95 0,-92 56-1365,-76 60-5461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7:34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7:44.2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3 229 24575,'-1'29'0,"0"-13"0,1 0 0,0 0 0,4 28 0,-3-41 0,-1 0 0,1-1 0,-1 1 0,1 0 0,0 0 0,0-1 0,0 1 0,1 0 0,-1-1 0,1 1 0,-1-1 0,1 0 0,0 1 0,0-1 0,0 0 0,0 0 0,0 0 0,1-1 0,-1 1 0,0 0 0,1-1 0,-1 1 0,1-1 0,0 0 0,-1 0 0,5 1 0,1-1 0,1 0 0,-1-1 0,1 0 0,-1 0 0,0-1 0,1 0 0,-1 0 0,16-6 0,69-28 0,-72 25 0,54-24 0,-2-3 0,-1-3 0,-2-3 0,-3-3 0,104-92 0,-155 122-1365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18:5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0 311 24575,'4'0'0,"-1"1"0,1-1 0,-1 1 0,0 0 0,1 0 0,-1 0 0,0 1 0,1-1 0,-1 1 0,0 0 0,0 0 0,-1 0 0,1 0 0,0 0 0,-1 1 0,1-1 0,2 4 0,36 53 0,-30-41 0,5 9 0,-11-18 0,-1 0 0,2-1 0,-1 0 0,1 0 0,9 9 0,-13-15 0,-1-1 0,1 1 0,0-1 0,-1 0 0,1 0 0,0 0 0,0 0 0,0 0 0,0 0 0,0-1 0,0 1 0,0 0 0,0-1 0,0 0 0,0 1 0,0-1 0,1 0 0,-1 0 0,0 0 0,0-1 0,0 1 0,0 0 0,0-1 0,0 0 0,0 1 0,0-1 0,0 0 0,0 0 0,3-1 0,21-16 0,0-1 0,-2-2 0,0 0 0,-1-1 0,21-27 0,6-4 0,23-22-455,3 3 0,92-66 0,-133 114-6371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1:53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1 383 24575,'2'1'0,"-1"0"0,1 0 0,0 0 0,-1 0 0,1 0 0,-1 0 0,1 0 0,-1 0 0,0 1 0,1-1 0,-1 0 0,0 1 0,0-1 0,0 1 0,0 0 0,0-1 0,0 1 0,-1 0 0,1-1 0,0 4 0,13 37 0,-10-26 0,-2-5 0,1 0 0,0 0 0,9 20 0,-11-30 0,-1 1 0,1-1 0,-1 0 0,1 0 0,0 0 0,-1 0 0,1 1 0,0-1 0,0 0 0,0 0 0,0 0 0,0-1 0,0 1 0,0 0 0,0 0 0,0 0 0,0-1 0,1 1 0,-1-1 0,0 1 0,0-1 0,1 1 0,-1-1 0,0 0 0,0 0 0,1 1 0,-1-1 0,1 0 0,-1 0 0,0 0 0,1 0 0,-1-1 0,0 1 0,0 0 0,1-1 0,-1 1 0,0 0 0,1-1 0,-1 0 0,1 0 0,14-10 0,0-1 0,-1 0 0,-1-1 0,0-1 0,-1 0 0,18-26 0,4-2 0,75-87 14,89-99-1393,-164 191-5447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4:59.2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0 254 24575,'2'5'0,"-1"0"0,1 0 0,1 0 0,-1 0 0,0 0 0,1 0 0,0 0 0,0-1 0,5 5 0,2 6 0,11 25 0,-17-32 0,-1 1 0,1-1 0,1-1 0,-1 1 0,1 0 0,1-1 0,0 0 0,10 10 0,-15-16 0,1-1 0,-1 1 0,1 0 0,0-1 0,-1 1 0,1-1 0,-1 0 0,1 0 0,0 0 0,-1 1 0,1-2 0,0 1 0,-1 0 0,1 0 0,0 0 0,-1-1 0,1 1 0,-1-1 0,1 1 0,-1-1 0,1 0 0,-1 1 0,1-1 0,-1 0 0,1 0 0,-1 0 0,0 0 0,0 0 0,1 0 0,-1-1 0,0 1 0,0 0 0,1-3 0,35-52 0,-34 51 0,19-35 0,11-19 0,2 1 0,48-61 0,-32 55-1365,-33 39-5461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5:01.8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0 245 24575,'58'68'0,"-49"-56"0,0 0 0,0 0 0,1-1 0,1 0 0,0-1 0,0 0 0,1-1 0,0 0 0,17 9 0,-26-17 0,0 0 0,0-1 0,0 1 0,0-1 0,0 1 0,1-1 0,-1 0 0,0 0 0,0 0 0,0-1 0,1 1 0,-1-1 0,0 0 0,0 0 0,0 0 0,0 0 0,0 0 0,0-1 0,-1 1 0,1-1 0,3-2 0,6-5 0,0-1 0,-1 0 0,13-16 0,-9 10 0,45-47-113,5-7-513,148-121 0,-187 172-6200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5:03.4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1 467 24575,'8'2'0,"-1"1"0,1-1 0,-1 2 0,0-1 0,0 1 0,0 0 0,0 0 0,0 1 0,-1 0 0,7 6 0,-9-8 0,20 19 0,-1 0 0,-1 2 0,-1 1 0,-1 0 0,17 29 0,-36-52 0,1 0 0,-1 0 0,0 0 0,1 0 0,0 0 0,-1 0 0,1 0 0,0-1 0,0 1 0,0-1 0,0 1 0,0-1 0,0 0 0,1 0 0,-1 0 0,0 0 0,0 0 0,1-1 0,-1 1 0,1-1 0,-1 1 0,3-1 0,-1 0 0,-1-1 0,1 0 0,-1 0 0,1 0 0,-1 0 0,1-1 0,-1 1 0,1-1 0,-1 0 0,0 0 0,0 0 0,0 0 0,3-4 0,10-10 0,-1-1 0,-1 0 0,24-38 0,-28 40 0,25-37-109,301-416-1147,-290 414-5570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12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23.9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1 101 24575,'0'14'0,"0"0"0,1-1 0,1 1 0,1-1 0,-1 0 0,2 1 0,0-1 0,8 17 0,-10-26 0,0 0 0,0-1 0,0 1 0,1 0 0,-1-1 0,1 0 0,0 0 0,0 0 0,0 0 0,0 0 0,0 0 0,1-1 0,0 0 0,-1 1 0,1-1 0,0-1 0,0 1 0,0 0 0,0-1 0,0 0 0,0 0 0,0 0 0,1-1 0,-1 1 0,0-1 0,0 0 0,1 0 0,-1-1 0,0 1 0,7-2 0,8-3 0,-1-1 0,0 0 0,0-2 0,0 0 0,24-15 0,86-63 0,-34 20 0,2 4-1365,-61 37-5461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25.9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0 399 24575,'1'-1'0,"0"0"0,1 1 0,-1-1 0,0 0 0,0 0 0,0 0 0,1 1 0,-1-1 0,0 1 0,1-1 0,-1 1 0,1-1 0,-1 1 0,0 0 0,1 0 0,-1 0 0,1 0 0,-1 0 0,1 0 0,-1 0 0,1 0 0,-1 0 0,0 1 0,1-1 0,-1 1 0,1-1 0,-1 1 0,0-1 0,0 1 0,1 0 0,-1-1 0,0 1 0,0 0 0,0 0 0,0 0 0,0 0 0,0 0 0,0 0 0,0 1 0,0-1 0,0 0 0,-1 0 0,2 2 0,5 7 0,-1 1 0,0 0 0,8 20 0,11 40 0,-18-47 0,21 47 0,-26-69 0,-1 0 0,0 1 0,1-1 0,-1 0 0,1 0 0,0 0 0,0 0 0,-1 0 0,2 0 0,-1 0 0,0 0 0,0-1 0,0 0 0,1 1 0,-1-1 0,1 0 0,-1 0 0,1 0 0,-1 0 0,1 0 0,0-1 0,-1 1 0,1-1 0,0 0 0,-1 0 0,1 0 0,0 0 0,-1 0 0,1-1 0,0 1 0,-1-1 0,1 0 0,3-1 0,9-3 0,1-2 0,-1 0 0,-1-1 0,21-14 0,-22 14 0,388-256 92,86-55-1549,-436 289-5369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29.5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2 24575,'169'-2'0,"186"6"0,-344-4 0,0 1 0,1 1 0,-1 0 0,0 0 0,0 1 0,12 5 0,-19-6 0,0-1 0,-1 1 0,1 1 0,-1-1 0,1 0 0,-1 1 0,0 0 0,0-1 0,0 1 0,0 0 0,-1 1 0,1-1 0,-1 0 0,0 1 0,0 0 0,0-1 0,0 1 0,-1 0 0,2 7 0,1 15 0,-2 0 0,-1 0 0,-1 0 0,-1 0 0,-1 0 0,-8 35 0,10-56 0,-1 0 0,-1 0 0,1 0 0,-1 0 0,0 0 0,0-1 0,-1 1 0,1-1 0,-1 1 0,0-1 0,0 0 0,-1 0 0,1 0 0,-1 0 0,0-1 0,0 0 0,0 0 0,0 0 0,0 0 0,-1 0 0,1-1 0,-1 0 0,0 0 0,0 0 0,0 0 0,0-1 0,0 0 0,-5 1 0,-20 3 0,1-2 0,-1-1 0,-47-1 0,45-2 0,-493 0-1365,503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28:30.6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1 851 24575,'1'0'0,"0"1"0,0-1 0,0 1 0,0-1 0,0 1 0,0-1 0,0 1 0,0 0 0,0 0 0,0-1 0,0 1 0,0 0 0,0 0 0,0 0 0,-1 0 0,1 0 0,0 0 0,-1 0 0,1 0 0,-1 1 0,1-1 0,-1 0 0,0 0 0,0 0 0,1 0 0,-1 1 0,0 1 0,5 39 0,-5-38 0,2 45 0,-2-49 0,0 0 0,0 1 0,-1-1 0,1 0 0,0 0 0,0 0 0,0 1 0,0-1 0,0 0 0,0 0 0,0 0 0,0 1 0,1-1 0,-1 0 0,0 0 0,0 0 0,0 1 0,0-1 0,0 0 0,0 0 0,0 0 0,0 0 0,0 1 0,1-1 0,-1 0 0,0 0 0,0 0 0,0 0 0,0 0 0,0 1 0,1-1 0,-1 0 0,0 0 0,0 0 0,0 0 0,1 0 0,-1 0 0,0 0 0,0 0 0,0 0 0,1 0 0,-1 0 0,0 0 0,0 0 0,0 0 0,1 0 0,-1 0 0,0 0 0,0 0 0,0 0 0,1 0 0,-1 0 0,15-11 0,22-29 0,-30 31 0,66-67 0,4 2 0,3 4 0,2 4 0,143-88 0,385-175 0,-428 243-1365,-35 22-5461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0:42.2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0 331 24575,'4'4'0,"2"6"0,-1 6 0,0 8 0,2 5 0,5-3 0,0-1 0,3-5 0,11-23 0,6-20 0,6-19 0,1-6 0,7-18 0,-1 0 0,-3 1 0,4-1 0,-5 7 0,-11 13-8191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0:44.9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24575,'29'2'0,"0"1"0,-1 1 0,1 2 0,32 11 0,32 6 0,-4-5 0,1-4 0,129 2 0,855-18-1365,-1035 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0:45.8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1 353 24575,'3'1'0,"0"-1"0,0 1 0,0 0 0,0 0 0,-1 0 0,1 1 0,0-1 0,0 1 0,-1-1 0,1 1 0,-1 0 0,1 0 0,-1 0 0,0 1 0,0-1 0,0 0 0,0 1 0,0-1 0,2 5 0,32 60 0,-29-51 0,0-1 0,-3-6 0,0 0 0,0-1 0,1 1 0,7 9 0,-11-16 0,0-1 0,0 0 0,1 1 0,-1-1 0,0 0 0,1 0 0,-1 0 0,0 0 0,1 0 0,-1 0 0,1 0 0,0 0 0,-1 0 0,1-1 0,-1 1 0,1-1 0,0 1 0,0-1 0,-1 0 0,1 0 0,0 0 0,0 0 0,-1 0 0,1 0 0,0 0 0,0 0 0,-1-1 0,1 1 0,3-2 0,7-4 0,0-1 0,0 0 0,-1-1 0,0 0 0,0-1 0,-1 0 0,14-16 0,62-83 0,-75 94 0,10-14-97,26-38-220,3 3 0,3 2 0,61-55 0,-88 95-6509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2:35.2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1 236 24575,'3'1'0,"0"1"0,-1-1 0,1 1 0,0 0 0,0 0 0,-1 0 0,1 0 0,-1 0 0,0 0 0,0 1 0,0-1 0,0 1 0,0 0 0,2 4 0,3 2 0,36 53 0,-36-48 0,1-1 0,1 0 0,0-1 0,1 0 0,0 0 0,1-1 0,0 0 0,0-1 0,19 12 0,-23-19 0,0-1 0,0 0 0,0 0 0,1 0 0,-1-1 0,1 0 0,-1-1 0,1 0 0,-1 0 0,1 0 0,-1-1 0,1 0 0,-1-1 0,1 1 0,-1-1 0,12-5 0,13-7 0,0-1 0,39-24 0,-54 29 0,170-94 0,228-140 0,-379 219-1365,-11 5-5461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2:38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24575,'5'14'0,"0"0"0,-1 1 0,0-1 0,-1 1 0,1 17 0,9 37 0,-8-48 0,1 2 0,0-1 0,2-1 0,14 31 0,-20-48 0,0 0 0,1 0 0,-1 1 0,1-2 0,0 1 0,0 0 0,0 0 0,1-1 0,-1 0 0,1 0 0,0 0 0,0 0 0,0 0 0,0-1 0,0 0 0,0 0 0,1 0 0,-1 0 0,1-1 0,-1 1 0,1-1 0,7 0 0,1-1 0,1-1 0,-1-1 0,0 0 0,0 0 0,0-2 0,0 0 0,0 0 0,-1-1 0,19-11 0,16-10 0,43-33 0,-68 44 0,246-179-1365,-231 166-5461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2:42.5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1782 181 24575,'-3'-4'0,"0"-1"0,-1 1 0,1 0 0,-1 0 0,0 0 0,0 1 0,0-1 0,0 1 0,0 0 0,-1 0 0,0 1 0,1-1 0,-7-1 0,-68-22 0,19 13 0,-76-6 0,5 2 0,15-4 0,0 5 0,-164-1 0,44 16 0,-144 4 0,373-3 0,1 1 0,-1-1 0,1 1 0,0 1 0,-1-1 0,1 1 0,0 0 0,0 1 0,0-1 0,0 1 0,0 0 0,1 1 0,-1-1 0,1 1 0,0 0 0,-8 9 0,5-3 0,2-1 0,0 1 0,0 0 0,1 1 0,0-1 0,0 1 0,2 0 0,-5 18 0,-2 21 0,3 0 0,2 0 0,2 0 0,5 72 0,0-41 0,-2-67 0,0 0 0,1 0 0,1 0 0,1 0 0,0-1 0,0 1 0,2-1 0,-1 1 0,2-1 0,0-1 0,0 1 0,16 21 0,-12-21 0,2 0 0,-1-2 0,2 1 0,0-1 0,0-1 0,0 0 0,2-1 0,-1-1 0,1 0 0,22 9 0,20 2 0,1-2 0,0-3 0,1-2 0,106 6 0,271-11 0,-246-10 0,-70 5 0,135-5 0,-229 1 0,1-3 0,-1 0 0,-1-1 0,1-2 0,-1 0 0,0-2 0,-1 0 0,0-2 0,-1-1 0,23-17 0,-35 22 0,-2-1 0,1 0 0,-1-1 0,0 0 0,-1 0 0,-1-1 0,1 0 0,-2-1 0,1 1 0,7-21 0,-6 10 0,0-1 0,-2 1 0,0-1 0,-2 0 0,3-29 0,-7 43 0,3-21 0,-1 1 0,-2-1 0,-1 1 0,-1-1 0,-7-32 0,7 57 0,-1-1 0,1 1 0,-1 0 0,0 0 0,0 0 0,-1 0 0,0 1 0,1-1 0,-1 1 0,-1 0 0,1 0 0,-1 0 0,1 1 0,-1-1 0,0 1 0,-1 1 0,1-1 0,-7-2 0,-15-5 0,-1 0 0,-43-7 0,28 6 0,-11-2-1365,9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18.2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1 504 24575,'0'20'0,"1"0"0,0 0 0,8 33 0,-8-48 0,0 0 0,0-1 0,1 1 0,-1 0 0,1-1 0,0 0 0,1 1 0,-1-1 0,1 0 0,0 0 0,0 0 0,0 0 0,0-1 0,1 1 0,-1-1 0,1 0 0,0 0 0,0 0 0,0-1 0,9 5 0,-9-7 0,0 1 0,0-1 0,0 1 0,0-1 0,0 0 0,0-1 0,0 1 0,-1-1 0,1 1 0,0-1 0,0 0 0,0-1 0,0 1 0,-1-1 0,1 1 0,-1-1 0,1 0 0,-1 0 0,0-1 0,4-3 0,10-8 0,0 0 0,19-24 0,-26 28 0,135-140 0,66-73 0,-49 16-1365,-146 184-5461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0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 24575,'0'-2'0,"1"1"0,-1 1 0,1-1 0,-1 0 0,1 0 0,0 0 0,-1 0 0,1 0 0,0 0 0,-1 1 0,1-1 0,0 0 0,0 0 0,0 1 0,0-1 0,0 1 0,0-1 0,0 1 0,0-1 0,0 1 0,0 0 0,0-1 0,0 1 0,0 0 0,2 0 0,37-7 0,-31 6 0,174-17 0,254 8 0,-349 10 0,-81 0 0,-1 0 0,1 0 0,0 1 0,0-1 0,0 2 0,-1-1 0,1 1 0,-1 0 0,1 0 0,-1 1 0,8 4 0,-10-4 0,0 0 0,-1 0 0,1 1 0,-1 0 0,1-1 0,-1 1 0,0 0 0,-1 1 0,1-1 0,-1 0 0,0 1 0,0-1 0,0 1 0,0 0 0,1 8 0,3 27 0,-1 0 0,-2 0 0,-2 0 0,-8 76 0,2-16 0,8 95 0,39 280 0,12-166 0,-9-67 0,-20-63 0,-7-40 0,39 148 0,-42-250 0,-10-28 0,-1 1 0,0 0 0,0 0 0,3 15 0,-7-24 0,0 1 0,1 0 0,-1-1 0,0 1 0,0 0 0,0 0 0,0-1 0,0 1 0,-1 0 0,1-1 0,0 1 0,-1 0 0,0-1 0,1 1 0,-1 0 0,0-1 0,1 1 0,-1-1 0,0 0 0,0 1 0,0-1 0,-1 0 0,1 1 0,0-1 0,0 0 0,-1 0 0,1 0 0,-1 0 0,1 0 0,-1 0 0,-2 1 0,-11 3 0,-1-1 0,1 0 0,-1-1 0,0-1 0,0 0 0,0-1 0,-21-1 0,-121-15 0,119 10 0,12 2 0,4 2 0,-1-2 0,1 0 0,-1-2 0,1 0 0,0-2 0,1 0 0,-30-15 0,49 20-151,-1 0-1,1-1 0,0 1 0,0-1 1,0 0-1,0 0 0,0 0 1,-4-7-1,-6-22-6674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1.7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0 921 24575,'1'249'0,"4"-213"0,-6-35 0,1-1 0,0 0 0,0 0 0,0 1 0,1-1 0,-1 0 0,0 1 0,0-1 0,0 0 0,0 0 0,0 1 0,0-1 0,0 0 0,0 0 0,0 0 0,1 1 0,-1-1 0,0 0 0,0 0 0,0 1 0,0-1 0,1 0 0,-1 0 0,0 0 0,0 0 0,0 0 0,1 1 0,-1-1 0,0 0 0,0 0 0,1 0 0,-1 0 0,0 0 0,0 0 0,1 0 0,-1 0 0,0 0 0,0 0 0,1 0 0,-1 0 0,0 0 0,0 0 0,1 0 0,-1 0 0,0 0 0,1 0 0,-1 0 0,0 0 0,0 0 0,0 0 0,1-1 0,-1 1 0,0 0 0,0 0 0,1 0 0,-1 0 0,0-1 0,0 1 0,0 0 0,0 0 0,1 0 0,-1-1 0,8-8 0,-1-1 0,0 0 0,-1-1 0,0 1 0,7-20 0,6-11 0,68-125 0,150-215 0,-177 299 0,3 2 0,4 3 0,3 3 0,102-84 0,-113 115-1365,-16 15-5461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6.6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619 1 24575,'-151'6'0,"-169"30"0,267-29 0,48-7 0,1 1 0,0 0 0,0-1 0,0 1 0,0 1 0,0-1 0,0 1 0,0-1 0,0 1 0,0 0 0,1 1 0,-1-1 0,1 0 0,0 1 0,-1 0 0,1 0 0,1 0 0,-1 0 0,-4 6 0,4-2 0,0 0 0,1-1 0,-1 2 0,1-1 0,1 0 0,-1 0 0,1 0 0,1 1 0,-1-1 0,2 11 0,8 315 0,1-248 0,4-1 0,3-1 0,44 129 0,-37-133 0,41 158 0,36 134 0,-86-291 0,-4 0 0,3 142 0,-18 3310 0,5-1980 0,3-1505 0,1-1 0,3 1 0,1-1 0,26 76 0,-16-63 0,19 119 0,28 302 0,-45-319 0,9 49 0,-14-129 0,-3 1 0,4 163 0,-15-223 0,1 0 0,1 0 0,0 0 0,2 0 0,1-1 0,17 38 0,-13-32 0,0 1 0,-2 0 0,7 37 0,-11-32 0,6 38 0,3 128 0,-12-165 0,1 0 0,2 0 0,11 40 0,-8-36 0,-1 0 0,3 46 0,-12 75 0,4 57 0,-2-214 0,1 1 0,-1-1 0,1 0 0,0 0 0,-1 0 0,1 0 0,0 0 0,0-1 0,0 1 0,1 0 0,-1 0 0,0-1 0,1 1 0,-1 0 0,1-1 0,-1 0 0,1 1 0,0-1 0,-1 0 0,1 0 0,0 0 0,0 0 0,0 0 0,0 0 0,0 0 0,0-1 0,0 1 0,4 0 0,7 1 0,0-1 0,0 0 0,22-1 0,-22-1 0,51-3-455,0-3 0,119-29 0,-133 23-6371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27.7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0 228 24575,'61'124'0,"45"86"0,-104-206 0,0 0 0,0-1 0,0 1 0,1-1 0,-1 1 0,1-1 0,0 0 0,0 0 0,0 0 0,0 0 0,0-1 0,1 1 0,-1-1 0,1 0 0,0 0 0,5 3 0,-5-5 0,0 0 0,-1 0 0,1 0 0,-1-1 0,1 1 0,0-1 0,-1 0 0,1 0 0,-1 0 0,0 0 0,1-1 0,-1 1 0,0-1 0,0 0 0,0 0 0,0 0 0,0 0 0,0-1 0,-1 1 0,4-4 0,196-211 0,-63 61 0,33-19-1365,-138 138-5461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6:39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489 29 24575,'-4'-2'0,"0"-1"0,0 1 0,0-1 0,0 1 0,0 0 0,0 0 0,0 1 0,-1-1 0,1 1 0,-1 0 0,1 0 0,-6 0 0,-61-1 0,47 2 0,-10-1 0,13-1 0,-1 2 0,1 0 0,-24 4 0,40-3 0,0 0 0,0 0 0,0 0 0,0 1 0,0 0 0,0 0 0,1 0 0,-1 0 0,1 1 0,-1 0 0,1 0 0,0 0 0,0 0 0,0 1 0,1-1 0,-1 1 0,1 0 0,-4 5 0,-10 21 0,2 2 0,0 0 0,2 0 0,2 1 0,-14 65 0,20-56 0,2 0 0,5 81 0,1-29 0,-3-87 0,0 1 0,0-1 0,1 0 0,0 0 0,0 1 0,0-1 0,1 0 0,3 8 0,-3-12 0,0 0 0,0-1 0,0 1 0,0 0 0,0 0 0,1-1 0,-1 0 0,1 1 0,0-1 0,-1 0 0,1 0 0,0 0 0,0-1 0,0 1 0,1-1 0,-1 0 0,0 1 0,0-1 0,6 0 0,49 8-61,0-3 0,-1-2 0,94-6-1,-75 0-1058,-7 1-5706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9:40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1 237 24575,'0'23'0,"1"0"0,0 0 0,2 0 0,1 0 0,0 0 0,2-1 0,0 0 0,13 27 0,-18-46 0,0-1 0,0 0 0,0 0 0,0 0 0,1 0 0,-1 0 0,0 0 0,1 0 0,0 0 0,-1 0 0,1-1 0,0 1 0,0-1 0,0 1 0,0-1 0,0 0 0,0 0 0,0 0 0,0 0 0,1 0 0,-1 0 0,0-1 0,0 1 0,1-1 0,-1 1 0,1-1 0,-1 0 0,0 0 0,1 0 0,-1 0 0,1-1 0,-1 1 0,0-1 0,1 1 0,-1-1 0,0 0 0,0 0 0,1 0 0,-1 0 0,0 0 0,0 0 0,3-3 0,10-7 0,0 0 0,-1-1 0,0-1 0,18-22 0,-18 20 0,345-341-1365,-315 317-5461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9:46.4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 24575,'77'-1'0,"84"3"0,-139-1 0,-1 2 0,1 1 0,-1 1 0,1 0 0,25 11 0,-29-9 0,-1 1 0,0 1 0,29 18 0,-40-22 0,-1-1 0,0 1 0,0 0 0,0 0 0,-1 0 0,0 1 0,0 0 0,0 0 0,-1 0 0,1 0 0,-2 0 0,1 1 0,3 11 0,6 38 0,-1-1 0,4 112 0,-16 118 0,-2-126 0,2-83 0,3 95 0,9-108 0,1 13 0,-8 563 0,-7-324 0,3-242 0,-15 112 0,10-144 0,4-27 0,0 0 0,-1 0 0,-1-1 0,-6 20 0,7-29 0,0 0 0,0 0 0,0 0 0,0 0 0,-1-1 0,1 1 0,-1-1 0,0 1 0,0-1 0,-1 0 0,1 0 0,0 0 0,-1-1 0,0 1 0,1-1 0,-1 0 0,0 0 0,-6 2 0,-152 54 0,-35 8-1365,176-60-5461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39:48.1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6 134 24575,'-4'-5'0,"2"-1"0,7 5 0,6 7 0,6 2 0,0 4 0,1 9 0,2 5 0,2 3 0,2 0 0,5-14 0,6-25 0,6-21 0,-4-13 0,-4-4 0,1-2 0,-1 3 0,-6 9-8191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5:44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0 581 24575,'2'1'0,"0"-1"0,0 1 0,-1 0 0,1 0 0,0 0 0,-1 0 0,1 0 0,0 0 0,-1 0 0,0 0 0,1 1 0,-1-1 0,0 0 0,1 1 0,-1-1 0,0 1 0,0 0 0,0-1 0,0 1 0,0 2 0,21 46 0,-17-37 0,2 10 0,16 34 0,-23-55 0,1 0 0,1 0 0,-1 0 0,0 0 0,0 0 0,1 0 0,-1 0 0,1-1 0,0 1 0,0-1 0,-1 1 0,1-1 0,0 1 0,0-1 0,0 0 0,0 0 0,0 0 0,1 0 0,-1-1 0,0 1 0,3 0 0,1-1 0,1 0 0,-1-1 0,0 0 0,0 0 0,0-1 0,0 1 0,0-1 0,0-1 0,8-4 0,58-35 0,-57 33 0,521-373 0,-480 341 0,252-203-1365,-251 196-5461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5:51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918 20 24575,'-18'0'0,"0"1"0,-1 1 0,1 1 0,0 0 0,0 1 0,0 1 0,0 1 0,1 1 0,0 0 0,1 1 0,-1 1 0,1 0 0,1 1 0,0 1 0,-25 23 0,6-5 0,15-14 0,1 1 0,0 0 0,1 2 0,1-1 0,-23 36 0,-38 65 0,4 8 0,48-89 0,3 2 0,1 1 0,1 0 0,-21 68 0,20-31 0,-34 113 0,46-151 0,1 0 0,1 1 0,3 0 0,1 0 0,5 72 0,-1-58 0,-2 1 0,-11 75 0,-10-18 0,8-51 0,3 1 0,-3 81 0,13 502 0,4-292 0,-5-217 0,4 144 0,5-218 0,3-1 0,2-1 0,3 0 0,2-1 0,34 77 0,-40-113 0,0-1 0,2 0 0,1-1 0,0-1 0,33 35 0,97 85 0,-134-131 0,27 24 0,1-2 0,1-2 0,2-1 0,53 27 0,-69-43 0,1-1 0,-1-1 0,2-1 0,0-1 0,0-1 0,0-2 0,0-1 0,56 2 0,-53-6 0,0-1 0,0-2 0,40-7 0,-60 7 0,1-1 0,-1 1 0,0-1 0,1-1 0,-2 0 0,1-1 0,-1 1 0,0-2 0,0 1 0,0-1 0,-1-1 0,11-12 0,2-6 0,-2-1 0,0 0 0,-2-1 0,18-41 0,44-127 0,-62 150 0,-5 7 0,12-63 0,-15 59 0,16-48 0,-1 14 0,-3-1 0,17-125 0,-11-164 0,-24-513 0,-6 432 0,5 267 0,-5-193 0,-4 316 0,-3 0 0,-3 1 0,-2 0 0,-38-93 0,21 77 0,-4 3 0,-2 1 0,-59-79 0,77 118 0,4 9 0,0 1 0,-2 1 0,0 0 0,-2 1 0,0 1 0,0 1 0,-2 1 0,-32-17 0,41 24 0,-47-34-1365,34 21-5461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5:53.2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45 24575,'817'0'0,"-653"-13"0,-11 1 0,15 13 0,85-2 0,-156-14-1365,-73 11-5461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8:45.7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0 194 24575,'1'-1'0,"0"1"0,0-1 0,0 1 0,0-1 0,0 1 0,0-1 0,0 1 0,0 0 0,0 0 0,1 0 0,-1-1 0,0 1 0,0 0 0,0 0 0,0 0 0,0 1 0,0-1 0,0 0 0,0 0 0,0 0 0,0 1 0,0-1 0,0 1 0,0-1 0,0 1 0,0-1 0,0 1 0,0 0 0,0-1 0,0 1 0,0 0 0,-1 0 0,2 1 0,27 30 0,-15-10 0,-2 0 0,0 0 0,14 39 0,2 2 0,-27-61 0,0-1 0,0 1 0,0-1 0,0 1 0,0-1 0,0 1 0,0-1 0,1 1 0,-1-1 0,0 0 0,1 0 0,-1 0 0,1 0 0,0 0 0,-1 0 0,1 0 0,0-1 0,-1 1 0,1-1 0,0 1 0,0-1 0,0 1 0,-1-1 0,1 0 0,0 0 0,0 0 0,0 0 0,0 0 0,0-1 0,-1 1 0,1 0 0,0-1 0,0 1 0,0-1 0,-1 0 0,1 0 0,0 0 0,-1 1 0,2-3 0,12-5 0,-2 0 0,1-2 0,20-17 0,-18 13 0,44-34-119,337-248-1127,-355 270-5580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48:48.0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1 417 24575,'0'11'0,"1"0"0,1-1 0,0 1 0,0 0 0,1 0 0,1-1 0,6 15 0,40 69 0,-30-60 0,5 16 0,-15-29 0,1-1 0,25 37 0,-34-55 0,1 1 0,-1-1 0,0 0 0,0-1 0,1 1 0,-1 0 0,1 0 0,0-1 0,-1 0 0,1 1 0,0-1 0,0 0 0,0-1 0,0 1 0,0 0 0,0-1 0,0 0 0,0 1 0,0-1 0,0 0 0,0-1 0,0 1 0,0 0 0,0-1 0,0 0 0,0 0 0,0 0 0,-1 0 0,7-3 0,24-11 0,0-2 0,-1-1 0,58-44 0,-58 39 0,858-578-1365,-776 529-5461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5:08.1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1 137 24575,'32'34'0,"-11"-10"0,2 0 0,44 34 0,-60-53 0,0 0 0,0 0 0,0-1 0,0 0 0,1-1 0,0 0 0,-1 0 0,1 0 0,0-1 0,1 0 0,-1-1 0,0 0 0,0 0 0,1-1 0,14-1 0,-14-1 0,-1 0 0,1-1 0,-1 0 0,1-1 0,-1 0 0,0 0 0,0-1 0,-1 1 0,0-2 0,11-9 0,9-10 0,28-32 0,-47 48 0,32-38-682,40-58-1,-66 83-6143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5:09.9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0 161 24575,'72'180'0,"-51"-121"0,37 74 0,-57-130 0,1 1 0,-1-1 0,1 0 0,0 0 0,0 0 0,0-1 0,0 1 0,1 0 0,-1-1 0,1 0 0,0 1 0,-1-1 0,1 0 0,0-1 0,0 1 0,1 0 0,-1-1 0,0 1 0,0-1 0,1 0 0,-1 0 0,1-1 0,-1 1 0,1-1 0,-1 1 0,1-1 0,-1 0 0,1-1 0,-1 1 0,1 0 0,-1-1 0,6-2 0,9-3 0,-1-1 0,0-1 0,0-1 0,-1 0 0,18-14 0,-9 7 0,22-14-81,194-122-561,278-129 0,-434 243-6184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8:15.5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0 217 24575,'0'-1'0,"0"1"0,1-1 0,-1 0 0,0 1 0,0-1 0,0 1 0,1-1 0,-1 0 0,0 1 0,1-1 0,-1 1 0,1-1 0,-1 1 0,0 0 0,1-1 0,-1 1 0,1-1 0,-1 1 0,1 0 0,-1-1 0,1 1 0,-1 0 0,1-1 0,0 1 0,-1 0 0,1 0 0,-1 0 0,1 0 0,0 0 0,-1-1 0,1 1 0,0 0 0,-1 0 0,1 1 0,-1-1 0,1 0 0,0 0 0,-1 0 0,1 0 0,-1 0 0,1 1 0,0-1 0,-1 0 0,1 0 0,-1 1 0,1-1 0,-1 1 0,1 0 0,30 15 0,-24-10 0,0 1 0,0 0 0,-1 1 0,0-1 0,-1 1 0,0 1 0,8 13 0,21 65 0,-33-86 0,-1 1 0,1-1 0,-1 1 0,1 0 0,0-1 0,-1 1 0,1-1 0,0 1 0,0-1 0,0 1 0,0-1 0,0 1 0,1-1 0,-1 0 0,0 0 0,1 0 0,-1 0 0,1 0 0,-1 0 0,1 0 0,-1 0 0,1 0 0,-1-1 0,1 1 0,0 0 0,0-1 0,-1 0 0,1 1 0,0-1 0,0 0 0,-1 0 0,1 0 0,0 0 0,0 0 0,-1-1 0,1 1 0,0 0 0,1-1 0,7-3 0,0 0 0,0 0 0,-1-1 0,0 0 0,10-8 0,-14 10 0,251-192 132,-38 25-1629,-198 156-5329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6:58:21.0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1 607 24575,'1'5'0,"0"0"0,1 1 0,0-1 0,0 0 0,0 0 0,0-1 0,1 1 0,5 7 0,5 10 0,-10-16 0,1 3 0,1 0 0,0-1 0,0 1 0,12 14 0,-15-21 0,0 0 0,0-1 0,0 1 0,0 0 0,0-1 0,0 0 0,0 1 0,0-1 0,0 0 0,0 0 0,1 0 0,-1 0 0,1-1 0,-1 1 0,0-1 0,1 1 0,-1-1 0,1 0 0,-1 0 0,1 0 0,-1 0 0,1 0 0,-1-1 0,1 1 0,4-2 0,0-2 0,0 1 0,1-1 0,-1 0 0,-1 0 0,1-1 0,-1 0 0,1 0 0,-2-1 0,1 0 0,8-10 0,47-74 0,-49 71 0,73-129 0,-47 78 0,3 3 0,73-94 0,-43 83-1365,-4 12-5461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7:07:10.3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7:18:44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0 264 24575,'4'2'0,"-1"0"0,0 1 0,-1-1 0,1 1 0,0 0 0,-1 0 0,0 0 0,1 0 0,-1 0 0,0 1 0,-1-1 0,1 0 0,1 6 0,4 5 0,201 384 0,-205-393 0,-1 1 0,1-1 0,0 0 0,1 0 0,-1 0 0,1 0 0,0-1 0,0 0 0,0 1 0,1-1 0,-1-1 0,1 1 0,0-1 0,8 4 0,-9-6 0,1 0 0,0-1 0,0 1 0,0-1 0,0-1 0,0 1 0,0-1 0,0 1 0,-1-1 0,1-1 0,0 1 0,-1-1 0,1 0 0,0 0 0,-1 0 0,0 0 0,0-1 0,7-5 0,65-44 0,78-71 0,-25 18 0,493-342-1365,-564 407-5461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7:18:45.8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1 107 24575,'1'0'0,"1"1"0,-1-1 0,1 1 0,0-1 0,-1 1 0,0 0 0,1 0 0,-1 0 0,1 0 0,-1 0 0,0 0 0,0 0 0,0 0 0,1 1 0,-1-1 0,0 0 0,1 3 0,18 30 0,-15-25 0,22 44 0,27 77 0,-6-13 0,-46-112 0,0 0 0,0-1 0,1 1 0,0-1 0,0 1 0,0-1 0,0 0 0,1 0 0,-1 0 0,1 0 0,0-1 0,0 0 0,1 0 0,6 5 0,-5-6 0,1 0 0,-1 0 0,0-1 0,0 0 0,1 0 0,-1-1 0,1 1 0,-1-1 0,0-1 0,1 1 0,-1-1 0,10-2 0,42-13 0,0-2 0,0-3 0,-2-2 0,74-43 0,-55 28 0,149-74 9,185-89-1383,-315 157-5452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customXml" Target="../ink/ink13.xml"/><Relationship Id="rId12" Type="http://schemas.openxmlformats.org/officeDocument/2006/relationships/image" Target="../media/image2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1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0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27.xml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12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25.xml"/><Relationship Id="rId1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9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customXml" Target="../ink/ink3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customXml" Target="../ink/ink35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37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customXml" Target="../ink/ink39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customXml" Target="../ink/ink42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D7BF-F110-25DE-6023-4E901028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68BA9-7626-2662-4966-E120D31FC0E7}"/>
              </a:ext>
            </a:extLst>
          </p:cNvPr>
          <p:cNvSpPr txBox="1"/>
          <p:nvPr/>
        </p:nvSpPr>
        <p:spPr>
          <a:xfrm>
            <a:off x="1005840" y="2157984"/>
            <a:ext cx="10250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first load the dataset : data_titanic_Kaggle.csv 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colab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start giving series prompts: You are asking questions/ giving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2897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E2113-7456-EA85-77B8-CBF8B065A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1531371"/>
            <a:ext cx="11917680" cy="39969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52D7A2-79F1-9379-6365-7FD00C3A8FD4}"/>
                  </a:ext>
                </a:extLst>
              </p14:cNvPr>
              <p14:cNvContentPartPr/>
              <p14:nvPr/>
            </p14:nvContentPartPr>
            <p14:xfrm>
              <a:off x="2212704" y="3988656"/>
              <a:ext cx="174240" cy="13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52D7A2-79F1-9379-6365-7FD00C3A8F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4704" y="3971016"/>
                <a:ext cx="2098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761A01-0B53-3FA8-A111-FA0A2605DBA9}"/>
                  </a:ext>
                </a:extLst>
              </p14:cNvPr>
              <p14:cNvContentPartPr/>
              <p14:nvPr/>
            </p14:nvContentPartPr>
            <p14:xfrm>
              <a:off x="10642824" y="3054096"/>
              <a:ext cx="335160" cy="251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761A01-0B53-3FA8-A111-FA0A2605DB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25184" y="3036096"/>
                <a:ext cx="3708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F9E1DB-50DD-0D8C-AE54-366DA2988A1F}"/>
                  </a:ext>
                </a:extLst>
              </p14:cNvPr>
              <p14:cNvContentPartPr/>
              <p14:nvPr/>
            </p14:nvContentPartPr>
            <p14:xfrm>
              <a:off x="7186824" y="2624616"/>
              <a:ext cx="304200" cy="14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F9E1DB-50DD-0D8C-AE54-366DA2988A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69184" y="2606616"/>
                <a:ext cx="339840" cy="1803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0C04A10-752C-506B-E2D4-D674C236F907}"/>
              </a:ext>
            </a:extLst>
          </p:cNvPr>
          <p:cNvSpPr txBox="1"/>
          <p:nvPr/>
        </p:nvSpPr>
        <p:spPr>
          <a:xfrm>
            <a:off x="4091580" y="476917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E3E3E3"/>
                </a:solidFill>
                <a:effectLst/>
                <a:latin typeface="Google Sans Text"/>
              </a:rPr>
              <a:t>I want to see few records.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A5FD71-1A79-5535-DEE8-C78F772A6077}"/>
                  </a:ext>
                </a:extLst>
              </p14:cNvPr>
              <p14:cNvContentPartPr/>
              <p14:nvPr/>
            </p14:nvContentPartPr>
            <p14:xfrm>
              <a:off x="3712104" y="269733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A5FD71-1A79-5535-DEE8-C78F772A60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4464" y="267933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F08522D-1C12-6C66-4E21-14879C8BD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93745"/>
            <a:ext cx="11871960" cy="28705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51093D-57ED-BD74-B5A0-378A0F6DE25A}"/>
                  </a:ext>
                </a:extLst>
              </p14:cNvPr>
              <p14:cNvContentPartPr/>
              <p14:nvPr/>
            </p14:nvContentPartPr>
            <p14:xfrm>
              <a:off x="10880064" y="2678976"/>
              <a:ext cx="289800" cy="147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51093D-57ED-BD74-B5A0-378A0F6DE2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62424" y="2661336"/>
                <a:ext cx="325440" cy="183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E9C745D-00D3-E05F-DD9E-C2EB3CD2A56C}"/>
              </a:ext>
            </a:extLst>
          </p:cNvPr>
          <p:cNvSpPr txBox="1"/>
          <p:nvPr/>
        </p:nvSpPr>
        <p:spPr>
          <a:xfrm>
            <a:off x="2299824" y="430751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E3E3E3"/>
                </a:solidFill>
                <a:effectLst/>
                <a:latin typeface="Google Sans Text"/>
              </a:rPr>
              <a:t>I want to see </a:t>
            </a:r>
            <a:r>
              <a:rPr lang="en-US" sz="2400" dirty="0">
                <a:solidFill>
                  <a:srgbClr val="E3E3E3"/>
                </a:solidFill>
                <a:latin typeface="Google Sans Text"/>
              </a:rPr>
              <a:t>the names of all</a:t>
            </a:r>
            <a:r>
              <a:rPr lang="en-US" sz="2400" b="0" i="0" dirty="0">
                <a:solidFill>
                  <a:srgbClr val="E3E3E3"/>
                </a:solidFill>
                <a:effectLst/>
                <a:latin typeface="Google Sans Text"/>
              </a:rPr>
              <a:t> columns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0C58A-F890-B878-A7BD-8386D106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56D72-DD99-191F-BD8C-4D0AFBFE7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765"/>
            <a:ext cx="12192000" cy="49604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794160-4088-EF26-2AB1-8A00D01F0375}"/>
                  </a:ext>
                </a:extLst>
              </p14:cNvPr>
              <p14:cNvContentPartPr/>
              <p14:nvPr/>
            </p14:nvContentPartPr>
            <p14:xfrm>
              <a:off x="10725984" y="1863216"/>
              <a:ext cx="287640" cy="187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794160-4088-EF26-2AB1-8A00D01F03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07984" y="1845216"/>
                <a:ext cx="323280" cy="2232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5D7074-1EE6-BF5A-EDBA-EFAD2A647CF8}"/>
              </a:ext>
            </a:extLst>
          </p:cNvPr>
          <p:cNvSpPr txBox="1"/>
          <p:nvPr/>
        </p:nvSpPr>
        <p:spPr>
          <a:xfrm>
            <a:off x="3000756" y="262051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E3E3E3"/>
                </a:solidFill>
                <a:effectLst/>
                <a:latin typeface="Google Sans Text"/>
              </a:rPr>
              <a:t>I want to see the info on this </a:t>
            </a:r>
            <a:r>
              <a:rPr lang="en-US" sz="2400" b="0" i="0" dirty="0" err="1">
                <a:solidFill>
                  <a:srgbClr val="E3E3E3"/>
                </a:solidFill>
                <a:effectLst/>
                <a:latin typeface="Google Sans Text"/>
              </a:rPr>
              <a:t>datset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8897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A425-B92E-891E-9D05-AC276561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94E67-B340-8F1C-E0F2-35AF7D1EA205}"/>
              </a:ext>
            </a:extLst>
          </p:cNvPr>
          <p:cNvSpPr txBox="1"/>
          <p:nvPr/>
        </p:nvSpPr>
        <p:spPr>
          <a:xfrm>
            <a:off x="3328416" y="2459736"/>
            <a:ext cx="4666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Handling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21993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84C9E-E0BB-AAE5-32C6-AE6D0F43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4DD38-495E-ADDA-60F1-4F2D1E89C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089"/>
            <a:ext cx="12192000" cy="33018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705487-046A-4B93-99A0-52EE121E4E27}"/>
                  </a:ext>
                </a:extLst>
              </p14:cNvPr>
              <p14:cNvContentPartPr/>
              <p14:nvPr/>
            </p14:nvContentPartPr>
            <p14:xfrm>
              <a:off x="11393064" y="2367576"/>
              <a:ext cx="219240" cy="20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705487-046A-4B93-99A0-52EE121E4E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75424" y="2349936"/>
                <a:ext cx="254880" cy="236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1AFB810-7AC1-C9AE-8032-ED4DFAD84914}"/>
              </a:ext>
            </a:extLst>
          </p:cNvPr>
          <p:cNvSpPr txBox="1"/>
          <p:nvPr/>
        </p:nvSpPr>
        <p:spPr>
          <a:xfrm>
            <a:off x="2372868" y="554659"/>
            <a:ext cx="7018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E3E3E3"/>
                </a:solidFill>
                <a:effectLst/>
                <a:latin typeface="Google Sans Text"/>
              </a:rPr>
              <a:t>I want to see all missing values. How do I do this 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649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F2D7-E83A-0515-D6EF-C365224C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5CE49-F83E-46ED-483F-1838AFAC1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200622"/>
            <a:ext cx="11442192" cy="50628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8B9B2D-7E8E-D001-0EF3-2377EAB5728F}"/>
                  </a:ext>
                </a:extLst>
              </p14:cNvPr>
              <p14:cNvContentPartPr/>
              <p14:nvPr/>
            </p14:nvContentPartPr>
            <p14:xfrm>
              <a:off x="11658384" y="1902096"/>
              <a:ext cx="160920" cy="16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8B9B2D-7E8E-D001-0EF3-2377EAB572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40384" y="1884096"/>
                <a:ext cx="19656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4C35D4-DE50-7A53-BF80-E0419F119624}"/>
                  </a:ext>
                </a:extLst>
              </p14:cNvPr>
              <p14:cNvContentPartPr/>
              <p14:nvPr/>
            </p14:nvContentPartPr>
            <p14:xfrm>
              <a:off x="685584" y="2901816"/>
              <a:ext cx="248400" cy="155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4C35D4-DE50-7A53-BF80-E0419F1196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584" y="2884176"/>
                <a:ext cx="2840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ECD8420-B5BE-4C71-A860-682CAA104A35}"/>
                  </a:ext>
                </a:extLst>
              </p14:cNvPr>
              <p14:cNvContentPartPr/>
              <p14:nvPr/>
            </p14:nvContentPartPr>
            <p14:xfrm>
              <a:off x="447624" y="4275936"/>
              <a:ext cx="304200" cy="258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ECD8420-B5BE-4C71-A860-682CAA104A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9984" y="4258296"/>
                <a:ext cx="339840" cy="294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940D683-615E-2C82-9C2B-03366EEEA9B5}"/>
              </a:ext>
            </a:extLst>
          </p:cNvPr>
          <p:cNvSpPr txBox="1"/>
          <p:nvPr/>
        </p:nvSpPr>
        <p:spPr>
          <a:xfrm>
            <a:off x="1568196" y="226988"/>
            <a:ext cx="8865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E3E3E3"/>
                </a:solidFill>
                <a:latin typeface="Google Sans Text"/>
              </a:rPr>
              <a:t>F</a:t>
            </a:r>
            <a:r>
              <a:rPr lang="en-US" sz="2800" b="0" i="0" dirty="0">
                <a:solidFill>
                  <a:srgbClr val="E3E3E3"/>
                </a:solidFill>
                <a:effectLst/>
                <a:latin typeface="Google Sans Text"/>
              </a:rPr>
              <a:t>ill missing ages using the median of those specific groups.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802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2CF6-8334-20F2-7390-BCFC1405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CCCDF0-9A41-ADE3-9A53-7116556E3B54}"/>
                  </a:ext>
                </a:extLst>
              </p14:cNvPr>
              <p14:cNvContentPartPr/>
              <p14:nvPr/>
            </p14:nvContentPartPr>
            <p14:xfrm>
              <a:off x="5778864" y="326433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CCCDF0-9A41-ADE3-9A53-7116556E3B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1224" y="324669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7F64384-88A9-384C-2B87-EF0982B0F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67268"/>
            <a:ext cx="12192000" cy="43234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D8D091-FEDB-C9AF-3FF7-727F90E02AE6}"/>
                  </a:ext>
                </a:extLst>
              </p14:cNvPr>
              <p14:cNvContentPartPr/>
              <p14:nvPr/>
            </p14:nvContentPartPr>
            <p14:xfrm>
              <a:off x="9527904" y="2322576"/>
              <a:ext cx="227160" cy="10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D8D091-FEDB-C9AF-3FF7-727F90E02A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10264" y="2304576"/>
                <a:ext cx="262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908692-F492-1767-7C95-A4EAC5D38693}"/>
                  </a:ext>
                </a:extLst>
              </p14:cNvPr>
              <p14:cNvContentPartPr/>
              <p14:nvPr/>
            </p14:nvContentPartPr>
            <p14:xfrm>
              <a:off x="4425624" y="1593576"/>
              <a:ext cx="459360" cy="243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908692-F492-1767-7C95-A4EAC5D386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7624" y="1575576"/>
                <a:ext cx="495000" cy="27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B526961-BD09-FC4D-F97C-C1D2DAF50670}"/>
              </a:ext>
            </a:extLst>
          </p:cNvPr>
          <p:cNvGrpSpPr/>
          <p:nvPr/>
        </p:nvGrpSpPr>
        <p:grpSpPr>
          <a:xfrm>
            <a:off x="2146104" y="4805136"/>
            <a:ext cx="1060920" cy="418680"/>
            <a:chOff x="2146104" y="4805136"/>
            <a:chExt cx="106092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94FB27-14EF-0A27-0F51-42BC36758852}"/>
                    </a:ext>
                  </a:extLst>
                </p14:cNvPr>
                <p14:cNvContentPartPr/>
                <p14:nvPr/>
              </p14:nvContentPartPr>
              <p14:xfrm>
                <a:off x="2146104" y="5074056"/>
                <a:ext cx="310680" cy="149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94FB27-14EF-0A27-0F51-42BC3675885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28104" y="5056056"/>
                  <a:ext cx="346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2972F1A-8125-2134-9B58-412EE780F722}"/>
                    </a:ext>
                  </a:extLst>
                </p14:cNvPr>
                <p14:cNvContentPartPr/>
                <p14:nvPr/>
              </p14:nvContentPartPr>
              <p14:xfrm>
                <a:off x="2642184" y="4805136"/>
                <a:ext cx="564840" cy="352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972F1A-8125-2134-9B58-412EE780F7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24544" y="4787136"/>
                  <a:ext cx="600480" cy="388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E680334-59CF-27E3-2BBF-7EBD9C6565EA}"/>
              </a:ext>
            </a:extLst>
          </p:cNvPr>
          <p:cNvSpPr txBox="1"/>
          <p:nvPr/>
        </p:nvSpPr>
        <p:spPr>
          <a:xfrm>
            <a:off x="472536" y="292032"/>
            <a:ext cx="10930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E3E3E3"/>
                </a:solidFill>
                <a:effectLst/>
                <a:latin typeface="Google Sans Text"/>
              </a:rPr>
              <a:t>Fill embarked column missing value with the mode (most frequent value).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739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C796-857F-B8AA-0B9B-476EA011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30C83B-AF32-C8D5-61B9-2F3BE3D3D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7876"/>
            <a:ext cx="12192000" cy="22822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0FDB19-C5D9-D1F5-4698-8A5D26C78424}"/>
                  </a:ext>
                </a:extLst>
              </p14:cNvPr>
              <p14:cNvContentPartPr/>
              <p14:nvPr/>
            </p14:nvContentPartPr>
            <p14:xfrm>
              <a:off x="11064384" y="3163536"/>
              <a:ext cx="162720" cy="17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0FDB19-C5D9-D1F5-4698-8A5D26C784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46384" y="3145896"/>
                <a:ext cx="19836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3FEA41B-106E-897C-534C-5A817C30A78F}"/>
              </a:ext>
            </a:extLst>
          </p:cNvPr>
          <p:cNvGrpSpPr/>
          <p:nvPr/>
        </p:nvGrpSpPr>
        <p:grpSpPr>
          <a:xfrm>
            <a:off x="4361544" y="3676896"/>
            <a:ext cx="916920" cy="274320"/>
            <a:chOff x="4361544" y="3676896"/>
            <a:chExt cx="91692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0087C25-71DD-7FC9-204E-5DF6B29EFA33}"/>
                    </a:ext>
                  </a:extLst>
                </p14:cNvPr>
                <p14:cNvContentPartPr/>
                <p14:nvPr/>
              </p14:nvContentPartPr>
              <p14:xfrm>
                <a:off x="4361544" y="3913416"/>
                <a:ext cx="641520" cy="3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087C25-71DD-7FC9-204E-5DF6B29EFA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43904" y="3895776"/>
                  <a:ext cx="67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437F6A-0D38-32F5-8117-6F347F25D5DB}"/>
                    </a:ext>
                  </a:extLst>
                </p14:cNvPr>
                <p14:cNvContentPartPr/>
                <p14:nvPr/>
              </p14:nvContentPartPr>
              <p14:xfrm>
                <a:off x="5028984" y="3676896"/>
                <a:ext cx="249480" cy="201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437F6A-0D38-32F5-8117-6F347F25D5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11344" y="3659256"/>
                  <a:ext cx="285120" cy="237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A5ED5E2-9DBD-7387-9C2B-1D3CC181BE95}"/>
              </a:ext>
            </a:extLst>
          </p:cNvPr>
          <p:cNvSpPr txBox="1"/>
          <p:nvPr/>
        </p:nvSpPr>
        <p:spPr>
          <a:xfrm>
            <a:off x="2058480" y="711446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How many percentage of cabin are missing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3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6B92-E7A8-D0B2-EEB9-BF329B2F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A4BBB-2259-CD2C-E89A-B3E93DA7C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2405"/>
            <a:ext cx="12192000" cy="32331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A24033-30EA-FF2B-3A26-86C09C3B2882}"/>
                  </a:ext>
                </a:extLst>
              </p14:cNvPr>
              <p14:cNvContentPartPr/>
              <p14:nvPr/>
            </p14:nvContentPartPr>
            <p14:xfrm>
              <a:off x="10963584" y="2374776"/>
              <a:ext cx="416880" cy="17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A24033-30EA-FF2B-3A26-86C09C3B28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45944" y="2357136"/>
                <a:ext cx="4525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EE4452-ABC9-60FC-99B1-4915828D19F4}"/>
                  </a:ext>
                </a:extLst>
              </p14:cNvPr>
              <p14:cNvContentPartPr/>
              <p14:nvPr/>
            </p14:nvContentPartPr>
            <p14:xfrm>
              <a:off x="5458824" y="2514456"/>
              <a:ext cx="284400" cy="136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EE4452-ABC9-60FC-99B1-4915828D19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41184" y="2496456"/>
                <a:ext cx="3200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AAA7CF-0F12-AA7B-C312-C1E1AEFAA467}"/>
                  </a:ext>
                </a:extLst>
              </p14:cNvPr>
              <p14:cNvContentPartPr/>
              <p14:nvPr/>
            </p14:nvContentPartPr>
            <p14:xfrm>
              <a:off x="1370304" y="3144456"/>
              <a:ext cx="744840" cy="349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AAA7CF-0F12-AA7B-C312-C1E1AEFAA4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2304" y="3126816"/>
                <a:ext cx="780480" cy="3852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E4B90B9-D80C-0EFE-6859-37369C6DAD9C}"/>
              </a:ext>
            </a:extLst>
          </p:cNvPr>
          <p:cNvSpPr txBox="1"/>
          <p:nvPr/>
        </p:nvSpPr>
        <p:spPr>
          <a:xfrm>
            <a:off x="2505780" y="371779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Convert column cabin into a binary indicator: 1 if a cabin number exists, and 0 if it is missing.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00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BB0A-ED4C-E0D4-4231-3264063F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351D7-44C9-9AFE-B11E-C68D5F19D7FE}"/>
              </a:ext>
            </a:extLst>
          </p:cNvPr>
          <p:cNvSpPr txBox="1"/>
          <p:nvPr/>
        </p:nvSpPr>
        <p:spPr>
          <a:xfrm>
            <a:off x="2112264" y="2020824"/>
            <a:ext cx="6285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Parsing and String Manipulation</a:t>
            </a:r>
          </a:p>
        </p:txBody>
      </p:sp>
    </p:spTree>
    <p:extLst>
      <p:ext uri="{BB962C8B-B14F-4D97-AF65-F5344CB8AC3E}">
        <p14:creationId xmlns:p14="http://schemas.microsoft.com/office/powerpoint/2010/main" val="3707208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B2D6-E7ED-952C-86D4-1399868C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8A417-E365-0D7C-4C3F-47FEDBBC6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640802"/>
            <a:ext cx="11378184" cy="55763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AD53266-FCCD-05CB-688A-963143A05F91}"/>
                  </a:ext>
                </a:extLst>
              </p14:cNvPr>
              <p14:cNvContentPartPr/>
              <p14:nvPr/>
            </p14:nvContentPartPr>
            <p14:xfrm>
              <a:off x="7607304" y="1738656"/>
              <a:ext cx="278640" cy="253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AD53266-FCCD-05CB-688A-963143A05F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9664" y="1720656"/>
                <a:ext cx="3142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8153C3-8996-3ADC-CDAA-6D4C1404B965}"/>
                  </a:ext>
                </a:extLst>
              </p14:cNvPr>
              <p14:cNvContentPartPr/>
              <p14:nvPr/>
            </p14:nvContentPartPr>
            <p14:xfrm>
              <a:off x="2925864" y="5302656"/>
              <a:ext cx="432360" cy="887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8153C3-8996-3ADC-CDAA-6D4C1404B9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08224" y="5285016"/>
                <a:ext cx="468000" cy="9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7FC54B0-6416-A29A-E24D-EB683E2A54F4}"/>
                  </a:ext>
                </a:extLst>
              </p14:cNvPr>
              <p14:cNvContentPartPr/>
              <p14:nvPr/>
            </p14:nvContentPartPr>
            <p14:xfrm>
              <a:off x="3803904" y="5200416"/>
              <a:ext cx="339120" cy="437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7FC54B0-6416-A29A-E24D-EB683E2A54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5904" y="5182416"/>
                <a:ext cx="374760" cy="47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A3FE83A-A7AF-C6FA-EFB1-CF2182CE5962}"/>
              </a:ext>
            </a:extLst>
          </p:cNvPr>
          <p:cNvGrpSpPr/>
          <p:nvPr/>
        </p:nvGrpSpPr>
        <p:grpSpPr>
          <a:xfrm>
            <a:off x="402264" y="932616"/>
            <a:ext cx="744840" cy="3720960"/>
            <a:chOff x="402264" y="932616"/>
            <a:chExt cx="744840" cy="37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0D199B-AD05-304A-AA44-89F11544EEAB}"/>
                    </a:ext>
                  </a:extLst>
                </p14:cNvPr>
                <p14:cNvContentPartPr/>
                <p14:nvPr/>
              </p14:nvContentPartPr>
              <p14:xfrm>
                <a:off x="682344" y="932616"/>
                <a:ext cx="464760" cy="3720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0D199B-AD05-304A-AA44-89F11544EEA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4344" y="914976"/>
                  <a:ext cx="500400" cy="37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71B7AB-B26E-82D7-4FDF-F5B48B87AD67}"/>
                    </a:ext>
                  </a:extLst>
                </p14:cNvPr>
                <p14:cNvContentPartPr/>
                <p14:nvPr/>
              </p14:nvContentPartPr>
              <p14:xfrm>
                <a:off x="402264" y="2679336"/>
                <a:ext cx="303120" cy="22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71B7AB-B26E-82D7-4FDF-F5B48B87AD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4264" y="2661336"/>
                  <a:ext cx="33876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FFB0F2-E95D-2E36-4290-4ECA6DED2F5D}"/>
                  </a:ext>
                </a:extLst>
              </p14:cNvPr>
              <p14:cNvContentPartPr/>
              <p14:nvPr/>
            </p14:nvContentPartPr>
            <p14:xfrm>
              <a:off x="8273304" y="4067496"/>
              <a:ext cx="196200" cy="269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FFB0F2-E95D-2E36-4290-4ECA6DED2F5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55664" y="4049856"/>
                <a:ext cx="231840" cy="3052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07D7F4F-5DDE-E3AB-7BE2-89356FBD3663}"/>
              </a:ext>
            </a:extLst>
          </p:cNvPr>
          <p:cNvSpPr txBox="1"/>
          <p:nvPr/>
        </p:nvSpPr>
        <p:spPr>
          <a:xfrm>
            <a:off x="2775204" y="106603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Extract titles (e.g., Mr., Mrs., Miss., Master.) from passenger names using regular expressions.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54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FB98-7088-CC3F-9DA5-E3DA63ED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7CD90-01FA-83B8-75F5-FDA3E6245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027291"/>
            <a:ext cx="11295888" cy="52173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AACDB5-3DA1-9FB4-C7CE-D549F02AC043}"/>
                  </a:ext>
                </a:extLst>
              </p14:cNvPr>
              <p14:cNvContentPartPr/>
              <p14:nvPr/>
            </p14:nvContentPartPr>
            <p14:xfrm>
              <a:off x="7899984" y="2045376"/>
              <a:ext cx="230400" cy="18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AACDB5-3DA1-9FB4-C7CE-D549F02AC0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82344" y="2027736"/>
                <a:ext cx="2660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885D557-02C2-E544-FED1-4A76EB242558}"/>
                  </a:ext>
                </a:extLst>
              </p14:cNvPr>
              <p14:cNvContentPartPr/>
              <p14:nvPr/>
            </p14:nvContentPartPr>
            <p14:xfrm>
              <a:off x="2733912" y="3830544"/>
              <a:ext cx="220680" cy="101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885D557-02C2-E544-FED1-4A76EB2425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5941" y="3812544"/>
                <a:ext cx="256262" cy="10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4C1398-2818-C117-AD49-DE5027687136}"/>
                  </a:ext>
                </a:extLst>
              </p14:cNvPr>
              <p14:cNvContentPartPr/>
              <p14:nvPr/>
            </p14:nvContentPartPr>
            <p14:xfrm>
              <a:off x="1378584" y="4356468"/>
              <a:ext cx="145440" cy="96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4C1398-2818-C117-AD49-DE50276871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0584" y="4338468"/>
                <a:ext cx="181080" cy="1324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FA8C1A4-F940-5C09-053A-1E35A23CAA3D}"/>
              </a:ext>
            </a:extLst>
          </p:cNvPr>
          <p:cNvSpPr txBox="1"/>
          <p:nvPr/>
        </p:nvSpPr>
        <p:spPr>
          <a:xfrm>
            <a:off x="2189988" y="45634"/>
            <a:ext cx="8407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I want to Group rare titles (e.g., Dr., Rev., Col., Mlle.) into a single category named "Rare" or map them to standard equivalents to reduce noise. The rare title are the ones where the frequency is less than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70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D3141-B415-878A-EA21-BDB5519B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9627E-036E-8335-2DF5-76A7EF6D48F7}"/>
              </a:ext>
            </a:extLst>
          </p:cNvPr>
          <p:cNvSpPr txBox="1"/>
          <p:nvPr/>
        </p:nvSpPr>
        <p:spPr>
          <a:xfrm>
            <a:off x="2350008" y="2926080"/>
            <a:ext cx="6172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Engineering and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556205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0973-81BC-193F-EDF5-F19A7619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E77E1-C6AC-20CA-BB22-A51C966B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63147"/>
            <a:ext cx="11862816" cy="43812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DD4C41-8D05-C43D-481D-26CFF8C415D2}"/>
              </a:ext>
            </a:extLst>
          </p:cNvPr>
          <p:cNvSpPr txBox="1"/>
          <p:nvPr/>
        </p:nvSpPr>
        <p:spPr>
          <a:xfrm>
            <a:off x="2217420" y="190224"/>
            <a:ext cx="8188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Add the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SibSp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(siblings/spouses) and Parch (parents/children) columns together, plus 1 (for the passenger), to create a new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Family_Size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column.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87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FCAE-F229-0C84-BE9F-D3FD4974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48943-CE49-690C-449C-22AC95D9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" y="1223741"/>
            <a:ext cx="11707368" cy="49634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C98274-29BB-4037-B986-EC275797804A}"/>
                  </a:ext>
                </a:extLst>
              </p14:cNvPr>
              <p14:cNvContentPartPr/>
              <p14:nvPr/>
            </p14:nvContentPartPr>
            <p14:xfrm>
              <a:off x="11210544" y="2323656"/>
              <a:ext cx="446760" cy="28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C98274-29BB-4037-B986-EC27579780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2544" y="2305656"/>
                <a:ext cx="48240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C0316AD-9C92-7088-010A-5397481E1D1F}"/>
              </a:ext>
            </a:extLst>
          </p:cNvPr>
          <p:cNvGrpSpPr/>
          <p:nvPr/>
        </p:nvGrpSpPr>
        <p:grpSpPr>
          <a:xfrm>
            <a:off x="2560104" y="3165696"/>
            <a:ext cx="997920" cy="1608840"/>
            <a:chOff x="2560104" y="3165696"/>
            <a:chExt cx="997920" cy="160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5B0E890-A587-3216-678C-6C33BFBE2C49}"/>
                    </a:ext>
                  </a:extLst>
                </p14:cNvPr>
                <p14:cNvContentPartPr/>
                <p14:nvPr/>
              </p14:nvContentPartPr>
              <p14:xfrm>
                <a:off x="2979504" y="3184056"/>
                <a:ext cx="578520" cy="1590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5B0E890-A587-3216-678C-6C33BFBE2C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61864" y="3166056"/>
                  <a:ext cx="614160" cy="16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EAFC93-27C2-4C55-A14C-FCE2CC6B9BFC}"/>
                    </a:ext>
                  </a:extLst>
                </p14:cNvPr>
                <p14:cNvContentPartPr/>
                <p14:nvPr/>
              </p14:nvContentPartPr>
              <p14:xfrm>
                <a:off x="2560104" y="3165696"/>
                <a:ext cx="603720" cy="16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EAFC93-27C2-4C55-A14C-FCE2CC6B9B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42104" y="3148056"/>
                  <a:ext cx="639360" cy="52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B8B548D-FB0F-7614-76D2-E60E69682E8C}"/>
              </a:ext>
            </a:extLst>
          </p:cNvPr>
          <p:cNvSpPr txBox="1"/>
          <p:nvPr/>
        </p:nvSpPr>
        <p:spPr>
          <a:xfrm>
            <a:off x="2043684" y="0"/>
            <a:ext cx="8453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Create a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boolean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column (0 or 1) derived from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Family_Size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to flag passengers traveling completely by themselves. Call this column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is_alone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978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D746-1CF4-AC6F-8BAC-BF08530D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4D7FB-D295-7FB5-9CC0-4B959BFE402B}"/>
              </a:ext>
            </a:extLst>
          </p:cNvPr>
          <p:cNvSpPr txBox="1"/>
          <p:nvPr/>
        </p:nvSpPr>
        <p:spPr>
          <a:xfrm>
            <a:off x="1911096" y="2093976"/>
            <a:ext cx="46002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Encoding</a:t>
            </a:r>
          </a:p>
        </p:txBody>
      </p:sp>
    </p:spTree>
    <p:extLst>
      <p:ext uri="{BB962C8B-B14F-4D97-AF65-F5344CB8AC3E}">
        <p14:creationId xmlns:p14="http://schemas.microsoft.com/office/powerpoint/2010/main" val="80545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4AAF-4B46-DFCE-C5E5-20AFCF47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47B0C-26B1-FF52-6AC0-4336FC5B9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439891"/>
            <a:ext cx="11908536" cy="39782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05CDB1-F213-E97F-2957-33EFB5D030B8}"/>
                  </a:ext>
                </a:extLst>
              </p14:cNvPr>
              <p14:cNvContentPartPr/>
              <p14:nvPr/>
            </p14:nvContentPartPr>
            <p14:xfrm>
              <a:off x="7726464" y="2691576"/>
              <a:ext cx="292320" cy="160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05CDB1-F213-E97F-2957-33EFB5D030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8464" y="2673936"/>
                <a:ext cx="3279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896CC2-EB52-02E4-D748-C916DCF01886}"/>
                  </a:ext>
                </a:extLst>
              </p14:cNvPr>
              <p14:cNvContentPartPr/>
              <p14:nvPr/>
            </p14:nvContentPartPr>
            <p14:xfrm>
              <a:off x="2514384" y="4074696"/>
              <a:ext cx="536400" cy="29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896CC2-EB52-02E4-D748-C916DCF018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96744" y="4056696"/>
                <a:ext cx="572040" cy="3301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13AF8F6-1C93-13EE-A976-892A2B4C64F3}"/>
              </a:ext>
            </a:extLst>
          </p:cNvPr>
          <p:cNvSpPr txBox="1"/>
          <p:nvPr/>
        </p:nvSpPr>
        <p:spPr>
          <a:xfrm>
            <a:off x="2391156" y="390958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Sex Column: Map text values to numbers: convert "male" to 1 and "female" to 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29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F216-CDA6-5B0B-45F5-2EAAC4F2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4DF52-1C6B-AA25-6C8F-3D596B3B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6860"/>
            <a:ext cx="12192000" cy="4704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E15FB1-67EF-3455-B2B1-15771B421FF2}"/>
                  </a:ext>
                </a:extLst>
              </p14:cNvPr>
              <p14:cNvContentPartPr/>
              <p14:nvPr/>
            </p14:nvContentPartPr>
            <p14:xfrm>
              <a:off x="7955064" y="2108736"/>
              <a:ext cx="218160" cy="114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E15FB1-67EF-3455-B2B1-15771B421F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37424" y="2091096"/>
                <a:ext cx="2538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7BBD85-2CAB-893C-68D3-62E795E9C23A}"/>
                  </a:ext>
                </a:extLst>
              </p14:cNvPr>
              <p14:cNvContentPartPr/>
              <p14:nvPr/>
            </p14:nvContentPartPr>
            <p14:xfrm>
              <a:off x="4407264" y="3535776"/>
              <a:ext cx="463320" cy="210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7BBD85-2CAB-893C-68D3-62E795E9C2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9264" y="3517776"/>
                <a:ext cx="498960" cy="2458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E38AB52-E427-54DC-DEA5-BEE75343D21D}"/>
              </a:ext>
            </a:extLst>
          </p:cNvPr>
          <p:cNvSpPr txBox="1"/>
          <p:nvPr/>
        </p:nvSpPr>
        <p:spPr>
          <a:xfrm>
            <a:off x="1837944" y="73612"/>
            <a:ext cx="8759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Embarked Column: Apply One-Hot Encoding to create separate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boolean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 columns for ports: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Embarked_C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,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Embarked_Q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, and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Google Sans Text"/>
              </a:rPr>
              <a:t>Embarked_S</a:t>
            </a:r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09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4576-C67C-DAE8-BD46-3A57FA8A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E9C03-8F2D-7CE3-D533-7351583638D6}"/>
              </a:ext>
            </a:extLst>
          </p:cNvPr>
          <p:cNvSpPr txBox="1"/>
          <p:nvPr/>
        </p:nvSpPr>
        <p:spPr>
          <a:xfrm>
            <a:off x="3108960" y="2532888"/>
            <a:ext cx="5247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 Detection and Binning</a:t>
            </a:r>
          </a:p>
        </p:txBody>
      </p:sp>
    </p:spTree>
    <p:extLst>
      <p:ext uri="{BB962C8B-B14F-4D97-AF65-F5344CB8AC3E}">
        <p14:creationId xmlns:p14="http://schemas.microsoft.com/office/powerpoint/2010/main" val="2986421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BE10B-73B8-669B-67CB-2E5C3B224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D74B3-85B9-2BE9-E1C9-BBB70B96A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0" y="983910"/>
            <a:ext cx="11984899" cy="57131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FAE185-42F8-B8EE-465C-CC24E7077F64}"/>
                  </a:ext>
                </a:extLst>
              </p14:cNvPr>
              <p14:cNvContentPartPr/>
              <p14:nvPr/>
            </p14:nvContentPartPr>
            <p14:xfrm>
              <a:off x="10250424" y="2253672"/>
              <a:ext cx="275760" cy="151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FAE185-42F8-B8EE-465C-CC24E7077F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2424" y="2235672"/>
                <a:ext cx="3114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A7ECC4-268F-003E-DAD3-F16AA092CA48}"/>
                  </a:ext>
                </a:extLst>
              </p14:cNvPr>
              <p14:cNvContentPartPr/>
              <p14:nvPr/>
            </p14:nvContentPartPr>
            <p14:xfrm>
              <a:off x="4397904" y="5834736"/>
              <a:ext cx="255600" cy="275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A7ECC4-268F-003E-DAD3-F16AA092CA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0264" y="5817096"/>
                <a:ext cx="291240" cy="311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F13DC13-A2B0-3F99-A9EF-341D3AF883C7}"/>
              </a:ext>
            </a:extLst>
          </p:cNvPr>
          <p:cNvSpPr txBox="1"/>
          <p:nvPr/>
        </p:nvSpPr>
        <p:spPr>
          <a:xfrm>
            <a:off x="2427732" y="225475"/>
            <a:ext cx="7941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Fare Column: Identify extreme ticket prices using the Interquartile Range (IQR) method,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342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81FA-5D70-7AE1-8596-5722F713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21468B-F5C9-5C2E-F719-F7E662D44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08"/>
            <a:ext cx="7934343" cy="6501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37BDC4-0A36-48C9-EF3F-BBB488B3C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812" y="1763462"/>
            <a:ext cx="4130312" cy="181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96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6388-E944-D79E-63DC-66E8CF1B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3FA6B7-3615-1333-850E-D34AAFFBE077}"/>
                  </a:ext>
                </a:extLst>
              </p14:cNvPr>
              <p14:cNvContentPartPr/>
              <p14:nvPr/>
            </p14:nvContentPartPr>
            <p14:xfrm>
              <a:off x="6309144" y="363009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3FA6B7-3615-1333-850E-D34AAFFBE0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1144" y="361209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11A2D9F-2062-1923-6794-978D001A2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9319"/>
            <a:ext cx="11049000" cy="5598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03476D-951C-8F05-4FDE-09673D6B2CD1}"/>
              </a:ext>
            </a:extLst>
          </p:cNvPr>
          <p:cNvSpPr txBox="1"/>
          <p:nvPr/>
        </p:nvSpPr>
        <p:spPr>
          <a:xfrm>
            <a:off x="2336292" y="196703"/>
            <a:ext cx="7813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E3E3E3"/>
                </a:solidFill>
                <a:effectLst/>
                <a:latin typeface="Google Sans Text"/>
              </a:rPr>
              <a:t>Age Binning: Convert continuous age values into categorical age groups (e.g., Child, Teenager, Adult, Elderly) to simplify the data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362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1749-1C29-3A04-3046-E2692138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0C0C78-4948-64F5-8450-49EDEA31EEE7}"/>
              </a:ext>
            </a:extLst>
          </p:cNvPr>
          <p:cNvSpPr txBox="1"/>
          <p:nvPr/>
        </p:nvSpPr>
        <p:spPr>
          <a:xfrm>
            <a:off x="3012948" y="3244334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Structural Cleaning</a:t>
            </a:r>
          </a:p>
        </p:txBody>
      </p:sp>
    </p:spTree>
    <p:extLst>
      <p:ext uri="{BB962C8B-B14F-4D97-AF65-F5344CB8AC3E}">
        <p14:creationId xmlns:p14="http://schemas.microsoft.com/office/powerpoint/2010/main" val="1855128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D4E54-01A8-E56B-5611-E585458D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8323D-1EA6-B52B-EDE4-CCC377947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" y="1253398"/>
            <a:ext cx="11762232" cy="43512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15223C-6B4E-64D8-0E74-8E40B017A9D1}"/>
                  </a:ext>
                </a:extLst>
              </p14:cNvPr>
              <p14:cNvContentPartPr/>
              <p14:nvPr/>
            </p14:nvContentPartPr>
            <p14:xfrm>
              <a:off x="4407264" y="1733976"/>
              <a:ext cx="522360" cy="28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15223C-6B4E-64D8-0E74-8E40B017A9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9264" y="1716336"/>
                <a:ext cx="5580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A74A6F-6E04-217E-EC6B-7884DB0523CE}"/>
                  </a:ext>
                </a:extLst>
              </p14:cNvPr>
              <p14:cNvContentPartPr/>
              <p14:nvPr/>
            </p14:nvContentPartPr>
            <p14:xfrm>
              <a:off x="7671744" y="2137896"/>
              <a:ext cx="536400" cy="19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A74A6F-6E04-217E-EC6B-7884DB0523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4104" y="2119896"/>
                <a:ext cx="572040" cy="23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0209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EC3C-C0E0-0EF2-A115-6278FED3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38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1157</TotalTime>
  <Words>369</Words>
  <Application>Microsoft Office PowerPoint</Application>
  <PresentationFormat>Widescreen</PresentationFormat>
  <Paragraphs>24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206</cp:revision>
  <dcterms:created xsi:type="dcterms:W3CDTF">2025-09-22T02:44:38Z</dcterms:created>
  <dcterms:modified xsi:type="dcterms:W3CDTF">2026-09-25T18:57:22Z</dcterms:modified>
</cp:coreProperties>
</file>