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935A5-1B44-B3B5-2C0B-4326A1146ED3}"/>
              </a:ext>
            </a:extLst>
          </p:cNvPr>
          <p:cNvSpPr txBox="1"/>
          <p:nvPr/>
        </p:nvSpPr>
        <p:spPr>
          <a:xfrm>
            <a:off x="3047238" y="2551837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Errors</a:t>
            </a:r>
          </a:p>
          <a:p>
            <a:pPr>
              <a:buNone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8E69D-8786-485F-A19F-70B65396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AE92F-FB0D-EA5A-2554-277F5CB39906}"/>
              </a:ext>
            </a:extLst>
          </p:cNvPr>
          <p:cNvSpPr txBox="1"/>
          <p:nvPr/>
        </p:nvSpPr>
        <p:spPr>
          <a:xfrm>
            <a:off x="230886" y="93440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1. Source errors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 connection failed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API unavailable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missing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37974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2178B-1CC9-804E-FEFC-81E67250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F73EEC-C439-0FB5-D534-89EF99D678E8}"/>
              </a:ext>
            </a:extLst>
          </p:cNvPr>
          <p:cNvSpPr txBox="1"/>
          <p:nvPr/>
        </p:nvSpPr>
        <p:spPr>
          <a:xfrm>
            <a:off x="148590" y="0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errors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Age = "ABC"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 = -50000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 = NULL</a:t>
            </a:r>
          </a:p>
        </p:txBody>
      </p:sp>
    </p:spTree>
    <p:extLst>
      <p:ext uri="{BB962C8B-B14F-4D97-AF65-F5344CB8AC3E}">
        <p14:creationId xmlns:p14="http://schemas.microsoft.com/office/powerpoint/2010/main" val="40005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799CA-2D07-F592-D692-C9656149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51F26-91BB-09B9-66BD-9F92201DE429}"/>
              </a:ext>
            </a:extLst>
          </p:cNvPr>
          <p:cNvSpPr txBox="1"/>
          <p:nvPr/>
        </p:nvSpPr>
        <p:spPr>
          <a:xfrm>
            <a:off x="148590" y="0"/>
            <a:ext cx="796213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3. Schema errors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Yesterday the source data columns were: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Today source suddenly sends: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2">
                    <a:lumMod val="60000"/>
                    <a:lumOff val="40000"/>
                  </a:schemeClr>
                </a:solidFill>
              </a:rPr>
              <a:t>department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or worse: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2">
                    <a:lumMod val="60000"/>
                    <a:lumOff val="40000"/>
                  </a:schemeClr>
                </a:solidFill>
              </a:rPr>
              <a:t>customer_name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will fail because the schema changed.</a:t>
            </a:r>
          </a:p>
        </p:txBody>
      </p:sp>
    </p:spTree>
    <p:extLst>
      <p:ext uri="{BB962C8B-B14F-4D97-AF65-F5344CB8AC3E}">
        <p14:creationId xmlns:p14="http://schemas.microsoft.com/office/powerpoint/2010/main" val="37363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E8929-2367-45A1-710E-0AD07AAA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C23D7-5493-CE38-29F2-FCD874A5B6DB}"/>
              </a:ext>
            </a:extLst>
          </p:cNvPr>
          <p:cNvSpPr txBox="1"/>
          <p:nvPr/>
        </p:nvSpPr>
        <p:spPr>
          <a:xfrm>
            <a:off x="148590" y="0"/>
            <a:ext cx="79621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4. Transformation errors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df["revenue"] = df["quantity"] / df["price"]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If price = 0, you can get an error or invalid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52A08-658E-6F70-FFBE-B970432D5D52}"/>
              </a:ext>
            </a:extLst>
          </p:cNvPr>
          <p:cNvSpPr txBox="1"/>
          <p:nvPr/>
        </p:nvSpPr>
        <p:spPr>
          <a:xfrm>
            <a:off x="285750" y="3836569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5. Target/loading errors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Warehouse unavailable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Permission denied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Duplicate primary key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Disk/storage issue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10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7C476-D21C-7622-2303-16AFB1DA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D9D52-7D39-5525-3217-453C7CF1797F}"/>
              </a:ext>
            </a:extLst>
          </p:cNvPr>
          <p:cNvSpPr txBox="1"/>
          <p:nvPr/>
        </p:nvSpPr>
        <p:spPr>
          <a:xfrm>
            <a:off x="2361438" y="2093976"/>
            <a:ext cx="796213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Logging</a:t>
            </a:r>
            <a:endParaRPr lang="en-IN" sz="8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27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12612-7585-E805-6A4F-9A543E02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4A9AAF-5BF8-4D4E-8BDF-651836523A51}"/>
              </a:ext>
            </a:extLst>
          </p:cNvPr>
          <p:cNvSpPr txBox="1"/>
          <p:nvPr/>
        </p:nvSpPr>
        <p:spPr>
          <a:xfrm>
            <a:off x="502920" y="751344"/>
            <a:ext cx="105247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production pipeline should record what happened.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data.log: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01:00:00  - Pipeline started – Status Success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01:01:10  - Extracted: 1,000,000 records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– Status Success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01:03:20 - Valid records: 995,000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– Status Success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01:03:21 - Invalid records: 5,000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– Status Success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01:05:40 - Loaded: 995,000 records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– Status Success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2026-09-26 01:05:45 - Pipeline completed successfully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– Status Success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6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807BE-C02C-B857-2842-FC3ECA8D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B0CE-B410-3CBC-62D3-FDE6F452F7CF}"/>
              </a:ext>
            </a:extLst>
          </p:cNvPr>
          <p:cNvSpPr txBox="1"/>
          <p:nvPr/>
        </p:nvSpPr>
        <p:spPr>
          <a:xfrm>
            <a:off x="109728" y="83832"/>
            <a:ext cx="863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should we log?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At minimum: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578311-1CBA-8E29-696B-69177F627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48621"/>
              </p:ext>
            </p:extLst>
          </p:nvPr>
        </p:nvGraphicFramePr>
        <p:xfrm>
          <a:off x="1075484" y="1079942"/>
          <a:ext cx="5819092" cy="547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1340">
                  <a:extLst>
                    <a:ext uri="{9D8B030D-6E8A-4147-A177-3AD203B41FA5}">
                      <a16:colId xmlns:a16="http://schemas.microsoft.com/office/drawing/2014/main" val="359985338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3654945027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/>
                        <a:t>Information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/>
                        <a:t>Example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535649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Pipeline name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sales_pipeline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32764381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ID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20260926001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65958047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Start time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01:00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5158013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End time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01:05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5415891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Source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MySQL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4314193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Records extracted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1,000,000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08328616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Records transformed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995,000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37519784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Records rejected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5,000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519945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Records loaded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995,000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60624163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Status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SUCCESS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452783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Error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NULL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962947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2C4D7D-8563-B8EE-561E-C1CB87923942}"/>
              </a:ext>
            </a:extLst>
          </p:cNvPr>
          <p:cNvSpPr txBox="1"/>
          <p:nvPr/>
        </p:nvSpPr>
        <p:spPr>
          <a:xfrm>
            <a:off x="7472934" y="2967335"/>
            <a:ext cx="3819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we log ?</a:t>
            </a:r>
          </a:p>
          <a:p>
            <a:pPr marL="457200" indent="-457200">
              <a:buAutoNum type="arabicParenR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debugging easy</a:t>
            </a:r>
          </a:p>
          <a:p>
            <a:pPr marL="457200" indent="-457200">
              <a:buAutoNum type="arabicParenR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168855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258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2026-09-26T06:55:55Z</dcterms:modified>
</cp:coreProperties>
</file>