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364" r:id="rId3"/>
    <p:sldId id="365" r:id="rId4"/>
    <p:sldId id="369" r:id="rId5"/>
    <p:sldId id="366" r:id="rId6"/>
    <p:sldId id="371" r:id="rId7"/>
    <p:sldId id="370" r:id="rId8"/>
    <p:sldId id="367" r:id="rId9"/>
    <p:sldId id="368" r:id="rId10"/>
    <p:sldId id="257" r:id="rId11"/>
    <p:sldId id="27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499C-1FAC-4F66-96F8-6DA2CC28B74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088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480" y="1845932"/>
            <a:ext cx="9144000" cy="2387600"/>
          </a:xfrm>
        </p:spPr>
        <p:txBody>
          <a:bodyPr/>
          <a:lstStyle/>
          <a:p>
            <a:r>
              <a:rPr lang="en-US" dirty="0"/>
              <a:t>DA Workflow</a:t>
            </a:r>
          </a:p>
        </p:txBody>
      </p:sp>
    </p:spTree>
    <p:extLst>
      <p:ext uri="{BB962C8B-B14F-4D97-AF65-F5344CB8AC3E}">
        <p14:creationId xmlns:p14="http://schemas.microsoft.com/office/powerpoint/2010/main" val="4107594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826BA-86A7-15C4-0AF5-81CF8D94E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08659543-BF64-1751-411C-81A5B25C2E7D}"/>
              </a:ext>
            </a:extLst>
          </p:cNvPr>
          <p:cNvSpPr txBox="1"/>
          <p:nvPr/>
        </p:nvSpPr>
        <p:spPr>
          <a:xfrm>
            <a:off x="235846" y="1169521"/>
            <a:ext cx="988587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Define the Objective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Understand the problem and what insights you want to extract.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Load the Data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Import the dataset using pandas or any suitable tool.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Understand the Data 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Check shape (rows, columns)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View sample data (head(), tail(), sample())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Understand column types (numerical, categorical, datetime, Boolean,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etc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82292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C4BD3-4E41-3213-1A35-A5FB41E23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F25CCA-BDD6-6461-BE26-24D3740C6BC1}"/>
              </a:ext>
            </a:extLst>
          </p:cNvPr>
          <p:cNvSpPr txBox="1"/>
          <p:nvPr/>
        </p:nvSpPr>
        <p:spPr>
          <a:xfrm>
            <a:off x="100584" y="1046340"/>
            <a:ext cx="1128369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Check for Duplicate Records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Identify duplicates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Remove if necessary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Data Type Validation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Ensure numeric, categorical, Boolean formats are correct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Convert columns if needed (typecasting)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If column age is string(object), then convert this to int</a:t>
            </a:r>
          </a:p>
        </p:txBody>
      </p:sp>
    </p:spTree>
    <p:extLst>
      <p:ext uri="{BB962C8B-B14F-4D97-AF65-F5344CB8AC3E}">
        <p14:creationId xmlns:p14="http://schemas.microsoft.com/office/powerpoint/2010/main" val="3541741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6C719-BDC7-715E-F39A-E51086604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00B036-1820-0538-9EDF-6E6471A7A76C}"/>
              </a:ext>
            </a:extLst>
          </p:cNvPr>
          <p:cNvSpPr txBox="1"/>
          <p:nvPr/>
        </p:nvSpPr>
        <p:spPr>
          <a:xfrm>
            <a:off x="100584" y="1046340"/>
            <a:ext cx="1128369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6. Check for Missing Values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Count missing values per column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Decide how to handle them (drop, fill, interpolation, etc.)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NOTE: First perform Data Type Validation and then handle missing values, otherwise you risk: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❌ Filling values in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wrong datatypes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❌ Hiding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corruption issues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❌ Treating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invalid values as missing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❌ Breaking domain rules</a:t>
            </a:r>
          </a:p>
        </p:txBody>
      </p:sp>
    </p:spTree>
    <p:extLst>
      <p:ext uri="{BB962C8B-B14F-4D97-AF65-F5344CB8AC3E}">
        <p14:creationId xmlns:p14="http://schemas.microsoft.com/office/powerpoint/2010/main" val="1640272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86201-9388-AF49-AB1A-09453699F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AFA4D8-F0C3-1D4A-185B-C5B5FFA458FE}"/>
              </a:ext>
            </a:extLst>
          </p:cNvPr>
          <p:cNvSpPr txBox="1"/>
          <p:nvPr/>
        </p:nvSpPr>
        <p:spPr>
          <a:xfrm>
            <a:off x="420624" y="891753"/>
            <a:ext cx="985343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7. Univariate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Analyze each feature separately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Summary statistics (`describe()`)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Visualizations: histogram, boxplot,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countplot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Numeric Feature Distribution Analysis (e.g. Salary, House prices,)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Study how each variable is distributed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Check for skewness, do transformation if required (log, sqrt)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Categorical Variable Analysis (e.g. Gender, Job Title)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Frequency count of categories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Bar charts, pie charts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4945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296F0-ECBE-2C91-DFBE-A6B351903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575DAD-9ECF-31C1-F225-D0A238BA939E}"/>
              </a:ext>
            </a:extLst>
          </p:cNvPr>
          <p:cNvSpPr txBox="1"/>
          <p:nvPr/>
        </p:nvSpPr>
        <p:spPr>
          <a:xfrm>
            <a:off x="420624" y="891753"/>
            <a:ext cx="985343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8. Bivariate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Categorical vs numeric plots: Gender vs Salary - boxplot,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barplot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Numeric vs numeric plots: Salary vs Age - scatter plot, correlation heatmap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Categorical vs Categorical:  Gender vs Job Title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Compare independent vs dependent variables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Correlation Analysis: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Find relationships between features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heatmap, correlation matrix</a:t>
            </a:r>
          </a:p>
        </p:txBody>
      </p:sp>
    </p:spTree>
    <p:extLst>
      <p:ext uri="{BB962C8B-B14F-4D97-AF65-F5344CB8AC3E}">
        <p14:creationId xmlns:p14="http://schemas.microsoft.com/office/powerpoint/2010/main" val="3727357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11501-ECF7-5E86-6C89-3A51BA962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1FBE7F-CE36-3A29-138F-DF59A83D3CDB}"/>
              </a:ext>
            </a:extLst>
          </p:cNvPr>
          <p:cNvSpPr txBox="1"/>
          <p:nvPr/>
        </p:nvSpPr>
        <p:spPr>
          <a:xfrm>
            <a:off x="420624" y="891753"/>
            <a:ext cx="98534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9. Multivariate Analysis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Explore interactions between multiple variables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Pairplots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groupby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analysis, PCA (if needed)</a:t>
            </a:r>
          </a:p>
        </p:txBody>
      </p:sp>
    </p:spTree>
    <p:extLst>
      <p:ext uri="{BB962C8B-B14F-4D97-AF65-F5344CB8AC3E}">
        <p14:creationId xmlns:p14="http://schemas.microsoft.com/office/powerpoint/2010/main" val="3817923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889AE-5111-9EFB-F5B5-BE01A1097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5DB13F-471E-1F60-E1CC-A82CFB04A620}"/>
              </a:ext>
            </a:extLst>
          </p:cNvPr>
          <p:cNvSpPr txBox="1"/>
          <p:nvPr/>
        </p:nvSpPr>
        <p:spPr>
          <a:xfrm>
            <a:off x="192025" y="1047201"/>
            <a:ext cx="544677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10. Outlier Detection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Detect using boxplots, IQR, Z-score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Keep, Treat or remove based on relevance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11. Feature Engineering (Optional)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or combine new 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Extract datetime components,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Binning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Encoding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4F7A9E-7868-947B-1CB4-5E8B95811C82}"/>
              </a:ext>
            </a:extLst>
          </p:cNvPr>
          <p:cNvSpPr txBox="1"/>
          <p:nvPr/>
        </p:nvSpPr>
        <p:spPr>
          <a:xfrm>
            <a:off x="6200667" y="1047201"/>
            <a:ext cx="592427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12. Document Findings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Summarize insights, patterns, anomalies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Note which features are most important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13. Conclusion &amp; Recommendations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Highlight key observations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Suggest further modeling or transformation steps</a:t>
            </a:r>
          </a:p>
        </p:txBody>
      </p:sp>
    </p:spTree>
    <p:extLst>
      <p:ext uri="{BB962C8B-B14F-4D97-AF65-F5344CB8AC3E}">
        <p14:creationId xmlns:p14="http://schemas.microsoft.com/office/powerpoint/2010/main" val="1513822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57799-25B4-01A8-BF71-38216F91C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4575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1110</TotalTime>
  <Words>414</Words>
  <Application>Microsoft Office PowerPoint</Application>
  <PresentationFormat>Widescreen</PresentationFormat>
  <Paragraphs>73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DA Workflow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187</cp:revision>
  <dcterms:created xsi:type="dcterms:W3CDTF">2025-09-22T02:44:38Z</dcterms:created>
  <dcterms:modified xsi:type="dcterms:W3CDTF">2026-08-04T06:03:21Z</dcterms:modified>
</cp:coreProperties>
</file>