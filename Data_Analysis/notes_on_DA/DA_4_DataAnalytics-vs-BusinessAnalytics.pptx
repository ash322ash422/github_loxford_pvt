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6" r:id="rId2"/>
    <p:sldId id="257" r:id="rId3"/>
    <p:sldId id="275" r:id="rId4"/>
    <p:sldId id="277" r:id="rId5"/>
    <p:sldId id="279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5A4DD0-7017-4ADE-B6A5-4FA1B1B63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86" y="1426465"/>
            <a:ext cx="9844167" cy="43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D3EBBF-1077-0784-5FB2-76A5FEF395A0}"/>
              </a:ext>
            </a:extLst>
          </p:cNvPr>
          <p:cNvSpPr txBox="1"/>
          <p:nvPr/>
        </p:nvSpPr>
        <p:spPr>
          <a:xfrm>
            <a:off x="1732788" y="35483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The 4 Types of Analytics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2B34D7-8191-4FC6-67F8-F70518F37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91" y="1083671"/>
            <a:ext cx="8986300" cy="352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DCF46-21F6-6A77-F883-D6FA8877F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803" y="885470"/>
            <a:ext cx="8611802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FD317-66F3-76A3-0194-4473C76D9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BC3661-ACB6-437C-50B2-35BBCA0B6627}"/>
              </a:ext>
            </a:extLst>
          </p:cNvPr>
          <p:cNvSpPr txBox="1"/>
          <p:nvPr/>
        </p:nvSpPr>
        <p:spPr>
          <a:xfrm>
            <a:off x="955548" y="11708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Retail KPI Categories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0A183-6491-74D0-E6BE-0957CE9E1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387" y="578751"/>
            <a:ext cx="8771265" cy="321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0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1790-AB72-889B-53DE-7052419B4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BE403B-8856-8C6C-906F-CE7C175ED547}"/>
              </a:ext>
            </a:extLst>
          </p:cNvPr>
          <p:cNvSpPr txBox="1"/>
          <p:nvPr/>
        </p:nvSpPr>
        <p:spPr>
          <a:xfrm>
            <a:off x="955548" y="11708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Retail KPI Categories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BED39A-5573-7B7C-A91D-2DA00E3E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79" y="923688"/>
            <a:ext cx="5728101" cy="1773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DB9647-1B83-E956-17F4-5A9027346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931" y="923688"/>
            <a:ext cx="5811069" cy="17737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7BF532-16EC-F37F-780D-80A5D3D76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79" y="3749784"/>
            <a:ext cx="5926221" cy="14728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F80D0B-CC9A-CD06-14D6-3315BB3A8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454" y="3749784"/>
            <a:ext cx="5456389" cy="157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01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9DBD-0A59-FB1F-9A4F-C4DC120F9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401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1086</TotalTime>
  <Words>11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Anthropic Sans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174</cp:revision>
  <dcterms:created xsi:type="dcterms:W3CDTF">2025-09-22T02:44:38Z</dcterms:created>
  <dcterms:modified xsi:type="dcterms:W3CDTF">2026-05-25T19:41:20Z</dcterms:modified>
</cp:coreProperties>
</file>