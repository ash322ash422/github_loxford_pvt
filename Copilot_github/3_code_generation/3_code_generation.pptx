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2" r:id="rId3"/>
    <p:sldId id="271" r:id="rId4"/>
    <p:sldId id="273" r:id="rId5"/>
    <p:sldId id="274" r:id="rId6"/>
    <p:sldId id="270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17:39:22.9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1 757 24575,'1'7'0,"1"0"0,0 0 0,1-1 0,0 1 0,0-1 0,0 1 0,1-1 0,0 0 0,0-1 0,0 1 0,1-1 0,-1 0 0,10 8 0,7 10 0,0 2 0,0-1 0,2-1 0,1 0 0,29 20 0,-45-37 0,1 0 0,-1-1 0,1 1 0,1-2 0,-1 1 0,1-2 0,-1 1 0,1-1 0,0 0 0,0-1 0,0-1 0,0 1 0,1-2 0,-1 1 0,0-1 0,1-1 0,10-1 0,9-6 0,0-2 0,-1 0 0,0-2 0,-1-1 0,0-2 0,-1 0 0,-1-2 0,0-1 0,40-37 0,11-20 0,102-126 0,-75 79 0,-11 16 0,146-151 0,-196 215-11,-16 15-666,36-28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7D95D8-57BA-2F66-3D64-C1758F3E60B2}"/>
              </a:ext>
            </a:extLst>
          </p:cNvPr>
          <p:cNvSpPr txBox="1"/>
          <p:nvPr/>
        </p:nvSpPr>
        <p:spPr>
          <a:xfrm>
            <a:off x="161925" y="1623537"/>
            <a:ext cx="50768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Python examples because they are easy to understand.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1: Definition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me a simple python file that prints hello world message on screen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EFFDF-47B3-04CB-A533-D1A6D2DE6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945" y="876300"/>
            <a:ext cx="6851055" cy="551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619D5-21F1-4BD6-81C5-18F7A62D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4442C-CE8F-1037-06AC-248D02062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163" y="2133600"/>
            <a:ext cx="7164653" cy="40721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4C6E93-0466-3738-A7E4-CAE666FC1835}"/>
              </a:ext>
            </a:extLst>
          </p:cNvPr>
          <p:cNvSpPr txBox="1"/>
          <p:nvPr/>
        </p:nvSpPr>
        <p:spPr>
          <a:xfrm>
            <a:off x="276226" y="1099483"/>
            <a:ext cx="5562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  A simple hello world program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me a simple program  that prints hello world on the screen</a:t>
            </a:r>
          </a:p>
        </p:txBody>
      </p:sp>
    </p:spTree>
    <p:extLst>
      <p:ext uri="{BB962C8B-B14F-4D97-AF65-F5344CB8AC3E}">
        <p14:creationId xmlns:p14="http://schemas.microsoft.com/office/powerpoint/2010/main" val="3646622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7F2E-2DDA-5ABC-F127-E09B8275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2B9D72-4A82-18A5-5883-9F58F11A4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50" y="104775"/>
            <a:ext cx="7517526" cy="6753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27B326-F3C4-1A79-D898-DF2A5A9C70C9}"/>
              </a:ext>
            </a:extLst>
          </p:cNvPr>
          <p:cNvSpPr txBox="1"/>
          <p:nvPr/>
        </p:nvSpPr>
        <p:spPr>
          <a:xfrm>
            <a:off x="1609725" y="0"/>
            <a:ext cx="2200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3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85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29A99-0D12-C713-0B67-14F896DE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D2C93B-6337-1A58-C0C1-EF58D7FA8411}"/>
              </a:ext>
            </a:extLst>
          </p:cNvPr>
          <p:cNvSpPr txBox="1"/>
          <p:nvPr/>
        </p:nvSpPr>
        <p:spPr>
          <a:xfrm>
            <a:off x="352425" y="219075"/>
            <a:ext cx="49720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python function to check whether a number is prime.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Put this in file prime.py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90F3DA-D435-CFBE-2E98-C5B67D5FE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725" y="113083"/>
            <a:ext cx="6391275" cy="66501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EF421AB-7DED-9944-AA4D-64B48F5AFE37}"/>
                  </a:ext>
                </a:extLst>
              </p14:cNvPr>
              <p14:cNvContentPartPr/>
              <p14:nvPr/>
            </p14:nvContentPartPr>
            <p14:xfrm>
              <a:off x="10515195" y="5842455"/>
              <a:ext cx="558000" cy="382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EF421AB-7DED-9944-AA4D-64B48F5AFE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79555" y="5806815"/>
                <a:ext cx="629640" cy="45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748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1EB7-85F0-F54F-599C-CB815C4D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84FA81-6046-FDC2-A8E0-99BBC8EBBF77}"/>
              </a:ext>
            </a:extLst>
          </p:cNvPr>
          <p:cNvSpPr txBox="1"/>
          <p:nvPr/>
        </p:nvSpPr>
        <p:spPr>
          <a:xfrm>
            <a:off x="352425" y="219075"/>
            <a:ext cx="49720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5: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a csv file 3_employee.csv. It is present in CWD. Calculate the average department wise salary.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D01737-86B7-A2D6-7D45-2AB1BB9A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75" y="-28191"/>
            <a:ext cx="6772703" cy="666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5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C532-3BFA-3380-505E-ACCE10E9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1F257-D60D-0DAE-EA77-01A236812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-2017"/>
            <a:ext cx="6819900" cy="68600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E7846E-4B5D-1ACB-4763-23C8F0FB18F5}"/>
              </a:ext>
            </a:extLst>
          </p:cNvPr>
          <p:cNvSpPr txBox="1"/>
          <p:nvPr/>
        </p:nvSpPr>
        <p:spPr>
          <a:xfrm>
            <a:off x="171450" y="1236613"/>
            <a:ext cx="501967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6: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student management class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•	Constructor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•	Add student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•	Remove student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•	Search student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Also add a main inside so that I can run this file.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Put the code inside a file student.py</a:t>
            </a:r>
          </a:p>
        </p:txBody>
      </p:sp>
    </p:spTree>
    <p:extLst>
      <p:ext uri="{BB962C8B-B14F-4D97-AF65-F5344CB8AC3E}">
        <p14:creationId xmlns:p14="http://schemas.microsoft.com/office/powerpoint/2010/main" val="1605400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347</TotalTime>
  <Words>148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81</cp:revision>
  <dcterms:created xsi:type="dcterms:W3CDTF">2025-09-22T02:44:38Z</dcterms:created>
  <dcterms:modified xsi:type="dcterms:W3CDTF">2026-06-25T18:18:56Z</dcterms:modified>
</cp:coreProperties>
</file>