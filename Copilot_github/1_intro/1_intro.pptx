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70" r:id="rId3"/>
    <p:sldId id="269" r:id="rId4"/>
    <p:sldId id="271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DD8B97-585E-28E8-28DB-CB8063678657}"/>
              </a:ext>
            </a:extLst>
          </p:cNvPr>
          <p:cNvSpPr txBox="1"/>
          <p:nvPr/>
        </p:nvSpPr>
        <p:spPr>
          <a:xfrm>
            <a:off x="1062037" y="1744910"/>
            <a:ext cx="10067925" cy="3553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Module 1: Introduction to GitHub Copilot (15 min)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Copilot?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AI-powered coding assistant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by GitHub and OpenAI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inside VS Code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Generates code, explanations, tests, documentation, and refactoring suggestions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C532-3BFA-3380-505E-ACCE10E9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A72C5-4BB4-59A1-76E5-D37278A545DA}"/>
              </a:ext>
            </a:extLst>
          </p:cNvPr>
          <p:cNvSpPr txBox="1"/>
          <p:nvPr/>
        </p:nvSpPr>
        <p:spPr>
          <a:xfrm>
            <a:off x="1171575" y="1073643"/>
            <a:ext cx="6191250" cy="523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Benefits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Faster development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Reduced repetitive coding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new APIs/frameworks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Documentation assistance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 Editions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 Individual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 Business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 Enterprise</a:t>
            </a:r>
          </a:p>
        </p:txBody>
      </p:sp>
    </p:spTree>
    <p:extLst>
      <p:ext uri="{BB962C8B-B14F-4D97-AF65-F5344CB8AC3E}">
        <p14:creationId xmlns:p14="http://schemas.microsoft.com/office/powerpoint/2010/main" val="1605400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275E6A-4FC5-5A50-EC29-4F4D9C22DC2D}"/>
              </a:ext>
            </a:extLst>
          </p:cNvPr>
          <p:cNvSpPr txBox="1"/>
          <p:nvPr/>
        </p:nvSpPr>
        <p:spPr>
          <a:xfrm>
            <a:off x="371475" y="0"/>
            <a:ext cx="10277475" cy="101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Human In The Loop: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wanted to increase the scroll size of the terminal in </a:t>
            </a:r>
            <a:r>
              <a:rPr lang="en-US" sz="2400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vscode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3393C-6E1B-8C68-878B-A29490320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943" y="1019446"/>
            <a:ext cx="8900007" cy="5262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3CCED9-C056-114D-8150-506FC8EED10B}"/>
              </a:ext>
            </a:extLst>
          </p:cNvPr>
          <p:cNvSpPr txBox="1"/>
          <p:nvPr/>
        </p:nvSpPr>
        <p:spPr>
          <a:xfrm>
            <a:off x="11096625" y="6282135"/>
            <a:ext cx="842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169F-18E3-3646-3083-3C5298B9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96D4A4-74D2-EB71-305F-DEC3CF161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961" y="1000126"/>
            <a:ext cx="9283655" cy="5801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75B980-D164-8777-E875-D52A720AAD98}"/>
              </a:ext>
            </a:extLst>
          </p:cNvPr>
          <p:cNvSpPr txBox="1"/>
          <p:nvPr/>
        </p:nvSpPr>
        <p:spPr>
          <a:xfrm>
            <a:off x="390525" y="0"/>
            <a:ext cx="11315700" cy="101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  <a:r>
              <a:rPr lang="en-US" sz="2400" b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</a:t>
            </a: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asked it to increase scroll back size to 30,000 and also tell me the file location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27F79-06F8-C69E-B647-D71D3E5FF8EC}"/>
              </a:ext>
            </a:extLst>
          </p:cNvPr>
          <p:cNvSpPr txBox="1"/>
          <p:nvPr/>
        </p:nvSpPr>
        <p:spPr>
          <a:xfrm>
            <a:off x="257175" y="5781675"/>
            <a:ext cx="1638300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Human In the Loop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290E0E0-8349-55FC-FF76-C7F911940B82}"/>
              </a:ext>
            </a:extLst>
          </p:cNvPr>
          <p:cNvSpPr/>
          <p:nvPr/>
        </p:nvSpPr>
        <p:spPr>
          <a:xfrm>
            <a:off x="1647825" y="6286500"/>
            <a:ext cx="380136" cy="2571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381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546F-77D3-0BA9-5FC4-F7E911E9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C46295-42A7-E2C3-CFC1-1287807D04E9}"/>
              </a:ext>
            </a:extLst>
          </p:cNvPr>
          <p:cNvSpPr txBox="1"/>
          <p:nvPr/>
        </p:nvSpPr>
        <p:spPr>
          <a:xfrm>
            <a:off x="390525" y="0"/>
            <a:ext cx="11315700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  <a:r>
              <a:rPr lang="en-US" sz="2400" b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</a:t>
            </a: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1294C-929E-B2E5-7AB2-6D57DE435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14" y="1323975"/>
            <a:ext cx="9085974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11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305</TotalTime>
  <Words>107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80</cp:revision>
  <dcterms:created xsi:type="dcterms:W3CDTF">2025-09-22T02:44:38Z</dcterms:created>
  <dcterms:modified xsi:type="dcterms:W3CDTF">2026-09-19T08:34:30Z</dcterms:modified>
</cp:coreProperties>
</file>