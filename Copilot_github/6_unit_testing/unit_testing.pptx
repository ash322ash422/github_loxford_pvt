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6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22" autoAdjust="0"/>
    <p:restoredTop sz="90194" autoAdjust="0"/>
  </p:normalViewPr>
  <p:slideViewPr>
    <p:cSldViewPr snapToGrid="0">
      <p:cViewPr varScale="1">
        <p:scale>
          <a:sx n="100" d="100"/>
          <a:sy n="100" d="100"/>
        </p:scale>
        <p:origin x="12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4871E-3672-42BE-BBA1-0BAFEE55553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C57A-C70D-4C56-92FA-51F20B72E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9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BEE0BA-9A83-88C6-15EE-F66BF4CB7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139" y="4352925"/>
            <a:ext cx="8239636" cy="9620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0AF55E-80AE-7C8C-A7CE-798929B631B8}"/>
              </a:ext>
            </a:extLst>
          </p:cNvPr>
          <p:cNvSpPr txBox="1"/>
          <p:nvPr/>
        </p:nvSpPr>
        <p:spPr>
          <a:xfrm>
            <a:off x="761999" y="436994"/>
            <a:ext cx="9439275" cy="2601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Ask Copilot:    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Generate </a:t>
            </a:r>
            <a:r>
              <a:rPr lang="en-US" sz="2400" kern="1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pytest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unit tests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 Positive cases, Negative cases, and Edge cases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generated a file test_XXX.py</a:t>
            </a:r>
          </a:p>
        </p:txBody>
      </p:sp>
    </p:spTree>
    <p:extLst>
      <p:ext uri="{BB962C8B-B14F-4D97-AF65-F5344CB8AC3E}">
        <p14:creationId xmlns:p14="http://schemas.microsoft.com/office/powerpoint/2010/main" val="383901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4C0A1-4C72-98C9-2DC7-815FCD5E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866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433</TotalTime>
  <Words>26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93</cp:revision>
  <dcterms:created xsi:type="dcterms:W3CDTF">2025-09-22T02:44:38Z</dcterms:created>
  <dcterms:modified xsi:type="dcterms:W3CDTF">2026-06-26T06:01:42Z</dcterms:modified>
</cp:coreProperties>
</file>