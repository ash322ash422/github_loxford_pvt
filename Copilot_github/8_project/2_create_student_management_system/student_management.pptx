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581025" y="442437"/>
            <a:ext cx="104679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a Simple Student Management System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 are that it should be able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student,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student,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student,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Display student.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use classes and  methods.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have documentation.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have tests.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code should be optimized.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409</TotalTime>
  <Words>49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92</cp:revision>
  <dcterms:created xsi:type="dcterms:W3CDTF">2025-09-22T02:44:38Z</dcterms:created>
  <dcterms:modified xsi:type="dcterms:W3CDTF">2026-06-26T06:23:52Z</dcterms:modified>
</cp:coreProperties>
</file>