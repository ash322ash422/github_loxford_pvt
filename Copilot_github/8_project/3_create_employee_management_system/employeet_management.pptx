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7D95D8-57BA-2F66-3D64-C1758F3E60B2}"/>
              </a:ext>
            </a:extLst>
          </p:cNvPr>
          <p:cNvSpPr txBox="1"/>
          <p:nvPr/>
        </p:nvSpPr>
        <p:spPr>
          <a:xfrm>
            <a:off x="581025" y="442437"/>
            <a:ext cx="1046797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a Simple Employee Management System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Requirements are that it should be able 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employee,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employee,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employee,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Display employee.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should use classes and  methods.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should have documentation.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should have tests.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code should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be optimized.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409</TotalTime>
  <Words>49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91</cp:revision>
  <dcterms:created xsi:type="dcterms:W3CDTF">2025-09-22T02:44:38Z</dcterms:created>
  <dcterms:modified xsi:type="dcterms:W3CDTF">2026-06-26T06:18:21Z</dcterms:modified>
</cp:coreProperties>
</file>