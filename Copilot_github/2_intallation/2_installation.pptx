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71" r:id="rId3"/>
    <p:sldId id="270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7D95D8-57BA-2F66-3D64-C1758F3E60B2}"/>
              </a:ext>
            </a:extLst>
          </p:cNvPr>
          <p:cNvSpPr txBox="1"/>
          <p:nvPr/>
        </p:nvSpPr>
        <p:spPr>
          <a:xfrm>
            <a:off x="1990725" y="1337787"/>
            <a:ext cx="7210425" cy="3128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Module 2: Installation and Setup (10 min)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Demonstration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 VS Code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 GitHub Copilot extension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Login with GitHub account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Enable Copilot Chat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7F2E-2DDA-5ABC-F127-E09B8275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FA71FA-456F-8724-F690-875A2760670F}"/>
              </a:ext>
            </a:extLst>
          </p:cNvPr>
          <p:cNvSpPr txBox="1"/>
          <p:nvPr/>
        </p:nvSpPr>
        <p:spPr>
          <a:xfrm>
            <a:off x="781051" y="1137762"/>
            <a:ext cx="4000500" cy="2074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Inline suggestions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Chat panel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Edit mode</a:t>
            </a:r>
          </a:p>
        </p:txBody>
      </p:sp>
    </p:spTree>
    <p:extLst>
      <p:ext uri="{BB962C8B-B14F-4D97-AF65-F5344CB8AC3E}">
        <p14:creationId xmlns:p14="http://schemas.microsoft.com/office/powerpoint/2010/main" val="414385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C532-3BFA-3380-505E-ACCE10E9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5400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293</TotalTime>
  <Words>33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77</cp:revision>
  <dcterms:created xsi:type="dcterms:W3CDTF">2025-09-22T02:44:38Z</dcterms:created>
  <dcterms:modified xsi:type="dcterms:W3CDTF">2026-06-25T17:23:13Z</dcterms:modified>
</cp:coreProperties>
</file>