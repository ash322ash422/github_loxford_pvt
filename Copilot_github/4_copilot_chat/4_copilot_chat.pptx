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70" r:id="rId3"/>
    <p:sldId id="271" r:id="rId4"/>
    <p:sldId id="272" r:id="rId5"/>
    <p:sldId id="274" r:id="rId6"/>
    <p:sldId id="273" r:id="rId7"/>
    <p:sldId id="26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22" autoAdjust="0"/>
    <p:restoredTop sz="90194" autoAdjust="0"/>
  </p:normalViewPr>
  <p:slideViewPr>
    <p:cSldViewPr snapToGrid="0">
      <p:cViewPr varScale="1">
        <p:scale>
          <a:sx n="100" d="100"/>
          <a:sy n="100" d="100"/>
        </p:scale>
        <p:origin x="12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F4871E-3672-42BE-BBA1-0BAFEE555536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7EC57A-C70D-4C56-92FA-51F20B72E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093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C57A-C70D-4C56-92FA-51F20B72EE3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769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87D95D8-57BA-2F66-3D64-C1758F3E60B2}"/>
              </a:ext>
            </a:extLst>
          </p:cNvPr>
          <p:cNvSpPr txBox="1"/>
          <p:nvPr/>
        </p:nvSpPr>
        <p:spPr>
          <a:xfrm>
            <a:off x="161925" y="1623537"/>
            <a:ext cx="551497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Explain list comprehension in Python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7C1679-3F88-1866-1246-62E660B83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8825" y="33871"/>
            <a:ext cx="6353175" cy="6700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010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83B68-D760-1836-533B-A6329359A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97F71E7-55F9-168A-9494-339263A5F4C9}"/>
              </a:ext>
            </a:extLst>
          </p:cNvPr>
          <p:cNvSpPr txBox="1"/>
          <p:nvPr/>
        </p:nvSpPr>
        <p:spPr>
          <a:xfrm>
            <a:off x="161925" y="1623537"/>
            <a:ext cx="55149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Difference between tuple and list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EE5B2A-4B3A-90F5-DEB2-63DF671DF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22885"/>
            <a:ext cx="6335009" cy="6735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643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BCC35-84A0-E700-217A-5B451AAD8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20CF076-7546-9CBE-4B8F-911A9029C635}"/>
              </a:ext>
            </a:extLst>
          </p:cNvPr>
          <p:cNvSpPr txBox="1"/>
          <p:nvPr/>
        </p:nvSpPr>
        <p:spPr>
          <a:xfrm>
            <a:off x="371475" y="385287"/>
            <a:ext cx="55149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Explain the selected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E8F9EE-6830-3AB3-F557-3A58415D5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88" y="2857217"/>
            <a:ext cx="5277638" cy="37913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A9579E-F834-CFE6-1E28-E2B404E8E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5623" y="690155"/>
            <a:ext cx="6106377" cy="583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46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0F28D-FB4D-581E-5A03-01056C61B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75D1904-45E1-3486-519B-34A365F603FE}"/>
              </a:ext>
            </a:extLst>
          </p:cNvPr>
          <p:cNvSpPr txBox="1"/>
          <p:nvPr/>
        </p:nvSpPr>
        <p:spPr>
          <a:xfrm>
            <a:off x="238125" y="57822"/>
            <a:ext cx="551497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Generate Documentation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Select function and ask: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Generate docstring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865C66-3061-4C4A-2EA0-3844D2208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0" y="194528"/>
            <a:ext cx="6953250" cy="6468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946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C01C3-E091-349B-7BFC-3EAA4C91B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FD54B8-24BC-C589-5085-7E2B7D4F6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2859"/>
            <a:ext cx="12192000" cy="6372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996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6628D-5A41-DBB9-52A6-3AEC32547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2E8AEB0-09DD-6394-A67A-1A8B0F673DCC}"/>
              </a:ext>
            </a:extLst>
          </p:cNvPr>
          <p:cNvSpPr txBox="1"/>
          <p:nvPr/>
        </p:nvSpPr>
        <p:spPr>
          <a:xfrm>
            <a:off x="200025" y="2067597"/>
            <a:ext cx="427672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Generate Comments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Add comments to this code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D186C9-35CA-0CFE-09B0-6ECD04A3A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0" y="194528"/>
            <a:ext cx="6953250" cy="6468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806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4C0A1-4C72-98C9-2DC7-815FCD5E8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9866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407</TotalTime>
  <Words>37</Words>
  <Application>Microsoft Office PowerPoint</Application>
  <PresentationFormat>Widescreen</PresentationFormat>
  <Paragraphs>18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86</cp:revision>
  <dcterms:created xsi:type="dcterms:W3CDTF">2025-09-22T02:44:38Z</dcterms:created>
  <dcterms:modified xsi:type="dcterms:W3CDTF">2026-06-25T19:25:14Z</dcterms:modified>
</cp:coreProperties>
</file>