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7" r:id="rId2"/>
    <p:sldId id="278" r:id="rId3"/>
    <p:sldId id="276" r:id="rId4"/>
    <p:sldId id="277" r:id="rId5"/>
    <p:sldId id="27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54:12.3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1 767 24575,'0'5'0,"0"5"0,0 5 0,0 5 0,4 8 0,6-2 0,6-13 0,12-22 0,37-35 0,37-28 0,32-23 0,32-17 0,17-15 0,17 5 0,-12 19 0,-30 14 0,-38 23 0,-38 21-8191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54:14.8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2 433 24575,'0'29'0,"-1"-4"0,1 0 0,0-1 0,2 1 0,1 0 0,1-1 0,1 1 0,9 24 0,-13-48 0,0 0 0,-1 0 0,1 0 0,0-1 0,-1 1 0,1 0 0,0-1 0,0 1 0,0 0 0,0-1 0,0 1 0,0-1 0,0 1 0,0-1 0,0 0 0,0 1 0,0-1 0,0 0 0,0 0 0,0 0 0,0 0 0,0 0 0,0 0 0,0 0 0,0 0 0,0 0 0,0 0 0,1 0 0,-1-1 0,0 1 0,0-1 0,0 1 0,0 0 0,-1-1 0,3-1 0,43-24 0,-38 21 0,91-65 0,-4-5 0,116-117 0,-108 96 0,70-69-1365,-116 105-5461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54:17.3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1 207 24575,'2'19'0,"1"-1"0,1 1 0,0-1 0,2 1 0,0-1 0,1-1 0,9 18 0,-1-1 0,30 102 0,-45-134 0,1 0 0,0 0 0,0 0 0,0-1 0,0 1 0,0 0 0,0-1 0,0 1 0,0-1 0,0 1 0,1-1 0,-1 0 0,1 1 0,2 1 0,-3-3 0,0 0 0,0 0 0,0 1 0,0-1 0,0 0 0,-1 0 0,1 0 0,0 0 0,0 0 0,0 0 0,0 0 0,0 0 0,0 0 0,0-1 0,0 1 0,0 0 0,0-1 0,0 1 0,0 0 0,0-1 0,0 0 0,6-4 0,0-1 0,-1 0 0,0 0 0,-1-1 0,9-11 0,5-6 0,389-415-1365,-358 387-5461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7:54:18.9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1 205 24575,'2'31'0,"1"-1"0,10 43 0,-6-41 0,48 193 0,-55-221 0,1-1 0,0 1 0,0-1 0,1 1 0,-1-1 0,1 0 0,0 0 0,0 0 0,0 0 0,0 0 0,0 0 0,6 5 0,-6-7 0,0-1 0,0 1 0,0-1 0,0 1 0,0-1 0,0 0 0,0 0 0,0 0 0,1 0 0,-1 0 0,0 0 0,0 0 0,0-1 0,0 1 0,0-1 0,0 0 0,0 0 0,0 1 0,0-1 0,0 0 0,0-1 0,0 1 0,-1 0 0,4-3 0,155-117 0,-61 42 0,20-11-79,233-183-1207,-271 205-5540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19:59.7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93 24575,'0'4'0,"4"15"0,6 3 0,6 8 0,3 2 0,9 5 0,-2 0 0,0-2 0,0-2 0,8-20 0,24-30 0,32-24 0,24-15 0,8-9 0,-3 0 0,-9 4 0,-22 12-8191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20:01.9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1 693 24575,'0'8'0,"0"8"0,4 5 0,6-1 0,32-13 0,60-33 0,60-34 0,46-23 0,31-29 0,17-8 0,-3 4-627,-29 12 627,-43 20 0,-52 25-7564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20:03.1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0 267 24575,'3'21'0,"0"0"0,1-1 0,1 0 0,1 0 0,16 37 0,-7-18 0,-8-18 0,-4-10 0,1 0 0,0 0 0,1 0 0,0-1 0,0 0 0,8 10 0,-11-18 0,0 1 0,0-1 0,0 0 0,1 0 0,-1 0 0,1-1 0,-1 1 0,1-1 0,-1 1 0,1-1 0,0 0 0,0 0 0,-1 0 0,1 0 0,0 0 0,0-1 0,0 1 0,0-1 0,0 0 0,0 0 0,0 0 0,0 0 0,0-1 0,0 1 0,0-1 0,0 0 0,0 1 0,5-4 0,47-19 0,-1-2 0,93-60 0,-41 22 0,563-277-1365,-557 288-5461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20:07.7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1 470 24575,'4'13'0,"6"17"0,6 12 0,4 4 0,3 2 0,2-7 0,-3-15 0,24-33 0,36-46 0,33-35 0,14-29 0,4-12 0,-5 4 0,-19 13 0,-29 27-8191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20:09.1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1 349 24575,'0'13'0,"4"13"0,6 6 0,6 7 0,4-4 0,3-7 0,11-14 0,33-25 0,41-33 0,32-22 0,22-13 0,10-10 0,-3-3 0,-21 6 0,-37 17-8191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8:20:14.1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24575,'565'46'0,"-329"-18"0,-54-10 0,560 43 0,-496-57 0,57 2 0,895 12 0,-800-20 0,-140-11 134,-67 2-1633,-97 9-5327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automates data extraction from  pdf forms, documents and even  images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760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customXml" Target="../ink/ink10.xml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12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customXml" Target="../ink/ink9.xml"/><Relationship Id="rId5" Type="http://schemas.openxmlformats.org/officeDocument/2006/relationships/customXml" Target="../ink/ink6.xml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customXml" Target="../ink/ink8.xml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1062736" y="3044279"/>
            <a:ext cx="102920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Azure - Document Intelligence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CEB39-36B1-ED22-E34E-D35539805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08E8CF7-08B7-D572-CA2A-DE664CCA88A6}"/>
              </a:ext>
            </a:extLst>
          </p:cNvPr>
          <p:cNvSpPr txBox="1"/>
          <p:nvPr/>
        </p:nvSpPr>
        <p:spPr>
          <a:xfrm>
            <a:off x="788416" y="1036373"/>
            <a:ext cx="1029208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Azure Document Intelligence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(formerly known as Azure Form Recognizer) is an enterprise-grade, cloud-based AI service by Microsoft that automates data extraction from forms, documents, and images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Azure Document Intelligence uses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Advanced machine learning and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Optical Character Recognition (OCR)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understand document structures, context, and semantic meaning. </a:t>
            </a:r>
          </a:p>
        </p:txBody>
      </p:sp>
    </p:spTree>
    <p:extLst>
      <p:ext uri="{BB962C8B-B14F-4D97-AF65-F5344CB8AC3E}">
        <p14:creationId xmlns:p14="http://schemas.microsoft.com/office/powerpoint/2010/main" val="3925761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D9F0CB-B980-FAFD-07F5-D4D959F3EDF5}"/>
              </a:ext>
            </a:extLst>
          </p:cNvPr>
          <p:cNvSpPr txBox="1"/>
          <p:nvPr/>
        </p:nvSpPr>
        <p:spPr>
          <a:xfrm>
            <a:off x="242316" y="390013"/>
            <a:ext cx="47594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get key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A765B3-3AE6-A309-6759-3D8584492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04" y="997982"/>
            <a:ext cx="9181527" cy="568533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9472E54-21AB-BBDC-0305-DD1C0E546F08}"/>
              </a:ext>
            </a:extLst>
          </p:cNvPr>
          <p:cNvGrpSpPr/>
          <p:nvPr/>
        </p:nvGrpSpPr>
        <p:grpSpPr>
          <a:xfrm>
            <a:off x="2038824" y="3655656"/>
            <a:ext cx="524520" cy="709200"/>
            <a:chOff x="2038824" y="3655656"/>
            <a:chExt cx="524520" cy="70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B4FEF33-6DDF-BD46-435F-8530B412858B}"/>
                    </a:ext>
                  </a:extLst>
                </p14:cNvPr>
                <p14:cNvContentPartPr/>
                <p14:nvPr/>
              </p14:nvContentPartPr>
              <p14:xfrm>
                <a:off x="2038824" y="3655656"/>
                <a:ext cx="524520" cy="318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B4FEF33-6DDF-BD46-435F-8530B412858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021184" y="3637656"/>
                  <a:ext cx="56016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760526B-B92F-9B42-D3DE-16737BDE4D78}"/>
                    </a:ext>
                  </a:extLst>
                </p14:cNvPr>
                <p14:cNvContentPartPr/>
                <p14:nvPr/>
              </p14:nvContentPartPr>
              <p14:xfrm>
                <a:off x="2084184" y="4114296"/>
                <a:ext cx="308520" cy="250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760526B-B92F-9B42-D3DE-16737BDE4D7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066544" y="4096656"/>
                  <a:ext cx="344160" cy="28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0D3D4E1-ED88-6359-4492-99D1375F5F82}"/>
                  </a:ext>
                </a:extLst>
              </p14:cNvPr>
              <p14:cNvContentPartPr/>
              <p14:nvPr/>
            </p14:nvContentPartPr>
            <p14:xfrm>
              <a:off x="9052344" y="3665376"/>
              <a:ext cx="241560" cy="2044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0D3D4E1-ED88-6359-4492-99D1375F5F8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34704" y="3647376"/>
                <a:ext cx="27720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6D5A2A6-E484-CE92-ABFB-72BE7D54B59E}"/>
                  </a:ext>
                </a:extLst>
              </p14:cNvPr>
              <p14:cNvContentPartPr/>
              <p14:nvPr/>
            </p14:nvContentPartPr>
            <p14:xfrm>
              <a:off x="8896824" y="5165856"/>
              <a:ext cx="349560" cy="2329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6D5A2A6-E484-CE92-ABFB-72BE7D54B59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879184" y="5148216"/>
                <a:ext cx="385200" cy="26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51742-3A19-68D2-94CA-66BC07A93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FFD93DA-497D-A9DA-7809-F33AE35D1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18" y="1986780"/>
            <a:ext cx="11202963" cy="46583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323EB66-5CB0-DB65-91EA-DDDF3D23C98F}"/>
                  </a:ext>
                </a:extLst>
              </p14:cNvPr>
              <p14:cNvContentPartPr/>
              <p14:nvPr/>
            </p14:nvContentPartPr>
            <p14:xfrm>
              <a:off x="3611664" y="3724776"/>
              <a:ext cx="320760" cy="1278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323EB66-5CB0-DB65-91EA-DDDF3D23C9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94024" y="3707136"/>
                <a:ext cx="35640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960FB4C-B04D-CAD9-2179-DB6BFF93BDE6}"/>
                  </a:ext>
                </a:extLst>
              </p14:cNvPr>
              <p14:cNvContentPartPr/>
              <p14:nvPr/>
            </p14:nvContentPartPr>
            <p14:xfrm>
              <a:off x="4050504" y="4432536"/>
              <a:ext cx="651960" cy="2757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960FB4C-B04D-CAD9-2179-DB6BFF93BDE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32864" y="4414896"/>
                <a:ext cx="68760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6214822-8F95-922A-A0BB-EF032FD061B9}"/>
                  </a:ext>
                </a:extLst>
              </p14:cNvPr>
              <p14:cNvContentPartPr/>
              <p14:nvPr/>
            </p14:nvContentPartPr>
            <p14:xfrm>
              <a:off x="4599504" y="4923936"/>
              <a:ext cx="479520" cy="2145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6214822-8F95-922A-A0BB-EF032FD061B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81504" y="4906296"/>
                <a:ext cx="51516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1429088-0F70-A94C-38CD-0AF15AD9798F}"/>
                  </a:ext>
                </a:extLst>
              </p14:cNvPr>
              <p14:cNvContentPartPr/>
              <p14:nvPr/>
            </p14:nvContentPartPr>
            <p14:xfrm>
              <a:off x="8942544" y="3954816"/>
              <a:ext cx="339840" cy="2581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1429088-0F70-A94C-38CD-0AF15AD9798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924904" y="3936816"/>
                <a:ext cx="37548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AE996AE-076F-0889-707F-2ACC3EC15DD8}"/>
                  </a:ext>
                </a:extLst>
              </p14:cNvPr>
              <p14:cNvContentPartPr/>
              <p14:nvPr/>
            </p14:nvContentPartPr>
            <p14:xfrm>
              <a:off x="7323984" y="4510296"/>
              <a:ext cx="426600" cy="1933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AE996AE-076F-0889-707F-2ACC3EC15DD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306344" y="4492296"/>
                <a:ext cx="46224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B67916A-DB3F-667D-E6C7-6E8CC1FB3B21}"/>
                  </a:ext>
                </a:extLst>
              </p14:cNvPr>
              <p14:cNvContentPartPr/>
              <p14:nvPr/>
            </p14:nvContentPartPr>
            <p14:xfrm>
              <a:off x="694944" y="2404656"/>
              <a:ext cx="1589040" cy="651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B67916A-DB3F-667D-E6C7-6E8CC1FB3B2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76944" y="2386656"/>
                <a:ext cx="1624680" cy="10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4583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2481</TotalTime>
  <Words>76</Words>
  <Application>Microsoft Office PowerPoint</Application>
  <PresentationFormat>Widescreen</PresentationFormat>
  <Paragraphs>10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223</cp:revision>
  <dcterms:created xsi:type="dcterms:W3CDTF">2025-09-22T02:44:38Z</dcterms:created>
  <dcterms:modified xsi:type="dcterms:W3CDTF">2026-08-03T13:11:49Z</dcterms:modified>
</cp:coreProperties>
</file>