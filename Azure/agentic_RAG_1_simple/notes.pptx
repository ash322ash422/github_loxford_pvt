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257" r:id="rId2"/>
    <p:sldId id="277" r:id="rId3"/>
    <p:sldId id="276" r:id="rId4"/>
    <p:sldId id="27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8/4/2026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63499C-1FAC-4F66-96F8-6DA2CC28B748}" type="slidenum">
              <a:rPr lang="en-US" smtClean="0"/>
              <a:t>1</a:t>
            </a:fld>
            <a:endParaRPr lang="en-US"/>
          </a:p>
        </p:txBody>
      </p:sp>
    </p:spTree>
    <p:extLst>
      <p:ext uri="{BB962C8B-B14F-4D97-AF65-F5344CB8AC3E}">
        <p14:creationId xmlns:p14="http://schemas.microsoft.com/office/powerpoint/2010/main" val="195833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8/4/2026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8/4/2026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559816" y="2366232"/>
            <a:ext cx="10292080" cy="2123658"/>
          </a:xfrm>
          <a:prstGeom prst="rect">
            <a:avLst/>
          </a:prstGeom>
          <a:noFill/>
        </p:spPr>
        <p:txBody>
          <a:bodyPr wrap="square">
            <a:spAutoFit/>
          </a:bodyPr>
          <a:lstStyle/>
          <a:p>
            <a:pPr algn="ctr">
              <a:buNone/>
            </a:pPr>
            <a:r>
              <a:rPr lang="en-US" sz="4400" dirty="0">
                <a:solidFill>
                  <a:schemeClr val="accent6">
                    <a:lumMod val="60000"/>
                    <a:lumOff val="40000"/>
                  </a:schemeClr>
                </a:solidFill>
              </a:rPr>
              <a:t>Agentic RAG Using Azure</a:t>
            </a:r>
          </a:p>
          <a:p>
            <a:pPr algn="ctr">
              <a:buNone/>
            </a:pPr>
            <a:endParaRPr lang="en-US" sz="4400" dirty="0">
              <a:solidFill>
                <a:schemeClr val="accent6">
                  <a:lumMod val="60000"/>
                  <a:lumOff val="40000"/>
                </a:schemeClr>
              </a:solidFill>
            </a:endParaRPr>
          </a:p>
          <a:p>
            <a:pPr algn="ctr">
              <a:buNone/>
            </a:pPr>
            <a:r>
              <a:rPr lang="en-US" sz="4400" dirty="0">
                <a:solidFill>
                  <a:schemeClr val="accent6">
                    <a:lumMod val="60000"/>
                    <a:lumOff val="40000"/>
                  </a:schemeClr>
                </a:solidFill>
              </a:rPr>
              <a:t>RAG - Retrieval Augmented Generation</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9E33-AB31-9EF8-647E-42991D678FF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979C9DF-E80B-F8AC-FA61-7A04AB935FE7}"/>
              </a:ext>
            </a:extLst>
          </p:cNvPr>
          <p:cNvSpPr txBox="1"/>
          <p:nvPr/>
        </p:nvSpPr>
        <p:spPr>
          <a:xfrm>
            <a:off x="1108456" y="1195800"/>
            <a:ext cx="10292080" cy="4832092"/>
          </a:xfrm>
          <a:prstGeom prst="rect">
            <a:avLst/>
          </a:prstGeom>
          <a:noFill/>
        </p:spPr>
        <p:txBody>
          <a:bodyPr wrap="square">
            <a:spAutoFit/>
          </a:bodyPr>
          <a:lstStyle/>
          <a:p>
            <a:pPr algn="ctr">
              <a:buNone/>
            </a:pPr>
            <a:r>
              <a:rPr lang="en-US" sz="4400" dirty="0">
                <a:solidFill>
                  <a:schemeClr val="accent6">
                    <a:lumMod val="60000"/>
                    <a:lumOff val="40000"/>
                  </a:schemeClr>
                </a:solidFill>
              </a:rPr>
              <a:t>System Prompt</a:t>
            </a:r>
          </a:p>
          <a:p>
            <a:pPr algn="ctr">
              <a:buNone/>
            </a:pPr>
            <a:endParaRPr lang="en-US" sz="4400" dirty="0">
              <a:solidFill>
                <a:schemeClr val="accent6">
                  <a:lumMod val="60000"/>
                  <a:lumOff val="40000"/>
                </a:schemeClr>
              </a:solidFill>
            </a:endParaRPr>
          </a:p>
          <a:p>
            <a:pPr>
              <a:buNone/>
            </a:pPr>
            <a:r>
              <a:rPr lang="en-US" sz="4400" dirty="0">
                <a:solidFill>
                  <a:schemeClr val="accent6">
                    <a:lumMod val="60000"/>
                    <a:lumOff val="40000"/>
                  </a:schemeClr>
                </a:solidFill>
              </a:rPr>
              <a:t>You're a helpful agent that only uses your file search and file upload tool. You never use your own knowledge and you always give references to the information that you find and provide to the user.</a:t>
            </a:r>
          </a:p>
        </p:txBody>
      </p:sp>
    </p:spTree>
    <p:extLst>
      <p:ext uri="{BB962C8B-B14F-4D97-AF65-F5344CB8AC3E}">
        <p14:creationId xmlns:p14="http://schemas.microsoft.com/office/powerpoint/2010/main" val="2890794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spTree>
    <p:extLst>
      <p:ext uri="{BB962C8B-B14F-4D97-AF65-F5344CB8AC3E}">
        <p14:creationId xmlns:p14="http://schemas.microsoft.com/office/powerpoint/2010/main" val="74278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2620</TotalTime>
  <Words>50</Words>
  <Application>Microsoft Office PowerPoint</Application>
  <PresentationFormat>Widescreen</PresentationFormat>
  <Paragraphs>7</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222</cp:revision>
  <dcterms:created xsi:type="dcterms:W3CDTF">2025-09-22T02:44:38Z</dcterms:created>
  <dcterms:modified xsi:type="dcterms:W3CDTF">2026-08-04T19:05:04Z</dcterms:modified>
</cp:coreProperties>
</file>