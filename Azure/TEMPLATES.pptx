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76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D9F0CB-B980-FAFD-07F5-D4D959F3EDF5}"/>
              </a:ext>
            </a:extLst>
          </p:cNvPr>
          <p:cNvSpPr txBox="1"/>
          <p:nvPr/>
        </p:nvSpPr>
        <p:spPr>
          <a:xfrm>
            <a:off x="242316" y="390013"/>
            <a:ext cx="4759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Template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2162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215</cp:revision>
  <dcterms:created xsi:type="dcterms:W3CDTF">2025-09-22T02:44:38Z</dcterms:created>
  <dcterms:modified xsi:type="dcterms:W3CDTF">2026-08-03T07:52:29Z</dcterms:modified>
</cp:coreProperties>
</file>