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8" r:id="rId3"/>
    <p:sldId id="281" r:id="rId4"/>
    <p:sldId id="279" r:id="rId5"/>
    <p:sldId id="282" r:id="rId6"/>
    <p:sldId id="280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automates data extraction from  pdf forms, documents and even  images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60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6AA5-460C-F1C7-EB1E-A01A3B380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5C597-A5B0-15BF-6027-483A401D3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6053F-AAA7-3C3D-18B1-016D42261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automates data extraction from  pdf forms, documents and even 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51F35-EB42-5286-F08B-386496820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63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29894-99C0-30DF-5B90-D0C5A954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0357E-8797-BD54-BFB5-344A748D9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FB51F-A8AD-EA2A-2CB5-91CBF0E1D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automates data extraction from  pdf forms, documents and even 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28F99-CD85-8676-D905-20A0864F9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2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5F8A-1A29-71B5-4FDB-9D741E61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60AF7-FF7C-AE01-9D90-15DCDDA51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E8DE4-AE51-2E8E-FB57-121792B6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automates data extraction from  pdf forms, documents and even 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A83EC-BF7C-265E-6614-E9AF03DA4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28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803C-2170-7E13-CF74-233AA49D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B3FE1-EEC5-B32F-52E2-8B1D05440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81523-330B-40EF-7B28-3998029C9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automates data extraction from  pdf forms, documents and even 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02C9C-D3A9-075A-A79D-552BCF001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86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ACE7AB-AB2E-6AD4-A4F8-9E7B0180F20A}"/>
              </a:ext>
            </a:extLst>
          </p:cNvPr>
          <p:cNvSpPr txBox="1"/>
          <p:nvPr/>
        </p:nvSpPr>
        <p:spPr>
          <a:xfrm>
            <a:off x="3012948" y="3044280"/>
            <a:ext cx="58018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9600" baseline="-25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- OpenAI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EB39-36B1-ED22-E34E-D3553980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08E8CF7-08B7-D572-CA2A-DE664CCA88A6}"/>
              </a:ext>
            </a:extLst>
          </p:cNvPr>
          <p:cNvSpPr txBox="1"/>
          <p:nvPr/>
        </p:nvSpPr>
        <p:spPr>
          <a:xfrm>
            <a:off x="949960" y="2166229"/>
            <a:ext cx="102920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an Azure OpenAI Resource</a:t>
            </a:r>
          </a:p>
          <a:p>
            <a:endParaRPr lang="en-US" sz="4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Deploy a Model</a:t>
            </a:r>
          </a:p>
          <a:p>
            <a:endParaRPr lang="en-US" sz="4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Call the  model using python</a:t>
            </a:r>
          </a:p>
        </p:txBody>
      </p:sp>
    </p:spTree>
    <p:extLst>
      <p:ext uri="{BB962C8B-B14F-4D97-AF65-F5344CB8AC3E}">
        <p14:creationId xmlns:p14="http://schemas.microsoft.com/office/powerpoint/2010/main" val="392576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31FA-2B4D-E4A7-8C45-8C3334E8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727EB4-F8A4-5DD3-0BE1-687BC342443A}"/>
              </a:ext>
            </a:extLst>
          </p:cNvPr>
          <p:cNvSpPr txBox="1"/>
          <p:nvPr/>
        </p:nvSpPr>
        <p:spPr>
          <a:xfrm>
            <a:off x="788416" y="1036373"/>
            <a:ext cx="10292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Create an Azure OpenAI Resource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 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Sign into the Azure Portal. </a:t>
            </a:r>
          </a:p>
          <a:p>
            <a:pPr marL="457200" lvl="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Resource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Search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top search bar and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457200" lvl="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Configure Basics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your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Subscription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 Group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East 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Sweden Central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a unique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your resource.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 S0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pricing tier.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&amp; Create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 + Create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then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0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F7B9E-9CEA-98DA-EBA5-077C268E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546D98-9E01-23BC-115C-6730FD4C539C}"/>
              </a:ext>
            </a:extLst>
          </p:cNvPr>
          <p:cNvSpPr txBox="1"/>
          <p:nvPr/>
        </p:nvSpPr>
        <p:spPr>
          <a:xfrm>
            <a:off x="788416" y="1036373"/>
            <a:ext cx="102920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Deploy a Model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Foundry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Once deployed, navigate to your resource and click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Azure AI Foundry portal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(formerly Azure OpenAI Studio).</a:t>
            </a:r>
          </a:p>
          <a:p>
            <a:pPr marL="457200" lvl="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Choose a model (e.g., gpt-5.6-sol, etc.) </a:t>
            </a:r>
          </a:p>
        </p:txBody>
      </p:sp>
    </p:spTree>
    <p:extLst>
      <p:ext uri="{BB962C8B-B14F-4D97-AF65-F5344CB8AC3E}">
        <p14:creationId xmlns:p14="http://schemas.microsoft.com/office/powerpoint/2010/main" val="312375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60C42-93C6-1215-639A-07E33CBD8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26A5DD-FA15-A572-C81C-7F7EB10D118D}"/>
              </a:ext>
            </a:extLst>
          </p:cNvPr>
          <p:cNvSpPr txBox="1"/>
          <p:nvPr/>
        </p:nvSpPr>
        <p:spPr>
          <a:xfrm>
            <a:off x="788416" y="1036373"/>
            <a:ext cx="10292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Call the  model using python</a:t>
            </a:r>
          </a:p>
          <a:p>
            <a:pPr lvl="0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python: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Get the code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Call Model: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Authentication method = Key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Language=Python</a:t>
            </a:r>
          </a:p>
        </p:txBody>
      </p:sp>
    </p:spTree>
    <p:extLst>
      <p:ext uri="{BB962C8B-B14F-4D97-AF65-F5344CB8AC3E}">
        <p14:creationId xmlns:p14="http://schemas.microsoft.com/office/powerpoint/2010/main" val="3263260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3E2FA-4E38-53E6-DB95-875132597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48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3216</TotalTime>
  <Words>246</Words>
  <Application>Microsoft Office PowerPoint</Application>
  <PresentationFormat>Widescreen</PresentationFormat>
  <Paragraphs>38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234</cp:revision>
  <dcterms:created xsi:type="dcterms:W3CDTF">2025-09-22T02:44:38Z</dcterms:created>
  <dcterms:modified xsi:type="dcterms:W3CDTF">2026-08-05T07:52:09Z</dcterms:modified>
</cp:coreProperties>
</file>