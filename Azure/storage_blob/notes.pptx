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04952" y="2219928"/>
            <a:ext cx="10292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5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Blob Storage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9F0CB-B980-FAFD-07F5-D4D959F3EDF5}"/>
              </a:ext>
            </a:extLst>
          </p:cNvPr>
          <p:cNvSpPr txBox="1"/>
          <p:nvPr/>
        </p:nvSpPr>
        <p:spPr>
          <a:xfrm>
            <a:off x="214884" y="1441573"/>
            <a:ext cx="73197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Blob Storage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Microsoft's object storage solution for the cloud, optimized for storing massive amounts of unstructured data like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data,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Videos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CBB6-E182-D278-5D20-62C45A2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40B864-7A2B-D346-67ED-2E11E8F6D713}"/>
              </a:ext>
            </a:extLst>
          </p:cNvPr>
          <p:cNvSpPr txBox="1"/>
          <p:nvPr/>
        </p:nvSpPr>
        <p:spPr>
          <a:xfrm>
            <a:off x="644652" y="1258693"/>
            <a:ext cx="102001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Create Azure Blob Storage</a:t>
            </a:r>
          </a:p>
          <a:p>
            <a:pPr marL="457200" lvl="0" indent="-457200">
              <a:buAutoNum type="arabicParenR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Storage Account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Search for "Storage accounts", click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select your Resource Group, name your account </a:t>
            </a:r>
          </a:p>
          <a:p>
            <a:pPr marL="457200" lvl="0" indent="-457200">
              <a:buAutoNum type="arabicParenR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AutoNum type="arabicParenR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Container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Once deployed, navigate to your new Storage Account. Under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storage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click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Containers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 Container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Name it and click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457200" lvl="0" indent="-457200">
              <a:buAutoNum type="arabicParenR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AutoNum type="arabicParenR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Connection String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Go to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Security + networking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Access keys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copy the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Connection string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connect your code.</a:t>
            </a:r>
          </a:p>
        </p:txBody>
      </p:sp>
    </p:spTree>
    <p:extLst>
      <p:ext uri="{BB962C8B-B14F-4D97-AF65-F5344CB8AC3E}">
        <p14:creationId xmlns:p14="http://schemas.microsoft.com/office/powerpoint/2010/main" val="227439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2228</TotalTime>
  <Words>111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221</cp:revision>
  <dcterms:created xsi:type="dcterms:W3CDTF">2025-09-22T02:44:38Z</dcterms:created>
  <dcterms:modified xsi:type="dcterms:W3CDTF">2026-08-03T14:17:55Z</dcterms:modified>
</cp:coreProperties>
</file>