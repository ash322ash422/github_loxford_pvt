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76" r:id="rId3"/>
    <p:sldId id="277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504952" y="2219928"/>
            <a:ext cx="102920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5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URL Link </a:t>
            </a:r>
          </a:p>
          <a:p>
            <a:pPr algn="ctr">
              <a:buNone/>
            </a:pPr>
            <a:r>
              <a:rPr lang="en-US" sz="5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File Download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CBB6-E182-D278-5D20-62C45A2D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39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2265</TotalTime>
  <Words>6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223</cp:revision>
  <dcterms:created xsi:type="dcterms:W3CDTF">2025-09-22T02:44:38Z</dcterms:created>
  <dcterms:modified xsi:type="dcterms:W3CDTF">2026-08-06T19:00:07Z</dcterms:modified>
</cp:coreProperties>
</file>