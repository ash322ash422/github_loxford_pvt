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3C43-3375-291E-D63F-A1C3C948C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137D5-1427-E038-9754-374056D61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C2D5C-3587-A0DE-2AD4-883BD08E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0B26-3253-93A8-309E-A7E15666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F4907-8EF0-CA07-19F6-BF12C27D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44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B09A-D46A-E753-E623-C714B708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95D3E-00BA-AC1E-3126-756F6774F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71759-BC38-AAD3-FAA9-EF12FCB2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6ABC9-0102-B495-35FC-FAB3DA5F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6CABB-7E72-CD65-75B0-FFB0F8C6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69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0B4A-D256-024E-4AD4-AE5A49D7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8ABB6-0519-20E4-2630-D113D7349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DC44F-42B9-370E-6252-F632C025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2DF8-FB01-1D64-4BBB-5E92FFF8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408B2-6C27-DB7F-DE48-4B6C8B75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0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DF21-0766-1046-48DD-8846826F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07672-E6BB-9063-72B1-687ED37E7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5BCC2-82FC-6071-F47B-BC0138F9D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D1B58-9761-52E7-DF36-96A19212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17C86-60E1-DAFC-31CF-4E4E2750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BEC2D-21BC-353F-51AD-69E0575E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12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0CFD-EC3D-A5FC-4BAB-DABE2159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22020-4D82-AD5E-CE24-3FC70D808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ABDC5-7496-3552-85D8-75BE41D16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ABF61-A6A6-6AAE-805B-1CD3B6066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CC371-22B2-0984-4F74-97F7B14B5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50D94-D4C5-58C9-ECC5-E77FF1E3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C633-3446-85F4-85BD-701B1DF0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3004A-3D76-8A7B-5825-AFB8A526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93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8EA0-A71A-C3D3-A6C7-CBC8DF74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40903-EE13-D9EF-40D2-313051F8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C1530-A2EF-C45D-7375-5C7FF71BF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1BC08-7833-0EAB-66D8-10A6599F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9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3CC99-BDC9-281D-FCD7-49B080C2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9A3B9E-7504-4833-1202-1C7FA3EB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9DBF2-0A61-EE8E-DE4F-6863498A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28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2859-38F7-9689-CB7A-05D3B962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97AB3-BA6D-C647-27A2-FE974BD9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070CB-5852-427B-030D-4752F4921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D624F-4B13-FEF5-F230-ADBAF6F4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B4F3B-EBA2-9EB2-1AC6-313A560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A5EE1-2B90-8869-E2C6-AF2E1B6D0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71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589C-3818-7998-DAEB-9D6A48A1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7EDFF-6E7A-C67B-6518-3F6F0A24B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EF78B-3B9F-AE01-E538-91F1D45F5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F1651-9032-F98F-CD9B-F4ABE4B6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905AF-DC0E-3C9A-E047-653B558D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92E87-AF69-54C7-835E-83E67180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44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B63D-4038-549C-4C9E-90A4972A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EFB0A-0004-45B8-238C-634F08DCA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581C9-DB83-04D9-09BB-B49142C1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558F2-C07C-B7AB-74C7-9E75D23B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536E5-362A-BC5D-DD42-284C8DC2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65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0B966-638C-A033-51FD-B943CEE14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BA2E9-2627-352E-3C94-98DEA5C94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46B04-3911-33C9-D0C5-12BE4B72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C94D0-3534-ED50-DD31-6E3C7890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CAE5A-87D5-38FA-3C68-3CB39B60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3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579879-5747-E539-4967-A8358C9D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ABC59-C9B1-779C-E720-16CD58EF0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06589-37FB-FB6E-12C2-43297AF7E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4329A-1D82-4F0E-8EE9-DB1798E6D7BB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C3B2-F26E-DE6C-5F09-64EE6BF7C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387B-2461-EA30-F00F-03694DD3E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751B0-DF4E-4402-AC21-9FE17C0D9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77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xtiva.com/blog/what-is-cloud-telephony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E829-F3CA-6AFE-29C6-59A057317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 connectivity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DD186-482D-742C-63A6-5A09BFB232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144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3F97-3A6C-F85A-420F-7DA38A82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623"/>
            <a:ext cx="10515600" cy="809334"/>
          </a:xfrm>
        </p:spPr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What is Cloud Connectivity?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9B68-94A4-00BB-3EF1-16C7E6F84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02" y="911224"/>
            <a:ext cx="11736198" cy="1731307"/>
          </a:xfrm>
        </p:spPr>
        <p:txBody>
          <a:bodyPr>
            <a:normAutofit fontScale="92500"/>
          </a:bodyPr>
          <a:lstStyle/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Cloud connectivity refers to the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ability to connect to and access resources and services hosted in the cloud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, typically over the internet.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It enables users to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access data, applications, and infrastructure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from various devices and locations.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23C4D0-C527-4D5F-E0B6-42AEEE7D9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756" y="2642531"/>
            <a:ext cx="4541941" cy="4182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5A91C8-04A9-C762-9E82-AAB195EE7A45}"/>
              </a:ext>
            </a:extLst>
          </p:cNvPr>
          <p:cNvSpPr txBox="1"/>
          <p:nvPr/>
        </p:nvSpPr>
        <p:spPr>
          <a:xfrm>
            <a:off x="251670" y="3288484"/>
            <a:ext cx="70970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Examples of cloud connectivity include connecting to </a:t>
            </a:r>
            <a:r>
              <a:rPr lang="en-US" sz="2800" b="1" i="0" dirty="0">
                <a:solidFill>
                  <a:srgbClr val="001D35"/>
                </a:solidFill>
                <a:effectLst/>
                <a:latin typeface="Google Sans"/>
              </a:rPr>
              <a:t>cloud storage services, using cloud-based applications, and accessing virtual machines in the cloud</a:t>
            </a:r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500800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CF89D-5DAD-EC7E-5152-5204E53F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69"/>
            <a:ext cx="10515600" cy="99143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Examples of Cloud Connectivity(p1)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EAE1-C735-0474-A8E1-547E9CE3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96" y="1359017"/>
            <a:ext cx="11375472" cy="2869034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1. Cloud Storage: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Storing files online: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Using services like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Google Drive, Dropbox, or Microsoft OneDrive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to store documents, photos, and other files. </a:t>
            </a:r>
          </a:p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Sharing files: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lang="en-US" i="0" dirty="0">
                <a:solidFill>
                  <a:srgbClr val="001D35"/>
                </a:solidFill>
                <a:effectLst/>
                <a:latin typeface="Google Sans"/>
              </a:rPr>
              <a:t>Sharing files with others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via cloud storage services, allowing them to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access and collaborate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on the same documents. </a:t>
            </a:r>
          </a:p>
          <a:p>
            <a:pPr algn="l" fontAlgn="ctr"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Accessing files from anywhere: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Accessing your files from any device with an internet connection.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78572-5512-82F1-994F-0526FD1E4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3415" y="4129413"/>
            <a:ext cx="9890623" cy="255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56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414DE-0DE8-B30C-5E58-4CC1591E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02F6-1119-77FA-7233-656E68F4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69"/>
            <a:ext cx="10515600" cy="738231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Examples of Cloud Connectivity(p2)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6FFF4-18AB-3F99-7D49-0C921C698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80" y="939568"/>
            <a:ext cx="11820088" cy="2114026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2. Cloud-Based Applications: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Using online office suites: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Utilizing applications like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Google Docs, Microsoft 365, or Zoho Office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to create, edit, and collaborate on documents, spreadsheets, and presentations. </a:t>
            </a:r>
          </a:p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Accessing web applications: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Using web-based applications like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Gmail, Slack, or Salesforce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algn="l"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Streaming media: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Accessing streaming services like </a:t>
            </a: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Netflix or Spotify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82A59-6F57-FE17-328A-4769FD75C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078" y="3253006"/>
            <a:ext cx="10270921" cy="354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0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BFF49-8C96-0A81-DAAF-2431EB83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764E-04AD-5248-3029-EB675471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69"/>
            <a:ext cx="10515600" cy="99143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Examples of Cloud Connectivity(p3)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CE55-B1AD-E334-B1B6-7D1D613D3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96" y="1359017"/>
            <a:ext cx="11375472" cy="1895911"/>
          </a:xfrm>
        </p:spPr>
        <p:txBody>
          <a:bodyPr>
            <a:normAutofit/>
          </a:bodyPr>
          <a:lstStyle/>
          <a:p>
            <a:pPr marL="0" indent="0"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3. Cloud Infrastructure: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Virtual machines: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Accessing and managing virtual machines hosted in the cloud.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1FFC8-1954-6B72-2B9E-D41362CD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275" y="2816933"/>
            <a:ext cx="7779072" cy="386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5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BE99-B45D-8E88-4BC1-03148D873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12E7-3E6A-A888-B12B-63D4C7C2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69"/>
            <a:ext cx="10515600" cy="99143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Examples of Cloud Connectivity(p3)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B848-BC1A-2230-A20B-EB1A7F2CE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96" y="1359017"/>
            <a:ext cx="11375472" cy="5322814"/>
          </a:xfrm>
        </p:spPr>
        <p:txBody>
          <a:bodyPr>
            <a:normAutofit/>
          </a:bodyPr>
          <a:lstStyle/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Databases: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Connecting to and managing databases hosted in the cloud. </a:t>
            </a:r>
          </a:p>
          <a:p>
            <a:pPr algn="l"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Web hosting: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Hosting websites and web applications on cloud platforms.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557E5-DCE2-5520-2853-2955B4698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61" y="4165501"/>
            <a:ext cx="4355809" cy="2652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8B77E7-110E-E115-C3FC-00EDDC8D6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749" y="2439192"/>
            <a:ext cx="6751905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2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2B63-3DDC-45CB-9C9D-F818DC89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89F7-81FC-6618-696B-95A084D0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169"/>
            <a:ext cx="10515600" cy="99143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Examples of Cloud Connectivity(p4)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DCEBD-83D9-D8EF-3C67-CBE8C5BCB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396" y="1359017"/>
            <a:ext cx="11375472" cy="5322814"/>
          </a:xfrm>
        </p:spPr>
        <p:txBody>
          <a:bodyPr>
            <a:normAutofit/>
          </a:bodyPr>
          <a:lstStyle/>
          <a:p>
            <a:pPr marL="0" indent="0" algn="l">
              <a:spcBef>
                <a:spcPts val="750"/>
              </a:spcBef>
              <a:spcAft>
                <a:spcPts val="1500"/>
              </a:spcAft>
              <a:buNone/>
            </a:pPr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4. Other examples:</a:t>
            </a:r>
            <a:endParaRPr lang="en-IN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Cloud VPN:</a:t>
            </a:r>
            <a:r>
              <a:rPr lang="en-IN" b="0" i="0" dirty="0">
                <a:solidFill>
                  <a:srgbClr val="001D35"/>
                </a:solidFill>
                <a:effectLst/>
                <a:latin typeface="Google Sans"/>
              </a:rPr>
              <a:t> Utilizing a cloud VPN to connect to a private network from a remote location. </a:t>
            </a:r>
          </a:p>
          <a:p>
            <a:pPr algn="l" font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Cloud networking appliances:</a:t>
            </a:r>
            <a:r>
              <a:rPr lang="en-IN" b="0" i="0" dirty="0">
                <a:solidFill>
                  <a:srgbClr val="001D35"/>
                </a:solidFill>
                <a:effectLst/>
                <a:latin typeface="Google Sans"/>
              </a:rPr>
              <a:t> Using virtual networking appliances from a networking vendor to handle networking tasks. </a:t>
            </a:r>
          </a:p>
          <a:p>
            <a:pPr algn="l"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Software-defined networking (SDN):</a:t>
            </a:r>
            <a:r>
              <a:rPr lang="en-IN" b="0" i="0" dirty="0">
                <a:solidFill>
                  <a:srgbClr val="001D35"/>
                </a:solidFill>
                <a:effectLst/>
                <a:latin typeface="Google Sans"/>
              </a:rPr>
              <a:t> Using SDN to manage and control network traffic in a cloud environment.</a:t>
            </a:r>
          </a:p>
          <a:p>
            <a:pPr algn="l"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B1029"/>
                </a:solidFill>
                <a:effectLst/>
                <a:latin typeface="Sohne"/>
              </a:rPr>
              <a:t>Every time you call a client using an app like Skype or WhatsApp on your phone, you’re using cloud communications, or more specifically, </a:t>
            </a:r>
            <a:r>
              <a:rPr lang="en-US" b="1" i="0" u="none" strike="noStrike" dirty="0">
                <a:solidFill>
                  <a:srgbClr val="3758F9"/>
                </a:solidFill>
                <a:effectLst/>
                <a:latin typeface="Sohne"/>
                <a:hlinkClick r:id="rId2"/>
              </a:rPr>
              <a:t>cloud telephony</a:t>
            </a:r>
            <a:r>
              <a:rPr lang="en-US" b="0" i="0" dirty="0">
                <a:solidFill>
                  <a:srgbClr val="0B1029"/>
                </a:solidFill>
                <a:effectLst/>
                <a:latin typeface="Sohne"/>
              </a:rPr>
              <a:t>. </a:t>
            </a:r>
            <a:endParaRPr lang="en-IN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90296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886" y="1825625"/>
            <a:ext cx="7090228" cy="4351338"/>
          </a:xfrm>
        </p:spPr>
      </p:pic>
    </p:spTree>
    <p:extLst>
      <p:ext uri="{BB962C8B-B14F-4D97-AF65-F5344CB8AC3E}">
        <p14:creationId xmlns:p14="http://schemas.microsoft.com/office/powerpoint/2010/main" val="17589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133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Sohne</vt:lpstr>
      <vt:lpstr>Office Theme</vt:lpstr>
      <vt:lpstr>Cloud connectivity</vt:lpstr>
      <vt:lpstr>What is Cloud Connectivity?</vt:lpstr>
      <vt:lpstr>Examples of Cloud Connectivity(p1)</vt:lpstr>
      <vt:lpstr>Examples of Cloud Connectivity(p2)</vt:lpstr>
      <vt:lpstr>Examples of Cloud Connectivity(p3)</vt:lpstr>
      <vt:lpstr>Examples of Cloud Connectivity(p3)</vt:lpstr>
      <vt:lpstr>Examples of Cloud Connectivity(p4)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connectivity</dc:title>
  <dc:creator>ash322.ash422@gmail.com</dc:creator>
  <cp:lastModifiedBy>hi</cp:lastModifiedBy>
  <cp:revision>15</cp:revision>
  <dcterms:created xsi:type="dcterms:W3CDTF">2025-03-28T15:15:20Z</dcterms:created>
  <dcterms:modified xsi:type="dcterms:W3CDTF">2025-03-31T04:40:44Z</dcterms:modified>
</cp:coreProperties>
</file>