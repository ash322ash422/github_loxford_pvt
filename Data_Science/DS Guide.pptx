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79" r:id="rId5"/>
    <p:sldId id="258" r:id="rId6"/>
    <p:sldId id="274" r:id="rId7"/>
    <p:sldId id="275" r:id="rId8"/>
    <p:sldId id="276" r:id="rId9"/>
    <p:sldId id="277" r:id="rId10"/>
    <p:sldId id="278" r:id="rId11"/>
    <p:sldId id="259" r:id="rId12"/>
    <p:sldId id="260" r:id="rId13"/>
    <p:sldId id="261" r:id="rId14"/>
    <p:sldId id="262" r:id="rId15"/>
    <p:sldId id="263" r:id="rId16"/>
    <p:sldId id="26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Guide on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Definition, Applications, Tools, and Future 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Science is an interdisciplinary field that uses scientific methods, algorithms, and systems to extract insights from structured and unstructured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8" y="657018"/>
            <a:ext cx="8961219" cy="4989179"/>
          </a:xfrm>
        </p:spPr>
      </p:pic>
    </p:spTree>
    <p:extLst>
      <p:ext uri="{BB962C8B-B14F-4D97-AF65-F5344CB8AC3E}">
        <p14:creationId xmlns:p14="http://schemas.microsoft.com/office/powerpoint/2010/main" val="265454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 in 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 </a:t>
            </a:r>
            <a:r>
              <a:rPr lang="en-US" b="1" dirty="0"/>
              <a:t>large</a:t>
            </a:r>
            <a:r>
              <a:rPr lang="en-US" dirty="0"/>
              <a:t> amounts of data</a:t>
            </a:r>
          </a:p>
          <a:p>
            <a:r>
              <a:rPr lang="en-US" dirty="0"/>
              <a:t>Analyze the data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Interpret the data: a</a:t>
            </a:r>
            <a:r>
              <a:rPr lang="en-US" dirty="0">
                <a:solidFill>
                  <a:srgbClr val="001D35"/>
                </a:solidFill>
              </a:rPr>
              <a:t>nswer</a:t>
            </a:r>
            <a:r>
              <a:rPr lang="en-US" altLang="en-US" dirty="0">
                <a:solidFill>
                  <a:srgbClr val="001D35"/>
                </a:solidFill>
              </a:rPr>
              <a:t> questions like what, when, where, why, how happened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1D35"/>
                </a:solidFill>
              </a:rPr>
              <a:t>Use the results to plan and make decisions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681264"/>
            <a:ext cx="65" cy="3519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761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681264"/>
            <a:ext cx="65" cy="3519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761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42039" y="5551757"/>
            <a:ext cx="664698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350" dirty="0">
                <a:solidFill>
                  <a:srgbClr val="000514"/>
                </a:solidFill>
                <a:latin typeface="inherit"/>
              </a:rPr>
              <a:t>“It is a capital mistake to theorize before one has data.” — Sherlock Holmes</a:t>
            </a:r>
          </a:p>
        </p:txBody>
      </p:sp>
    </p:spTree>
    <p:extLst>
      <p:ext uri="{BB962C8B-B14F-4D97-AF65-F5344CB8AC3E}">
        <p14:creationId xmlns:p14="http://schemas.microsoft.com/office/powerpoint/2010/main" val="316275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5273"/>
          </a:xfrm>
        </p:spPr>
        <p:txBody>
          <a:bodyPr>
            <a:normAutofit fontScale="90000"/>
          </a:bodyPr>
          <a:lstStyle/>
          <a:p>
            <a:r>
              <a:rPr dirty="0"/>
              <a:t>Core Components of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1954"/>
            <a:ext cx="8229600" cy="5672830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/>
              <a:t>Data Collection</a:t>
            </a:r>
            <a:r>
              <a:rPr lang="en-US" sz="2000" dirty="0"/>
              <a:t>: Gathering data from various sources such as databases, APIs, sensors, and web scraping.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Data Cleaning and Preprocessing</a:t>
            </a:r>
            <a:r>
              <a:rPr lang="en-US" sz="2000" dirty="0"/>
              <a:t>: Handling missing values, noise, and inconsistencies to prepare clean data for analysis.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Exploratory Data Analysis (EDA): </a:t>
            </a:r>
            <a:r>
              <a:rPr lang="en-US" sz="2000" dirty="0"/>
              <a:t>Visualizing and summarizing data to discover patterns, trends, and relationships.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Feature Engineering</a:t>
            </a:r>
            <a:r>
              <a:rPr lang="en-US" sz="2000" dirty="0"/>
              <a:t>: Creating new features or selecting important ones to improve analysis or model performance.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Statistical Analysis</a:t>
            </a:r>
            <a:r>
              <a:rPr lang="en-US" sz="2000" dirty="0"/>
              <a:t>: Applying statistical techniques to test hypotheses and infer conclusions from data.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Data Modeling (Optional ML Integration</a:t>
            </a:r>
            <a:r>
              <a:rPr lang="en-US" sz="2000" dirty="0"/>
              <a:t>): Using models for prediction, classification, or clustering when required.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Interpretation and Reporting</a:t>
            </a:r>
            <a:r>
              <a:rPr lang="en-US" sz="2000" dirty="0"/>
              <a:t>: Translating results into actionable insights through reports, dashboards, or presentations.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Deployment and Decision-Making</a:t>
            </a:r>
            <a:r>
              <a:rPr lang="en-US" sz="2000" dirty="0"/>
              <a:t>: Implementing findings in real-world processes or systems to guide decisions.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4546"/>
            <a:ext cx="8229600" cy="749490"/>
          </a:xfrm>
        </p:spPr>
        <p:txBody>
          <a:bodyPr>
            <a:normAutofit fontScale="90000"/>
          </a:bodyPr>
          <a:lstStyle/>
          <a:p>
            <a:r>
              <a:rPr lang="en-US" dirty="0"/>
              <a:t>Analyze the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615" y="649224"/>
            <a:ext cx="3735800" cy="2240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A40E9A-DF23-E077-8342-542DB7E456FF}"/>
              </a:ext>
            </a:extLst>
          </p:cNvPr>
          <p:cNvSpPr txBox="1"/>
          <p:nvPr/>
        </p:nvSpPr>
        <p:spPr>
          <a:xfrm>
            <a:off x="393192" y="3000536"/>
            <a:ext cx="87508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Descriptive analysis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Summarizes data to understand its basic characteristics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Exploratory data analysis (EDA)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Uses visual methods like scatter plots, histograms, and box plots to explore data, spot anomalies, and test hypotheses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Regression analysis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A statistical method that examines the relationship between one or more independent variables and a dependent variable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Factor analysis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A type of regression analysis that groups variables into factors to identify underlying relationships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Cluster analysis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Groups similar data objects into clusters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Cohort analysis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Analyzes data over time for a specific group of related customers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Monte Carlo simulation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A computer-run predictive analysis that models the probability of different outcomes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Time series analysis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Tracks data over time to solidify the relationship between the value of a data point and its occurrence </a:t>
            </a:r>
          </a:p>
          <a:p>
            <a:pPr marL="285750" indent="-28575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1D35"/>
                </a:solidFill>
                <a:latin typeface="Google Sans"/>
              </a:rPr>
              <a:t>Sentiment analysis</a:t>
            </a:r>
            <a:r>
              <a:rPr lang="en-US" altLang="en-US" sz="1600" dirty="0">
                <a:solidFill>
                  <a:srgbClr val="001D35"/>
                </a:solidFill>
                <a:latin typeface="Google Sans"/>
              </a:rPr>
              <a:t>: Assesses the emotional tone of textual data, such as customer reviews or social media posts </a:t>
            </a:r>
          </a:p>
        </p:txBody>
      </p:sp>
    </p:spTree>
    <p:extLst>
      <p:ext uri="{BB962C8B-B14F-4D97-AF65-F5344CB8AC3E}">
        <p14:creationId xmlns:p14="http://schemas.microsoft.com/office/powerpoint/2010/main" val="50708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15" y="1628547"/>
            <a:ext cx="6887099" cy="36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0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44" y="1124017"/>
            <a:ext cx="7141194" cy="2982619"/>
          </a:xfrm>
        </p:spPr>
      </p:pic>
    </p:spTree>
    <p:extLst>
      <p:ext uri="{BB962C8B-B14F-4D97-AF65-F5344CB8AC3E}">
        <p14:creationId xmlns:p14="http://schemas.microsoft.com/office/powerpoint/2010/main" val="294842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772" y="1075304"/>
            <a:ext cx="6199199" cy="3263504"/>
          </a:xfrm>
        </p:spPr>
      </p:pic>
    </p:spTree>
    <p:extLst>
      <p:ext uri="{BB962C8B-B14F-4D97-AF65-F5344CB8AC3E}">
        <p14:creationId xmlns:p14="http://schemas.microsoft.com/office/powerpoint/2010/main" val="186423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09" y="1419834"/>
            <a:ext cx="7649935" cy="4445697"/>
          </a:xfrm>
        </p:spPr>
      </p:pic>
    </p:spTree>
    <p:extLst>
      <p:ext uri="{BB962C8B-B14F-4D97-AF65-F5344CB8AC3E}">
        <p14:creationId xmlns:p14="http://schemas.microsoft.com/office/powerpoint/2010/main" val="1180677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Applications of Data Science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Business and Marketing: Customer segmentation, campaign analysis, market trend forecasting</a:t>
            </a:r>
          </a:p>
          <a:p>
            <a:pPr marL="0" indent="0">
              <a:buNone/>
            </a:pPr>
            <a:r>
              <a:rPr dirty="0"/>
              <a:t>2. Healthcare: Patient data analysis, disease tracking, research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Applications of Data Science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3. Finance: Risk management, loan default prediction, portfolio analysis</a:t>
            </a:r>
          </a:p>
          <a:p>
            <a:pPr marL="0" indent="0">
              <a:buNone/>
            </a:pPr>
            <a:r>
              <a:rPr dirty="0"/>
              <a:t>4. Government: Census analysis, resource allocation, crime trend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Applications of Data Science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5. Manufacturing: Quality control, supply chain optimization</a:t>
            </a:r>
          </a:p>
          <a:p>
            <a:pPr marL="0" indent="0">
              <a:buNone/>
            </a:pPr>
            <a:r>
              <a:rPr dirty="0"/>
              <a:t>6. Education: Performance analysis, curriculum effectiveness, dropout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of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Growing Industry Demand</a:t>
            </a:r>
          </a:p>
          <a:p>
            <a:pPr marL="0" indent="0">
              <a:buNone/>
            </a:pPr>
            <a:r>
              <a:rPr dirty="0"/>
              <a:t>2. Integration with AI/ML</a:t>
            </a:r>
          </a:p>
          <a:p>
            <a:pPr marL="0" indent="0">
              <a:buNone/>
            </a:pPr>
            <a:r>
              <a:rPr dirty="0"/>
              <a:t>3. Real-Time Data Processing</a:t>
            </a:r>
          </a:p>
          <a:p>
            <a:pPr marL="0" indent="0">
              <a:buNone/>
            </a:pPr>
            <a:r>
              <a:rPr dirty="0"/>
              <a:t>4. Personalized Experiences</a:t>
            </a:r>
          </a:p>
          <a:p>
            <a:pPr marL="0" indent="0">
              <a:buNone/>
            </a:pPr>
            <a:r>
              <a:rPr dirty="0"/>
              <a:t>5. Ethical and Responsible Data Use</a:t>
            </a:r>
          </a:p>
          <a:p>
            <a:pPr marL="0" indent="0">
              <a:buNone/>
            </a:pPr>
            <a:r>
              <a:rPr dirty="0"/>
              <a:t>6. Data-Driven Culture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Programming: Python, R, SQL</a:t>
            </a:r>
          </a:p>
          <a:p>
            <a:r>
              <a:rPr dirty="0"/>
              <a:t>Data Handling: pandas, </a:t>
            </a:r>
            <a:r>
              <a:rPr dirty="0" err="1"/>
              <a:t>NumPy</a:t>
            </a:r>
            <a:endParaRPr dirty="0"/>
          </a:p>
          <a:p>
            <a:r>
              <a:rPr dirty="0"/>
              <a:t>Visualization: </a:t>
            </a:r>
            <a:r>
              <a:rPr dirty="0" err="1"/>
              <a:t>Matplotlib</a:t>
            </a:r>
            <a:r>
              <a:rPr dirty="0"/>
              <a:t>, </a:t>
            </a:r>
            <a:r>
              <a:rPr dirty="0" err="1"/>
              <a:t>Seaborn</a:t>
            </a:r>
            <a:r>
              <a:rPr dirty="0"/>
              <a:t>, Power BI, Tableau</a:t>
            </a:r>
          </a:p>
          <a:p>
            <a:r>
              <a:rPr dirty="0"/>
              <a:t>Statistical Analysis: </a:t>
            </a:r>
            <a:r>
              <a:rPr dirty="0" err="1"/>
              <a:t>SciPy</a:t>
            </a:r>
            <a:r>
              <a:rPr dirty="0"/>
              <a:t>, </a:t>
            </a:r>
            <a:r>
              <a:rPr dirty="0" err="1"/>
              <a:t>statsmodels</a:t>
            </a:r>
            <a:endParaRPr dirty="0"/>
          </a:p>
          <a:p>
            <a:r>
              <a:rPr dirty="0"/>
              <a:t>Databases: MySQL, PostgreSQL, MongoDB</a:t>
            </a:r>
          </a:p>
          <a:p>
            <a:r>
              <a:rPr dirty="0"/>
              <a:t>Big Data: Apache Spark, Hadoop</a:t>
            </a:r>
          </a:p>
          <a:p>
            <a:r>
              <a:rPr dirty="0"/>
              <a:t>Notebooks: </a:t>
            </a:r>
            <a:r>
              <a:rPr dirty="0" err="1"/>
              <a:t>Jupyter</a:t>
            </a:r>
            <a:r>
              <a:rPr dirty="0"/>
              <a:t>, </a:t>
            </a:r>
            <a:r>
              <a:rPr dirty="0" err="1"/>
              <a:t>Colab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Path for Beginners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Learn Programming (Python or R)</a:t>
            </a:r>
          </a:p>
          <a:p>
            <a:pPr marL="0" indent="0">
              <a:buNone/>
            </a:pPr>
            <a:r>
              <a:rPr dirty="0"/>
              <a:t>2. Study Basic and Advanced Statistics</a:t>
            </a:r>
          </a:p>
          <a:p>
            <a:pPr marL="0" indent="0">
              <a:buNone/>
            </a:pPr>
            <a:r>
              <a:rPr dirty="0"/>
              <a:t>3. Practice Data Wrangling and Visualization</a:t>
            </a:r>
          </a:p>
          <a:p>
            <a:pPr marL="0" indent="0">
              <a:buNone/>
            </a:pPr>
            <a:r>
              <a:rPr dirty="0"/>
              <a:t>4. Work on Real Datasets</a:t>
            </a:r>
          </a:p>
          <a:p>
            <a:pPr marL="0" indent="0">
              <a:buNone/>
            </a:pPr>
            <a:r>
              <a:rPr dirty="0"/>
              <a:t>5. Build Dashboards</a:t>
            </a:r>
          </a:p>
          <a:p>
            <a:pPr marL="0" indent="0">
              <a:buNone/>
            </a:pPr>
            <a:r>
              <a:rPr dirty="0"/>
              <a:t>6. Learn Cloud/Big Data Basics</a:t>
            </a:r>
          </a:p>
          <a:p>
            <a:pPr marL="0" indent="0">
              <a:buNone/>
            </a:pPr>
            <a:r>
              <a:rPr dirty="0"/>
              <a:t>7. Create a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635</Words>
  <Application>Microsoft Office PowerPoint</Application>
  <PresentationFormat>On-screen Show (4:3)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Google Sans</vt:lpstr>
      <vt:lpstr>inherit</vt:lpstr>
      <vt:lpstr>Office Theme</vt:lpstr>
      <vt:lpstr>Comprehensive Guide on Data Science</vt:lpstr>
      <vt:lpstr>What is Data Science?</vt:lpstr>
      <vt:lpstr>PowerPoint Presentation</vt:lpstr>
      <vt:lpstr>Steps in DS</vt:lpstr>
      <vt:lpstr>Core Components of Data Science</vt:lpstr>
      <vt:lpstr>Analyze the data</vt:lpstr>
      <vt:lpstr>PowerPoint Presentation</vt:lpstr>
      <vt:lpstr>PowerPoint Presentation</vt:lpstr>
      <vt:lpstr>PowerPoint Presentation</vt:lpstr>
      <vt:lpstr>PowerPoint Presentation</vt:lpstr>
      <vt:lpstr>Applications of Data Science - Part 1</vt:lpstr>
      <vt:lpstr>Applications of Data Science - Part 2</vt:lpstr>
      <vt:lpstr>Applications of Data Science - Part 3</vt:lpstr>
      <vt:lpstr>Future Scope of Data Science</vt:lpstr>
      <vt:lpstr>Popular Tools &amp; Technologies</vt:lpstr>
      <vt:lpstr>Learning Path for Beginners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Guide on Data Science</dc:title>
  <dc:subject/>
  <dc:creator/>
  <cp:keywords/>
  <dc:description>generated using python-pptx</dc:description>
  <cp:lastModifiedBy>Ashwani Kumar</cp:lastModifiedBy>
  <cp:revision>9</cp:revision>
  <dcterms:created xsi:type="dcterms:W3CDTF">2013-01-27T09:14:16Z</dcterms:created>
  <dcterms:modified xsi:type="dcterms:W3CDTF">2026-01-15T08:57:10Z</dcterms:modified>
  <cp:category/>
</cp:coreProperties>
</file>