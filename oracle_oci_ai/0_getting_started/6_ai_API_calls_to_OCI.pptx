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76" r:id="rId2"/>
    <p:sldId id="302" r:id="rId3"/>
    <p:sldId id="316" r:id="rId4"/>
    <p:sldId id="315" r:id="rId5"/>
    <p:sldId id="301" r:id="rId6"/>
    <p:sldId id="303" r:id="rId7"/>
    <p:sldId id="304" r:id="rId8"/>
    <p:sldId id="306" r:id="rId9"/>
    <p:sldId id="307" r:id="rId10"/>
    <p:sldId id="308" r:id="rId11"/>
    <p:sldId id="309" r:id="rId12"/>
    <p:sldId id="310" r:id="rId13"/>
    <p:sldId id="311" r:id="rId14"/>
    <p:sldId id="312" r:id="rId15"/>
    <p:sldId id="313" r:id="rId16"/>
    <p:sldId id="31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6/21/2026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8:08:06.595"/>
    </inkml:context>
    <inkml:brush xml:id="br0">
      <inkml:brushProperty name="width" value="0.1" units="cm"/>
      <inkml:brushProperty name="height" value="0.1" units="cm"/>
      <inkml:brushProperty name="color" value="#AB008B"/>
    </inkml:brush>
  </inkml:definitions>
  <inkml:trace contextRef="#ctx0" brushRef="#br0">1858 1 24575,'-1182'0'0,"1128"1"0,1 3 0,-88 18 0,-99 38 0,202-49 0,31-9 0,0 1 0,0 0 0,0 0 0,1 0 0,-1 1 0,1 0 0,0 0 0,0 0 0,0 1 0,1 0 0,0 0 0,-8 10 0,5-5 0,2 0 0,0 1 0,0 0 0,0-1 0,2 2 0,-1-1 0,-3 16 0,4-10 0,1 0 0,0 1 0,1-1 0,1 0 0,1 1 0,0-1 0,2 0 0,0 1 0,0-1 0,2 0 0,5 17 0,-5-22 0,1 0 0,1-1 0,-1 1 0,2-1 0,0 0 0,0-1 0,1 1 0,0-2 0,0 1 0,2-1 0,-1 0 0,1-1 0,0 0 0,0-1 0,1 0 0,0 0 0,1-1 0,13 5 0,84 33 0,123 30 0,-144-47 0,-31-14 0,0-2 0,1-2 0,91 1 0,-92-6 0,742 5 0,-475-11 0,1722 2 0,-2036 0 0,1-1 0,-1 0 0,0 0 0,1-1 0,-1 0 0,0-1 0,0 0 0,-1 0 0,1-1 0,-1-1 0,0 0 0,0 0 0,0 0 0,13-11 0,-9 3 0,-1 0 0,0 0 0,-1-1 0,0 0 0,-1-1 0,-1 0 0,13-27 0,-6 8 0,-5 14 0,-1-1 0,-1 1 0,-1-2 0,6-24 0,-13 39 0,0 0 0,0 0 0,0-1 0,-1 1 0,0 0 0,-1-1 0,1 1 0,-2 0 0,1 0 0,-1 0 0,0 0 0,0 0 0,-1 0 0,0 0 0,0 1 0,0-1 0,-6-6 0,6 8 0,-29-42 0,-48-54 0,69 89 0,-1 0 0,0 1 0,0 0 0,-1 1 0,-1 0 0,0 1 0,0 1 0,0 0 0,-21-8 0,-21 0 0,-1 1 0,0 3 0,-1 3 0,-67-3 0,-238 10 0,249 4 0,86-1 0,-118 0 0,-168 24 0,152-9 0,-249-6 0,333-10 0,23 2 0,1 3 0,-56 13 0,-66 6 0,104-22-1365,44-1-5461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8:08:08.120"/>
    </inkml:context>
    <inkml:brush xml:id="br0">
      <inkml:brushProperty name="width" value="0.1" units="cm"/>
      <inkml:brushProperty name="height" value="0.1" units="cm"/>
      <inkml:brushProperty name="color" value="#AB008B"/>
    </inkml:brush>
  </inkml:definitions>
  <inkml:trace contextRef="#ctx0" brushRef="#br0">19 202 24575,'-1'0'0,"0"1"0,0-1 0,1 0 0,-1 1 0,0-1 0,0 0 0,0 1 0,0 0 0,0-1 0,0 1 0,1-1 0,-1 1 0,0 0 0,1-1 0,-1 1 0,0 0 0,1 0 0,-1 0 0,1 0 0,-1-1 0,1 1 0,-1 0 0,1 0 0,0 0 0,-1 0 0,1 0 0,0 0 0,0 0 0,0 0 0,0 0 0,0 2 0,0 32 0,1-22 0,1 0 0,1 0 0,0 0 0,1-1 0,0 1 0,1-1 0,1 0 0,0-1 0,14 23 0,-18-33 0,0 1 0,-1 0 0,1-1 0,0 1 0,0-1 0,1 1 0,-1-1 0,0 0 0,0 0 0,1 0 0,-1 0 0,0-1 0,1 1 0,-1-1 0,1 1 0,-1-1 0,0 0 0,1 0 0,-1 0 0,1 0 0,-1 0 0,1-1 0,-1 1 0,1-1 0,-1 1 0,0-1 0,1 0 0,-1 0 0,0 0 0,0 0 0,3-2 0,11-6 0,-2 0 0,1-1 0,17-16 0,-24 20 0,277-251-366,-232 206-633,-3 4-5827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8:10:08.677"/>
    </inkml:context>
    <inkml:brush xml:id="br0">
      <inkml:brushProperty name="width" value="0.1" units="cm"/>
      <inkml:brushProperty name="height" value="0.1" units="cm"/>
      <inkml:brushProperty name="color" value="#AB008B"/>
    </inkml:brush>
  </inkml:definitions>
  <inkml:trace contextRef="#ctx0" brushRef="#br0">0 1 24575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21T18:10:13.573"/>
    </inkml:context>
    <inkml:brush xml:id="br0">
      <inkml:brushProperty name="width" value="0.1" units="cm"/>
      <inkml:brushProperty name="height" value="0.1" units="cm"/>
      <inkml:brushProperty name="color" value="#AB008B"/>
    </inkml:brush>
  </inkml:definitions>
  <inkml:trace contextRef="#ctx0" brushRef="#br0">1 1 24575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0.822"/>
    </inkml:context>
    <inkml:brush xml:id="br0">
      <inkml:brushProperty name="width" value="0.2" units="cm"/>
      <inkml:brushProperty name="height" value="0.2" units="cm"/>
      <inkml:brushProperty name="color" value="#F6630D"/>
    </inkml:brush>
  </inkml:definitions>
  <inkml:trace contextRef="#ctx0" brushRef="#br0">6 254 5088 0 0,'0'0'-174'0'0,"-6"-36"813"0"0,6 27 216 0 0,0 0 97 0 0,2 13-784 0 0,13 27-242 0 0,6 6 93 0 0,21 52 1 0 0,-18-36-8 0 0,-16-35 28 0 0,-7-14-21 0 0,0-1 0 0 0,0 1 0 0 0,1 0 0 0 0,-1-1 0 0 0,1 1 0 0 0,0-1 0 0 0,0 0 0 0 0,1 0 0 0 0,-1 0-1 0 0,1 0 1 0 0,-1 0 0 0 0,5 3 0 0 0,-5-5-5 0 0,1-3-2 0 0,211-191 68 0 0,-28 22-76 0 0,-149 138 10 0 0,-21 18-57 0 0,0 1 1 0 0,26-16 0 0 0,-41 29 35 0 0,19-18-595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1.420"/>
    </inkml:context>
    <inkml:brush xml:id="br0">
      <inkml:brushProperty name="width" value="0.2" units="cm"/>
      <inkml:brushProperty name="height" value="0.2" units="cm"/>
      <inkml:brushProperty name="color" value="#F6630D"/>
    </inkml:brush>
  </inkml:definitions>
  <inkml:trace contextRef="#ctx0" brushRef="#br0">11 75 4804 0 0,'-6'-55'683'0'0,"6"53"-471"0"0,-3-16 832 0 0,2 35-1040 0 0,0-1-1 0 0,2 1 0 0 0,0-1 1 0 0,1 0-1 0 0,0 1 1 0 0,9 28-1 0 0,2 17 38 0 0,-9-37-49 0 0,1 4-51 0 0,2 48-1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2.419"/>
    </inkml:context>
    <inkml:brush xml:id="br0">
      <inkml:brushProperty name="width" value="0.2" units="cm"/>
      <inkml:brushProperty name="height" value="0.2" units="cm"/>
      <inkml:brushProperty name="color" value="#F6630D"/>
    </inkml:brush>
  </inkml:definitions>
  <inkml:trace contextRef="#ctx0" brushRef="#br0">604 63 4592 0 0,'-2'-4'2'0'0,"1"0"0"0"0,0 1 0 0 0,-1-1 0 0 0,0 1 0 0 0,0 0 0 0 0,0-1 0 0 0,0 1 0 0 0,-1 0 0 0 0,1 0 0 0 0,-1 0 0 0 0,0 1 0 0 0,0-1 0 0 0,0 1 0 0 0,0-1 0 0 0,0 1 0 0 0,0 0 0 0 0,-1 0 0 0 0,1 1 0 0 0,-1-1-1 0 0,1 1 1 0 0,-1-1 0 0 0,0 1 0 0 0,0 0 0 0 0,1 1 0 0 0,-1-1 0 0 0,0 0 0 0 0,0 1 0 0 0,0 0 0 0 0,0 0 0 0 0,-7 1 0 0 0,-5 1 23 0 0,1 0 0 0 0,-1 0 0 0 0,1 2 0 0 0,0 0 0 0 0,0 0 0 0 0,-21 11 0 0 0,16-6-22 0 0,1 2-1 0 0,0 0 1 0 0,1 1 0 0 0,0 1 0 0 0,-29 28-1 0 0,9-2 10 0 0,-38 51-1 0 0,60-67-11 0 0,1-1 0 0 0,0 2 0 0 0,2 0 0 0 0,1 1 0 0 0,1 0 0 0 0,1 1 0 0 0,2 0 0 0 0,-10 43 0 0 0,17-60 8 0 0,0 0 0 0 0,1 0 0 0 0,0 0 0 0 0,0 0 0 0 0,1 0 0 0 0,0 0 0 0 0,0 0 0 0 0,1-1 0 0 0,1 1 0 0 0,-1 0 0 0 0,1-1 0 0 0,7 13 0 0 0,-3-8-1 0 0,1 0 0 0 0,1 0 0 0 0,0-1 0 0 0,0-1 0 0 0,1 1 0 0 0,22 18 0 0 0,-4-9 1 0 0,1 0 1 0 0,1-2 0 0 0,0-1 0 0 0,1-2 0 0 0,55 21-1 0 0,-62-28 20 0 0,0-1-1 0 0,1-1 0 0 0,-1-1 0 0 0,2-2 0 0 0,-1 0 1 0 0,0-2-1 0 0,1 0 0 0 0,-1-2 0 0 0,1-1 0 0 0,34-6 1 0 0,-40 3 58 0 0,0-1-1 0 0,0-1 1 0 0,0 0 0 0 0,-1-2 0 0 0,0 0 0 0 0,0-2 0 0 0,-1 0 0 0 0,-1 0 0 0 0,1-2 0 0 0,-2 0 0 0 0,0-1 0 0 0,0-1 0 0 0,17-19 0 0 0,-19 17-5 0 0,-1-1 1 0 0,-1 0-1 0 0,-1-1 1 0 0,0 0-1 0 0,-1-1 1 0 0,-1 0-1 0 0,0 0 1 0 0,-2-1-1 0 0,0 0 1 0 0,-2-1-1 0 0,0 1 1 0 0,3-35 0 0 0,-6 40-37 0 0,-2 1 0 0 0,0 0 0 0 0,0-1 0 0 0,-1 1 0 0 0,-1 0 1 0 0,0-1-1 0 0,-1 1 0 0 0,-1 1 0 0 0,0-1 0 0 0,-1 0 1 0 0,0 1-1 0 0,-1 0 0 0 0,-1 0 0 0 0,0 1 0 0 0,-1-1 0 0 0,0 2 1 0 0,0-1-1 0 0,-2 1 0 0 0,-15-15 0 0 0,1 6-21 0 0,-1 1 0 0 0,-1 1-1 0 0,-1 1 1 0 0,0 2 0 0 0,-1 1-1 0 0,-35-13 1 0 0,17 10-27 0 0,0 3-1 0 0,-1 1 1 0 0,-63-7 0 0 0,92 18-63 0 0,1 0 1 0 0,-1 2-1 0 0,1 0 1 0 0,-1 1-1 0 0,-30 5 1 0 0,40-4-647 0 0,1 0 1 0 0,0 0-1 0 0,0 1 0 0 0,-1 0 0 0 0,-7 5 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4.264"/>
    </inkml:context>
    <inkml:brush xml:id="br0">
      <inkml:brushProperty name="width" value="0.2" units="cm"/>
      <inkml:brushProperty name="height" value="0.2" units="cm"/>
      <inkml:brushProperty name="color" value="#F6630D"/>
    </inkml:brush>
  </inkml:definitions>
  <inkml:trace contextRef="#ctx0" brushRef="#br0">45 386 5601 0 0,'-7'-13'59'0'0,"-1"0"0"0"0,-9-27 0 0 0,16 39 4 0 0,-10-19 6 0 0,104 199-126 0 0,-92-177 80 0 0,-1-2-16 0 0,0 0 1 0 0,0 1-1 0 0,0-1 0 0 0,0 0 1 0 0,0 1-1 0 0,0-1 0 0 0,0 0 1 0 0,0 1-1 0 0,0-1 0 0 0,0 0 1 0 0,0 1-1 0 0,0-1 0 0 0,0 0 1 0 0,1 0-1 0 0,-1 1 0 0 0,0-1 1 0 0,0 0-1 0 0,0 1 0 0 0,1-1 1 0 0,-1 0-1 0 0,0 0 0 0 0,0 0 1 0 0,1 1-1 0 0,-1-1 0 0 0,0 0 1 0 0,0 0-1 0 0,1 0 0 0 0,-1 1 1 0 0,0-1-1 0 0,1 0 0 0 0,-1 0 1 0 0,0 0-1 0 0,1 0 0 0 0,-1 0 1 0 0,0 0-1 0 0,1 0 0 0 0,-1 0 1 0 0,0 0-1 0 0,1 0 0 0 0,-1 0 1 0 0,0 0-1 0 0,1 0 0 0 0,-1 0 1 0 0,0 0-1 0 0,1 0 0 0 0,-1 0 1 0 0,17-8 30 0 0,-1-1 1 0 0,-1 0-1 0 0,1-1 1 0 0,-2 0-1 0 0,15-14 1 0 0,72-71 41 0 0,-42 37-35 0 0,3 0-27 0 0,2 2-1 0 0,82-53 1 0 0,-137 103-73 0 0,0 0 1 0 0,-1 0-1 0 0,16-16 1 0 0,-23 21-2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5.017"/>
    </inkml:context>
    <inkml:brush xml:id="br0">
      <inkml:brushProperty name="width" value="0.2" units="cm"/>
      <inkml:brushProperty name="height" value="0.2" units="cm"/>
      <inkml:brushProperty name="color" value="#F6630D"/>
    </inkml:brush>
  </inkml:definitions>
  <inkml:trace contextRef="#ctx0" brushRef="#br0">53 106 3900 0 0,'-38'-5'344'0'0,"34"5"-236"0"0,4-1-84 0 0,-1 1 1 0 0,0-1-1 0 0,0 1 1 0 0,1-1-1 0 0,-1 1 1 0 0,0-1-1 0 0,1 1 1 0 0,-1-1-1 0 0,1 0 1 0 0,-1 0-1 0 0,1 1 1 0 0,-1-1 0 0 0,1 0-1 0 0,-1 0 1 0 0,1 1-1 0 0,0-1 1 0 0,-1 0-1 0 0,1 0 1 0 0,0 0-1 0 0,0 0 1 0 0,0 1-1 0 0,-1-3 1 0 0,11-6-15 0 0,0 1-1 0 0,1 1 1 0 0,-1-1 0 0 0,1 2-1 0 0,1-1 1 0 0,-1 1 0 0 0,1 1 0 0 0,0 0-1 0 0,0 1 1 0 0,19-4 0 0 0,-20 5-22 0 0,0 1 0 0 0,1 0-1 0 0,-1 1 1 0 0,0 0 0 0 0,1 0 0 0 0,-1 1 0 0 0,1 1-1 0 0,-1 0 1 0 0,1 1 0 0 0,-1 0 0 0 0,0 0 0 0 0,16 7-1 0 0,-25-8 12 0 0,0 0 0 0 0,1 0 0 0 0,-1 0 0 0 0,0 1-1 0 0,0-1 1 0 0,0 0 0 0 0,0 1 0 0 0,0 0 0 0 0,0-1-1 0 0,-1 1 1 0 0,1 0 0 0 0,-1 0 0 0 0,1 0-1 0 0,-1 0 1 0 0,1 1 0 0 0,-1-1 0 0 0,0 0 0 0 0,0 0-1 0 0,0 1 1 0 0,-1-1 0 0 0,2 4 0 0 0,-2-2 2 0 0,1 1-1 0 0,-1 0 1 0 0,0 0 0 0 0,-1 0 0 0 0,1 0 0 0 0,-1-1 0 0 0,0 1 0 0 0,0 0 0 0 0,-1-1-1 0 0,-2 8 1 0 0,-2 1 2 0 0,0 0 0 0 0,-1-1 0 0 0,-1 1 0 0 0,0-1 0 0 0,-1-1 0 0 0,-16 18 0 0 0,-27 17 49 0 0,-18 19 10 0 0,54-41-51 0 0,15-24-10 0 0,1 1 0 0 0,0-1 1 0 0,0 0-1 0 0,0 1 0 0 0,0-1 0 0 0,-1 0 1 0 0,1 1-1 0 0,0-1 0 0 0,0 0 1 0 0,0 1-1 0 0,0-1 0 0 0,0 1 0 0 0,0-1 1 0 0,0 0-1 0 0,0 1 0 0 0,0-1 1 0 0,0 1-1 0 0,0-1 0 0 0,1 0 0 0 0,-1 1 1 0 0,0-1-1 0 0,0 0 0 0 0,0 1 0 0 0,0-1 1 0 0,1 0-1 0 0,-1 1 0 0 0,0-1 1 0 0,0 0-1 0 0,0 0 0 0 0,1 1 0 0 0,-1-1 1 0 0,3 1 7 0 0,0 0-1 0 0,0 0 1 0 0,1-1 0 0 0,-1 1 0 0 0,0-1 0 0 0,0 0 0 0 0,0 0-1 0 0,0 0 1 0 0,6-2 0 0 0,4 1-1 0 0,188-21 112 0 0,-30 3-54 0 0,-114 9 2 0 0,-55 10-153 0 0,-11-17-3358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6.080"/>
    </inkml:context>
    <inkml:brush xml:id="br0">
      <inkml:brushProperty name="width" value="0.2" units="cm"/>
      <inkml:brushProperty name="height" value="0.2" units="cm"/>
      <inkml:brushProperty name="color" value="#F6630D"/>
    </inkml:brush>
  </inkml:definitions>
  <inkml:trace contextRef="#ctx0" brushRef="#br0">640 74 3492 0 0,'-1'-4'2'0'0,"0"1"-1"0"0,0-1 0 0 0,0 1 1 0 0,0-1-1 0 0,-1 1 0 0 0,1 0 0 0 0,-1-1 1 0 0,0 1-1 0 0,0 0 0 0 0,0 0 1 0 0,0 0-1 0 0,-1 1 0 0 0,1-1 1 0 0,-1 0-1 0 0,0 1 0 0 0,0 0 0 0 0,0 0 1 0 0,0-1-1 0 0,-4-1 0 0 0,1 2 26 0 0,0 0 1 0 0,0 0-1 0 0,-1 0 0 0 0,1 0 0 0 0,-1 1 0 0 0,1 0 0 0 0,-1 1 0 0 0,1-1 0 0 0,-1 1 0 0 0,-7 1 0 0 0,-7 2 37 0 0,1 0 0 0 0,0 2 0 0 0,-1 0-1 0 0,1 1 1 0 0,-37 18 0 0 0,31-11-55 0 0,1 2 1 0 0,0 0-1 0 0,1 1 1 0 0,1 2-1 0 0,0 1 1 0 0,1 0-1 0 0,2 2 0 0 0,0 0 1 0 0,1 1-1 0 0,1 1 1 0 0,1 1-1 0 0,1 0 0 0 0,1 1 1 0 0,1 1-1 0 0,2 1 1 0 0,-15 42-1 0 0,24-58-6 0 0,0 1 1 0 0,1-1-1 0 0,1 1 0 0 0,-1 0 0 0 0,2-1 1 0 0,0 1-1 0 0,0 0 0 0 0,1 0 1 0 0,1-1-1 0 0,0 1 0 0 0,0-1 0 0 0,5 13 1 0 0,-1-8 7 0 0,1 0 0 0 0,0 0 0 0 0,1-1 0 0 0,1 0 0 0 0,1-1 0 0 0,0 0 0 0 0,20 22 0 0 0,-11-17 3 0 0,0 0-1 0 0,2-2 1 0 0,0 0 0 0 0,1-1-1 0 0,1-1 1 0 0,1-1-1 0 0,-1-2 1 0 0,2 0 0 0 0,0-1-1 0 0,36 9 1 0 0,-5-5 50 0 0,113 15 0 0 0,-147-28 34 0 0,0-1 0 0 0,1-1 0 0 0,-1-1 0 0 0,0-1 0 0 0,0-1 0 0 0,0-1 0 0 0,0-1 1 0 0,26-10-1 0 0,-6-1 151 0 0,0-2 1 0 0,-2-1-1 0 0,56-36 1 0 0,-84 47-168 0 0,0 0-1 0 0,-1-1 1 0 0,1 0-1 0 0,-2 0 1 0 0,1-2-1 0 0,-2 1 1 0 0,1-1-1 0 0,-1 0 1 0 0,-1-1-1 0 0,0 0 1 0 0,-1-1-1 0 0,0 1 1 0 0,-1-1 0 0 0,9-26-1 0 0,-13 27-45 0 0,-1 0 1 0 0,0-1-1 0 0,0 0 0 0 0,-2 1 0 0 0,1-1 1 0 0,-2 1-1 0 0,0-1 0 0 0,0 1 0 0 0,-1 0 1 0 0,0 0-1 0 0,-1 0 0 0 0,-1 0 0 0 0,0 1 1 0 0,0-1-1 0 0,-1 1 0 0 0,-8-11 1 0 0,-6-8 36 0 0,-2 2 0 0 0,0 0 0 0 0,-2 1 0 0 0,-39-33 0 0 0,48 46-58 0 0,-1 2 0 0 0,-1-1 0 0 0,0 2 0 0 0,-1 1 0 0 0,0 0 0 0 0,0 1 0 0 0,-1 1 0 0 0,-1 0 1 0 0,1 2-1 0 0,-1 0 0 0 0,0 2 0 0 0,0 0 0 0 0,0 1 0 0 0,-1 1 0 0 0,-32 0 0 0 0,10 1-474 0 0,-1 2-1 0 0,0 1 1 0 0,1 3 0 0 0,-81 18 0 0 0,105-14-2577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7.489"/>
    </inkml:context>
    <inkml:brush xml:id="br0">
      <inkml:brushProperty name="width" value="0.2" units="cm"/>
      <inkml:brushProperty name="height" value="0.2" units="cm"/>
      <inkml:brushProperty name="color" value="#F6630D"/>
    </inkml:brush>
  </inkml:definitions>
  <inkml:trace contextRef="#ctx0" brushRef="#br0">413 28 4904 0 0,'0'0'-224'0'0,"2"-1"-12"0"0,-2 1 267 0 0,0 0 0 0 0,0 0 1 0 0,0-1-1 0 0,1 1 0 0 0,-1 0 0 0 0,0 0 1 0 0,0 0-1 0 0,0-1 0 0 0,0 1 0 0 0,1 0 1 0 0,-1 0-1 0 0,0-1 0 0 0,0 1 0 0 0,0 0 1 0 0,0 0-1 0 0,0-1 0 0 0,0 1 1 0 0,0 0-1 0 0,0 0 0 0 0,0-1 0 0 0,0 1 1 0 0,0 0-1 0 0,0-1 0 0 0,0 1 0 0 0,0 0 1 0 0,0 0-1 0 0,0-1 0 0 0,0 1 0 0 0,0 0 1 0 0,0 0-1 0 0,0-1 0 0 0,-1 1 0 0 0,1 0 1 0 0,0-1-1 0 0,-7-2 12 0 0,-1 0 0 0 0,0 0 0 0 0,0 1 0 0 0,0 0 0 0 0,-10-2 0 0 0,15 4-30 0 0,-26 1 15 0 0,10 4-38 0 0,-1 2-1 0 0,1 0 0 0 0,1 2 1 0 0,-1 0-1 0 0,2 1 0 0 0,-1 0 1 0 0,1 2-1 0 0,1 0 1 0 0,0 1-1 0 0,0 0 0 0 0,2 1 1 0 0,0 1-1 0 0,-17 23 1 0 0,21-26 0 0 0,0 0 0 0 0,1 0 0 0 0,1 1 0 0 0,0 0 0 0 0,1 1 0 0 0,-7 16 0 0 0,13-27 11 0 0,0 0-1 0 0,0 0 0 0 0,0 0 0 0 0,0 0 0 0 0,1 1 0 0 0,-1-1 0 0 0,1 0 0 0 0,0 0 0 0 0,0 1 0 0 0,0-1 0 0 0,0 0 0 0 0,1 1 0 0 0,-1-1 0 0 0,1 0 0 0 0,0 0 1 0 0,0 0-1 0 0,0 0 0 0 0,0 1 0 0 0,0-1 0 0 0,1-1 0 0 0,-1 1 0 0 0,1 0 0 0 0,0 0 0 0 0,0-1 0 0 0,0 1 0 0 0,0-1 0 0 0,1 1 0 0 0,-1-1 0 0 0,1 0 0 0 0,-1 0 1 0 0,1 0-1 0 0,0 0 0 0 0,-1 0 0 0 0,1-1 0 0 0,5 2 0 0 0,13 6 14 0 0,1-1 1 0 0,0-1-1 0 0,0-1 1 0 0,1-1-1 0 0,0-1 1 0 0,28 2-1 0 0,145-3 55 0 0,-124-4-40 0 0,122 1 173 0 0,-192 0-186 0 0,6 0-4 0 0,-6 0-96 0 0,0 1-1 0 0,0-1 1 0 0,1 0 0 0 0,-1 0 0 0 0,0 0 0 0 0,1-1 0 0 0,-1 1 0 0 0,0-1 0 0 0,0 1-1 0 0,1-1 1 0 0,1 0 0 0 0,9-15-3101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8.124"/>
    </inkml:context>
    <inkml:brush xml:id="br0">
      <inkml:brushProperty name="width" value="0.2" units="cm"/>
      <inkml:brushProperty name="height" value="0.2" units="cm"/>
      <inkml:brushProperty name="color" value="#F6630D"/>
    </inkml:brush>
  </inkml:definitions>
  <inkml:trace contextRef="#ctx0" brushRef="#br0">9 110 3748 0 0,'1'-9'219'0'0,"0"0"0"0"0,-1 0 0 0 0,0 0-1 0 0,-1 0 1 0 0,0 0 0 0 0,-1 0 0 0 0,-3-15 0 0 0,4 22-33 0 0,1-11 385 0 0,0 6-364 0 0,2 9-68 0 0,26 145-164 0 0,12 48 3 0 0,73 207 90 0 0,-93-327 74 0 0,-20-73-461 0 0,19-24-4271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8.421"/>
    </inkml:context>
    <inkml:brush xml:id="br0">
      <inkml:brushProperty name="width" value="0.2" units="cm"/>
      <inkml:brushProperty name="height" value="0.2" units="cm"/>
      <inkml:brushProperty name="color" value="#F6630D"/>
    </inkml:brush>
  </inkml:definitions>
  <inkml:trace contextRef="#ctx0" brushRef="#br0">0 40 4600 0 0,'10'-39'1085'0'0,"-9"38"-1010"0"0,1 5-64 0 0,75 209 140 0 0,-73-202-307 0 0,-2-6-252 0 0,0 1 0 0 0,0-1 0 0 0,-1 1 0 0 0,1 0 0 0 0,-2-1 0 0 0,2 7 0 0 0,-2-6-646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8.625"/>
    </inkml:context>
    <inkml:brush xml:id="br0">
      <inkml:brushProperty name="width" value="0.2" units="cm"/>
      <inkml:brushProperty name="height" value="0.2" units="cm"/>
      <inkml:brushProperty name="color" value="#F6630D"/>
    </inkml:brush>
  </inkml:definitions>
  <inkml:trace contextRef="#ctx0" brushRef="#br0">36 97 4204 0 0,'-6'-18'28'0'0,"4"6"20"0"0,-4 5 56 0 0,1-3 52 0 0,2 2 212 0 0,0-4 8 0 0,0 2-95 0 0,-2 3-217 0 0,2-6-629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0:59.050"/>
    </inkml:context>
    <inkml:brush xml:id="br0">
      <inkml:brushProperty name="width" value="0.2" units="cm"/>
      <inkml:brushProperty name="height" value="0.2" units="cm"/>
      <inkml:brushProperty name="color" value="#F6630D"/>
    </inkml:brush>
  </inkml:definitions>
  <inkml:trace contextRef="#ctx0" brushRef="#br0">227 2 3492 0 0,'0'0'52'0'0,"-3"-1"94"0"0,0 1-1 0 0,0 0 1 0 0,0-1-1 0 0,0 1 1 0 0,0 1-1 0 0,0-1 1 0 0,0 0-1 0 0,0 1 1 0 0,1-1-1 0 0,-5 2 0 0 0,-3 2-119 0 0,0 0 0 0 0,1 0 0 0 0,0 1 0 0 0,-1 1 0 0 0,2-1 0 0 0,-1 1 0 0 0,-15 14 0 0 0,-45 54 23 0 0,62-66-52 0 0,4-6 5 0 0,1 1-1 0 0,0 0 1 0 0,0 0 0 0 0,-1-1 0 0 0,2 2-1 0 0,-1-1 1 0 0,0 0 0 0 0,1 0 0 0 0,-1 0-1 0 0,1 1 1 0 0,0-1 0 0 0,0 1 0 0 0,0-1-1 0 0,1 1 1 0 0,-1-1 0 0 0,1 1 0 0 0,0 0-1 0 0,0-1 1 0 0,0 1 0 0 0,0-1 0 0 0,1 1-1 0 0,0 4 1 0 0,1-4 1 0 0,0 0 0 0 0,0 0 0 0 0,1 0 0 0 0,-1-1 0 0 0,1 1-1 0 0,-1-1 1 0 0,1 1 0 0 0,0-1 0 0 0,0 0 0 0 0,1 0 0 0 0,-1-1 0 0 0,1 1 0 0 0,-1-1 0 0 0,1 1 0 0 0,0-1-1 0 0,0 0 1 0 0,0-1 0 0 0,6 3 0 0 0,16 5-51 0 0,1-2 0 0 0,0 0 0 0 0,0-2 0 0 0,0-1 0 0 0,1-1 0 0 0,-1-2 0 0 0,1 0 0 0 0,0-2 0 0 0,34-5-1 0 0,-24-6-1943 0 0,-21 7 828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00.074"/>
    </inkml:context>
    <inkml:brush xml:id="br0">
      <inkml:brushProperty name="width" value="0.2" units="cm"/>
      <inkml:brushProperty name="height" value="0.2" units="cm"/>
      <inkml:brushProperty name="color" value="#F6630D"/>
    </inkml:brush>
  </inkml:definitions>
  <inkml:trace contextRef="#ctx0" brushRef="#br0">54 690 4356 0 0,'-17'-3'249'0'0,"15"3"-219"0"0,1 0 1 0 0,-1 0-1 0 0,0 0 0 0 0,0 0 0 0 0,0 0 0 0 0,1-1 0 0 0,-1 1 0 0 0,0-1 0 0 0,0 1 0 0 0,1-1 0 0 0,-1 0 0 0 0,1 0 0 0 0,-1 1 1 0 0,0-1-1 0 0,1 0 0 0 0,0 0 0 0 0,-1-1 0 0 0,1 1 0 0 0,0 0 0 0 0,-1 0 0 0 0,-1-3 0 0 0,41-23 78 0 0,-30 23-87 0 0,1-1-1 0 0,-1-1 1 0 0,-1 1 0 0 0,1-1-1 0 0,-1-1 1 0 0,0 1-1 0 0,-1-1 1 0 0,1-1 0 0 0,-2 1-1 0 0,1-1 1 0 0,9-16 0 0 0,-9 10-15 0 0,-1 1 0 0 0,0-1 0 0 0,0 0 0 0 0,-2 0 1 0 0,0 0-1 0 0,0 0 0 0 0,0-17 0 0 0,-2-18 100 0 0,-3 1-1 0 0,-1 0 0 0 0,-17-80 0 0 0,17 114-37 0 0,-25-120 884 0 0,26 147-958 0 0,0 0-1 0 0,1 1 1 0 0,1 18-1 0 0,14 67 11 0 0,4 0 1 0 0,4-2-1 0 0,53 141 0 0 0,-47-160 5 0 0,18 39 93 0 0,-45-116-87 0 0,0 0 1 0 0,0 1 0 0 0,-1-1 0 0 0,1 0 0 0 0,-1 0-1 0 0,1 1 1 0 0,-1-1 0 0 0,1 0 0 0 0,-1 1 0 0 0,0-1-1 0 0,1 0 1 0 0,-1 1 0 0 0,0-1 0 0 0,0 1-1 0 0,0-1 1 0 0,0 0 0 0 0,0 1 0 0 0,-1-1 0 0 0,1 2-1 0 0,-1-3-3 0 0,1 1 0 0 0,-1-1 0 0 0,0 0 0 0 0,1 1-1 0 0,-1-1 1 0 0,0 0 0 0 0,1 0 0 0 0,-1 0 0 0 0,0 0-1 0 0,1 1 1 0 0,-1-1 0 0 0,0 0 0 0 0,1 0 0 0 0,-1 0-1 0 0,0 0 1 0 0,0-1 0 0 0,1 1 0 0 0,-1 0 0 0 0,0 0-1 0 0,1 0 1 0 0,-1-1 0 0 0,0 1 0 0 0,1 0 0 0 0,-1 0-1 0 0,0-1 1 0 0,-7-3 30 0 0,1 0-1 0 0,-1-1 0 0 0,1 0 1 0 0,0 0-1 0 0,-7-7 0 0 0,6 4-55 0 0,1 0 0 0 0,1 0 0 0 0,0-1 0 0 0,0 0 0 0 0,0 0 0 0 0,1 0 0 0 0,1 0 0 0 0,-1-1-1 0 0,2 0 1 0 0,-1 0 0 0 0,1 0 0 0 0,1 0 0 0 0,0-1 0 0 0,0 1 0 0 0,1-1 0 0 0,0 1 0 0 0,1-1-1 0 0,0 1 1 0 0,1-1 0 0 0,0 1 0 0 0,1-1 0 0 0,3-11 0 0 0,-3 12-34 0 0,1 1 0 0 0,1-1 1 0 0,0 1-1 0 0,0 0 0 0 0,0 0 0 0 0,2 1 1 0 0,-1-1-1 0 0,1 1 0 0 0,0 0 0 0 0,0 0 1 0 0,1 1-1 0 0,0 0 0 0 0,0 0 0 0 0,1 1 0 0 0,0 0 1 0 0,0 0-1 0 0,1 1 0 0 0,-1 0 0 0 0,1 0 1 0 0,0 1-1 0 0,1 0 0 0 0,-1 0 0 0 0,13-2 1 0 0,-5 3-18 0 0,0 0 1 0 0,0 1-1 0 0,0 1 1 0 0,1 0-1 0 0,-1 1 1 0 0,29 5-1 0 0,-38-4 41 0 0,0 0-1 0 0,0 1 0 0 0,0 0 1 0 0,0 1-1 0 0,0 0 0 0 0,-1 0 1 0 0,1 1-1 0 0,-1 0 0 0 0,0 0 1 0 0,0 1-1 0 0,0-1 0 0 0,0 2 1 0 0,-1-1-1 0 0,0 1 0 0 0,9 10 1 0 0,-14-15 19 0 0,0 1 0 0 0,0 0 0 0 0,0-1 0 0 0,0 1 0 0 0,0 0 0 0 0,0-1 0 0 0,-1 1 1 0 0,1 0-1 0 0,-1 0 0 0 0,1-1 0 0 0,-1 1 0 0 0,1 0 0 0 0,-1 0 0 0 0,0 0 1 0 0,0 0-1 0 0,0 0 0 0 0,0 0 0 0 0,0 0 0 0 0,-1-1 0 0 0,1 1 0 0 0,-1 0 0 0 0,1 0 1 0 0,-2 2-1 0 0,0 1-2 0 0,0-1 1 0 0,-1-1 0 0 0,0 1-1 0 0,1 0 1 0 0,-1-1 0 0 0,-1 1 0 0 0,1-1-1 0 0,0 0 1 0 0,-6 4 0 0 0,-8 4 0 0 0,-1 0 0 0 0,0-1 0 0 0,-24 9 1 0 0,42-19 5 0 0,-79 31 174 0 0,-110 29 0 0 0,184-59-147 0 0,0 3-11 0 0,4-4 12 0 0,7 2-13 0 0,174 28 37 0 0,12 3-10 0 0,-171-28-155 0 0,0-2-96 0 0,-1 2 0 0 0,0 1 0 0 0,0 0 1 0 0,0 2-1 0 0,-1 0 0 0 0,19 11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01.091"/>
    </inkml:context>
    <inkml:brush xml:id="br0">
      <inkml:brushProperty name="width" value="0.2" units="cm"/>
      <inkml:brushProperty name="height" value="0.2" units="cm"/>
      <inkml:brushProperty name="color" value="#F6630D"/>
    </inkml:brush>
  </inkml:definitions>
  <inkml:trace contextRef="#ctx0" brushRef="#br0">30 75 4464 0 0,'-15'-49'666'0'0,"14"46"-418"0"0,-6-12 726 0 0,2 8-489 0 0,4 8-194 0 0,25 118-313 0 0,64 190-1 0 0,-9-47 129 0 0,-54-158 1644 0 0,-30-108-1620 0 0,1 0-122 0 0,0-1 0 0 0,1 1 1 0 0,0-1-1 0 0,0 0 0 0 0,0 0 0 0 0,1 0 0 0 0,-1 0 0 0 0,1 0 0 0 0,1 0 0 0 0,-1 0 0 0 0,1-1 0 0 0,-1 1 0 0 0,2-1 0 0 0,-1 1 0 0 0,0-1 0 0 0,1 0 0 0 0,0 1 0 0 0,1-1 0 0 0,-1 1 0 0 0,1-1 0 0 0,1-5 0 0 0,2-4-48 0 0,1 1 0 0 0,0 0 0 0 0,1 0 1 0 0,1 0-1 0 0,0 1 0 0 0,0 0 1 0 0,1 0-1 0 0,1 1 0 0 0,0 0 1 0 0,1 0-1 0 0,0 1 0 0 0,1 1 0 0 0,0 0 1 0 0,1 0-1 0 0,22-14 0 0 0,-24 18 8 0 0,0 1-1 0 0,0 0 1 0 0,0 1 0 0 0,1 0-1 0 0,0 0 1 0 0,-1 1-1 0 0,1 1 1 0 0,0 0-1 0 0,0 0 1 0 0,1 1-1 0 0,-1 1 1 0 0,0 0-1 0 0,0 0 1 0 0,0 1-1 0 0,0 0 1 0 0,0 1-1 0 0,0 1 1 0 0,0-1-1 0 0,0 2 1 0 0,-1 0 0 0 0,21 10-1 0 0,-3 0-8 0 0,0 2-1 0 0,-1 1 1 0 0,0 2-1 0 0,-2 0 1 0 0,0 1 0 0 0,-2 2-1 0 0,0 1 1 0 0,-1 0-1 0 0,21 31 1 0 0,-41-52 4 0 0,-1 1 1 0 0,1 0-1 0 0,0 0 0 0 0,-1 0 0 0 0,0 0 1 0 0,0 0-1 0 0,0 0 0 0 0,0 0 0 0 0,0 0 1 0 0,0 5-1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01.629"/>
    </inkml:context>
    <inkml:brush xml:id="br0">
      <inkml:brushProperty name="width" value="0.2" units="cm"/>
      <inkml:brushProperty name="height" value="0.2" units="cm"/>
      <inkml:brushProperty name="color" value="#F6630D"/>
    </inkml:brush>
  </inkml:definitions>
  <inkml:trace contextRef="#ctx0" brushRef="#br0">0 255 4240 0 0,'18'0'-701'0'0,"5"-3"569"0"0,0 0 0 0 0,0-2 0 0 0,-1-1 0 0 0,1 0 0 0 0,-1-2 0 0 0,23-11 0 0 0,-39 16 172 0 0,0 1 0 0 0,0-1 0 0 0,-1-1 0 0 0,0 1 1 0 0,1-1-1 0 0,-1 0 0 0 0,0 0 0 0 0,-1 0 0 0 0,1-1 0 0 0,-1 0 0 0 0,0 0 0 0 0,0 0 0 0 0,0 0 0 0 0,-1 0 0 0 0,0-1 1 0 0,0 0-1 0 0,0 1 0 0 0,-1-1 0 0 0,0 0 0 0 0,0 0 0 0 0,0-1 0 0 0,-1 1 0 0 0,0 0 0 0 0,0-1 0 0 0,-1 1 0 0 0,1 0 1 0 0,-2-12-1 0 0,1 16-11 0 0,-1 0 1 0 0,1-1-1 0 0,0 1 1 0 0,-1 0-1 0 0,0-1 1 0 0,1 1 0 0 0,-1 0-1 0 0,0 0 1 0 0,0-1-1 0 0,0 1 1 0 0,0 0-1 0 0,-1 0 1 0 0,1 0-1 0 0,0 0 1 0 0,-1 1-1 0 0,0-1 1 0 0,1 0 0 0 0,-1 0-1 0 0,0 1 1 0 0,0-1-1 0 0,0 1 1 0 0,-2-2-1 0 0,0 2-11 0 0,1 0 0 0 0,-1 0 0 0 0,1 0 0 0 0,-1 1 0 0 0,0-1 0 0 0,1 1 0 0 0,-1 0 0 0 0,0 0 0 0 0,1 0 0 0 0,-1 0 0 0 0,0 1 0 0 0,1-1 0 0 0,-5 2 0 0 0,-2 1-4 0 0,0 0 0 0 0,0 1 0 0 0,0 0 0 0 0,1 1 0 0 0,-1 0-1 0 0,1 0 1 0 0,0 1 0 0 0,0 0 0 0 0,-7 7 0 0 0,8-5-9 0 0,0 0 0 0 0,1 0 0 0 0,0 1 0 0 0,0 0 1 0 0,1 0-1 0 0,1 1 0 0 0,-1-1 0 0 0,1 1 0 0 0,1 0 0 0 0,-4 12 0 0 0,7-18-1 0 0,0 0-1 0 0,1 0 1 0 0,-1 0-1 0 0,1 1 1 0 0,0-1-1 0 0,0 0 1 0 0,0 0-1 0 0,1 1 1 0 0,-1-1-1 0 0,1 0 1 0 0,0 0-1 0 0,0 0 1 0 0,1 0-1 0 0,-1 0 1 0 0,1 0-1 0 0,0 0 1 0 0,0 0-1 0 0,0-1 1 0 0,1 1-1 0 0,-1-1 1 0 0,1 1-1 0 0,0-1 1 0 0,0 0-1 0 0,0 0 1 0 0,0 0-1 0 0,0 0 1 0 0,1-1-1 0 0,-1 0 1 0 0,5 3-1 0 0,9 5-6 0 0,1-1 1 0 0,0 0-1 0 0,1-1 0 0 0,0-1 0 0 0,0-1 0 0 0,0-1 1 0 0,1 0-1 0 0,0-2 0 0 0,0 0 0 0 0,0-1 0 0 0,29-1 1 0 0,-27-2-654 0 0,-1-1 1 0 0,1-1-1 0 0,26-7 1 0 0,-20 3 197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02.272"/>
    </inkml:context>
    <inkml:brush xml:id="br0">
      <inkml:brushProperty name="width" value="0.2" units="cm"/>
      <inkml:brushProperty name="height" value="0.2" units="cm"/>
      <inkml:brushProperty name="color" value="#F6630D"/>
    </inkml:brush>
  </inkml:definitions>
  <inkml:trace contextRef="#ctx0" brushRef="#br0">22 141 2932 0 0,'-21'-38'-96'0'0,"20"37"65"0"0,3 0-78 0 0,0 0 114 0 0,-1 0 0 0 0,1 0 0 0 0,-1 1 0 0 0,1-1 0 0 0,0 1 0 0 0,0-1 0 0 0,-1 1 0 0 0,1 0 0 0 0,0-1 0 0 0,0 1 0 0 0,0 0-1 0 0,-1 0 1 0 0,1 0 0 0 0,0 1 0 0 0,0-1 0 0 0,1 1 0 0 0,31 3 76 0 0,4 4-33 0 0,0 2 1 0 0,0 1-1 0 0,58 26 0 0 0,-77-28-36 0 0,0 1 0 0 0,-1 0 0 0 0,0 2 0 0 0,-1 0 0 0 0,-1 1 0 0 0,0 0 0 0 0,0 2 0 0 0,17 20 0 0 0,-30-32 16 0 0,0 0-1 0 0,-1 0 0 0 0,0 0 1 0 0,0 0-1 0 0,0 0 1 0 0,0 1-1 0 0,0-1 0 0 0,0 1 1 0 0,-1-1-1 0 0,0 1 0 0 0,0-1 1 0 0,0 1-1 0 0,0 0 1 0 0,0 0-1 0 0,-1-1 0 0 0,0 1 1 0 0,1 0-1 0 0,-2 0 1 0 0,1 0-1 0 0,0 0 0 0 0,-1-1 1 0 0,1 1-1 0 0,-1 0 0 0 0,0-1 1 0 0,0 1-1 0 0,-1 0 1 0 0,1-1-1 0 0,-1 1 0 0 0,0-1 1 0 0,0 0-1 0 0,0 0 0 0 0,0 1 1 0 0,0-1-1 0 0,-1-1 1 0 0,0 1-1 0 0,1 0 0 0 0,-1-1 1 0 0,0 1-1 0 0,0-1 1 0 0,0 0-1 0 0,-1 0 0 0 0,1 0 1 0 0,-5 2-1 0 0,5-2 54 0 0,0-1 0 0 0,-1 0 0 0 0,1 0 1 0 0,0 0-1 0 0,0 0 0 0 0,-1 0 0 0 0,1 0 0 0 0,-1-1 0 0 0,1 0 0 0 0,-1 0 0 0 0,1 0 0 0 0,-1 0 1 0 0,1 0-1 0 0,-5-2 0 0 0,7 2-61 0 0,0-1 1 0 0,-1 0-1 0 0,1 0 0 0 0,-1 0 1 0 0,1 0-1 0 0,0 0 0 0 0,0 0 1 0 0,0 0-1 0 0,0 0 1 0 0,-1 0-1 0 0,2-1 0 0 0,-1 1 1 0 0,0 0-1 0 0,0-1 0 0 0,0 1 1 0 0,0-1-1 0 0,1 1 1 0 0,-1-1-1 0 0,1 1 0 0 0,-1-1 1 0 0,1 1-1 0 0,0-1 0 0 0,0 0 1 0 0,-1 1-1 0 0,1-1 1 0 0,0 1-1 0 0,0-1 0 0 0,1 0 1 0 0,-1 1-1 0 0,0-1 0 0 0,0 0 1 0 0,1 1-1 0 0,0-2 1 0 0,2-8-3 0 0,0 0 1 0 0,0 0 0 0 0,1 1 0 0 0,1-1 0 0 0,-1 1-1 0 0,12-17 1 0 0,44-56-141 0 0,-52 73 105 0 0,8-11-60 0 0,1 2 0 0 0,1 0 0 0 0,1 1 0 0 0,0 0-1 0 0,2 2 1 0 0,0 0 0 0 0,0 2 0 0 0,1 0 0 0 0,1 2 0 0 0,0 0-1 0 0,40-13 1 0 0,-61 24-125 0 0,21-7 471 0 0,-10 6-3019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02.788"/>
    </inkml:context>
    <inkml:brush xml:id="br0">
      <inkml:brushProperty name="width" value="0.2" units="cm"/>
      <inkml:brushProperty name="height" value="0.2" units="cm"/>
      <inkml:brushProperty name="color" value="#F6630D"/>
    </inkml:brush>
  </inkml:definitions>
  <inkml:trace contextRef="#ctx0" brushRef="#br0">0 215 3248 0 0,'0'0'-202'0'0,"7"16"12"0"0,-1-15 213 0 0,0 0-1 0 0,0-1 1 0 0,0 0-1 0 0,0 0 1 0 0,0 0-1 0 0,0-1 1 0 0,0 0-1 0 0,10-2 1 0 0,-13 2-19 0 0,12-2 35 0 0,0-1 0 0 0,-1-1 0 0 0,1 0 0 0 0,-1-1 0 0 0,0-1 0 0 0,0 0 0 0 0,24-18 0 0 0,-32 21 6 0 0,-1 0-1 0 0,1-1 1 0 0,-1 1 0 0 0,0-1-1 0 0,-1 0 1 0 0,1-1 0 0 0,-1 1-1 0 0,0-1 1 0 0,-1 0 0 0 0,1 0-1 0 0,-1 0 1 0 0,0-1 0 0 0,0 1-1 0 0,-1-1 1 0 0,0 1 0 0 0,0-1-1 0 0,-1 0 1 0 0,0 0 0 0 0,1-10-1 0 0,-2 15-34 0 0,0 1 0 0 0,0-1-1 0 0,0 1 1 0 0,0-1 0 0 0,0 1-1 0 0,-1-1 1 0 0,1 1 0 0 0,0-1-1 0 0,-1 1 1 0 0,1-1 0 0 0,-1 1-1 0 0,1 0 1 0 0,-1-1 0 0 0,0 1-1 0 0,0 0 1 0 0,0-1 0 0 0,1 1-1 0 0,-1 0 1 0 0,0 0 0 0 0,-1 0-1 0 0,1 0 1 0 0,0 0 0 0 0,0 0-1 0 0,0 0 1 0 0,-1 0 0 0 0,1 0-1 0 0,0 1 1 0 0,-1-1 0 0 0,1 0-1 0 0,0 1 1 0 0,-1-1 0 0 0,1 1 0 0 0,-1 0-1 0 0,1-1 1 0 0,-1 1 0 0 0,1 0-1 0 0,-1 0 1 0 0,1 0 0 0 0,-1 0-1 0 0,1 0 1 0 0,-2 1 0 0 0,-4-1 1 0 0,0 1 0 0 0,1 1 0 0 0,-1-1 0 0 0,1 1 0 0 0,-1 0 0 0 0,1 1 1 0 0,-12 5-1 0 0,5 0-1 0 0,1 1 0 0 0,0 0 1 0 0,0 0-1 0 0,0 2 0 0 0,-11 13 0 0 0,19-21-4 0 0,1 0-1 0 0,0 1 1 0 0,0-1-1 0 0,1 1 0 0 0,-1 0 1 0 0,1 0-1 0 0,-1 0 0 0 0,1 0 1 0 0,0 0-1 0 0,1 0 1 0 0,-1 1-1 0 0,1-1 0 0 0,0 1 1 0 0,0-1-1 0 0,0 1 1 0 0,1-1-1 0 0,-1 1 0 0 0,1 0 1 0 0,0-1-1 0 0,1 1 0 0 0,0 6 1 0 0,1-8 5 0 0,0 1 0 0 0,0 0 0 0 0,0-1 0 0 0,1 0 0 0 0,-1 0 0 0 0,1 0 0 0 0,0 0 0 0 0,0 0 0 0 0,0 0 1 0 0,0-1-1 0 0,0 1 0 0 0,1-1 0 0 0,-1 0 0 0 0,1 0 0 0 0,-1 0 0 0 0,1 0 0 0 0,0-1 0 0 0,0 0 0 0 0,5 2 0 0 0,13 3 18 0 0,1-2 0 0 0,28 4 0 0 0,-32-6-13 0 0,5 1-156 0 0,143 13 517 0 0,-144-15-1238 0 0,0-2-1 0 0,42-7 0 0 0,-49 4-202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28.845"/>
    </inkml:context>
    <inkml:brush xml:id="br0">
      <inkml:brushProperty name="width" value="0.2" units="cm"/>
      <inkml:brushProperty name="height" value="0.2" units="cm"/>
      <inkml:brushProperty name="color" value="#F6630D"/>
    </inkml:brush>
  </inkml:definitions>
  <inkml:trace contextRef="#ctx0" brushRef="#br0">89 57 2484 0 0,'-17'-21'2337'0'0,"17"20"-2261"0"0,1 0 0 0 0,0 0 0 0 0,-1 1 0 0 0,1-1 0 0 0,0 0 0 0 0,-1 1 0 0 0,1-1 0 0 0,0 0 0 0 0,0 1-1 0 0,0-1 1 0 0,0 1 0 0 0,-1-1 0 0 0,1 1 0 0 0,0-1 0 0 0,0 1 0 0 0,0 0 0 0 0,0-1 0 0 0,1 1 0 0 0,8-4-514 0 0,-8 3 451 0 0,39-7 38 0 0,-32 2-40 0 0,-6 5-14 0 0,2-2 7 0 0,22 3-38 0 0,-5-1 7 0 0,0 0 1 0 0,-1 2-1 0 0,1 1 1 0 0,0 0-1 0 0,-1 1 1 0 0,29 9 0 0 0,-42-9 7 0 0,0 1 0 0 0,0-1 0 0 0,0 2 0 0 0,0-1 0 0 0,-1 1 1 0 0,8 6-1 0 0,-12-9 15 0 0,-1 0 0 0 0,1 0 0 0 0,0 0 0 0 0,-1 1 0 0 0,1-1 0 0 0,-1 1 0 0 0,0-1 0 0 0,0 1 0 0 0,0 0 0 0 0,0-1 0 0 0,0 1 0 0 0,-1 0 0 0 0,1 0 0 0 0,-1 1 0 0 0,0-1 0 0 0,0 0 0 0 0,0 0 0 0 0,0 1 0 0 0,-1-1 0 0 0,1 0 0 0 0,-1 5 0 0 0,-1-4 3 0 0,-1 0 1 0 0,0-1 0 0 0,0 1 0 0 0,0 0 0 0 0,0-1-1 0 0,-1 0 1 0 0,1 1 0 0 0,-1-1 0 0 0,0 0 0 0 0,0 0 0 0 0,0-1-1 0 0,0 1 1 0 0,0 0 0 0 0,-1-1 0 0 0,1 0 0 0 0,-7 3 0 0 0,-71 32 25 0 0,63-31-3 0 0,-5 4-20 0 0,4-1 63 0 0,0-2-1 0 0,-36 9 1 0 0,53-15-21 0 0,-12 4 144 0 0,8-3-126 0 0,9-2-42 0 0,82 5-43 0 0,0 3 1 0 0,86 19-1 0 0,-107-11-34 0 0,-60-15 47 0 0,0 0 0 0 0,0 1 1 0 0,0-1-1 0 0,0 1 0 0 0,0 0 0 0 0,-1 0 0 0 0,1 0 0 0 0,-1 0 0 0 0,1 1 0 0 0,-1-1 1 0 0,0 1-1 0 0,0 0 0 0 0,3 3 0 0 0,-6-4 9 0 0,1-1 1 0 0,-1 0-1 0 0,0 0 1 0 0,0 1-1 0 0,0-1 1 0 0,0 0-1 0 0,0 1 1 0 0,0-1 0 0 0,0 0-1 0 0,0 1 1 0 0,0-1-1 0 0,-1 0 1 0 0,1 0-1 0 0,-1 1 1 0 0,1-1-1 0 0,-1 0 1 0 0,1 0-1 0 0,-1 0 1 0 0,0 0-1 0 0,1 0 1 0 0,-1 0-1 0 0,0 0 1 0 0,0 0-1 0 0,0 0 1 0 0,0 0-1 0 0,0 0 1 0 0,0 0-1 0 0,-1 1 1 0 0,-32 21 31 0 0,11-11 73 0 0,0-1 1 0 0,-2-1-1 0 0,1-2 1 0 0,-1 0-1 0 0,0-2 1 0 0,-1-1 0 0 0,1 0-1 0 0,-1-2 1 0 0,-33 0-1 0 0,-22-5 783 0 0,-129-17-1 0 0,192 12-1409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29.941"/>
    </inkml:context>
    <inkml:brush xml:id="br0">
      <inkml:brushProperty name="width" value="0.2" units="cm"/>
      <inkml:brushProperty name="height" value="0.2" units="cm"/>
      <inkml:brushProperty name="color" value="#F6630D"/>
    </inkml:brush>
  </inkml:definitions>
  <inkml:trace contextRef="#ctx0" brushRef="#br0">1056 148 5925 0 0,'-19'-41'-1075'0'0,"12"32"1185"0"0,-1 0-1 0 0,0 1 0 0 0,0 0 1 0 0,-1 0-1 0 0,0 1 0 0 0,0 0 1 0 0,-1 1-1 0 0,0 0 0 0 0,0 0 0 0 0,-1 1 1 0 0,1 0-1 0 0,-1 1 0 0 0,0 0 1 0 0,0 1-1 0 0,-1 0 0 0 0,-16-1 1 0 0,6 1-91 0 0,-1 2 1 0 0,0 0-1 0 0,0 2 1 0 0,0 0-1 0 0,0 2 1 0 0,0 0-1 0 0,1 2 1 0 0,-1 0-1 0 0,-41 17 1 0 0,-139 81-88 0 0,170-83 55 0 0,2 1 0 0 0,0 2 0 0 0,2 1 0 0 0,-28 30 0 0 0,28-25-5 0 0,1 2 0 0 0,2 1 0 0 0,-41 64 0 0 0,59-82 12 0 0,1 1 1 0 0,0 0 0 0 0,1 0-1 0 0,0 1 1 0 0,2 0 0 0 0,0 0-1 0 0,0 0 1 0 0,2 0 0 0 0,0 1-1 0 0,1-1 1 0 0,0 1 0 0 0,3 25-1 0 0,2-13 11 0 0,2-1 0 0 0,0 0 0 0 0,2 0 0 0 0,1 0-1 0 0,1-1 1 0 0,2-1 0 0 0,0 0 0 0 0,2 0 0 0 0,0-1-1 0 0,2-1 1 0 0,1-1 0 0 0,1 0 0 0 0,1-1 0 0 0,0-1 0 0 0,2-1-1 0 0,1 0 1 0 0,0-2 0 0 0,1-1 0 0 0,1 0 0 0 0,0-2-1 0 0,49 22 1 0 0,-49-29 9 0 0,0 0 0 0 0,0-2-1 0 0,0 0 1 0 0,1-2 0 0 0,0-1 0 0 0,0-1-1 0 0,0-1 1 0 0,0-1 0 0 0,50-6-1 0 0,-48 2 42 0 0,-1-1 0 0 0,0-2 0 0 0,0 0 0 0 0,0-1 0 0 0,-1-2-1 0 0,0-1 1 0 0,-1 0 0 0 0,-1-2 0 0 0,28-19 0 0 0,-36 19 14 0 0,0 0 0 0 0,-1-1 0 0 0,-1 0 1 0 0,0-1-1 0 0,-1 0 0 0 0,-1-1 0 0 0,0-1 0 0 0,-1 0 1 0 0,-1 0-1 0 0,0-1 0 0 0,-2 0 0 0 0,0-1 1 0 0,-1 1-1 0 0,-1-1 0 0 0,0 0 0 0 0,-2-1 0 0 0,3-35 1 0 0,-5 13 14 0 0,-1 0 0 0 0,-2 1 0 0 0,-1-1 0 0 0,-3 1 1 0 0,-1 0-1 0 0,-2 1 0 0 0,-21-58 0 0 0,25 84-49 0 0,-1 0 0 0 0,-1 0-1 0 0,0 0 1 0 0,-1 1 0 0 0,-1 0 0 0 0,0 0-1 0 0,0 1 1 0 0,-1 1 0 0 0,-1-1 0 0 0,0 2-1 0 0,0-1 1 0 0,-1 2 0 0 0,-1-1 0 0 0,1 2-1 0 0,-2-1 1 0 0,1 2 0 0 0,-1 0 0 0 0,0 1-1 0 0,-26-9 1 0 0,11 7-445 0 0,-1 2 0 0 0,0 0-1 0 0,0 2 1 0 0,0 1 0 0 0,-1 2-1 0 0,1 1 1 0 0,-1 1 0 0 0,1 2-1 0 0,-31 6 1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4.244"/>
    </inkml:context>
    <inkml:brush xml:id="br0">
      <inkml:brushProperty name="width" value="0.2" units="cm"/>
      <inkml:brushProperty name="height" value="0.2" units="cm"/>
      <inkml:brushProperty name="color" value="#F6630D"/>
    </inkml:brush>
  </inkml:definitions>
  <inkml:trace contextRef="#ctx0" brushRef="#br0">0 52 5096 0 0,'0'0'-348'0'0,"11"-10"-684"0"0,-4 8 1033 0 0,0 1 0 0 0,0 0 0 0 0,0 0 1 0 0,0 1-1 0 0,10 0 0 0 0,28-2 24 0 0,209-19 16 0 0,-80 8 98 0 0,-85 13-926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4.757"/>
    </inkml:context>
    <inkml:brush xml:id="br0">
      <inkml:brushProperty name="width" value="0.2" units="cm"/>
      <inkml:brushProperty name="height" value="0.2" units="cm"/>
      <inkml:brushProperty name="color" value="#F6630D"/>
    </inkml:brush>
  </inkml:definitions>
  <inkml:trace contextRef="#ctx0" brushRef="#br0">13 64 2956 0 0,'-8'-43'704'0'0,"8"41"-521"0"0,-3-10 431 0 0,1 6-424 0 0,3 7-223 0 0,37 129-10 0 0,27 101-21 0 0,-55-185 144 0 0,-2 0 1 0 0,-2 0 0 0 0,0 53 0 0 0,-4-89 11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5.896"/>
    </inkml:context>
    <inkml:brush xml:id="br0">
      <inkml:brushProperty name="width" value="0.2" units="cm"/>
      <inkml:brushProperty name="height" value="0.2" units="cm"/>
      <inkml:brushProperty name="color" value="#F6630D"/>
    </inkml:brush>
  </inkml:definitions>
  <inkml:trace contextRef="#ctx0" brushRef="#br0">1 271 3056 0 0,'0'-22'-197'0'0,"3"-33"90"0"0,26-68 1835 0 0,-20 60 392 0 0,-9 62-1953 0 0,1-6-142 0 0,-1 7-23 0 0,0 0-1 0 0,0 1 0 0 0,0-1 0 0 0,0 0 0 0 0,0 0 0 0 0,0 0 1 0 0,0 0-1 0 0,0 0 0 0 0,1 0 0 0 0,-1 0 0 0 0,0 0 0 0 0,0 0 1 0 0,0 1-1 0 0,0-1 0 0 0,0 0 0 0 0,0 0 0 0 0,0 0 0 0 0,0 0 1 0 0,0 0-1 0 0,0 0 0 0 0,0 0 0 0 0,0 0 0 0 0,0 0 0 0 0,1 0 1 0 0,-1 0-1 0 0,0 0 0 0 0,0 0 0 0 0,0 0 0 0 0,0 0 0 0 0,0 0 1 0 0,0 1-1 0 0,0-1 0 0 0,0 0 0 0 0,0 0 0 0 0,1 0 0 0 0,-1 0 0 0 0,0 0 1 0 0,0 0-1 0 0,0 0 0 0 0,0-1 0 0 0,0 1 0 0 0,0 0 0 0 0,0 0 1 0 0,0 0-1 0 0,0 0 0 0 0,1 0 0 0 0,-1 0 0 0 0,0 0 0 0 0,0 0 1 0 0,74 292 42 0 0,-38-135-40 0 0,-6 6-15 0 0,-24-123 19 0 0,-6 4 646 0 0,-1-39 437 0 0,0-11-1078 0 0,0 0-1 0 0,1 0 1 0 0,0 0 0 0 0,0 0 0 0 0,0 0 0 0 0,1 0 0 0 0,0-1-1 0 0,0 1 1 0 0,0 0 0 0 0,1 1 0 0 0,0-1 0 0 0,0 0-1 0 0,1 0 1 0 0,-1 1 0 0 0,1 0 0 0 0,1-1 0 0 0,3-4-1 0 0,2-4-52 0 0,1 1 0 0 0,0 1 0 0 0,1 0 0 0 0,0 0-1 0 0,23-17 1 0 0,-33 28 28 0 0,1 0-1 0 0,-1 0 0 0 0,1 0 1 0 0,-1 1-1 0 0,1-1 1 0 0,-1 0-1 0 0,1 1 0 0 0,-1 0 1 0 0,1-1-1 0 0,0 1 1 0 0,-1 0-1 0 0,1 0 0 0 0,-1-1 1 0 0,1 1-1 0 0,0 1 1 0 0,-1-1-1 0 0,1 0 0 0 0,0 0 1 0 0,-1 1-1 0 0,1-1 1 0 0,-1 1-1 0 0,1-1 0 0 0,0 1 1 0 0,-1-1-1 0 0,0 1 1 0 0,1 0-1 0 0,-1 0 0 0 0,1 0 1 0 0,-1 0-1 0 0,0 0 1 0 0,0 0-1 0 0,1 0 0 0 0,1 3 1 0 0,6 6-32 0 0,0 0 0 0 0,-1 1 0 0 0,10 18-1 0 0,9 9-2 0 0,-19-31 47 0 0,1-1-1 0 0,0 1 1 0 0,1-1-1 0 0,-1-1 1 0 0,1 0 0 0 0,0 0-1 0 0,0-1 1 0 0,1 0-1 0 0,-1-1 1 0 0,1 0 0 0 0,15 2-1 0 0,10 0 16 0 0,0-1 1 0 0,42-2-1 0 0,-66-2-2 0 0,-1 0 1 0 0,1-1-1 0 0,-1 0 1 0 0,1-1-1 0 0,-1-1 1 0 0,0 0-1 0 0,0 0 1 0 0,15-7-1 0 0,-21 7 15 0 0,1 0-1 0 0,-2 0 1 0 0,1 0 0 0 0,0 0-1 0 0,-1-1 1 0 0,1 0-1 0 0,-1 0 1 0 0,0 0 0 0 0,0-1-1 0 0,-1 1 1 0 0,1-1 0 0 0,-1 0-1 0 0,0 0 1 0 0,0 0-1 0 0,-1 0 1 0 0,0 0 0 0 0,1-1-1 0 0,1-9 1 0 0,-1-2 278 0 0,0 0 0 0 0,-2-1 1 0 0,0-28-1 0 0,-1 43-287 0 0,0 1 16 0 0,-1-3-3 0 0,1 5-36 0 0,0-1 0 0 0,0 1 0 0 0,0 0-1 0 0,0-1 1 0 0,0 1 0 0 0,0 0 0 0 0,0-1-1 0 0,0 1 1 0 0,0 0 0 0 0,0-1 0 0 0,0 1-1 0 0,0 0 1 0 0,0-1 0 0 0,0 1-1 0 0,0 0 1 0 0,0-1 0 0 0,0 1 0 0 0,0 0-1 0 0,0-1 1 0 0,-1 1 0 0 0,1 0 0 0 0,0-1-1 0 0,0 1 1 0 0,0 0 0 0 0,-1 0 0 0 0,1-1-1 0 0,0 1 1 0 0,0 0 0 0 0,-1 0 0 0 0,1-1-1 0 0,0 1 1 0 0,0 0 0 0 0,-1 0 0 0 0,1 0-1 0 0,0-1 1 0 0,-1 1 0 0 0,1 0 0 0 0,0 0-1 0 0,-1 0 1 0 0,1 0 0 0 0,-1 0 0 0 0,-2 8 9 0 0,-1 1 1 0 0,1-1 0 0 0,0 1 0 0 0,1 0 0 0 0,0 0 0 0 0,0-1 0 0 0,1 2 0 0 0,0-1 0 0 0,1 0 0 0 0,0 0 0 0 0,1 0-1 0 0,-1 0 1 0 0,2 0 0 0 0,3 14 0 0 0,-4-17-140 0 0,0 0 0 0 0,1 0 0 0 0,-1 0-1 0 0,1-1 1 0 0,1 1 0 0 0,-1-1 0 0 0,1 1 0 0 0,0-1-1 0 0,0 0 1 0 0,0 0 0 0 0,1 0 0 0 0,0-1 0 0 0,0 1-1 0 0,0-1 1 0 0,1 0 0 0 0,-1 0 0 0 0,1 0 0 0 0,0-1-1 0 0,0 0 1 0 0,0 0 0 0 0,0 0 0 0 0,1 0 0 0 0,-1-1-1 0 0,8 3 1 0 0,-2-5-2006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6.080"/>
    </inkml:context>
    <inkml:brush xml:id="br0">
      <inkml:brushProperty name="width" value="0.2" units="cm"/>
      <inkml:brushProperty name="height" value="0.2" units="cm"/>
      <inkml:brushProperty name="color" value="#F6630D"/>
    </inkml:brush>
  </inkml:definitions>
  <inkml:trace contextRef="#ctx0" brushRef="#br0">77 69 6453 0 0,'-8'-14'0'0'0,"5"8"276"0"0,0 0 1 0 0,0 0-1 0 0,-1 0 0 0 0,1 1 1 0 0,-2 0-1 0 0,-7-9 282 0 0,12 14-598 0 0,-1-1 0 0 0,1 1 0 0 0,0-1 0 0 0,0 1 0 0 0,0 0 0 0 0,-1-1 0 0 0,1 1 0 0 0,0 0 0 0 0,0-1 0 0 0,-1 1 0 0 0,1 0 0 0 0,0 0 0 0 0,0-1 0 0 0,-1 1 0 0 0,1 0 0 0 0,-1 0 0 0 0,1-1 0 0 0,0 1 0 0 0,-1 0 0 0 0,1 0 0 0 0,0 0 0 0 0,-1 0 0 0 0,1 0 0 0 0,-1 0 0 0 0,1 0 0 0 0,0-1 0 0 0,-1 1 0 0 0,1 0 0 0 0,-1 0 0 0 0,1 0 0 0 0,0 0 0 0 0,-1 1 0 0 0,1-1 0 0 0,-1 0 0 0 0,1 0 0 0 0,0 0 0 0 0,-1 0 0 0 0,1 0 0 0 0,0 0 0 0 0,-1 1 0 0 0,1-1 0 0 0,-1 0 0 0 0,1 0 0 0 0,0 1 0 0 0,0-1 0 0 0,-1 1 0 0 0,-18 8-2401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7.086"/>
    </inkml:context>
    <inkml:brush xml:id="br0">
      <inkml:brushProperty name="width" value="0.2" units="cm"/>
      <inkml:brushProperty name="height" value="0.2" units="cm"/>
      <inkml:brushProperty name="color" value="#F6630D"/>
    </inkml:brush>
  </inkml:definitions>
  <inkml:trace contextRef="#ctx0" brushRef="#br0">239 14 5577 0 0,'0'0'-43'0'0,"1"0"0"0"0,-1 0 1 0 0,0 0-1 0 0,0-1 0 0 0,0 1 1 0 0,1 0-1 0 0,-1 0 0 0 0,0-1 1 0 0,0 1-1 0 0,0 0 0 0 0,0 0 1 0 0,0-1-1 0 0,0 1 1 0 0,0 0-1 0 0,0 0 0 0 0,1-1 1 0 0,-1 1-1 0 0,0 0 0 0 0,0 0 1 0 0,0-1-1 0 0,0 1 0 0 0,0 0 1 0 0,0-1-1 0 0,0 1 0 0 0,-1 0 1 0 0,1 0-1 0 0,0-1 1 0 0,0 1-1 0 0,0 0 0 0 0,0 0 1 0 0,0-1-1 0 0,0 1 0 0 0,0 0 1 0 0,-1 0-1 0 0,1-1 0 0 0,0 1 1 0 0,0 0-1 0 0,0 0-42 0 0,-1-1 42 0 0,1 1 1 0 0,0 0-1 0 0,0 0 0 0 0,-1 0 1 0 0,1 0-1 0 0,-15-2 34 0 0,0 1 0 0 0,0 1 0 0 0,0 0 0 0 0,0 1 1 0 0,0 1-1 0 0,0 0 0 0 0,0 1 0 0 0,1 0 0 0 0,-1 2 0 0 0,1-1 0 0 0,-25 14 0 0 0,36-17 8 0 0,-1 1-1 0 0,1 0 1 0 0,0 0-1 0 0,0 0 1 0 0,0 0-1 0 0,1 0 1 0 0,-1 1-1 0 0,0-1 1 0 0,1 1-1 0 0,-4 5 1 0 0,6-6 1 0 0,0 0 1 0 0,0-1 0 0 0,0 1 0 0 0,1-1 0 0 0,-1 1-1 0 0,1 0 1 0 0,-1-1 0 0 0,1 1 0 0 0,0-1-1 0 0,-1 1 1 0 0,1-1 0 0 0,0 1 0 0 0,0-1 0 0 0,0 0-1 0 0,0 0 1 0 0,0 1 0 0 0,1-1 0 0 0,-1 0-1 0 0,0 0 1 0 0,0 0 0 0 0,3 1 0 0 0,29 13 22 0 0,-25-12-22 0 0,133 50 18 0 0,-81-33-62 0 0,-1 3 0 0 0,90 49 0 0 0,-148-72 67 0 0,-1 0 1 0 0,1 1-1 0 0,0-1 0 0 0,0 1 1 0 0,0-1-1 0 0,0 1 1 0 0,0-1-1 0 0,0 1 0 0 0,-1-1 1 0 0,1 1-1 0 0,0 0 0 0 0,0 0 1 0 0,-1-1-1 0 0,1 1 0 0 0,-1 0 1 0 0,1 0-1 0 0,-1 0 1 0 0,1-1-1 0 0,-1 1 0 0 0,1 0 1 0 0,-1 0-1 0 0,0 0 0 0 0,1 0 1 0 0,-1 0-1 0 0,0 0 0 0 0,0 0 1 0 0,0 0-1 0 0,0 2 1 0 0,0-2 0 0 0,-1 0 0 0 0,0 0 1 0 0,0 0-1 0 0,0 0 1 0 0,0 1-1 0 0,0-1 1 0 0,0 0-1 0 0,0-1 1 0 0,0 1-1 0 0,-1 0 1 0 0,1 0-1 0 0,0 0 1 0 0,-1-1-1 0 0,1 1 1 0 0,0-1-1 0 0,-3 1 0 0 0,-55 13 437 0 0,48-13-417 0 0,-303 25 549 0 0,310-26-951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8.228"/>
    </inkml:context>
    <inkml:brush xml:id="br0">
      <inkml:brushProperty name="width" value="0.2" units="cm"/>
      <inkml:brushProperty name="height" value="0.2" units="cm"/>
      <inkml:brushProperty name="color" value="#F6630D"/>
    </inkml:brush>
  </inkml:definitions>
  <inkml:trace contextRef="#ctx0" brushRef="#br0">113 227 3356 0 0,'-12'-34'943'0'0,"-24"-44"-1"0"0,35 77-918 0 0,1 0-1 0 0,-1 0 1 0 0,1 0 0 0 0,-1 0-1 0 0,0 1 1 0 0,1-1-1 0 0,-1 0 1 0 0,0 0 0 0 0,0 0-1 0 0,0 1 1 0 0,1-1 0 0 0,-1 0-1 0 0,0 1 1 0 0,0-1-1 0 0,0 1 1 0 0,0-1 0 0 0,0 1-1 0 0,0 0 1 0 0,0-1-1 0 0,0 1 1 0 0,-1 0 0 0 0,1 0-1 0 0,0 0 1 0 0,0 0-1 0 0,0 0 1 0 0,0 0 0 0 0,0 0-1 0 0,0 0 1 0 0,0 0 0 0 0,0 0-1 0 0,0 0 1 0 0,0 1-1 0 0,0-1 1 0 0,0 1 0 0 0,0-1-1 0 0,0 0 1 0 0,0 1-1 0 0,0 0 1 0 0,0-1 0 0 0,0 1-1 0 0,0 0 1 0 0,0-1 0 0 0,0 1-1 0 0,1 0 1 0 0,-1 0-1 0 0,0-1 1 0 0,0 3 0 0 0,-1-1-28 0 0,0 0 0 0 0,0 0 0 0 0,0 0 0 0 0,0 1 0 0 0,1-1 1 0 0,0 1-1 0 0,-1-1 0 0 0,1 1 0 0 0,0-1 0 0 0,0 1 0 0 0,0-1 1 0 0,0 1-1 0 0,1 0 0 0 0,-1 0 0 0 0,1-1 0 0 0,0 1 0 0 0,-1 0 1 0 0,1 0-1 0 0,1 4 0 0 0,1-2 8 0 0,1 1 0 0 0,0-1 0 0 0,0 1 0 0 0,1-1 0 0 0,-1 0 0 0 0,1 0 0 0 0,0 0 0 0 0,0-1 0 0 0,1 0 0 0 0,-1 1 0 0 0,1-1 1 0 0,0-1-1 0 0,0 1 0 0 0,1-1 0 0 0,-1 0 0 0 0,1 0 0 0 0,-1-1 0 0 0,13 4 0 0 0,5 2-8 0 0,0-1 0 0 0,1-1 1 0 0,34 4-1 0 0,-46-8 1 0 0,1-1 0 0 0,0-1-1 0 0,0 1 1 0 0,0-2 0 0 0,0 0 0 0 0,0 0 0 0 0,0-1 0 0 0,-1-1-1 0 0,24-8 1 0 0,-30 9 19 0 0,0-1 0 0 0,0-1 0 0 0,0 1-1 0 0,0-1 1 0 0,-1 0 0 0 0,1 0 0 0 0,-1-1 0 0 0,0 1-1 0 0,-1-1 1 0 0,1 0 0 0 0,-1-1 0 0 0,0 1-1 0 0,0-1 1 0 0,0 0 0 0 0,-1 0 0 0 0,0 0 0 0 0,0 0-1 0 0,-1 0 1 0 0,4-12 0 0 0,-6 16 3 0 0,0-1-1 0 0,0 0 1 0 0,0 0 0 0 0,0 1-1 0 0,0-1 1 0 0,0 0 0 0 0,-1 0-1 0 0,1 1 1 0 0,-1-1 0 0 0,0 0 0 0 0,0 1-1 0 0,0-1 1 0 0,0 1 0 0 0,-2-5-1 0 0,-7-24 89 0 0,10 30-117 0 0,-1 1 0 0 0,1 0 0 0 0,0-1 0 0 0,0 1 1 0 0,-1 0-1 0 0,1 0 0 0 0,0-1 0 0 0,-1 1 0 0 0,1 0 0 0 0,0 0 0 0 0,-1-1 0 0 0,1 1 0 0 0,0 0 0 0 0,-1 0 0 0 0,1 0 0 0 0,-1 0 0 0 0,1 0 0 0 0,0 0 0 0 0,-1-1 0 0 0,1 1 0 0 0,-1 0 0 0 0,1 0 0 0 0,0 0 0 0 0,-1 0 0 0 0,1 0 0 0 0,-1 0 0 0 0,1 1 1 0 0,0-1-1 0 0,-1 0 0 0 0,1 5 8 0 0,1 0 0 0 0,0 0 0 0 0,0-1 0 0 0,0 1 0 0 0,1 0 1 0 0,0-1-1 0 0,0 1 0 0 0,0-1 0 0 0,0 1 0 0 0,1-1 1 0 0,-1 0-1 0 0,1 0 0 0 0,0 0 0 0 0,0 0 0 0 0,1-1 0 0 0,-1 0 1 0 0,1 1-1 0 0,5 2 0 0 0,10 10-8 0 0,0 0 0 0 0,29 15-1 0 0,-27-18 29 0 0,1-1 0 0 0,0 0 0 0 0,1-2 0 0 0,0-1 0 0 0,0-1 0 0 0,27 6 0 0 0,-45-13-13 0 0,1 1-1 0 0,-1-1 0 0 0,1-1 0 0 0,0 1 0 0 0,0-1 0 0 0,-1 0 1 0 0,1-1-1 0 0,0 1 0 0 0,-1-1 0 0 0,1 0 0 0 0,-1-1 0 0 0,1 1 0 0 0,-1-1 1 0 0,1 0-1 0 0,-1 0 0 0 0,0-1 0 0 0,0 0 0 0 0,0 0 0 0 0,0 0 1 0 0,-1 0-1 0 0,1-1 0 0 0,-1 1 0 0 0,0-1 0 0 0,0 0 0 0 0,0-1 1 0 0,-1 1-1 0 0,1-1 0 0 0,-1 0 0 0 0,0 1 0 0 0,0-1 0 0 0,-1-1 0 0 0,3-5 1 0 0,1-2 34 0 0,-1-1 0 0 0,-1 0 0 0 0,0 0 1 0 0,-1-1-1 0 0,-1 1 0 0 0,2-23 1 0 0,-4 33-32 0 0,1 0 0 0 0,-1 0 0 0 0,0 0 1 0 0,-1-1-1 0 0,1 1 0 0 0,-1 0 1 0 0,0 0-1 0 0,0 0 0 0 0,0 0 0 0 0,0 0 1 0 0,-1 0-1 0 0,0 0 0 0 0,1 0 0 0 0,-1 0 1 0 0,-1 1-1 0 0,1-1 0 0 0,-1 1 1 0 0,1-1-1 0 0,-1 1 0 0 0,0 0 0 0 0,0 0 1 0 0,0 1-1 0 0,-1-1 0 0 0,1 0 0 0 0,-7-3 1 0 0,8 5-80 0 0,-8 1 27 0 0,3-1-596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8.494"/>
    </inkml:context>
    <inkml:brush xml:id="br0">
      <inkml:brushProperty name="width" value="0.2" units="cm"/>
      <inkml:brushProperty name="height" value="0.2" units="cm"/>
      <inkml:brushProperty name="color" value="#F6630D"/>
    </inkml:brush>
  </inkml:definitions>
  <inkml:trace contextRef="#ctx0" brushRef="#br0">1 5 4808 0 0,'0'0'-58'0'0,"0"0"39"0"0,0 0 0 0 0,0-1-1 0 0,0 1 1 0 0,0 0 0 0 0,1 0-1 0 0,-1-1 1 0 0,0 1 0 0 0,0 0-1 0 0,0 0 1 0 0,1-1 0 0 0,-1 1-1 0 0,0 0 1 0 0,0 0-1 0 0,0-1 1 0 0,1 1 0 0 0,-1 0-1 0 0,0 0 1 0 0,1 0 0 0 0,-1 0-1 0 0,0 0 1 0 0,0-1 0 0 0,1 1-1 0 0,-1 0 1 0 0,0 0 0 0 0,1 0-1 0 0,-1 0 1 0 0,0 0 0 0 0,0 0-1 0 0,1 0 1 0 0,-1 0-1 0 0,0 0 1 0 0,1 0 0 0 0,-1 0-1 0 0,0 0 1 0 0,1 0 0 0 0,-1 1-1 0 0,45 120-460 0 0,-21-50 494 0 0,-18-57-26 0 0,-3-8-237 0 0,-1 0 0 0 0,1 0 1 0 0,-1 1-1 0 0,-1-1 1 0 0,3 12-1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8.670"/>
    </inkml:context>
    <inkml:brush xml:id="br0">
      <inkml:brushProperty name="width" value="0.2" units="cm"/>
      <inkml:brushProperty name="height" value="0.2" units="cm"/>
      <inkml:brushProperty name="color" value="#F6630D"/>
    </inkml:brush>
  </inkml:definitions>
  <inkml:trace contextRef="#ctx0" brushRef="#br0">33 173 3108 0 0,'-26'-143'4134'0'0,"20"115"-3142"0"0,5 26-1197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9.187"/>
    </inkml:context>
    <inkml:brush xml:id="br0">
      <inkml:brushProperty name="width" value="0.2" units="cm"/>
      <inkml:brushProperty name="height" value="0.2" units="cm"/>
      <inkml:brushProperty name="color" value="#F6630D"/>
    </inkml:brush>
  </inkml:definitions>
  <inkml:trace contextRef="#ctx0" brushRef="#br0">47 183 5533 0 0,'-12'-46'-314'0'0,"6"26"1094"0"0,1-1 1 0 0,1 0-1 0 0,-2-37 1 0 0,-4 42-588 0 0,9 15-198 0 0,-1 24-33 0 0,6 60 22 0 0,4 0-1 0 0,24 106 1 0 0,-5-37 29 0 0,-18-89-776 0 0,0 94-1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39.487"/>
    </inkml:context>
    <inkml:brush xml:id="br0">
      <inkml:brushProperty name="width" value="0.2" units="cm"/>
      <inkml:brushProperty name="height" value="0.2" units="cm"/>
      <inkml:brushProperty name="color" value="#F6630D"/>
    </inkml:brush>
  </inkml:definitions>
  <inkml:trace contextRef="#ctx0" brushRef="#br0">0 109 5873 0 0,'5'-32'88'0'0,"-2"20"222"0"0,-2-1-1 0 0,1 0 0 0 0,-1 1 1 0 0,-2-15-1 0 0,15 54-303 0 0,-2-6 0 0 0,36 85 19 0 0,-5 2-1 0 0,-5 2 1 0 0,31 145-1 0 0,-67-245-379 0 0,0 1-1 0 0,-1 0 1 0 0,0 0-1 0 0,-1 0 1 0 0,-1 0-1 0 0,0 0 1 0 0,0 0-1 0 0,-1 0 1 0 0,0-1-1 0 0,-4 13 1 0 0,-5 2-1497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1.199"/>
    </inkml:context>
    <inkml:brush xml:id="br0">
      <inkml:brushProperty name="width" value="0.2" units="cm"/>
      <inkml:brushProperty name="height" value="0.2" units="cm"/>
      <inkml:brushProperty name="color" value="#F6630D"/>
    </inkml:brush>
  </inkml:definitions>
  <inkml:trace contextRef="#ctx0" brushRef="#br0">355 700 4808 0 0,'-8'-23'-664'0'0,"-3"19"662"0"0,-1 1 0 0 0,0 0-1 0 0,0 1 1 0 0,0 0 0 0 0,0 1 0 0 0,0 0 0 0 0,0 1 0 0 0,0 0 0 0 0,0 1 0 0 0,-1 0 0 0 0,1 1-1 0 0,0 1 1 0 0,1 0 0 0 0,-1 0 0 0 0,0 1 0 0 0,1 0 0 0 0,0 1 0 0 0,-14 9 0 0 0,13-7-8 0 0,0 0-1 0 0,0 1 1 0 0,1 1 0 0 0,0 0 0 0 0,1 0-1 0 0,-11 13 1 0 0,19-20 9 0 0,0 0 1 0 0,0 0-1 0 0,1 0 0 0 0,-1 1 0 0 0,0-1 0 0 0,1 0 1 0 0,0 1-1 0 0,0-1 0 0 0,0 1 0 0 0,0-1 1 0 0,0 1-1 0 0,0 0 0 0 0,0-1 0 0 0,1 1 0 0 0,0 0 1 0 0,-1 0-1 0 0,1-1 0 0 0,0 1 0 0 0,0 0 0 0 0,1 0 1 0 0,-1-1-1 0 0,0 1 0 0 0,1 0 0 0 0,0 0 0 0 0,0-1 1 0 0,0 1-1 0 0,0-1 0 0 0,0 1 0 0 0,0-1 0 0 0,0 1 1 0 0,1-1-1 0 0,-1 0 0 0 0,1 0 0 0 0,0 1 0 0 0,0-1 1 0 0,0 0-1 0 0,0-1 0 0 0,0 1 0 0 0,3 2 0 0 0,5 4 27 0 0,1-1-1 0 0,0 0 0 0 0,0-1 0 0 0,1 0 0 0 0,-1-1 0 0 0,1 0 0 0 0,0-1 1 0 0,1 0-1 0 0,-1-1 0 0 0,1 0 0 0 0,-1-1 0 0 0,1 0 0 0 0,0-1 1 0 0,0-1-1 0 0,0 0 0 0 0,-1-1 0 0 0,24-3 0 0 0,-26 2 38 0 0,0-1-1 0 0,0 0 0 0 0,0 0 0 0 0,0-1 1 0 0,-1 0-1 0 0,1 0 0 0 0,-1-1 1 0 0,0-1-1 0 0,-1 1 0 0 0,1-2 1 0 0,-1 1-1 0 0,0-1 0 0 0,-1 0 1 0 0,1 0-1 0 0,-2-1 0 0 0,1 0 1 0 0,-1-1-1 0 0,0 1 0 0 0,-1-1 1 0 0,0 0-1 0 0,0-1 0 0 0,5-14 1 0 0,2-16 44 0 0,-2-1 0 0 0,-1-1 1 0 0,-3 0-1 0 0,3-84 1 0 0,-9 54 205 0 0,-3 1 1 0 0,-16-87 0 0 0,17 149-258 0 0,-3-22 226 0 0,-1 0 0 0 0,-1 1-1 0 0,-12-31 1 0 0,19 60-285 0 0,0 1 0 0 0,0-1 1 0 0,0 0-1 0 0,0 0 0 0 0,0 1 0 0 0,0-1 0 0 0,-1 0 0 0 0,1 1 0 0 0,0-1 1 0 0,-1 0-1 0 0,1 1 0 0 0,0-1 0 0 0,-1 0 0 0 0,1 1 0 0 0,-1-1 0 0 0,1 1 1 0 0,-1-1-1 0 0,1 1 0 0 0,-1-1 0 0 0,1 1 0 0 0,-1-1 0 0 0,1 1 0 0 0,-1-1 1 0 0,0 1-1 0 0,1 0 0 0 0,-1-1 0 0 0,0 1 0 0 0,1 0 0 0 0,-1 0 0 0 0,0 0 1 0 0,1-1-1 0 0,-1 1 0 0 0,0 0 0 0 0,0 0 0 0 0,1 0 0 0 0,-1 0 0 0 0,0 0 1 0 0,0 0-1 0 0,1 0 0 0 0,-1 0 0 0 0,-1 1 0 0 0,0 1-3 0 0,1-1-1 0 0,-1 1 1 0 0,0 0 0 0 0,1 0 0 0 0,-1 0-1 0 0,1 0 1 0 0,0 1 0 0 0,0-1 0 0 0,0 0-1 0 0,0 0 1 0 0,0 1 0 0 0,0-1-1 0 0,0 4 1 0 0,-3 11-10 0 0,1 1-1 0 0,1 0 1 0 0,0 0-1 0 0,1 1 1 0 0,3 27-1 0 0,15 93-18 0 0,-13-121 31 0 0,3 27-2 0 0,3-1 0 0 0,2 0 0 0 0,2-1 1 0 0,1 0-1 0 0,3-1 0 0 0,1-1 0 0 0,2-1 0 0 0,2-1 0 0 0,1-1 0 0 0,53 64 0 0 0,-73-98-259 0 0,0 0 1 0 0,0-1-1 0 0,0 1 0 0 0,0-1 0 0 0,1 0 0 0 0,-1 0 0 0 0,1-1 0 0 0,0 1 0 0 0,-1-1 0 0 0,1 0 0 0 0,0 0 0 0 0,1-1 1 0 0,-1 0-1 0 0,9 2 0 0 0,5-1-2043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1.747"/>
    </inkml:context>
    <inkml:brush xml:id="br0">
      <inkml:brushProperty name="width" value="0.2" units="cm"/>
      <inkml:brushProperty name="height" value="0.2" units="cm"/>
      <inkml:brushProperty name="color" value="#F6630D"/>
    </inkml:brush>
  </inkml:definitions>
  <inkml:trace contextRef="#ctx0" brushRef="#br0">279 122 5412 0 0,'-47'-12'-1358'0'0,"40"13"1331"0"0,0 0 0 0 0,0 1 0 0 0,0 0 0 0 0,0 0 0 0 0,0 0 0 0 0,0 1 0 0 0,0 0 0 0 0,1 1 0 0 0,0-1 0 0 0,0 1 0 0 0,0 0 0 0 0,0 1 0 0 0,-9 9 1 0 0,12-12 23 0 0,1 1 0 0 0,0 0 1 0 0,0 1-1 0 0,0-1 1 0 0,0 0-1 0 0,0 0 1 0 0,1 1-1 0 0,0-1 1 0 0,-1 1-1 0 0,1-1 1 0 0,1 1-1 0 0,-1 0 1 0 0,0-1-1 0 0,1 1 1 0 0,0 0-1 0 0,0 0 1 0 0,0-1-1 0 0,0 1 1 0 0,1 0-1 0 0,-1-1 1 0 0,1 1-1 0 0,0 0 1 0 0,0-1-1 0 0,0 1 1 0 0,0-1-1 0 0,1 1 1 0 0,0-1-1 0 0,0 0 1 0 0,3 5-1 0 0,2 1 18 0 0,1 0 0 0 0,0-1 0 0 0,1 0 0 0 0,-1 0 0 0 0,2-1 0 0 0,-1 0 0 0 0,1-1 0 0 0,0 0 0 0 0,0 0-1 0 0,1-1 1 0 0,0 0 0 0 0,0-1 0 0 0,0 0 0 0 0,0-1 0 0 0,1-1 0 0 0,-1 1 0 0 0,1-2 0 0 0,12 1 0 0 0,-19-2 0 0 0,1 0 0 0 0,-1-1 1 0 0,1 1-1 0 0,-1-1 0 0 0,1-1 0 0 0,-1 1 0 0 0,0-1 1 0 0,1 0-1 0 0,-1 0 0 0 0,0 0 0 0 0,0-1 0 0 0,0 0 1 0 0,-1 0-1 0 0,1 0 0 0 0,-1 0 0 0 0,1-1 0 0 0,-1 0 1 0 0,0 0-1 0 0,-1 0 0 0 0,1 0 0 0 0,-1 0 0 0 0,1-1 1 0 0,-1 0-1 0 0,-1 0 0 0 0,1 0 0 0 0,-1 0 0 0 0,0 0 1 0 0,0 0-1 0 0,0 0 0 0 0,-1-1 0 0 0,1 1 0 0 0,-1-1 1 0 0,0-10-1 0 0,0 7 20 0 0,0 0 0 0 0,-1-1 1 0 0,0 1-1 0 0,-1 0 0 0 0,0-1 1 0 0,0 1-1 0 0,-1 0 0 0 0,0 0 1 0 0,0 0-1 0 0,-1 0 0 0 0,-1 0 0 0 0,1 1 1 0 0,-1-1-1 0 0,-1 1 0 0 0,1 0 1 0 0,-2 0-1 0 0,1 1 0 0 0,-1-1 1 0 0,-10-9-1 0 0,5 9-2 0 0,0 1 1 0 0,0 0 0 0 0,-1 1 0 0 0,0 1-1 0 0,0-1 1 0 0,0 2 0 0 0,-1 0-1 0 0,0 0 1 0 0,0 1 0 0 0,0 1-1 0 0,-17-1 1 0 0,0 1 3 0 0,1 1-1 0 0,-1 2 0 0 0,-57 8 1 0 0,83-9-170 0 0,0 1-1 0 0,0 0 1 0 0,-1 0 0 0 0,1 0 0 0 0,0 1 0 0 0,0 0 0 0 0,0-1-1 0 0,0 1 1 0 0,0 1 0 0 0,1-1 0 0 0,-1 0 0 0 0,-4 5-1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3.479"/>
    </inkml:context>
    <inkml:brush xml:id="br0">
      <inkml:brushProperty name="width" value="0.2" units="cm"/>
      <inkml:brushProperty name="height" value="0.2" units="cm"/>
      <inkml:brushProperty name="color" value="#F6630D"/>
    </inkml:brush>
  </inkml:definitions>
  <inkml:trace contextRef="#ctx0" brushRef="#br0">87 253 3564 0 0,'0'-9'131'0'0,"0"0"-1"0"0,-1 0 1 0 0,0 1 0 0 0,0-1-1 0 0,-1 0 1 0 0,0 1-1 0 0,-1-1 1 0 0,0 1-1 0 0,0 0 1 0 0,-5-9-1 0 0,7 16-42 0 0,1 0-78 0 0,0 0-1 0 0,-1 0 1 0 0,1 0-1 0 0,0 0 0 0 0,-1 0 1 0 0,1 0-1 0 0,-1 0 1 0 0,0 0-1 0 0,1 0 0 0 0,-1 1 1 0 0,1-1-1 0 0,-1 0 1 0 0,0 0-1 0 0,0 0 0 0 0,0 1 1 0 0,1-1-1 0 0,-1 1 1 0 0,0-1-1 0 0,0 0 0 0 0,0 1 1 0 0,0-1-1 0 0,0 1 1 0 0,0 0-1 0 0,0-1 0 0 0,0 1 1 0 0,0 0-1 0 0,0 0 1 0 0,0 0-1 0 0,0-1 0 0 0,-2 1 1 0 0,0 3-14 0 0,0-1 1 0 0,0 1-1 0 0,0 0 1 0 0,0 0-1 0 0,1 0 1 0 0,0 0-1 0 0,-1 1 1 0 0,1-1-1 0 0,0 0 1 0 0,0 1-1 0 0,1 0 1 0 0,-1-1-1 0 0,1 1 1 0 0,0 0-1 0 0,0 0 0 0 0,0 0 1 0 0,0 4-1 0 0,1-1 2 0 0,0 0-1 0 0,0 0 0 0 0,0 0 0 0 0,1 0 1 0 0,0 0-1 0 0,1 0 0 0 0,0 0 0 0 0,0 0 1 0 0,4 8-1 0 0,-1-4 9 0 0,0-1 1 0 0,1 0-1 0 0,0 0 1 0 0,0 0 0 0 0,1-1-1 0 0,0 0 1 0 0,1 0-1 0 0,0-1 1 0 0,0 0-1 0 0,1 0 1 0 0,0-1-1 0 0,12 8 1 0 0,-12-10 7 0 0,1-1 1 0 0,-1 1-1 0 0,1-2 0 0 0,0 1 1 0 0,0-1-1 0 0,0-1 1 0 0,1 0-1 0 0,-1 0 0 0 0,0-1 1 0 0,1 0-1 0 0,12-1 1 0 0,-17-1-13 0 0,-1 0 0 0 0,0 0 1 0 0,0 0-1 0 0,1-1 1 0 0,-1 1-1 0 0,0-1 0 0 0,0 0 1 0 0,0-1-1 0 0,-1 1 0 0 0,1-1 1 0 0,-1 0-1 0 0,1 0 1 0 0,-1-1-1 0 0,0 1 0 0 0,0-1 1 0 0,0 0-1 0 0,-1 0 1 0 0,1 0-1 0 0,-1 0 0 0 0,0-1 1 0 0,0 1-1 0 0,-1-1 0 0 0,5-10 1 0 0,0-3 63 0 0,-1 1 0 0 0,8-37 1 0 0,-12 47-26 0 0,-1-1 0 0 0,0 0 0 0 0,0 1 0 0 0,-1-1 1 0 0,0 0-1 0 0,-1 1 0 0 0,1-1 0 0 0,-1 1 0 0 0,-5-15 1 0 0,6 20-56 0 0,0 2-6 0 0,0 0 16 0 0,-1-1 1 0 0,1 1-1 0 0,0 0 1 0 0,0-1 0 0 0,0 1-1 0 0,-1 0 1 0 0,1 0 0 0 0,0-1-1 0 0,-1 1 1 0 0,1 0-1 0 0,0 0 1 0 0,-1-1 0 0 0,1 1-1 0 0,0 0 1 0 0,-1 0 0 0 0,1 0-1 0 0,0 0 1 0 0,-1 0 0 0 0,1-1-1 0 0,0 1 1 0 0,-1 0-1 0 0,1 0 1 0 0,-1 0 0 0 0,1 0-1 0 0,0 0 1 0 0,-1 0 0 0 0,1 0-1 0 0,0 0 1 0 0,-1 0-1 0 0,1 1 1 0 0,-1-1 0 0 0,1 0-1 0 0,0 0 1 0 0,-1 0 0 0 0,1 0-1 0 0,-1 1 1 0 0,0 1-1 0 0,0 1-1 0 0,0 0 1 0 0,0 0 0 0 0,0 0-1 0 0,1 0 1 0 0,-1 0 0 0 0,1 0 0 0 0,0 0-1 0 0,-1 0 1 0 0,1 0 0 0 0,1 0-1 0 0,-1 0 1 0 0,0 0 0 0 0,1 0 0 0 0,0 0-1 0 0,-1 0 1 0 0,1 0 0 0 0,2 4 0 0 0,1 0 0 0 0,0 0 0 0 0,0 0 0 0 0,0-1 0 0 0,1 0 0 0 0,0 1 1 0 0,0-1-1 0 0,7 5 0 0 0,2 2 13 0 0,1-2-1 0 0,0 1 1 0 0,0-2-1 0 0,1 0 1 0 0,29 13-1 0 0,-38-20 15 0 0,-1-1-1 0 0,1 1 1 0 0,0-1-1 0 0,-1-1 0 0 0,1 1 1 0 0,0-1-1 0 0,0 0 1 0 0,0-1-1 0 0,0 1 1 0 0,0-1-1 0 0,0-1 0 0 0,0 1 1 0 0,12-4-1 0 0,-15 3-8 0 0,0-1 0 0 0,0 0 0 0 0,0 0 0 0 0,0-1 0 0 0,0 1 0 0 0,-1-1 0 0 0,1 0 0 0 0,-1 0-1 0 0,0 0 1 0 0,1 0 0 0 0,-2 0 0 0 0,1-1 0 0 0,0 0 0 0 0,-1 1 0 0 0,1-1 0 0 0,-1 0 0 0 0,0 0 0 0 0,0 0 0 0 0,-1-1 0 0 0,1 1-1 0 0,-1 0 1 0 0,1-7 0 0 0,0 3-7 0 0,0 0-1 0 0,-1 0 1 0 0,0-1 0 0 0,0 1-1 0 0,-1 0 1 0 0,0-1-1 0 0,-1 1 1 0 0,1 0 0 0 0,-2-1-1 0 0,1 1 1 0 0,-1 0-1 0 0,0 0 1 0 0,-1 0-1 0 0,0 0 1 0 0,0 0 0 0 0,-8-12-1 0 0,5 11-18 0 0,-1 0 0 0 0,1 1 0 0 0,-1 0 0 0 0,-1 0-1 0 0,0 1 1 0 0,0 0 0 0 0,0 0 0 0 0,-1 1 0 0 0,0 0 0 0 0,0 0 0 0 0,0 1-1 0 0,-18-7 1 0 0,14 7-42 0 0,0 0 0 0 0,0-1-1 0 0,-24-16 1 0 0,35 21 5 0 0,12 2-267 0 0,27 4 248 0 0,340 28-649 0 0,-374-32 765 0 0,0-1 0 0 0,0 0 0 0 0,0-1-1 0 0,0 1 1 0 0,0 0 0 0 0,0-1-1 0 0,0 0 1 0 0,0 0 0 0 0,0 0 0 0 0,-1 0-1 0 0,1 0 1 0 0,0 0 0 0 0,-1-1-1 0 0,1 1 1 0 0,-1-1 0 0 0,1 0 0 0 0,2-2-1 0 0,-5 3 83 0 0,3-2-60 0 0,9-8 117 0 0,-5 9-379 0 0,-12 37 125 0 0,1-18 44 0 0,2 0 0 0 0,0 0 1 0 0,1 0-1 0 0,1 0 0 0 0,3 26 1 0 0,13 72 54 0 0,-15-114 2 0 0,-1 0 0 0 0,0 0 0 0 0,0 0 1 0 0,0 0-1 0 0,0 0 0 0 0,0 1 0 0 0,0-1 0 0 0,0 0 0 0 0,0 0 0 0 0,0 0 0 0 0,0 0 0 0 0,-1 0 0 0 0,1 0 0 0 0,0 0 1 0 0,-1 0-1 0 0,1 0 0 0 0,-1 0 0 0 0,1 0 0 0 0,-1 0 0 0 0,0 0 0 0 0,1 0 0 0 0,-1 0 0 0 0,0 0 0 0 0,0-1 0 0 0,1 1 1 0 0,-1 0-1 0 0,0 0 0 0 0,0-1 0 0 0,0 1 0 0 0,0-1 0 0 0,0 1 0 0 0,0-1 0 0 0,0 1 0 0 0,0-1 0 0 0,0 0 0 0 0,0 1 0 0 0,0-1 1 0 0,0 0-1 0 0,0 0 0 0 0,-1 0 0 0 0,1 0 0 0 0,0 0 0 0 0,0 0 0 0 0,0 0 0 0 0,0 0 0 0 0,0 0 0 0 0,0 0 0 0 0,0-1 1 0 0,0 1-1 0 0,-1 0 0 0 0,1-1 0 0 0,0 1 0 0 0,0-1 0 0 0,1 1 0 0 0,-1-1 0 0 0,0 0 0 0 0,0 1 0 0 0,0-1 0 0 0,0 0 0 0 0,0 1 1 0 0,1-1-1 0 0,-2-2 0 0 0,-1 0 19 0 0,1 0 1 0 0,0-1-1 0 0,0 1 0 0 0,0-1 1 0 0,0 0-1 0 0,1 0 0 0 0,-1 1 1 0 0,1-1-1 0 0,0 0 1 0 0,0 0-1 0 0,1 0 0 0 0,-1 0 1 0 0,1 0-1 0 0,0 0 1 0 0,0-1-1 0 0,1-3 0 0 0,0 0-3 0 0,1-1 0 0 0,0 1 0 0 0,0 0 0 0 0,1-1-1 0 0,0 1 1 0 0,0 1 0 0 0,7-12 0 0 0,-1 4-14 0 0,0 1 0 0 0,1 1 0 0 0,1 0 0 0 0,0 0 1 0 0,1 1-1 0 0,0 0 0 0 0,23-16 0 0 0,-29 24-40 0 0,-1 0 0 0 0,1 1 0 0 0,0 0 0 0 0,0 0 0 0 0,0 0 0 0 0,0 1 0 0 0,1 0 0 0 0,-1 0 0 0 0,1 0 0 0 0,-1 1 0 0 0,1 0 0 0 0,0 0 0 0 0,-1 1 0 0 0,1 0 0 0 0,0 0 0 0 0,-1 1 0 0 0,1 0 1 0 0,-1 0-1 0 0,1 0 0 0 0,-1 1 0 0 0,1 0 0 0 0,-1 0 0 0 0,0 0 0 0 0,0 1 0 0 0,0 0 0 0 0,0 0 0 0 0,0 1 0 0 0,0 0 0 0 0,7 6 0 0 0,4 6-110 0 0,0 1 0 0 0,0 1 1 0 0,-2 0-1 0 0,0 1 0 0 0,-1 0 1 0 0,21 40-1 0 0,-5-17-4459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4.191"/>
    </inkml:context>
    <inkml:brush xml:id="br0">
      <inkml:brushProperty name="width" value="0.2" units="cm"/>
      <inkml:brushProperty name="height" value="0.2" units="cm"/>
      <inkml:brushProperty name="color" value="#F6630D"/>
    </inkml:brush>
  </inkml:definitions>
  <inkml:trace contextRef="#ctx0" brushRef="#br0">20 80 5865 0 0,'2'-65'88'0'0,"-2"63"86"0"0,-6-7-45 0 0,6 9-131 0 0,0 0 1 0 0,0 0 0 0 0,0 0-1 0 0,0-1 1 0 0,0 1 0 0 0,0 0-1 0 0,-1 0 1 0 0,1 0-1 0 0,0 0 1 0 0,0-1 0 0 0,0 1-1 0 0,0 0 1 0 0,0 0 0 0 0,0 0-1 0 0,0 0 1 0 0,0 0-1 0 0,-1-1 1 0 0,1 1 0 0 0,0 0-1 0 0,0 0 1 0 0,0 0 0 0 0,0 0-1 0 0,0 0 1 0 0,-1 0-1 0 0,1 0 1 0 0,0 0 0 0 0,0 0-1 0 0,0-1 1 0 0,0 1 0 0 0,-1 0-1 0 0,1 0 1 0 0,0 0-1 0 0,0 0 1 0 0,0 0 0 0 0,-1 0-1 0 0,1 0 1 0 0,0 0 0 0 0,0 0-1 0 0,0 0 1 0 0,0 0-1 0 0,-1 1 1 0 0,1-1 0 0 0,0 0-1 0 0,0 0 1 0 0,0 0 0 0 0,0 0-1 0 0,-1 0 1 0 0,1 0-1 0 0,0 0 1 0 0,0 0 0 0 0,0 0-1 0 0,0 1 1 0 0,0-1 0 0 0,-1 0-1 0 0,1 0 1 0 0,0 0-1 0 0,0 0 1 0 0,0 0 0 0 0,0 1-1 0 0,0-1 1 0 0,-5 45-32 0 0,3 0 0 0 0,1 0 0 0 0,3 0 0 0 0,6 46 1 0 0,2 38 10 0 0,-10-124 24 0 0,11 427 49 0 0,-11-382 229 0 0,0-48-314 0 0,27-19-4395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4.786"/>
    </inkml:context>
    <inkml:brush xml:id="br0">
      <inkml:brushProperty name="width" value="0.2" units="cm"/>
      <inkml:brushProperty name="height" value="0.2" units="cm"/>
      <inkml:brushProperty name="color" value="#F6630D"/>
    </inkml:brush>
  </inkml:definitions>
  <inkml:trace contextRef="#ctx0" brushRef="#br0">107 57 4008 0 0,'-17'-26'-180'0'0,"15"25"165"0"0,-3 3-39 0 0,-1 1 49 0 0,0 0 0 0 0,1 1 0 0 0,-1-1 0 0 0,1 1-1 0 0,0 0 1 0 0,0 0 0 0 0,0 0 0 0 0,0 1 0 0 0,1 0 0 0 0,0 0 0 0 0,0 0 0 0 0,0 1 0 0 0,1-1-1 0 0,0 1 1 0 0,-3 6 0 0 0,5-8 7 0 0,-1 1 0 0 0,1 0 0 0 0,0 0 0 0 0,0-1 0 0 0,1 1 0 0 0,0 0 0 0 0,0 0 0 0 0,0 0 0 0 0,0 0 0 0 0,1 0 0 0 0,0 0 0 0 0,0 0 0 0 0,0-1 0 0 0,0 1 0 0 0,1 0 0 0 0,0-1 0 0 0,0 1 0 0 0,0-1 0 0 0,0 0 0 0 0,1 1 0 0 0,5 6 0 0 0,0-2 37 0 0,1 0-1 0 0,-1 0 1 0 0,1-1 0 0 0,1 0-1 0 0,-1-1 1 0 0,1 0-1 0 0,1-1 1 0 0,-1 0 0 0 0,1 0-1 0 0,0-1 1 0 0,0 0 0 0 0,1-1-1 0 0,-1-1 1 0 0,1 0-1 0 0,23 3 1 0 0,-31-5-1 0 0,-1-1-1 0 0,1 0 1 0 0,-1 0-1 0 0,0 0 1 0 0,1 0-1 0 0,-1-1 1 0 0,1 1-1 0 0,-1-1 1 0 0,0 0-1 0 0,1 0 1 0 0,-1 0-1 0 0,0 0 1 0 0,0-1-1 0 0,0 1 1 0 0,0-1-1 0 0,0 0 1 0 0,0 0-1 0 0,0 0 1 0 0,-1 0-1 0 0,1 0 1 0 0,-1 0-1 0 0,0-1 1 0 0,1 0-1 0 0,-1 1 1 0 0,0-1-1 0 0,0 0 1 0 0,-1 0-1 0 0,1 0 1 0 0,-1 0 0 0 0,1 0-1 0 0,-1 0 1 0 0,0-1-1 0 0,0 1 1 0 0,0 0-1 0 0,-1-1 1 0 0,1 1-1 0 0,-1 0 1 0 0,0-6-1 0 0,0-2 16 0 0,-1 1-1 0 0,0-1 1 0 0,-1 0-1 0 0,-1 0 0 0 0,1 1 1 0 0,-2-1-1 0 0,1 1 1 0 0,-1 0-1 0 0,-1 0 1 0 0,-9-15-1 0 0,8 16-46 0 0,-1 1 0 0 0,0-1-1 0 0,-1 1 1 0 0,1 1 0 0 0,-1-1 0 0 0,-1 1-1 0 0,0 0 1 0 0,0 1 0 0 0,0 0-1 0 0,0 1 1 0 0,-1 0 0 0 0,0 0 0 0 0,0 1-1 0 0,0 0 1 0 0,-1 1 0 0 0,1 0-1 0 0,-1 1 1 0 0,0 0 0 0 0,0 1 0 0 0,-11-1-1 0 0,19 2-303 0 0,1 0 0 0 0,-1 1 1 0 0,0-1-1 0 0,1 0 0 0 0,-1 1 0 0 0,1 0 0 0 0,-1-1 0 0 0,1 1 0 0 0,0 0 0 0 0,-1 0 0 0 0,-2 2 0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5.522"/>
    </inkml:context>
    <inkml:brush xml:id="br0">
      <inkml:brushProperty name="width" value="0.2" units="cm"/>
      <inkml:brushProperty name="height" value="0.2" units="cm"/>
      <inkml:brushProperty name="color" value="#F6630D"/>
    </inkml:brush>
  </inkml:definitions>
  <inkml:trace contextRef="#ctx0" brushRef="#br0">280 64 3748 0 0,'0'0'-180'0'0,"-9"-34"368"0"0,6 31-174 0 0,-1 0-1 0 0,1 1 0 0 0,0-1 0 0 0,-1 1 0 0 0,0-1 1 0 0,1 1-1 0 0,-1 0 0 0 0,0 0 0 0 0,0 1 0 0 0,0-1 1 0 0,0 1-1 0 0,-1 0 0 0 0,1 0 0 0 0,0 1 0 0 0,0-1 0 0 0,-1 1 1 0 0,1 0-1 0 0,0 0 0 0 0,-1 0 0 0 0,1 0 0 0 0,0 1 1 0 0,-1 0-1 0 0,1 0 0 0 0,0 0 0 0 0,-5 2 0 0 0,-4 1-27 0 0,0 0 1 0 0,0 1-1 0 0,1 1 0 0 0,-1 0 0 0 0,1 0 0 0 0,-21 16 0 0 0,28-18 11 0 0,0 0 1 0 0,1 0-1 0 0,0 1 1 0 0,0 0-1 0 0,0-1 1 0 0,1 1-1 0 0,0 0 1 0 0,0 1-1 0 0,0-1 1 0 0,0 1-1 0 0,1-1 1 0 0,0 1-1 0 0,0 0 1 0 0,1 0-1 0 0,-1-1 1 0 0,0 10-1 0 0,2-11 8 0 0,0 0 0 0 0,0 0 0 0 0,0 0 0 0 0,0 0 0 0 0,1 0 0 0 0,0 0 0 0 0,0 0 0 0 0,0-1 0 0 0,0 1 0 0 0,0 0 0 0 0,1-1 0 0 0,0 1 1 0 0,-1 0-1 0 0,1-1 0 0 0,1 0 0 0 0,-1 0 0 0 0,0 1 0 0 0,1-1 0 0 0,0-1 0 0 0,0 1 0 0 0,0 0 0 0 0,0-1 0 0 0,0 1 0 0 0,0-1 0 0 0,0 0 0 0 0,5 2 0 0 0,-5-3 12 0 0,0 1 0 0 0,0-1 0 0 0,0 0 0 0 0,0 0 0 0 0,1 0 0 0 0,-1-1 0 0 0,0 1 0 0 0,0-1 0 0 0,1 0 0 0 0,-1 0 0 0 0,0 0 0 0 0,1 0 0 0 0,-1 0 0 0 0,0-1 0 0 0,1 0 0 0 0,4-1 0 0 0,-1-1 1 0 0,0 0-1 0 0,-1 0 1 0 0,1 0-1 0 0,-1-1 1 0 0,0 0-1 0 0,0 0 1 0 0,7-7-1 0 0,3-5 58 0 0,-1 0 0 0 0,0-1-1 0 0,24-37 1 0 0,-22 29 157 0 0,-10 16-21 0 0,-1 0-1 0 0,0 0 0 0 0,-1 0 1 0 0,5-11-1 0 0,-10 18-154 0 0,2-3 145 0 0,-4 20-197 0 0,1 1 1 0 0,0-1-1 0 0,1 0 1 0 0,1 1-1 0 0,0-1 1 0 0,1 0-1 0 0,1 0 1 0 0,0 0-1 0 0,1 0 1 0 0,12 28-1 0 0,-11-31-685 0 0,1 0-1 0 0,0 0 1 0 0,1-1-1 0 0,13 17 1 0 0,-9-18-469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6.135"/>
    </inkml:context>
    <inkml:brush xml:id="br0">
      <inkml:brushProperty name="width" value="0.2" units="cm"/>
      <inkml:brushProperty name="height" value="0.2" units="cm"/>
      <inkml:brushProperty name="color" value="#F6630D"/>
    </inkml:brush>
  </inkml:definitions>
  <inkml:trace contextRef="#ctx0" brushRef="#br0">231 810 3932 0 0,'-3'-4'12'0'0,"0"0"-1"0"0,0 0 0 0 0,-1 1 0 0 0,1-1 1 0 0,-1 1-1 0 0,0 0 0 0 0,0 0 0 0 0,0 0 1 0 0,-1 0-1 0 0,1 1 0 0 0,-1 0 0 0 0,1 0 1 0 0,-1 0-1 0 0,0 0 0 0 0,0 1 1 0 0,0-1-1 0 0,-7 0 0 0 0,9 2-4 0 0,-1 0-25 0 0,-3 1 16 0 0,0-1 0 0 0,0 2 0 0 0,0-1 0 0 0,1 1 0 0 0,-1 0-1 0 0,0 0 1 0 0,1 1 0 0 0,0 0 0 0 0,0 0 0 0 0,0 0 0 0 0,0 1 0 0 0,0 0-1 0 0,1 0 1 0 0,-1 1 0 0 0,1-1 0 0 0,0 1 0 0 0,0 0 0 0 0,1 1 0 0 0,-5 6-1 0 0,6-8 6 0 0,1-1 0 0 0,0 0 0 0 0,0 1 0 0 0,0 0-1 0 0,1 0 1 0 0,-1-1 0 0 0,1 1 0 0 0,0 0 0 0 0,0 0-1 0 0,0 0 1 0 0,1 0 0 0 0,-1 0 0 0 0,1 0 0 0 0,0 0-1 0 0,0 0 1 0 0,1 0 0 0 0,-1 1 0 0 0,1-1 0 0 0,0 0-1 0 0,0-1 1 0 0,0 1 0 0 0,0 0 0 0 0,1 0 0 0 0,-1 0 0 0 0,1-1-1 0 0,0 1 1 0 0,0-1 0 0 0,1 1 0 0 0,-1-1 0 0 0,1 0-1 0 0,-1 0 1 0 0,1 0 0 0 0,0 0 0 0 0,0-1 0 0 0,5 4-1 0 0,-4-3 35 0 0,0 1-1 0 0,0-1 0 0 0,1 0 1 0 0,0 0-1 0 0,-1-1 0 0 0,1 1 0 0 0,0-1 1 0 0,0 0-1 0 0,1-1 0 0 0,-1 1 1 0 0,0-1-1 0 0,0 0 0 0 0,1 0 1 0 0,-1-1-1 0 0,1 1 0 0 0,8-2 0 0 0,-7 0 40 0 0,1-1 0 0 0,-1 0 0 0 0,0 0-1 0 0,1-1 1 0 0,-1 0 0 0 0,-1 0 0 0 0,1-1-1 0 0,0 0 1 0 0,-1 0 0 0 0,0 0 0 0 0,10-10 0 0 0,-1 0-7 0 0,-1-1 0 0 0,0 0 0 0 0,-1-1 0 0 0,0-1 0 0 0,-2 0 0 0 0,0-1 0 0 0,-1 0 0 0 0,0-1 1 0 0,-2 0-1 0 0,7-22 0 0 0,6-28 96 0 0,18-113 1 0 0,-21 89-71 0 0,-16 80-77 0 0,54-322 1039 0 0,-56 287-828 0 0,0 46-211 0 0,-4 9-15 0 0,-6 12-3 0 0,2 1 0 0 0,-1-1-1 0 0,2 1 1 0 0,1 1 0 0 0,0 0 0 0 0,2 0 0 0 0,0 0-1 0 0,2 0 1 0 0,0 0 0 0 0,1 1 0 0 0,1-1 0 0 0,6 42-1 0 0,0-20-2 0 0,2 0 0 0 0,1-1 0 0 0,3 0 0 0 0,1-1 0 0 0,31 65 0 0 0,-27-73-653 0 0,2-1 1 0 0,1-2 0 0 0,1 0-1 0 0,2 0 1 0 0,42 40-1 0 0,-34-40-1754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7.698"/>
    </inkml:context>
    <inkml:brush xml:id="br0">
      <inkml:brushProperty name="width" value="0.2" units="cm"/>
      <inkml:brushProperty name="height" value="0.2" units="cm"/>
      <inkml:brushProperty name="color" value="#F6630D"/>
    </inkml:brush>
  </inkml:definitions>
  <inkml:trace contextRef="#ctx0" brushRef="#br0">6 74 5809 0 0,'-3'-53'-407'0'0,"3"52"455"0"0,-1-12 59 0 0,0 7-139 0 0,0 8-305 0 0,2 44 285 0 0,1 1 0 0 0,2-1 0 0 0,3 1 0 0 0,11 44 0 0 0,-10-52 44 0 0,54 368-64 0 0,-62-328 1886 0 0,6-113-5184 0 0,-1 14 1934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8.865"/>
    </inkml:context>
    <inkml:brush xml:id="br0">
      <inkml:brushProperty name="width" value="0.2" units="cm"/>
      <inkml:brushProperty name="height" value="0.2" units="cm"/>
      <inkml:brushProperty name="color" value="#F6630D"/>
    </inkml:brush>
  </inkml:definitions>
  <inkml:trace contextRef="#ctx0" brushRef="#br0">26 539 4240 0 0,'0'0'-116'0'0,"-16"-4"-53"0"0,7 1 67 0 0,10 1-151 0 0,54-6 204 0 0,0 2 1 0 0,60 3 0 0 0,57-6 117 0 0,-155 7 16 0 0,-4 1 119 0 0,1 0 0 0 0,0-1-1 0 0,-1-1 1 0 0,0 0-1 0 0,18-7 1 0 0,-28 8-159 0 0,1 0-1 0 0,0 0 1 0 0,-1 0 0 0 0,0 0-1 0 0,0-1 1 0 0,0 1 0 0 0,0-1-1 0 0,0 0 1 0 0,0 0 0 0 0,0 0-1 0 0,-1 0 1 0 0,0 0 0 0 0,1-1-1 0 0,-1 1 1 0 0,-1-1 0 0 0,1 0-1 0 0,0 1 1 0 0,-1-1 0 0 0,0 0 0 0 0,0 0-1 0 0,0 0 1 0 0,0 0 0 0 0,0-4-1 0 0,2-41 171 0 0,-2-1 0 0 0,-3 1 0 0 0,-1-1 0 0 0,-11-52 0 0 0,11 81 24 0 0,-8-34 259 0 0,10 53-467 0 0,-1-14 63 0 0,-1 7-166 0 0,0 9-301 0 0,-1 12 354 0 0,1-1 1 0 0,-1 1 0 0 0,2-1-1 0 0,0 1 1 0 0,0 0-1 0 0,1 0 1 0 0,0 0 0 0 0,1 0-1 0 0,3 24 1 0 0,27 119-41 0 0,-19-102 31 0 0,61 281-31 0 0,-65-301 62 0 0,-4-20 106 0 0,0 0 1 0 0,-1 0-1 0 0,1 17 0 0 0,-3-28 234 0 0,0-2-322 0 0,0 1-1 0 0,0-1 1 0 0,0 0 0 0 0,0 0 0 0 0,-1 1-1 0 0,1-1 1 0 0,0 0 0 0 0,0 1-1 0 0,0-1 1 0 0,0 0 0 0 0,-1 0-1 0 0,1 1 1 0 0,0-1 0 0 0,0 0-1 0 0,-1 0 1 0 0,1 0 0 0 0,0 1 0 0 0,0-1-1 0 0,-1 0 1 0 0,1 0 0 0 0,0 0-1 0 0,0 0 1 0 0,-1 0 0 0 0,1 1-1 0 0,0-1 1 0 0,-1 0 0 0 0,1 0 0 0 0,0 0-1 0 0,-1 0 1 0 0,1 0 0 0 0,0 0-1 0 0,-1 0 1 0 0,1 0 0 0 0,0 0-1 0 0,-1 0 1 0 0,1 0 0 0 0,0 0 0 0 0,0-1-1 0 0,-1 1 1 0 0,1 0 0 0 0,0 0-1 0 0,-1 0 1 0 0,1 0 0 0 0,0 0-1 0 0,0-1 1 0 0,-1 1 0 0 0,1 0-1 0 0,-3-3 2 0 0,0-1-1 0 0,0 1 1 0 0,1-1-1 0 0,-1 1 0 0 0,1-1 1 0 0,0 0-1 0 0,0 1 0 0 0,1-1 1 0 0,-1 0-1 0 0,1-1 0 0 0,0 1 1 0 0,0 0-1 0 0,0 0 1 0 0,0 0-1 0 0,1-1 0 0 0,-1 1 1 0 0,1 0-1 0 0,0 0 0 0 0,1-1 1 0 0,-1 1-1 0 0,1 0 0 0 0,0 0 1 0 0,2-8-1 0 0,0 4-55 0 0,0 1-1 0 0,0 0 0 0 0,0 0 1 0 0,1 0-1 0 0,0 0 1 0 0,0 1-1 0 0,1 0 0 0 0,-1 0 1 0 0,2 0-1 0 0,-1 0 1 0 0,1 1-1 0 0,-1 0 0 0 0,1 0 1 0 0,1 0-1 0 0,-1 1 1 0 0,1 0-1 0 0,0 0 0 0 0,-1 0 1 0 0,2 1-1 0 0,-1 0 1 0 0,0 1-1 0 0,9-3 0 0 0,-7 3-18 0 0,1 0-1 0 0,0 1 1 0 0,0 0-1 0 0,-1 0 0 0 0,1 1 1 0 0,0 0-1 0 0,0 1 1 0 0,0 0-1 0 0,-1 1 1 0 0,1 0-1 0 0,0 0 0 0 0,-1 1 1 0 0,0 0-1 0 0,1 1 1 0 0,-2 0-1 0 0,18 10 0 0 0,-6 1 8 0 0,-1 1 0 0 0,-1 1 0 0 0,-1 1 1 0 0,21 27-1 0 0,33 32-2330 0 0,-55-73-810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49.352"/>
    </inkml:context>
    <inkml:brush xml:id="br0">
      <inkml:brushProperty name="width" value="0.2" units="cm"/>
      <inkml:brushProperty name="height" value="0.2" units="cm"/>
      <inkml:brushProperty name="color" value="#F6630D"/>
    </inkml:brush>
  </inkml:definitions>
  <inkml:trace contextRef="#ctx0" brushRef="#br0">1 217 4304 0 0,'0'0'-356'0'0,"2"-4"37"0"0,14-14 23 0 0,0 1 0 0 0,19-17 0 0 0,-22 24 522 0 0,-1 0 1 0 0,-1-1-1 0 0,0-1 0 0 0,-1 0 0 0 0,0-1 0 0 0,0 0 1 0 0,-2 0-1 0 0,10-19 0 0 0,-16 28 117 0 0,1-8 460 0 0,-3 12-787 0 0,0 0 0 0 0,0 0 0 0 0,0 0 0 0 0,0 0 1 0 0,0 0-1 0 0,0 0 0 0 0,0 0 0 0 0,0 0 1 0 0,0 0-1 0 0,0 0 0 0 0,0 0 0 0 0,0-1 0 0 0,0 1 1 0 0,0 0-1 0 0,0 0 0 0 0,0 0 17 0 0,0 0-17 0 0,0 0 0 0 0,1 0 0 0 0,-8 4-7 0 0,1 0 1 0 0,0 1-1 0 0,0-1 0 0 0,1 1 0 0 0,0 1 1 0 0,0-1-1 0 0,0 1 0 0 0,0 0 0 0 0,1 0 0 0 0,0 0 1 0 0,0 1-1 0 0,1-1 0 0 0,0 1 0 0 0,0 0 0 0 0,0 0 1 0 0,-3 14-1 0 0,5-15-4 0 0,0 0 1 0 0,0 0-1 0 0,1 1 1 0 0,-1-1-1 0 0,1 0 1 0 0,0 0 0 0 0,1 0-1 0 0,0 0 1 0 0,0 0-1 0 0,0 0 1 0 0,0 0-1 0 0,1 0 1 0 0,0 0-1 0 0,1-1 1 0 0,2 7-1 0 0,-1-7 1 0 0,0 1-1 0 0,1-1 1 0 0,0 0-1 0 0,-1 0 1 0 0,2-1-1 0 0,-1 0 1 0 0,0 1 0 0 0,1-2-1 0 0,0 1 1 0 0,0-1-1 0 0,0 0 1 0 0,0 0-1 0 0,10 3 1 0 0,19 4-464 0 0,-1-2 1 0 0,2-1-1 0 0,-1-2 0 0 0,0-2 0 0 0,1-1 1 0 0,0-1-1 0 0,37-5 0 0 0,-12 0-610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4.208"/>
    </inkml:context>
    <inkml:brush xml:id="br0">
      <inkml:brushProperty name="width" value="0.2" units="cm"/>
      <inkml:brushProperty name="height" value="0.2" units="cm"/>
      <inkml:brushProperty name="color" value="#F6630D"/>
    </inkml:brush>
  </inkml:definitions>
  <inkml:trace contextRef="#ctx0" brushRef="#br0">256 336 4020 0 0,'-3'-15'-263'0'0,"-4"15"-141"0"0,-13 30 168 0 0,0 5 148 0 0,-23 41 0 0 0,3 1 0 0 0,-43 120 1 0 0,44-64 2609 0 0,40-138-2281 0 0,69-188 722 0 0,-4 14-862 0 0,63-219 84 0 0,-97 305-422 0 0,-31 92 209 0 0,3 2 12 0 0,0 0 0 0 0,1 0 0 0 0,-1 1 0 0 0,0-1 0 0 0,0 1 0 0 0,0 0 0 0 0,-1 0 0 0 0,1 1 0 0 0,0-1-1 0 0,-1 1 1 0 0,1 0 0 0 0,-1-1 0 0 0,0 1 0 0 0,0 1 0 0 0,0-1 0 0 0,-1 0 0 0 0,4 5 0 0 0,52 81-37 0 0,-38-56 12 0 0,53 86 2 0 0,-22-35 43 0 0,69 88 0 0 0,-68-99 206 0 0,-47-68-147 0 0,15-28-4579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4.475"/>
    </inkml:context>
    <inkml:brush xml:id="br0">
      <inkml:brushProperty name="width" value="0.2" units="cm"/>
      <inkml:brushProperty name="height" value="0.2" units="cm"/>
      <inkml:brushProperty name="color" value="#F6630D"/>
    </inkml:brush>
  </inkml:definitions>
  <inkml:trace contextRef="#ctx0" brushRef="#br0">47 136 4020 0 0,'-19'-1'-108'0'0,"-7"-2"1561"0"0,25-3-839 0 0,14-5-640 0 0,1 4 38 0 0,0 0 1 0 0,1 1 0 0 0,0 1 0 0 0,0 0 0 0 0,0 1 0 0 0,1 0 0 0 0,20-1 0 0 0,16-5-135 0 0,168-41-2648 0 0,-168 40 1462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5.397"/>
    </inkml:context>
    <inkml:brush xml:id="br0">
      <inkml:brushProperty name="width" value="0.2" units="cm"/>
      <inkml:brushProperty name="height" value="0.2" units="cm"/>
      <inkml:brushProperty name="color" value="#F6630D"/>
    </inkml:brush>
  </inkml:definitions>
  <inkml:trace contextRef="#ctx0" brushRef="#br0">110 218 4284 0 0,'0'-87'74'0'0,"0"85"-37"0"0,0 0-23 0 0,0-6-16 0 0,0 6 7 0 0,-2 13-215 0 0,-4 65 124 0 0,13 66-25 0 0,14 120 53 0 0,-16-233 87 0 0,-3-20 207 0 0,0 1 1 0 0,0-1-1 0 0,-1 1 0 0 0,0 0 1 0 0,-1-1-1 0 0,0 1 0 0 0,-3 18 1447 0 0,1-29-1644 0 0,0 0 0 0 0,0 0 0 0 0,0 0 0 0 0,0-1 0 0 0,0 1 0 0 0,0 0 1 0 0,0-1-1 0 0,0 1 0 0 0,1-1 0 0 0,-1 0 0 0 0,-2-3 0 0 0,2 3 25 0 0,-6-7 31 0 0,0 1 1 0 0,1-1-1 0 0,0-1 0 0 0,0 1 0 0 0,1-1 1 0 0,0-1-1 0 0,1 1 0 0 0,0-1 1 0 0,-4-12-1 0 0,-2-12-22 0 0,-9-52 0 0 0,15 55-86 0 0,1 0 1 0 0,1 0-1 0 0,2-1 0 0 0,1 1 1 0 0,1-1-1 0 0,2 1 1 0 0,14-63-1 0 0,-15 88-7 0 0,1 0 0 0 0,-1 0-1 0 0,1 0 1 0 0,0 0 0 0 0,1 0-1 0 0,0 1 1 0 0,0 0 0 0 0,0 0 0 0 0,1 0-1 0 0,0 0 1 0 0,0 0 0 0 0,0 1-1 0 0,10-7 1 0 0,-5 5-2 0 0,0 0 1 0 0,1 1-1 0 0,0 0 1 0 0,0 1-1 0 0,1 0 0 0 0,0 1 1 0 0,19-5-1 0 0,-8 5-3 0 0,1 0-1 0 0,-1 1 1 0 0,1 2-1 0 0,0 0 1 0 0,0 2-1 0 0,0 0 0 0 0,-1 2 1 0 0,24 5-1 0 0,-27-3-14 0 0,-1 1 0 0 0,0 1-1 0 0,0 0 1 0 0,-1 1-1 0 0,34 21 1 0 0,-46-25 18 0 0,0 1-1 0 0,0-1 1 0 0,0 1-1 0 0,-1 0 1 0 0,0 1 0 0 0,0-1-1 0 0,-1 1 1 0 0,8 12-1 0 0,-10-15 10 0 0,0 1-1 0 0,-1 0 0 0 0,0 0 0 0 0,1 0 0 0 0,-1 0 0 0 0,0 0 0 0 0,-1 0 0 0 0,1 0 0 0 0,-1 0 0 0 0,0 1 0 0 0,0-1 0 0 0,0 0 0 0 0,0 0 0 0 0,-1 0 1 0 0,0 0-1 0 0,-2 7 0 0 0,0-3 3 0 0,-1 0 1 0 0,0 0-1 0 0,-1 0 1 0 0,0-1-1 0 0,0 0 1 0 0,-1 0-1 0 0,1-1 1 0 0,-1 1-1 0 0,-1-1 1 0 0,1 0-1 0 0,-1-1 1 0 0,0 0-1 0 0,0 0 1 0 0,-11 5-1 0 0,-13 7 40 0 0,-1-2 0 0 0,-37 13 0 0 0,6-8 412 0 0,36-17-4408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5.852"/>
    </inkml:context>
    <inkml:brush xml:id="br0">
      <inkml:brushProperty name="width" value="0.2" units="cm"/>
      <inkml:brushProperty name="height" value="0.2" units="cm"/>
      <inkml:brushProperty name="color" value="#F6630D"/>
    </inkml:brush>
  </inkml:definitions>
  <inkml:trace contextRef="#ctx0" brushRef="#br0">1 102 5268 0 0,'16'-79'-28'0'0,"-15"56"731"0"0,-2 26-707 0 0,1 0 1 0 0,0 0 0 0 0,-1 0-1 0 0,1-1 1 0 0,0 1 0 0 0,1 0 0 0 0,-1 0-1 0 0,0 0 1 0 0,1-1 0 0 0,1 6 0 0 0,11 34-76 0 0,3 6-63 0 0,-1 1 1 0 0,-3 0-1 0 0,-2 1 0 0 0,6 97 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6.287"/>
    </inkml:context>
    <inkml:brush xml:id="br0">
      <inkml:brushProperty name="width" value="0.2" units="cm"/>
      <inkml:brushProperty name="height" value="0.2" units="cm"/>
      <inkml:brushProperty name="color" value="#F6630D"/>
    </inkml:brush>
  </inkml:definitions>
  <inkml:trace contextRef="#ctx0" brushRef="#br0">49 63 3848 0 0,'-5'-2'101'0'0,"-1"1"0"0"0,1-2 0 0 0,0 1 0 0 0,-1 0 0 0 0,1-1 0 0 0,0 0 0 0 0,-7-6 344 0 0,89-10-291 0 0,38 7-99 0 0,192 6-1 0 0,-205 6-185 0 0,-73 6-2724 0 0,-20-2 2434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6.589"/>
    </inkml:context>
    <inkml:brush xml:id="br0">
      <inkml:brushProperty name="width" value="0.2" units="cm"/>
      <inkml:brushProperty name="height" value="0.2" units="cm"/>
      <inkml:brushProperty name="color" value="#F6630D"/>
    </inkml:brush>
  </inkml:definitions>
  <inkml:trace contextRef="#ctx0" brushRef="#br0">16 27 2852 0 0,'-16'13'189'0'0,"27"-9"254"0"0,39-11 463 0 0,-39 5-800 0 0,145-17 195 0 0,246 3 0 0 0,-313 21-2975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7.655"/>
    </inkml:context>
    <inkml:brush xml:id="br0">
      <inkml:brushProperty name="width" value="0.2" units="cm"/>
      <inkml:brushProperty name="height" value="0.2" units="cm"/>
      <inkml:brushProperty name="color" value="#F6630D"/>
    </inkml:brush>
  </inkml:definitions>
  <inkml:trace contextRef="#ctx0" brushRef="#br0">24 76 3112 0 0,'0'-65'1514'0'0,"0"63"-1224"0"0,-1-4-219 0 0,0 4-48 0 0,0 6 115 0 0,9 185-131 0 0,-2-100 20 0 0,-11 163-1 0 0,-9-181 1915 0 0,11-74-1798 0 0,2 0-119 0 0,-1 1 0 0 0,0-1 0 0 0,1 0-1 0 0,0 0 1 0 0,0 1 0 0 0,0-1 0 0 0,0 0 0 0 0,0 0 0 0 0,0 0 0 0 0,1 0 0 0 0,-1 0-1 0 0,1 0 1 0 0,0-1 0 0 0,0 1 0 0 0,0 0 0 0 0,1-3 0 0 0,1-2-22 0 0,-1 1 0 0 0,2-1 0 0 0,-1 1-1 0 0,1 0 1 0 0,0 0 0 0 0,5-9 0 0 0,5-5-100 0 0,2 0 0 0 0,0 1 0 0 0,21-22 0 0 0,-3 8-72 0 0,2 2 1 0 0,1 1 0 0 0,2 2 0 0 0,0 1 0 0 0,2 3 0 0 0,1 0-1 0 0,1 3 1 0 0,1 2 0 0 0,1 1 0 0 0,0 3 0 0 0,54-13-1 0 0,-35 12-510 0 0,-83 25 656 0 0,-79 30-79 0 0,1 5-1 0 0,-105 62 1 0 0,195-101 98 0 0,1 1 0 0 0,-1 0 0 0 0,1 0 1 0 0,0 1-1 0 0,1 0 0 0 0,-11 12 0 0 0,17-18 6 0 0,-1 1 0 0 0,1 0 0 0 0,0 0-1 0 0,-1 0 1 0 0,1 0 0 0 0,0 0 0 0 0,0 0-1 0 0,0 0 1 0 0,0 0 0 0 0,0 0-1 0 0,0 0 1 0 0,0 0 0 0 0,0 1 0 0 0,0-1-1 0 0,0 0 1 0 0,1 0 0 0 0,-1-1 0 0 0,0 1-1 0 0,1 0 1 0 0,-1 0 0 0 0,1 0-1 0 0,-1 0 1 0 0,1 0 0 0 0,-1 0 0 0 0,1 0-1 0 0,0-1 1 0 0,-1 1 0 0 0,1 0 0 0 0,0 0-1 0 0,0-1 1 0 0,0 1 0 0 0,-1-1-1 0 0,3 2 1 0 0,27 18 44 0 0,24 3-3 0 0,1-3 1 0 0,1-1-1 0 0,105 18 1 0 0,-102-24-7 0 0,-39-8-106 0 0,-1 1 1 0 0,26 13-1 0 0,-43-19-264 0 0,7 4-1247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8.326"/>
    </inkml:context>
    <inkml:brush xml:id="br0">
      <inkml:brushProperty name="width" value="0.2" units="cm"/>
      <inkml:brushProperty name="height" value="0.2" units="cm"/>
      <inkml:brushProperty name="color" value="#F6630D"/>
    </inkml:brush>
  </inkml:definitions>
  <inkml:trace contextRef="#ctx0" brushRef="#br0">134 199 2972 0 0,'0'0'-122'0'0,"25"-2"-270"0"0,-18 2 419 0 0,0-1 0 0 0,-1 0 0 0 0,1 0 0 0 0,-1-1 0 0 0,1 0 0 0 0,-1 0 0 0 0,0 0-1 0 0,0-1 1 0 0,0 0 0 0 0,0 0 0 0 0,0-1 0 0 0,-1 1 0 0 0,0-1 0 0 0,1 0 0 0 0,-1-1 0 0 0,-1 1 0 0 0,1-1-1 0 0,-1 0 1 0 0,0 0 0 0 0,0-1 0 0 0,0 1 0 0 0,0-1 0 0 0,-1 0 0 0 0,0 0 0 0 0,-1 0 0 0 0,1 0 0 0 0,-1 0-1 0 0,2-9 1 0 0,-4 12-15 0 0,1 1 0 0 0,-1-1-1 0 0,1 0 1 0 0,-1 0-1 0 0,0 0 1 0 0,0 1 0 0 0,0-1-1 0 0,-1 0 1 0 0,1 0 0 0 0,-1 1-1 0 0,1-1 1 0 0,-1 0 0 0 0,0 1-1 0 0,0-1 1 0 0,0 0 0 0 0,0 1-1 0 0,-1-1 1 0 0,1 1-1 0 0,-1 0 1 0 0,-2-4 0 0 0,0 4-15 0 0,0-1 1 0 0,1 1 0 0 0,-1 1-1 0 0,0-1 1 0 0,0 1 0 0 0,0-1-1 0 0,-1 1 1 0 0,1 0 0 0 0,0 1-1 0 0,0-1 1 0 0,0 1-1 0 0,-1 0 1 0 0,1 0 0 0 0,0 0-1 0 0,0 0 1 0 0,-1 1 0 0 0,1 0-1 0 0,0 0 1 0 0,-5 1 0 0 0,-5 1-7 0 0,0 1 1 0 0,1 1 0 0 0,-1 0 0 0 0,1 1-1 0 0,0 0 1 0 0,0 1 0 0 0,-13 9 0 0 0,20-12 5 0 0,-1 1 0 0 0,1 0-1 0 0,0 0 1 0 0,0 1 0 0 0,0-1 0 0 0,1 1 0 0 0,0 1 0 0 0,0-1 0 0 0,0 1 0 0 0,1-1-1 0 0,0 1 1 0 0,0 0 0 0 0,1 1 0 0 0,-3 8 0 0 0,5-13 6 0 0,1 0-1 0 0,-1 0 1 0 0,1 1-1 0 0,0-1 1 0 0,-1 0 0 0 0,2 0-1 0 0,-1 1 1 0 0,0-1-1 0 0,1 0 1 0 0,-1 0 0 0 0,1 1-1 0 0,0-1 1 0 0,0 0-1 0 0,0 0 1 0 0,1 0-1 0 0,-1 0 1 0 0,1 0 0 0 0,3 5-1 0 0,-1-3 14 0 0,1 0-1 0 0,0 0 1 0 0,0-1-1 0 0,0 1 1 0 0,0-1-1 0 0,1 0 1 0 0,-1-1-1 0 0,1 1 1 0 0,7 2-1 0 0,0-1-35 0 0,-1 0-1 0 0,2 0 1 0 0,-1-1 0 0 0,1-1-1 0 0,-1 0 1 0 0,1-1-1 0 0,0-1 1 0 0,25 0 0 0 0,22-11-1249 0 0,-28 1 1050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1:58.764"/>
    </inkml:context>
    <inkml:brush xml:id="br0">
      <inkml:brushProperty name="width" value="0.2" units="cm"/>
      <inkml:brushProperty name="height" value="0.2" units="cm"/>
      <inkml:brushProperty name="color" value="#F6630D"/>
    </inkml:brush>
  </inkml:definitions>
  <inkml:trace contextRef="#ctx0" brushRef="#br0">362 48 2620 0 0,'0'0'-64'0'0,"-31"6"-394"0"0,29-4 452 0 0,-8 20-27 0 0,10-21 36 0 0,0 0-1 0 0,1 0 1 0 0,-1 0 0 0 0,0 0 0 0 0,1 0-1 0 0,-1 0 1 0 0,1 0 0 0 0,-1 0-1 0 0,1 0 1 0 0,0-1 0 0 0,-1 1 0 0 0,1 0-1 0 0,0 0 1 0 0,-1-1 0 0 0,1 1 0 0 0,0 0-1 0 0,0-1 1 0 0,0 1 0 0 0,0-1 0 0 0,0 1-1 0 0,-1-1 1 0 0,1 0 0 0 0,0 1-1 0 0,1-1 1 0 0,25 11 86 0 0,-11-9-61 0 0,0 0-1 0 0,0 0 1 0 0,0-2 0 0 0,1 0-1 0 0,-1-1 1 0 0,0 0-1 0 0,30-8 1 0 0,111-39 270 0 0,-105 30 23 0 0,-17 3 152 0 0,-28 11-213 0 0,0 0 0 0 0,0 1 1 0 0,0 1-1 0 0,0-1 1 0 0,10-1-1 0 0,-35 24-130 0 0,14-15-107 0 0,-165 142 247 0 0,39-37-139 0 0,-60 68 151 0 0,-97 87-3428 0 0,267-247 2221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1.186"/>
    </inkml:context>
    <inkml:brush xml:id="br0">
      <inkml:brushProperty name="width" value="0.2" units="cm"/>
      <inkml:brushProperty name="height" value="0.2" units="cm"/>
      <inkml:brushProperty name="color" value="#F6630D"/>
    </inkml:brush>
  </inkml:definitions>
  <inkml:trace contextRef="#ctx0" brushRef="#br0">3189 481 3824 0 0,'0'0'-52'0'0,"-27"-42"1834"0"0,1 15-1663 0 0,-2 2 0 0 0,-1 0 0 0 0,0 2 1 0 0,-53-31-1 0 0,-138-63-20 0 0,157 91-118 0 0,0 3 0 0 0,-2 3 0 0 0,-99-17 0 0 0,58 15-4 0 0,-1 5 1 0 0,-1 5-1 0 0,-1 5 1 0 0,1 4-1 0 0,-1 5 1 0 0,1 5 0 0 0,-168 32-1 0 0,-130 68-5 0 0,44-10 16 0 0,232-68 100 0 0,-156 14 1 0 0,162-33 362 0 0,121-10-421 0 0,-1 0-6 0 0,-4 0-64 0 0,4 1-21 0 0,1-1 0 0 0,-1 0 0 0 0,0-1 1 0 0,0 1-1 0 0,0 0 0 0 0,0-1 0 0 0,1 0 0 0 0,-5-1 0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2.420"/>
    </inkml:context>
    <inkml:brush xml:id="br0">
      <inkml:brushProperty name="width" value="0.2" units="cm"/>
      <inkml:brushProperty name="height" value="0.2" units="cm"/>
      <inkml:brushProperty name="color" value="#F6630D"/>
    </inkml:brush>
  </inkml:definitions>
  <inkml:trace contextRef="#ctx0" brushRef="#br0">409 23 4448 0 0,'-39'-23'101'0'0,"29"53"-186"0"0,16-3 94 0 0,2-1 1 0 0,1 0-1 0 0,1 0 1 0 0,2-1-1 0 0,24 42 1 0 0,3 5 29 0 0,-38-70-31 0 0,0 0 0 0 0,0 0 0 0 0,-1 0 0 0 0,1 0 0 0 0,-1 0 0 0 0,1 0 0 0 0,-1 0 0 0 0,0 0-1 0 0,1 0 1 0 0,-1 0 0 0 0,0 0 0 0 0,0 0 0 0 0,-1 0 0 0 0,1 0 0 0 0,0 0 0 0 0,-1-1-1 0 0,1 1 1 0 0,-1 0 0 0 0,1 0 0 0 0,-3 3 0 0 0,1-1 10 0 0,-1 0 1 0 0,1-1-1 0 0,-1 0 1 0 0,0 1-1 0 0,0-1 0 0 0,0 0 1 0 0,-1 0-1 0 0,1-1 1 0 0,-6 4-1 0 0,-9 4 72 0 0,0 0 1 0 0,-1-2-1 0 0,-26 9 1 0 0,30-12-27 0 0,-78 32 232 0 0,48-18-119 0 0,0-2 0 0 0,-83 20 0 0 0,109-38-3170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3.843"/>
    </inkml:context>
    <inkml:brush xml:id="br0">
      <inkml:brushProperty name="width" value="0.2" units="cm"/>
      <inkml:brushProperty name="height" value="0.2" units="cm"/>
      <inkml:brushProperty name="color" value="#F6630D"/>
    </inkml:brush>
  </inkml:definitions>
  <inkml:trace contextRef="#ctx0" brushRef="#br0">134 45 4308 0 0,'-8'-43'-73'0'0,"8"42"54"0"0,-6 4-211 0 0,-3 2 212 0 0,0 1 0 0 0,0 0 1 0 0,0 1-1 0 0,1-1 1 0 0,0 2-1 0 0,0-1 0 0 0,1 1 1 0 0,0 0-1 0 0,0 1 0 0 0,1 0 1 0 0,0 0-1 0 0,-7 15 0 0 0,11-20 19 0 0,0 0-1 0 0,0 0 0 0 0,1 0 0 0 0,-1 0 0 0 0,1 1 0 0 0,0-1 0 0 0,0 0 0 0 0,0 1 0 0 0,1-1 0 0 0,0 0 0 0 0,0 1 1 0 0,0-1-1 0 0,0 1 0 0 0,0-1 0 0 0,1 0 0 0 0,0 1 0 0 0,0-1 0 0 0,0 0 0 0 0,1 0 0 0 0,-1 0 0 0 0,1 0 0 0 0,0 0 1 0 0,0 0-1 0 0,0 0 0 0 0,1 0 0 0 0,-1-1 0 0 0,1 1 0 0 0,0-1 0 0 0,0 0 0 0 0,0 0 0 0 0,1 0 0 0 0,-1 0 0 0 0,1-1 1 0 0,4 4-1 0 0,3 0 16 0 0,-1 0 0 0 0,1-1 0 0 0,0 0 0 0 0,1-1 0 0 0,-1 0 0 0 0,1-1 0 0 0,-1 0 0 0 0,1-1 0 0 0,0 0 0 0 0,0-1 0 0 0,0 0 0 0 0,21-2 0 0 0,-24 0 3 0 0,-1 0-1 0 0,1-1 1 0 0,-1 0 0 0 0,1 0 0 0 0,-1-1-1 0 0,1 0 1 0 0,-1 0 0 0 0,0-1 0 0 0,-1 0 0 0 0,1-1-1 0 0,-1 1 1 0 0,1-1 0 0 0,-2-1 0 0 0,1 1-1 0 0,0-1 1 0 0,-1-1 0 0 0,10-13 0 0 0,-4 3 160 0 0,-1-1 0 0 0,-1-1 0 0 0,0 1 0 0 0,-2-2 0 0 0,12-37 0 0 0,-18 50-264 0 0,-3 13 43 0 0,-13 73 25 0 0,16-29 4 0 0,4 0 0 0 0,1-1 0 0 0,14 51 0 0 0,1 1 75 0 0,-22-99-249 0 0,3 16 681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4.855"/>
    </inkml:context>
    <inkml:brush xml:id="br0">
      <inkml:brushProperty name="width" value="0.2" units="cm"/>
      <inkml:brushProperty name="height" value="0.2" units="cm"/>
      <inkml:brushProperty name="color" value="#F6630D"/>
    </inkml:brush>
  </inkml:definitions>
  <inkml:trace contextRef="#ctx0" brushRef="#br0">721 60 4100 0 0,'-2'-4'-61'0'0,"0"0"-1"0"0,-1 0 1 0 0,1 1-1 0 0,-1-1 1 0 0,1 1-1 0 0,-1-1 1 0 0,0 1-1 0 0,-1 0 0 0 0,1 0 1 0 0,0 0-1 0 0,-1 1 1 0 0,0-1-1 0 0,-5-2 1 0 0,1 2 55 0 0,0 1 1 0 0,0 0-1 0 0,0 1 0 0 0,0-1 1 0 0,0 2-1 0 0,-1-1 1 0 0,1 1-1 0 0,0 0 1 0 0,-14 2-1 0 0,-2 2 48 0 0,0 0 0 0 0,0 1-1 0 0,1 2 1 0 0,0 0 0 0 0,0 1 0 0 0,0 2 0 0 0,1 0 0 0 0,-29 19-1 0 0,14-5-1 0 0,2 1 0 0 0,1 2 0 0 0,-60 62-1 0 0,73-68-25 0 0,0 2 0 0 0,2 1 0 0 0,-25 39 0 0 0,38-53-12 0 0,1 0 0 0 0,1 0 0 0 0,-1 0 0 0 0,2 0 0 0 0,-1 1 1 0 0,2 0-1 0 0,-1 0 0 0 0,1 0 0 0 0,1 0 0 0 0,0 0 0 0 0,0 0 0 0 0,3 22 0 0 0,2 2 7 0 0,2 0-1 0 0,1-1 1 0 0,1 0-1 0 0,2-1 1 0 0,2 0-1 0 0,1 0 1 0 0,1-1-1 0 0,2-1 1 0 0,33 50-1 0 0,-37-66 18 0 0,1-1 0 0 0,0 0-1 0 0,1-1 1 0 0,0 0-1 0 0,1-2 1 0 0,1 1 0 0 0,0-2-1 0 0,0 0 1 0 0,1-1-1 0 0,0 0 1 0 0,0-2 0 0 0,1 0-1 0 0,19 5 1 0 0,-1-3 195 0 0,0-1 1 0 0,0-2 0 0 0,1-1 0 0 0,-1-2-1 0 0,70-3 1 0 0,-88-1-48 0 0,-1-2 1 0 0,1 0-1 0 0,-1-1 0 0 0,0 0 0 0 0,0-2 0 0 0,0 0 1 0 0,-1 0-1 0 0,0-2 0 0 0,0 0 0 0 0,-1-1 1 0 0,0-1-1 0 0,0 0 0 0 0,-1 0 0 0 0,24-25 0 0 0,-18 13-79 0 0,-1 0-1 0 0,-1-1 0 0 0,-1-1 0 0 0,-1-1 0 0 0,-1 0 1 0 0,-1-1-1 0 0,-2-1 0 0 0,12-33 0 0 0,-19 45-50 0 0,0 0-1 0 0,-1 0 1 0 0,-1 0 0 0 0,0-1-1 0 0,-1 1 1 0 0,-1-1 0 0 0,0 1-1 0 0,-1-1 1 0 0,-1 1 0 0 0,-1-1-1 0 0,0 1 1 0 0,-4-17 0 0 0,2 20-23 0 0,-1 0-1 0 0,1 0 1 0 0,-2 0 0 0 0,0 1 0 0 0,0 0 0 0 0,-1 0 0 0 0,0 1-1 0 0,-1 0 1 0 0,0 0 0 0 0,0 1 0 0 0,-1 0 0 0 0,-1 0-1 0 0,0 1 1 0 0,0 0 0 0 0,-14-8 0 0 0,-10-3-16 0 0,-1 1 1 0 0,0 2-1 0 0,-2 2 1 0 0,0 1-1 0 0,0 2 1 0 0,-1 1-1 0 0,0 3 1 0 0,0 0-1 0 0,-1 3 1 0 0,0 1-1 0 0,-47 3 1 0 0,51 2-595 0 0,0 1 0 0 0,1 2 0 0 0,-1 1 0 0 0,-40 14 1 0 0,59-15-1712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7.182"/>
    </inkml:context>
    <inkml:brush xml:id="br0">
      <inkml:brushProperty name="width" value="0.2" units="cm"/>
      <inkml:brushProperty name="height" value="0.2" units="cm"/>
      <inkml:brushProperty name="color" value="#F6630D"/>
    </inkml:brush>
  </inkml:definitions>
  <inkml:trace contextRef="#ctx0" brushRef="#br0">443 62 6173 0 0,'1'-1'-77'0'0,"-1"-1"1"0"0,1 0-1 0 0,-1 0 1 0 0,1 1-1 0 0,-1-1 1 0 0,0 0-1 0 0,0 0 1 0 0,0 0-1 0 0,0 1 1 0 0,0-1-1 0 0,0 0 1 0 0,0 0-1 0 0,-1 0 0 0 0,1 1 1 0 0,0-1-1 0 0,-1 0 1 0 0,0 1-1 0 0,1-1 1 0 0,-1 0-1 0 0,0 1 1 0 0,0-1-1 0 0,0 1 1 0 0,0-1-1 0 0,0 1 1 0 0,0-1-1 0 0,-2-1 1 0 0,0 1 29 0 0,0 0 1 0 0,-1 1 0 0 0,1-1-1 0 0,0 1 1 0 0,-1-1-1 0 0,1 1 1 0 0,-1 0-1 0 0,0 1 1 0 0,1-1 0 0 0,-1 0-1 0 0,0 1 1 0 0,-4 0-1 0 0,-10 0 25 0 0,-1 1-1 0 0,1 1 1 0 0,0 1-1 0 0,-20 5 0 0 0,19-2 10 0 0,0 1 0 0 0,0 0 1 0 0,1 1-1 0 0,0 1 0 0 0,0 1 0 0 0,-25 19 0 0 0,31-21 5 0 0,1 1 0 0 0,0 0 0 0 0,1 1 0 0 0,0 1-1 0 0,1-1 1 0 0,0 1 0 0 0,1 1 0 0 0,0-1 0 0 0,0 2 0 0 0,-6 15 0 0 0,12-25 9 0 0,1 0 0 0 0,0 0 0 0 0,0 0 1 0 0,0 0-1 0 0,1 0 0 0 0,-1 0 0 0 0,1 1 0 0 0,0-1 1 0 0,0 0-1 0 0,0 0 0 0 0,0 0 0 0 0,0 0 0 0 0,1 1 0 0 0,-1-1 1 0 0,1 0-1 0 0,0 0 0 0 0,0 0 0 0 0,0 0 0 0 0,2 3 0 0 0,0-1 3 0 0,-1-1-1 0 0,2 0 0 0 0,-1-1 0 0 0,0 1 0 0 0,1-1 0 0 0,0 1 0 0 0,-1-1 0 0 0,1 0 0 0 0,1 0 0 0 0,-1-1 0 0 0,5 3 0 0 0,11 4 20 0 0,1-1-1 0 0,-1-2 1 0 0,1 0 0 0 0,31 5-1 0 0,62 7 154 0 0,0-5 0 0 0,122-2 0 0 0,-209-9 237 0 0,-21-1-328 0 0,0-1-1 0 0,-1 1 0 0 0,1-1 0 0 0,-1-1 0 0 0,1 1 0 0 0,9-2 0 0 0,-12 1-253 0 0,5-16-2720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7.780"/>
    </inkml:context>
    <inkml:brush xml:id="br0">
      <inkml:brushProperty name="width" value="0.2" units="cm"/>
      <inkml:brushProperty name="height" value="0.2" units="cm"/>
      <inkml:brushProperty name="color" value="#F6630D"/>
    </inkml:brush>
  </inkml:definitions>
  <inkml:trace contextRef="#ctx0" brushRef="#br0">3 266 3284 0 0,'-3'-35'-572'0'0,"5"-9"590"0"0,3-23 514 0 0,2-43 1460 0 0,-7 109-1940 0 0,-1-5 18 0 0,-1 4-87 0 0,1 6-39 0 0,-2 9 44 0 0,2 0 0 0 0,-1 1 0 0 0,2-1 0 0 0,0 1 0 0 0,0 0 0 0 0,1-1 1 0 0,4 15-1 0 0,25 104-14 0 0,-15-74 35 0 0,18 66-22 0 0,-16-63 9 0 0,19 113 1 0 0,-26-85 367 0 0,-5-84-376 0 0,9-33-3655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8.092"/>
    </inkml:context>
    <inkml:brush xml:id="br0">
      <inkml:brushProperty name="width" value="0.2" units="cm"/>
      <inkml:brushProperty name="height" value="0.2" units="cm"/>
      <inkml:brushProperty name="color" value="#F6630D"/>
    </inkml:brush>
  </inkml:definitions>
  <inkml:trace contextRef="#ctx0" brushRef="#br0">1 35 3872 0 0,'3'-20'177'0'0,"1"5"271"0"0,-3 27-396 0 0,0 6-54 0 0,1-1 1 0 0,1 1-1 0 0,0-1 0 0 0,2 0 0 0 0,0 0 0 0 0,7 16 1 0 0,7 23 43 0 0,-18-49-320 0 0,1-1 0 0 0,0 0 1 0 0,1 1-1 0 0,-1-1 0 0 0,1 0 0 0 0,1 0 0 0 0,-1-1 1 0 0,5 7-1 0 0,-7-11 55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8.316"/>
    </inkml:context>
    <inkml:brush xml:id="br0">
      <inkml:brushProperty name="width" value="0.2" units="cm"/>
      <inkml:brushProperty name="height" value="0.2" units="cm"/>
      <inkml:brushProperty name="color" value="#F6630D"/>
    </inkml:brush>
  </inkml:definitions>
  <inkml:trace contextRef="#ctx0" brushRef="#br0">16 68 2904 0 0,'-1'-7'495'0'0,"0"0"-1"0"0,0 0 1 0 0,0 0-1 0 0,-1 0 1 0 0,-3-10 307 0 0,0 2 269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8.816"/>
    </inkml:context>
    <inkml:brush xml:id="br0">
      <inkml:brushProperty name="width" value="0.2" units="cm"/>
      <inkml:brushProperty name="height" value="0.2" units="cm"/>
      <inkml:brushProperty name="color" value="#F6630D"/>
    </inkml:brush>
  </inkml:definitions>
  <inkml:trace contextRef="#ctx0" brushRef="#br0">226 47 4312 0 0,'7'-34'163'0'0,"-7"33"-150"0"0,0 1 1 0 0,0-1 0 0 0,0 1 0 0 0,-1-1 0 0 0,1 1 0 0 0,0-1 0 0 0,0 0 0 0 0,0 1 0 0 0,-1-1 0 0 0,1 1 0 0 0,0-1 0 0 0,0 1 0 0 0,-1-1 0 0 0,1 1 0 0 0,-1-1 0 0 0,1 1 0 0 0,0-1 0 0 0,-1 1 0 0 0,1 0 0 0 0,-1-1 0 0 0,1 1 0 0 0,-1 0 0 0 0,1-1 0 0 0,-1 1 0 0 0,1 0 0 0 0,-1 0 0 0 0,1-1 0 0 0,-2 1 0 0 0,-2 0 5 0 0,0 0 0 0 0,0 1 0 0 0,0-1-1 0 0,0 1 1 0 0,0 0 0 0 0,0 0 0 0 0,0 0 0 0 0,0 0 0 0 0,0 1-1 0 0,-6 3 1 0 0,-3 2-20 0 0,1 1 1 0 0,0 0-1 0 0,0 1 0 0 0,0 1 1 0 0,1 0-1 0 0,1 0 0 0 0,0 1 0 0 0,0 0 1 0 0,1 1-1 0 0,0 0 0 0 0,1 1 1 0 0,1-1-1 0 0,-11 25 0 0 0,15-29-2 0 0,-1 0 0 0 0,2 1 0 0 0,-1-1 0 0 0,1 1 0 0 0,0-1 0 0 0,1 1 0 0 0,0 0 0 0 0,1 0 0 0 0,0-1-1 0 0,0 1 1 0 0,0 0 0 0 0,1 0 0 0 0,1-1 0 0 0,3 16 0 0 0,0-16 15 0 0,0 0-1 0 0,0 0 0 0 0,0-1 1 0 0,1 0-1 0 0,0 0 1 0 0,0 0-1 0 0,1-1 0 0 0,0 1 1 0 0,0-2-1 0 0,1 1 1 0 0,-1-1-1 0 0,1 0 0 0 0,0-1 1 0 0,0 1-1 0 0,1-2 1 0 0,-1 1-1 0 0,1-1 0 0 0,0-1 1 0 0,9 2-1 0 0,-2 0-59 0 0,1 0 1 0 0,-1-2-1 0 0,1 0 0 0 0,0-1 1 0 0,-1 0-1 0 0,1-1 0 0 0,0-2 0 0 0,-1 1 1 0 0,30-8-1 0 0,2-11-1824 0 0,-22 5 818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09.899"/>
    </inkml:context>
    <inkml:brush xml:id="br0">
      <inkml:brushProperty name="width" value="0.2" units="cm"/>
      <inkml:brushProperty name="height" value="0.2" units="cm"/>
      <inkml:brushProperty name="color" value="#F6630D"/>
    </inkml:brush>
  </inkml:definitions>
  <inkml:trace contextRef="#ctx0" brushRef="#br0">20 498 3800 0 0,'-20'-1'-692'0'0,"44"-20"-89"0"0,-13 12 820 0 0,-1 1 0 0 0,0-1 0 0 0,18-20 0 0 0,-24 22 5 0 0,0-1 0 0 0,-1 1 0 0 0,0-1 0 0 0,0 0 0 0 0,-1 0 0 0 0,0-1 0 0 0,0 1 1 0 0,-1 0-1 0 0,0-1 0 0 0,0 1 0 0 0,-1-1 0 0 0,-1-10 0 0 0,-1-10 259 0 0,-2 1 1 0 0,-9-35-1 0 0,-20-96 1650 0 0,33 157-1954 0 0,0 1 0 0 0,0 0 1 0 0,-1-1-1 0 0,1 1 1 0 0,0-1-1 0 0,0 1 1 0 0,-1 0-1 0 0,1-1 1 0 0,-1 1-1 0 0,1 0 1 0 0,-1-1-1 0 0,0 1 1 0 0,1 0-1 0 0,-1 0 1 0 0,0-1-1 0 0,0 1 0 0 0,-2-2 1 0 0,-3 24-22 0 0,3 26-10 0 0,3-25 11 0 0,3 15 13 0 0,2 0 1 0 0,1 0-1 0 0,2-1 0 0 0,19 57 1 0 0,-9-34 1 0 0,8 15 19 0 0,3-2 0 0 0,39 72 0 0 0,-59-126 5 0 0,17 35 1586 0 0,-29-58-1472 0 0,-14-20 10 0 0,1 0-1 0 0,1-1 1 0 0,-12-33-1 0 0,21 45-133 0 0,1 1 1 0 0,1-1-1 0 0,0-1 1 0 0,1 1-1 0 0,0 0 1 0 0,1-1-1 0 0,1 1 1 0 0,0-29-1 0 0,2 38-20 0 0,0 1-1 0 0,0-1 1 0 0,0 0-1 0 0,0 1 0 0 0,1-1 1 0 0,0 1-1 0 0,-1 0 0 0 0,2 0 1 0 0,-1 0-1 0 0,0 0 0 0 0,1 0 1 0 0,0 0-1 0 0,0 0 1 0 0,0 1-1 0 0,5-5 0 0 0,-1 2-5 0 0,0 1 0 0 0,1 0 0 0 0,-1 0-1 0 0,1 1 1 0 0,0 0 0 0 0,1 0 0 0 0,12-3-1 0 0,4 0-28 0 0,0 2 0 0 0,1 0 0 0 0,-1 2 0 0 0,45 0-1 0 0,-42 4-216 0 0,0 2-1 0 0,51 10 0 0 0,-79-13 257 0 0,1 0-1 0 0,-1 0 1 0 0,1 0-1 0 0,-1 0 0 0 0,1 0 1 0 0,-1 0-1 0 0,1 0 1 0 0,-1 0-1 0 0,1 1 0 0 0,-1-1 1 0 0,1 0-1 0 0,-1 0 1 0 0,1 0-1 0 0,-1 1 1 0 0,1-1-1 0 0,-1 0 0 0 0,0 1 1 0 0,1-1-1 0 0,-1 0 1 0 0,0 1-1 0 0,1-1 0 0 0,-1 0 1 0 0,0 1-1 0 0,1-1 1 0 0,-1 1-1 0 0,0-1 1 0 0,1 1-1 0 0,-1-1 0 0 0,0 1 1 0 0,0-1-1 0 0,0 0 1 0 0,0 1-1 0 0,0-1 0 0 0,1 2 1 0 0,-13 12-124 0 0,-24 9 46 0 0,-39 8-35 0 0,-125 34 0 0 0,59-21 111 0 0,117-32 155 0 0,24-12-144 0 0,0 1 1 0 0,0-1-1 0 0,0 0 1 0 0,0 1-1 0 0,0-1 1 0 0,0 0-1 0 0,0 1 1 0 0,1-1-1 0 0,-1 0 1 0 0,0 0-1 0 0,0 1 1 0 0,0-1-1 0 0,1 0 1 0 0,-1 1-1 0 0,0-1 1 0 0,0 0-1 0 0,1 0 1 0 0,-1 0-1 0 0,0 1 1 0 0,1-1-1 0 0,-1 0 1 0 0,0 0-1 0 0,1 0 1 0 0,-1 0-1 0 0,0 0 1 0 0,1 1-1 0 0,-1-1 1 0 0,0 0-1 0 0,1 0 1 0 0,-1 0-1 0 0,0 0 1 0 0,1 0-1 0 0,-1 0 1 0 0,0 0-1 0 0,1 0 1 0 0,-1 0-1 0 0,1-1 1 0 0,68 5 0 0 0,-34-3 25 0 0,26 3-33 0 0,-1 4 0 0 0,1 2-1 0 0,-2 3 1 0 0,0 2 0 0 0,0 3 0 0 0,-2 2 0 0 0,92 47 0 0 0,-129-55-331 0 0,-1 1 1 0 0,-1 0-1 0 0,18 17 1 0 0,-16-25-1781 0 0,-4-4 1177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10.898"/>
    </inkml:context>
    <inkml:brush xml:id="br0">
      <inkml:brushProperty name="width" value="0.2" units="cm"/>
      <inkml:brushProperty name="height" value="0.2" units="cm"/>
      <inkml:brushProperty name="color" value="#F6630D"/>
    </inkml:brush>
  </inkml:definitions>
  <inkml:trace contextRef="#ctx0" brushRef="#br0">72 171 3552 0 0,'1'-17'264'0'0,"-2"-1"-1"0"0,0 1 1 0 0,0 0 0 0 0,-2 0-1 0 0,-5-19 1 0 0,8 34-215 0 0,-3-1 0 0 0,3 3-48 0 0,0 0 0 0 0,0 0 0 0 0,0-1 1 0 0,0 1-1 0 0,0 0 0 0 0,0 0 1 0 0,-1-1-1 0 0,1 1 0 0 0,0 0 1 0 0,0 0-1 0 0,0 0 0 0 0,0-1 1 0 0,0 1-1 0 0,-1 0 0 0 0,1 0 1 0 0,0 0-1 0 0,0-1 0 0 0,0 1 0 0 0,-1 0 1 0 0,1 0-1 0 0,0 0 0 0 0,0 0 1 0 0,0 0-1 0 0,-1 0 0 0 0,1-1 1 0 0,0 1-1 0 0,0 0 0 0 0,-1 0 1 0 0,1 0-1 0 0,0 0 0 0 0,0 0 1 0 0,-1 0-1 0 0,1 0 0 0 0,0 0 0 0 0,0 0 1 0 0,-1 0-1 0 0,1 0 0 0 0,0 0 1 0 0,0 0-1 0 0,-1 1 0 0 0,1-1 1 0 0,0 0-1 0 0,0 0 0 0 0,-1 0 1 0 0,1 0-1 0 0,0 0 0 0 0,0 0 1 0 0,0 0-1 0 0,-1 1 0 0 0,1-1 1 0 0,0 0-1 0 0,-5 4-1 0 0,1 0 0 0 0,0 0 0 0 0,0 0 0 0 0,1 0 0 0 0,-1 0 0 0 0,1 1 0 0 0,0 0 0 0 0,0 0 0 0 0,0 0 0 0 0,1 0 1 0 0,-3 7-1 0 0,4-9 2 0 0,0 0 0 0 0,1-1 1 0 0,0 1-1 0 0,-1-1 0 0 0,1 1 1 0 0,0 0-1 0 0,0-1 0 0 0,1 1 1 0 0,-1 0-1 0 0,0-1 0 0 0,1 1 1 0 0,0-1-1 0 0,-1 1 1 0 0,1-1-1 0 0,0 1 0 0 0,0-1 1 0 0,1 1-1 0 0,-1-1 0 0 0,0 0 1 0 0,1 0-1 0 0,0 0 0 0 0,-1 0 1 0 0,1 0-1 0 0,0 0 0 0 0,0 0 1 0 0,0 0-1 0 0,0-1 0 0 0,0 1 1 0 0,3 1-1 0 0,12 7 19 0 0,0-1-1 0 0,1-1 1 0 0,0 0 0 0 0,1-1-1 0 0,-1-1 1 0 0,34 6 0 0 0,-14-5-36 0 0,1-2 1 0 0,56 0 0 0 0,-84-5 11 0 0,0 0 0 0 0,0-1 0 0 0,-1-1 0 0 0,1 1 0 0 0,0-2 0 0 0,-1 0 0 0 0,0 0 0 0 0,1 0 0 0 0,-1-1 0 0 0,10-7 0 0 0,-15 8 17 0 0,0 0 1 0 0,0 0 0 0 0,-1-1 0 0 0,1 0 0 0 0,-1 0-1 0 0,0 0 1 0 0,0 0 0 0 0,-1-1 0 0 0,1 1 0 0 0,-1-1-1 0 0,0 0 1 0 0,0 0 0 0 0,-1 0 0 0 0,1-1 0 0 0,-1 1 0 0 0,0 0-1 0 0,-1-1 1 0 0,1 0 0 0 0,-1 1 0 0 0,1-8 0 0 0,-1-2 76 0 0,1 5 101 0 0,-1 0 0 0 0,-1 0 0 0 0,0 0 0 0 0,-2-17 0 0 0,5-5-54 0 0,-3 33-139 0 0,-1 0-1 0 0,1 0 1 0 0,0 0 0 0 0,0 0-1 0 0,0 0 1 0 0,-1 0 0 0 0,1 0-1 0 0,-1 0 1 0 0,1 0-1 0 0,0 0 1 0 0,-1 0 0 0 0,0 0-1 0 0,1 0 1 0 0,-1-1 0 0 0,0 1-1 0 0,1 0 1 0 0,-1 0 0 0 0,-1 0-1 0 0,1 0 1 0 0,0 0-1 0 0,0 1 0 0 0,0-1 1 0 0,0 0-1 0 0,0 0 0 0 0,0 1 1 0 0,0-1-1 0 0,1 0 0 0 0,-1 1 1 0 0,0-1-1 0 0,1 0 1 0 0,-1 1-1 0 0,1-1 0 0 0,0 1 1 0 0,-1 2-1 0 0,-1 53-2 0 0,2 1-1 0 0,3-1 1 0 0,14 81 0 0 0,-3-22 58 0 0,-14-114-91 0 0,2 8-365 0 0,-2-1-1 0 0,1 1 0 0 0,-1 0 1 0 0,-2 15-1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15.242"/>
    </inkml:context>
    <inkml:brush xml:id="br0">
      <inkml:brushProperty name="width" value="0.2" units="cm"/>
      <inkml:brushProperty name="height" value="0.2" units="cm"/>
      <inkml:brushProperty name="color" value="#F6630D"/>
    </inkml:brush>
  </inkml:definitions>
  <inkml:trace contextRef="#ctx0" brushRef="#br0">656 110 4172 0 0,'0'0'636'0'0,"-5"-15"565"0"0,1 8-1138 0 0,-1 1 0 0 0,0 0 0 0 0,0 0-1 0 0,-1 0 1 0 0,1 0 0 0 0,-1 1 0 0 0,-1 0 0 0 0,1 0 0 0 0,-1 1 0 0 0,0 0 0 0 0,0 0 0 0 0,0 1 0 0 0,0-1 0 0 0,0 2 0 0 0,-1-1 0 0 0,0 1 0 0 0,-14-3 0 0 0,-13 0-109 0 0,1 1-1 0 0,-61 2 1 0 0,82 2 74 0 0,-8 1-51 0 0,0 0 0 0 0,1 1 1 0 0,-1 2-1 0 0,1 0 0 0 0,-1 1 1 0 0,1 1-1 0 0,1 1 0 0 0,-1 1 1 0 0,-35 19-1 0 0,46-22 13 0 0,1 0-1 0 0,0 0 1 0 0,0 1-1 0 0,0 0 1 0 0,1 0-1 0 0,0 1 1 0 0,0 0 0 0 0,1 0-1 0 0,0 1 1 0 0,0 0-1 0 0,0 0 1 0 0,-4 9 0 0 0,8-9 1 0 0,-1 1 0 0 0,2-1 0 0 0,-1 1 0 0 0,1 0 0 0 0,0 0 1 0 0,1-1-1 0 0,0 1 0 0 0,0 0 0 0 0,1 0 0 0 0,0 0 0 0 0,4 15 1 0 0,-2-3 2 0 0,27 109-10 0 0,-11-52 4 0 0,19 43 114 0 0,-37-119-82 0 0,9 13-636 0 0,8-21-2273 0 0,-17 5 2906 0 0,14-12-1324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15.839"/>
    </inkml:context>
    <inkml:brush xml:id="br0">
      <inkml:brushProperty name="width" value="0.2" units="cm"/>
      <inkml:brushProperty name="height" value="0.2" units="cm"/>
      <inkml:brushProperty name="color" value="#F6630D"/>
    </inkml:brush>
  </inkml:definitions>
  <inkml:trace contextRef="#ctx0" brushRef="#br0">14 27 3860 0 0,'0'0'-349'0'0,"-10"-2"-45"0"0,7 0 171 0 0,10 1-1138 0 0,118-5 1388 0 0,184-5 988 0 0,-306 11-936 0 0,55 0-78 0 0,-42-3-1099 0 0,-2 1 537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16.902"/>
    </inkml:context>
    <inkml:brush xml:id="br0">
      <inkml:brushProperty name="width" value="0.2" units="cm"/>
      <inkml:brushProperty name="height" value="0.2" units="cm"/>
      <inkml:brushProperty name="color" value="#F6630D"/>
    </inkml:brush>
  </inkml:definitions>
  <inkml:trace contextRef="#ctx0" brushRef="#br0">183 541 2012 0 0,'1'-1'89'0'0,"-1"0"0"0"0,1 1 0 0 0,-1-1 0 0 0,0 1 0 0 0,1-1-1 0 0,-1 0 1 0 0,0 1 0 0 0,1-1 0 0 0,-1 0 0 0 0,0 1 0 0 0,0-1 0 0 0,0 0 0 0 0,0 1 0 0 0,0-1-1 0 0,0 0 1 0 0,0 0 0 0 0,0 1 0 0 0,0-1 0 0 0,0 0 0 0 0,0 1 0 0 0,0-1 0 0 0,0 0-1 0 0,-1 1 1 0 0,1-1 0 0 0,-1-1 0 0 0,-38-2 188 0 0,35 4-244 0 0,-18 7 5 0 0,14-5-39 0 0,1 1 0 0 0,0 0 0 0 0,0 0 0 0 0,0 1 0 0 0,0 0-1 0 0,0 0 1 0 0,1 0 0 0 0,0 1 0 0 0,0 0 0 0 0,0 0 0 0 0,0 1 0 0 0,1-1 0 0 0,0 1 0 0 0,0 1-1 0 0,1-1 1 0 0,-1 1 0 0 0,-3 9 0 0 0,6-12 4 0 0,1 0 0 0 0,-1 1 1 0 0,1-1-1 0 0,1 1 0 0 0,-1-1 0 0 0,1 0 0 0 0,-1 1 0 0 0,1-1 0 0 0,1 1 1 0 0,-1-1-1 0 0,1 1 0 0 0,-1-1 0 0 0,1 1 0 0 0,0-1 0 0 0,1 0 1 0 0,-1 0-1 0 0,1 1 0 0 0,0-1 0 0 0,0 0 0 0 0,0 0 0 0 0,0-1 0 0 0,1 1 1 0 0,0 0-1 0 0,0-1 0 0 0,4 5 0 0 0,-2-4 37 0 0,1 1 0 0 0,-1-1 0 0 0,1 0 0 0 0,0-1 0 0 0,0 1 0 0 0,0-1 0 0 0,1 0 0 0 0,-1-1 0 0 0,1 1 0 0 0,-1-1 0 0 0,1-1 0 0 0,0 1 0 0 0,0-1 0 0 0,12 0-1 0 0,-16-1 142 0 0,2-1 23 0 0,2-2-124 0 0,-1 0 0 0 0,0 0 0 0 0,1 0 0 0 0,-1-1 1 0 0,0 0-1 0 0,-1 0 0 0 0,1 0 0 0 0,-1-1 1 0 0,0 0-1 0 0,0 0 0 0 0,0 0 0 0 0,-1-1 1 0 0,0 0-1 0 0,0 1 0 0 0,0-1 0 0 0,-1-1 0 0 0,1 1 1 0 0,-2-1-1 0 0,4-8 0 0 0,5-18 53 0 0,-1-1 0 0 0,9-56 0 0 0,-16 73-93 0 0,6-36 105 0 0,3-97 0 0 0,-14 68 30 0 0,-3 29 31 0 0,4 43-163 0 0,-22-129 437 0 0,23 139-484 0 0,0-1-1 0 0,0 1 0 0 0,0 0 1 0 0,0 0-1 0 0,0-1 1 0 0,0 1-1 0 0,-1 0 0 0 0,1-1 1 0 0,0 1-1 0 0,0 0 1 0 0,0 0-1 0 0,0 0 1 0 0,0-1-1 0 0,0 1 0 0 0,-1 0 1 0 0,1 0-1 0 0,0 0 1 0 0,0-1-1 0 0,0 1 0 0 0,-1 0 1 0 0,1 0-1 0 0,0 0 1 0 0,0 0-1 0 0,-1-1 0 0 0,1 1 1 0 0,0 0-1 0 0,0 0 1 0 0,-1 0-1 0 0,1 0 1 0 0,0 0-1 0 0,0 0 0 0 0,-1 0 1 0 0,1 0-1 0 0,0 0 1 0 0,-1 0-1 0 0,1 0 0 0 0,0 0 1 0 0,0 0-1 0 0,-1 0 1 0 0,1 0-1 0 0,0 0 0 0 0,0 0 1 0 0,-1 0-1 0 0,1 0 1 0 0,0 1-1 0 0,0-1 1 0 0,-1 0-1 0 0,1 0 0 0 0,0 0 1 0 0,0 0-1 0 0,0 1 1 0 0,-1-1-1 0 0,1 0 0 0 0,0 0 1 0 0,0 0-1 0 0,0 1 1 0 0,-1-1-1 0 0,1 0 0 0 0,0 0 1 0 0,0 0-1 0 0,0 1 1 0 0,0-1-1 0 0,0 0 1 0 0,0 0-1 0 0,0 1 0 0 0,-10 13 16 0 0,3 11-79 0 0,10 17 15 0 0,-2-25 34 0 0,13 111-8 0 0,57 233 0 0 0,-64-326-34 0 0,10 37-475 0 0,2-29-3175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17.712"/>
    </inkml:context>
    <inkml:brush xml:id="br0">
      <inkml:brushProperty name="width" value="0.2" units="cm"/>
      <inkml:brushProperty name="height" value="0.2" units="cm"/>
      <inkml:brushProperty name="color" value="#F6630D"/>
    </inkml:brush>
  </inkml:definitions>
  <inkml:trace contextRef="#ctx0" brushRef="#br0">210 606 5412 0 0,'-6'-26'-1288'0'0,"5"24"1287"0"0,0 0 0 0 0,-1 1-1 0 0,1-1 1 0 0,0 0 0 0 0,-1 1 0 0 0,0-1-1 0 0,1 1 1 0 0,-1-1 0 0 0,0 1-1 0 0,1 0 1 0 0,-1 0 0 0 0,0 0 0 0 0,0 0-1 0 0,0 0 1 0 0,0 0 0 0 0,0 1-1 0 0,0-1 1 0 0,0 1 0 0 0,0-1-1 0 0,0 1 1 0 0,0 0 0 0 0,0-1 0 0 0,-1 1-1 0 0,1 0 1 0 0,0 1 0 0 0,-4-1-1 0 0,1 1-5 0 0,1-1-23 0 0,-30 7-10 0 0,27-5 27 0 0,0 0-1 0 0,1 1 0 0 0,0 0 0 0 0,-1 0 0 0 0,1 1 0 0 0,0-1 1 0 0,1 1-1 0 0,-1 1 0 0 0,1-1 0 0 0,-1 1 0 0 0,1 0 0 0 0,1 0 1 0 0,-1 0-1 0 0,1 1 0 0 0,0-1 0 0 0,0 1 0 0 0,0 0 1 0 0,-4 12-1 0 0,7-14 41 0 0,0 1 1 0 0,1-1-1 0 0,-1 0 1 0 0,1 0 0 0 0,0 0-1 0 0,1 0 1 0 0,-1 0-1 0 0,1 0 1 0 0,-1 0 0 0 0,1 0-1 0 0,0 0 1 0 0,1 0-1 0 0,-1 0 1 0 0,1 0-1 0 0,0 0 1 0 0,0-1 0 0 0,0 1-1 0 0,0-1 1 0 0,0 1-1 0 0,1-1 1 0 0,0 0 0 0 0,0 0-1 0 0,-1 0 1 0 0,2-1-1 0 0,-1 1 1 0 0,0 0-1 0 0,0-1 1 0 0,1 0 0 0 0,6 3-1 0 0,-5-2 13 0 0,-1-1 0 0 0,0 1 0 0 0,1-1 0 0 0,0 0 0 0 0,0 0 0 0 0,0-1 0 0 0,-1 1 0 0 0,1-1 0 0 0,0-1 0 0 0,1 1 0 0 0,-1 0 0 0 0,0-1-1 0 0,0 0 1 0 0,0 0 0 0 0,0-1 0 0 0,0 0 0 0 0,0 1 0 0 0,0-2 0 0 0,0 1 0 0 0,0 0 0 0 0,0-1 0 0 0,-1 0 0 0 0,9-5 0 0 0,-4 0 84 0 0,-1-1 1 0 0,-1 0-1 0 0,0-1 0 0 0,0 0 1 0 0,0 0-1 0 0,-1 0 0 0 0,-1-1 1 0 0,1 0-1 0 0,-2 0 1 0 0,1 0-1 0 0,4-16 0 0 0,3-18 36 0 0,10-68 0 0 0,-15 69-52 0 0,46-217 243 0 0,-45 218-169 0 0,-2-1 0 0 0,2-46-1 0 0,-8 87-218 0 0,-4-6-34 0 0,1 9-28 0 0,-6 8 80 0 0,1 0 0 0 0,0 1-1 0 0,0 0 1 0 0,1 0 0 0 0,1 1 0 0 0,0 0-1 0 0,0 0 1 0 0,1 0 0 0 0,0 0-1 0 0,1 1 1 0 0,1 0 0 0 0,0 0-1 0 0,0 0 1 0 0,-1 21 0 0 0,1-8 16 0 0,1 0 0 0 0,1 1 0 0 0,2-1 0 0 0,0 0 0 0 0,1 1 0 0 0,9 35 0 0 0,-6-44 52 0 0,0 0-1 0 0,1 0 1 0 0,1 0 0 0 0,1-1 0 0 0,0 0 0 0 0,1-1 0 0 0,0 1-1 0 0,2-2 1 0 0,12 16 0 0 0,-14-21-178 0 0,1 0 0 0 0,-1 0-1 0 0,1-1 1 0 0,1 0 0 0 0,0-1-1 0 0,0 0 1 0 0,12 6 0 0 0,-12-8-577 0 0,1-1 1 0 0,0 0 0 0 0,0 0 0 0 0,20 2-1 0 0,-16-5-1200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51.636"/>
    </inkml:context>
    <inkml:brush xml:id="br0">
      <inkml:brushProperty name="width" value="0.2" units="cm"/>
      <inkml:brushProperty name="height" value="0.2" units="cm"/>
      <inkml:brushProperty name="color" value="#F6630D"/>
    </inkml:brush>
  </inkml:definitions>
  <inkml:trace contextRef="#ctx0" brushRef="#br0">47 18 1472 0 0,'0'0'404'0'0,"-47"-18"3620"0"0,56 18-4015 0 0,461 30-39 0 0,-84 2 56 0 0,-248-21-72 0 0,139 5 70 0 0,-233-13 690 0 0,-21-1-4089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1T18:12:54.740"/>
    </inkml:context>
    <inkml:brush xml:id="br0">
      <inkml:brushProperty name="width" value="0.2" units="cm"/>
      <inkml:brushProperty name="height" value="0.2" units="cm"/>
      <inkml:brushProperty name="color" value="#F6630D"/>
    </inkml:brush>
  </inkml:definitions>
  <inkml:trace contextRef="#ctx0" brushRef="#br0">17 28 2184 0 0,'0'0'473'0'0,"-11"5"104"0"0,11-5-555 0 0,0 0 1 0 0,-1 0-1 0 0,1-1 1 0 0,0 1 0 0 0,0 0-1 0 0,0 0 1 0 0,0 0 0 0 0,-1 0-1 0 0,1 0 1 0 0,0 0-1 0 0,0 0 1 0 0,0 0 0 0 0,0 0-1 0 0,0 0 1 0 0,-1 0-1 0 0,1 0 1 0 0,0 0 0 0 0,0 0-1 0 0,0 1 1 0 0,0-1-1 0 0,-1 0 1 0 0,1 0 0 0 0,0 0-1 0 0,0 0 1 0 0,0 0-1 0 0,0 0 1 0 0,0 0 0 0 0,-1 0-1 0 0,1 0 1 0 0,0 1-1 0 0,0-1 1 0 0,0 0 0 0 0,0 0-1 0 0,0 0 1 0 0,0 0-1 0 0,0 0 1 0 0,0 0 0 0 0,0 1-1 0 0,-1-1 1 0 0,1 0-1 0 0,0 0 1 0 0,0 0 0 0 0,0 0-1 0 0,0 1 1 0 0,0-1 0 0 0,0 0-1 0 0,0 0 1 0 0,0 0-1 0 0,0 0 1 0 0,0 1 0 0 0,0-1-1 0 0,0 0 1 0 0,0 0-1 0 0,0 0 1 0 0,1 0 0 0 0,-1 1-1 0 0,0-1 1 0 0,0 0-1 0 0,0 0 1 0 0,0 0 0 0 0,0 0-1 0 0,0 0 1 0 0,0 1-1 0 0,23 2-17 0 0,-1-1-1 0 0,1-1 0 0 0,43-3 1 0 0,20-1 5 0 0,8 5 8 0 0,-91-1-25 0 0,33-3 0 0 0,-31 1 12 0 0,25-2 15 0 0,13 4-18 0 0,16-4-10 0 0,12 3 5 0 0,-68 0 1 0 0,32-2 5 0 0,165-10 47 0 0,-193 11-57 0 0,59-7 143 0 0,0 2 0 0 0,102 5 0 0 0,-161 1-131 0 0,20-2 14 0 0,0 2 0 0 0,27 2 0 0 0,-36-1-18 0 0,188 1 30 0 0,-8-2-3 0 0,-136 1-22 0 0,118-4-29 0 0,-160 2 79 0 0,0 0-1 0 0,29 3 0 0 0,-2 0 13 0 0,19 3 1165 0 0,-64-5-1038 0 0,-43-12-5286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5:56.252"/>
    </inkml:context>
    <inkml:brush xml:id="br0">
      <inkml:brushProperty name="width" value="0.1" units="cm"/>
      <inkml:brushProperty name="height" value="0.1" units="cm"/>
      <inkml:brushProperty name="color" value="#FFC114"/>
    </inkml:brush>
  </inkml:definitions>
  <inkml:trace contextRef="#ctx0" brushRef="#br0">1 384 6989 0 0,'0'-1'73'0'0,"1"0"1"0"0,-1 0 0 0 0,0 0-1 0 0,1 0 1 0 0,-1 0 0 0 0,1 1-1 0 0,-1-1 1 0 0,1 0 0 0 0,0 0-1 0 0,-1 1 1 0 0,1-1 0 0 0,0 0-1 0 0,0 1 1 0 0,-1-1 0 0 0,1 1-1 0 0,0-1 1 0 0,0 1 0 0 0,0-1 0 0 0,0 1-1 0 0,-1 0 1 0 0,1-1 0 0 0,0 1-1 0 0,0 0 1 0 0,0 0 0 0 0,2-1-1 0 0,4 35 563 0 0,-7-33-692 0 0,5 26 57 0 0,1 0 1 0 0,1 0 0 0 0,22 50 0 0 0,7 22 41 0 0,-13-46 152 0 0,-22-52-136 0 0,-1 0-49 0 0,1-1 0 0 0,-1 0-1 0 0,0 0 1 0 0,0 1 0 0 0,0-1 0 0 0,1 0-1 0 0,-1 0 1 0 0,0 1 0 0 0,0-1 0 0 0,1 0-1 0 0,-1 0 1 0 0,0 0 0 0 0,1 1 0 0 0,-1-1-1 0 0,0 0 1 0 0,0 0 0 0 0,1 0 0 0 0,-1 0-1 0 0,0 0 1 0 0,1 0 0 0 0,-1 0 0 0 0,0 0-1 0 0,1 0 1 0 0,-1 0 0 0 0,0 0 0 0 0,1 0-1 0 0,-1 0 1 0 0,0 0 0 0 0,1 0 0 0 0,-1 0 0 0 0,0 0-1 0 0,1 0 1 0 0,-1 0 0 0 0,0 0 0 0 0,1 0-1 0 0,-1-1 1 0 0,0 1 0 0 0,0 0 0 0 0,1-1-1 0 0,122-112 297 0 0,-40 33-234 0 0,316-255 105 0 0,-384 324-177 0 0,158-124 211 0 0,-166 128-202 0 0,11-12-1553 0 0,-16 3-3485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5:59.221"/>
    </inkml:context>
    <inkml:brush xml:id="br0">
      <inkml:brushProperty name="width" value="0.1" units="cm"/>
      <inkml:brushProperty name="height" value="0.1" units="cm"/>
      <inkml:brushProperty name="color" value="#FFC114"/>
    </inkml:brush>
  </inkml:definitions>
  <inkml:trace contextRef="#ctx0" brushRef="#br0">89 146 5957 0 0,'-10'-37'-575'0'0,"-18"-65"2224"0"0,28 101-1557 0 0,0 0-88 0 0,0 1 0 0 0,0 0 0 0 0,0 0 1 0 0,0 0-1 0 0,0-1 0 0 0,0 1 0 0 0,0 0 1 0 0,0 0-1 0 0,0 0 0 0 0,0 0 0 0 0,0-1 1 0 0,0 1-1 0 0,0 0 0 0 0,0 0 0 0 0,0 0 0 0 0,0 0 1 0 0,-1-1-1 0 0,1 1 0 0 0,0 0 0 0 0,0 0 1 0 0,0 0-1 0 0,0 0 0 0 0,0 0 0 0 0,0-1 1 0 0,0 1-1 0 0,-1 0 0 0 0,1 0 0 0 0,0 0 1 0 0,0 0-1 0 0,0 0 0 0 0,0 0 0 0 0,-1 0 1 0 0,1 0-1 0 0,0-1 0 0 0,0 1 0 0 0,0 0 1 0 0,0 0-1 0 0,-1 0 0 0 0,1 0 0 0 0,0 0 0 0 0,0 0 1 0 0,0 0-1 0 0,-1 0 0 0 0,1 0 0 0 0,0 0 1 0 0,0 0-1 0 0,0 0 0 0 0,0 0 0 0 0,-1 1 1 0 0,1-1-1 0 0,0 0 0 0 0,0 0 0 0 0,0 0 1 0 0,0 0-1 0 0,-1 0 0 0 0,1 0 0 0 0,0 0 1 0 0,0 0-1 0 0,0 0 0 0 0,0 1 0 0 0,0-1 0 0 0,0 0 1 0 0,-1 0-1 0 0,1 0 0 0 0,0 0 0 0 0,0 1 1 0 0,-8 23 17 0 0,1 1 1 0 0,1 0 0 0 0,1 1-1 0 0,2-1 1 0 0,-2 39-1 0 0,4-43-13 0 0,0-13-7 0 0,-6 161 71 0 0,8-151-61 0 0,0 1 0 0 0,1-1 0 0 0,1-1 0 0 0,1 1-1 0 0,0 0 1 0 0,1-1 0 0 0,9 21 0 0 0,-11-33-13 0 0,0-1 0 0 0,1 1 1 0 0,-1-1-1 0 0,1 1 0 0 0,0-1 1 0 0,0 0-1 0 0,0-1 0 0 0,0 1 1 0 0,1-1-1 0 0,0 0 0 0 0,0 0 1 0 0,-1 0-1 0 0,2 0 0 0 0,-1-1 1 0 0,0 0-1 0 0,0 0 0 0 0,1-1 1 0 0,-1 1-1 0 0,1-1 0 0 0,10 1 1 0 0,11 0 4 0 0,0 0-1 0 0,0-2 1 0 0,27-3 0 0 0,-36 1-3 0 0,251-24-13 0 0,-107 9-14 0 0,-155 16 28 0 0,6 1-2 0 0,-10 0 8 0 0,0 1-3 0 0,6 3-5 0 0,-7-4-8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5:59.765"/>
    </inkml:context>
    <inkml:brush xml:id="br0">
      <inkml:brushProperty name="width" value="0.1" units="cm"/>
      <inkml:brushProperty name="height" value="0.1" units="cm"/>
      <inkml:brushProperty name="color" value="#FFC114"/>
    </inkml:brush>
  </inkml:definitions>
  <inkml:trace contextRef="#ctx0" brushRef="#br0">52 215 4800 0 0,'52'-5'-841'0'0,"-38"1"846"0"0,20-7 94 0 0,64-29-1 0 0,-90 36-54 0 0,1-1 0 0 0,-1 0 0 0 0,0 0 0 0 0,0 0-1 0 0,-1-1 1 0 0,0-1 0 0 0,0 1 0 0 0,0-1 0 0 0,-1 0 0 0 0,0 0 0 0 0,0-1 0 0 0,7-12 0 0 0,-12 17-14 0 0,0 0 1 0 0,1 0-1 0 0,-1 0 0 0 0,-1 0 1 0 0,1 0-1 0 0,0 0 0 0 0,-1 0 1 0 0,0 0-1 0 0,1-1 1 0 0,-1 1-1 0 0,-1-3 0 0 0,1 5-22 0 0,0-1 0 0 0,0 1 0 0 0,-1 0 0 0 0,1 0 0 0 0,-1 0 0 0 0,1 0 0 0 0,-1 0 0 0 0,1 0 0 0 0,-1 0-1 0 0,1 0 1 0 0,-1 0 0 0 0,0 0 0 0 0,0 0 0 0 0,1 1 0 0 0,-1-1 0 0 0,0 0 0 0 0,0 0 0 0 0,0 1 0 0 0,0-1 0 0 0,0 0-1 0 0,0 1 1 0 0,0-1 0 0 0,0 1 0 0 0,0 0 0 0 0,0-1 0 0 0,-1 1 0 0 0,1 0 0 0 0,0-1 0 0 0,0 1 0 0 0,0 0 0 0 0,0 0 0 0 0,0 0-1 0 0,-1 0 1 0 0,1 0 0 0 0,0 0 0 0 0,-2 1 0 0 0,-12 1 9 0 0,-1 1-1 0 0,1 1 1 0 0,1 1-1 0 0,-1 0 1 0 0,1 0-1 0 0,0 1 1 0 0,0 1-1 0 0,0 1 1 0 0,1 0 0 0 0,-17 14-1 0 0,12-8-1 0 0,0 0 0 0 0,1 2 0 0 0,1 0 0 0 0,1 1 0 0 0,0 1 0 0 0,-19 31 1 0 0,32-46-15 0 0,0-1 1 0 0,0 1-1 0 0,0 0 1 0 0,1 0 0 0 0,-1 0-1 0 0,1 0 1 0 0,0 1-1 0 0,0-1 1 0 0,0 0 0 0 0,0 0-1 0 0,1 1 1 0 0,-1-1-1 0 0,1 0 1 0 0,0 1 0 0 0,0-1-1 0 0,0 1 1 0 0,1-1-1 0 0,-1 0 1 0 0,1 1 0 0 0,-1-1-1 0 0,3 5 1 0 0,-1-5 3 0 0,0 0 0 0 0,1 1 0 0 0,-1-1 0 0 0,1 0 0 0 0,0 0-1 0 0,0-1 1 0 0,0 1 0 0 0,0 0 0 0 0,1-1 0 0 0,-1 0 0 0 0,0 0 0 0 0,1 0 0 0 0,0 0 0 0 0,-1-1 0 0 0,5 2 0 0 0,15 4 26 0 0,0-2 0 0 0,0 0 0 0 0,0-2 0 0 0,40 1 0 0 0,-4 0-15 0 0,1-2-1 0 0,-1-4 1 0 0,114-16 0 0 0,-166 16-362 0 0,0 0-1 0 0,0 0 1 0 0,1-1 0 0 0,-2 0 0 0 0,1 0 0 0 0,0-1 0 0 0,10-6 0 0 0,-3-3-1038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0.245"/>
    </inkml:context>
    <inkml:brush xml:id="br0">
      <inkml:brushProperty name="width" value="0.1" units="cm"/>
      <inkml:brushProperty name="height" value="0.1" units="cm"/>
      <inkml:brushProperty name="color" value="#FFC114"/>
    </inkml:brush>
  </inkml:definitions>
  <inkml:trace contextRef="#ctx0" brushRef="#br0">4 126 4288 0 0,'3'-17'283'0'0,"-2"0"-1"0"0,0 0 0 0 0,-2-28 0 0 0,0 17 1038 0 0,1 26-1140 0 0,-4 32 156 0 0,2 0-1 0 0,2 48 1 0 0,1-53-317 0 0,1 46 45 0 0,3 0-1 0 0,3-1 1 0 0,27 109-1 0 0,-34-173-52 0 0,1 0 0 0 0,0 0 0 0 0,1 0-1 0 0,-1-1 1 0 0,1 1 0 0 0,0 0 0 0 0,1-1 0 0 0,-1 0-1 0 0,1 0 1 0 0,0 0 0 0 0,1 0 0 0 0,-1-1-1 0 0,1 1 1 0 0,0-1 0 0 0,5 3 0 0 0,-4-3-3 0 0,1-1 1 0 0,-1 0-1 0 0,1-1 1 0 0,0 0-1 0 0,0 0 1 0 0,0 0 0 0 0,0-1-1 0 0,0 0 1 0 0,0 0-1 0 0,0-1 1 0 0,0 0-1 0 0,0 0 1 0 0,11-2-1 0 0,33-5-1162 0 0,-1-3 0 0 0,0-2 0 0 0,91-34 0 0 0,-91 25-863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0.513"/>
    </inkml:context>
    <inkml:brush xml:id="br0">
      <inkml:brushProperty name="width" value="0.1" units="cm"/>
      <inkml:brushProperty name="height" value="0.1" units="cm"/>
      <inkml:brushProperty name="color" value="#FFC114"/>
    </inkml:brush>
  </inkml:definitions>
  <inkml:trace contextRef="#ctx0" brushRef="#br0">13 104 5336 0 0,'-12'2'115'0'0,"15"-3"-49"0"0,32-9-47 0 0,62-13-159 0 0,-39 11-68 0 0,115-31-2016 0 0,-118 27 1116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1.527"/>
    </inkml:context>
    <inkml:brush xml:id="br0">
      <inkml:brushProperty name="width" value="0.1" units="cm"/>
      <inkml:brushProperty name="height" value="0.1" units="cm"/>
      <inkml:brushProperty name="color" value="#FFC114"/>
    </inkml:brush>
  </inkml:definitions>
  <inkml:trace contextRef="#ctx0" brushRef="#br0">110 173 3972 0 0,'-65'-80'1678'0'0,"64"79"-1356"0"0,-1 4-279 0 0,-1 2-36 0 0,1-1 1 0 0,0 1 0 0 0,1 0 0 0 0,-1 0 0 0 0,1 0 0 0 0,0 0 0 0 0,0 0 0 0 0,0 0 0 0 0,1 0 0 0 0,0 0-1 0 0,0 0 1 0 0,0 0 0 0 0,1 0 0 0 0,-1 0 0 0 0,1 0 0 0 0,2 6 0 0 0,5 20 30 0 0,16 41 1 0 0,-19-59-29 0 0,271 595 354 0 0,-270-595-351 0 0,15 33 989 0 0,-46-72-939 0 0,0-1 0 0 0,2-1 0 0 0,1-1 0 0 0,1-1 0 0 0,1 0 1 0 0,2-2-1 0 0,-28-67 0 0 0,-72-261-15 0 0,90 263-52 0 0,21 73-21 0 0,1 0-1 0 0,1 0 1 0 0,1 0-1 0 0,-1-33 1 0 0,6 55 19 0 0,-1 0 0 0 0,1 0 0 0 0,-1 0 0 0 0,1 0 0 0 0,0 0 0 0 0,-1 0 0 0 0,1 0 0 0 0,0 0 1 0 0,0 1-1 0 0,0-1 0 0 0,1 0 0 0 0,-1 1 0 0 0,0-1 0 0 0,1 1 0 0 0,-1-1 0 0 0,1 1 0 0 0,-1 0 0 0 0,1-1 0 0 0,0 1 1 0 0,-1 0-1 0 0,1 0 0 0 0,0 0 0 0 0,0 0 0 0 0,0 0 0 0 0,0 1 0 0 0,0-1 0 0 0,2 0 0 0 0,56-10-76 0 0,-59 11 80 0 0,55-3-21 0 0,1 2 0 0 0,0 2-1 0 0,0 3 1 0 0,0 3 0 0 0,-1 2-1 0 0,0 2 1 0 0,-1 3 0 0 0,-1 2-1 0 0,105 47 1 0 0,-154-61 16 0 0,1 1-1 0 0,-1 0 1 0 0,0 0-1 0 0,0 0 1 0 0,0 1 0 0 0,0 0-1 0 0,0 0 1 0 0,5 7-1 0 0,-9-10 8 0 0,0 0-1 0 0,0 1 0 0 0,-1-1 1 0 0,1 1-1 0 0,-1-1 0 0 0,1 1 1 0 0,-1-1-1 0 0,1 1 0 0 0,-1-1 1 0 0,0 1-1 0 0,0 0 1 0 0,0-1-1 0 0,0 1 0 0 0,0-1 1 0 0,0 1-1 0 0,0 0 0 0 0,0-1 1 0 0,-1 1-1 0 0,1-1 0 0 0,0 1 1 0 0,-1-1-1 0 0,0 1 0 0 0,1-1 1 0 0,-1 1-1 0 0,0-1 0 0 0,0 1 1 0 0,1-1-1 0 0,-1 0 1 0 0,0 0-1 0 0,-1 1 0 0 0,1-1 1 0 0,0 0-1 0 0,0 0 0 0 0,0 0 1 0 0,-3 1-1 0 0,-10 10 0 0 0,-1-2 0 0 0,0 0 0 0 0,0 0 0 0 0,-1-2 0 0 0,0 0 0 0 0,-18 6 0 0 0,-106 31 13 0 0,126-41-10 0 0,-36 10 107 0 0,0-3 0 0 0,-1-1 0 0 0,-1-3 0 0 0,-55 0 0 0 0,100-7-66 0 0,-1 0 1 0 0,0-1-1 0 0,1 0 1 0 0,-1-1-1 0 0,-10-3 0 0 0,18 5-42 0 0,0 0-21 0 0,-1 0-1 0 0,1 0 1 0 0,0-1 0 0 0,0 1 0 0 0,-1 0 0 0 0,1 0-1 0 0,0 0 1 0 0,-1-1 0 0 0,1 1 0 0 0,0 0 0 0 0,0 0-1 0 0,-1-1 1 0 0,1 1 0 0 0,0 0 0 0 0,0-1 0 0 0,-1 1-1 0 0,1 0 1 0 0,0 0 0 0 0,0-1 0 0 0,0 1 0 0 0,0 0-1 0 0,0-1 1 0 0,0 1 0 0 0,-1-1 0 0 0,1 1-1 0 0,0 0 1 0 0,0-1 0 0 0,0 1 0 0 0,0 0 0 0 0,0-1-1 0 0,0 1 1 0 0,0 0 0 0 0,1-1 0 0 0,-1 1 0 0 0,0-1-1 0 0,0 1 1 0 0,0 0 0 0 0,0-1 0 0 0,0 1 0 0 0,0 0-1 0 0,1 0 1 0 0,-1-1 0 0 0,0 1 0 0 0,1-1 0 0 0,7-11-761 0 0,28-10-2231 0 0,-10 8 1293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2.026"/>
    </inkml:context>
    <inkml:brush xml:id="br0">
      <inkml:brushProperty name="width" value="0.1" units="cm"/>
      <inkml:brushProperty name="height" value="0.1" units="cm"/>
      <inkml:brushProperty name="color" value="#FFC114"/>
    </inkml:brush>
  </inkml:definitions>
  <inkml:trace contextRef="#ctx0" brushRef="#br0">0 239 4616 0 0,'2'1'-40'0'0,"0"0"-1"0"0,0 0 0 0 0,0 0 0 0 0,0 0 0 0 0,0-1 0 0 0,0 1 0 0 0,0-1 1 0 0,0 1-1 0 0,0-1 0 0 0,0 0 0 0 0,0 0 0 0 0,0 0 0 0 0,0 0 0 0 0,0 0 0 0 0,0 0 1 0 0,0 0-1 0 0,0-1 0 0 0,0 1 0 0 0,0-1 0 0 0,0 0 0 0 0,0 1 0 0 0,2-3 1 0 0,53-16 149 0 0,-43 14-14 0 0,0-2 0 0 0,-1 0 1 0 0,1-1-1 0 0,-1 0 0 0 0,-1-1 0 0 0,19-16 0 0 0,-25 20-17 0 0,-1 0 1 0 0,-1 0-1 0 0,1 0 0 0 0,-1 0 1 0 0,0-1-1 0 0,0 0 1 0 0,0 0-1 0 0,-1 0 0 0 0,0 0 1 0 0,0-1-1 0 0,-1 1 1 0 0,0-1-1 0 0,0 1 0 0 0,0-1 1 0 0,-1 0-1 0 0,1-12 1 0 0,-2 18-62 0 0,0-1 1 0 0,1 1-1 0 0,-1 0 1 0 0,0-1 0 0 0,0 1-1 0 0,0-1 1 0 0,-1 1 0 0 0,1-1-1 0 0,0 1 1 0 0,0 0 0 0 0,-1-1-1 0 0,1 1 1 0 0,-1-1 0 0 0,1 1-1 0 0,-1 0 1 0 0,0-1-1 0 0,1 1 1 0 0,-1 0 0 0 0,0 0-1 0 0,0 0 1 0 0,0 0 0 0 0,0 0-1 0 0,0 0 1 0 0,0 0 0 0 0,0 0-1 0 0,0 0 1 0 0,-1 0 0 0 0,-1-1-1 0 0,0 2 0 0 0,1 0-1 0 0,-1-1 1 0 0,1 1-1 0 0,-1 1 1 0 0,0-1 0 0 0,1 0-1 0 0,-1 1 1 0 0,1-1-1 0 0,-1 1 1 0 0,1 0-1 0 0,-1-1 1 0 0,1 1-1 0 0,0 1 1 0 0,-4 1 0 0 0,-9 5 29 0 0,1 1 1 0 0,0 1 0 0 0,-18 17-1 0 0,21-17-29 0 0,0 0-1 0 0,1 1 1 0 0,1 0 0 0 0,0 1-1 0 0,0 0 1 0 0,1 1 0 0 0,1-1-1 0 0,0 2 1 0 0,-5 14-1 0 0,10-23-12 0 0,0-1 0 0 0,0 1 0 0 0,1 0 0 0 0,0 0 0 0 0,0 0 0 0 0,1 1 0 0 0,-1-1 0 0 0,1 0 0 0 0,0 0-1 0 0,0 0 1 0 0,1 0 0 0 0,0 0 0 0 0,0 1 0 0 0,0-1 0 0 0,0 0 0 0 0,1-1 0 0 0,0 1 0 0 0,0 0 0 0 0,0 0-1 0 0,0-1 1 0 0,1 1 0 0 0,0-1 0 0 0,0 0 0 0 0,0 0 0 0 0,0 0 0 0 0,1 0 0 0 0,-1 0 0 0 0,9 5 0 0 0,2 0 15 0 0,0 0 0 0 0,1-1 1 0 0,1 0-1 0 0,-1-1 0 0 0,1-1 1 0 0,0-1-1 0 0,1 0 0 0 0,-1-1 1 0 0,1-1-1 0 0,18 2 0 0 0,-3-2-334 0 0,-1-2 0 0 0,1-1 0 0 0,0-1 0 0 0,49-9 0 0 0,-26-2-1467 0 0,0-2-228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2.585"/>
    </inkml:context>
    <inkml:brush xml:id="br0">
      <inkml:brushProperty name="width" value="0.1" units="cm"/>
      <inkml:brushProperty name="height" value="0.1" units="cm"/>
      <inkml:brushProperty name="color" value="#FFC114"/>
    </inkml:brush>
  </inkml:definitions>
  <inkml:trace contextRef="#ctx0" brushRef="#br0">58 7 5048 0 0,'-4'-1'-212'0'0,"-18"-2"-139"0"0,-7 1 261 0 0,27 7 133 0 0,13 6-45 0 0,28 18 2 0 0,0-3 0 0 0,2-1 0 0 0,1-2 0 0 0,52 20 1 0 0,-39-19 207 0 0,92 58 1 0 0,-145-81-201 0 0,0 0 0 0 0,-1 0 0 0 0,1 0 1 0 0,0 0-1 0 0,-1 0 0 0 0,1 1 0 0 0,0-1 0 0 0,-1 1 1 0 0,0-1-1 0 0,1 1 0 0 0,-1-1 0 0 0,0 1 0 0 0,0 0 1 0 0,0 0-1 0 0,0 0 0 0 0,0-1 0 0 0,0 1 0 0 0,0 0 1 0 0,-1 0-1 0 0,1 0 0 0 0,-1 0 0 0 0,0 0 0 0 0,1 3 1 0 0,-2-3 2 0 0,1 1 0 0 0,-1-1 0 0 0,0 0 0 0 0,0 0 0 0 0,0 0 0 0 0,0 1 0 0 0,-1-1 0 0 0,1-1 0 0 0,0 1-1 0 0,-1 0 1 0 0,0 0 0 0 0,1 0 0 0 0,-1-1 0 0 0,0 1 0 0 0,0-1 0 0 0,-3 3 0 0 0,-9 4 59 0 0,-1 0-1 0 0,1-1 0 0 0,-1-1 0 0 0,-24 7 0 0 0,24-9 104 0 0,0 0 0 0 0,-1-1 0 0 0,-17 2 0 0 0,29-5-99 0 0,-1 0-1 0 0,1 0 1 0 0,0 0 0 0 0,0-1-1 0 0,-1 0 1 0 0,1 1 0 0 0,-7-4-1 0 0,10 4-50 0 0,-1-1-1 0 0,1 1 0 0 0,0-1 1 0 0,-1 0-1 0 0,1 0 1 0 0,0 1-1 0 0,0-1 1 0 0,0 0-1 0 0,0 0 0 0 0,0 0 1 0 0,0-1-1 0 0,0 1 1 0 0,0 0-1 0 0,0 0 0 0 0,0 0 1 0 0,0-1-1 0 0,1 1 1 0 0,-1 0-1 0 0,1-1 1 0 0,-1 1-1 0 0,0-3 0 0 0,1-1 6 0 0,0 1 0 0 0,0 0 0 0 0,0-1 0 0 0,0 1 0 0 0,1 0-1 0 0,-1-1 1 0 0,1 1 0 0 0,1 0 0 0 0,-1 0 0 0 0,0-1 0 0 0,1 1-1 0 0,4-7 1 0 0,31-46 95 0 0,-31 49-99 0 0,17-23-1 0 0,2 1 0 0 0,1 2 0 0 0,2 0 1 0 0,1 2-1 0 0,0 1 0 0 0,40-25 0 0 0,-52 42-775 0 0,-40 30-2812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3.214"/>
    </inkml:context>
    <inkml:brush xml:id="br0">
      <inkml:brushProperty name="width" value="0.1" units="cm"/>
      <inkml:brushProperty name="height" value="0.1" units="cm"/>
      <inkml:brushProperty name="color" value="#FFC114"/>
    </inkml:brush>
  </inkml:definitions>
  <inkml:trace contextRef="#ctx0" brushRef="#br0">1 492 4860 0 0,'29'-5'-784'0'0,"25"-7"801"0"0,-1-4-1 0 0,-1-1 0 0 0,0-3 0 0 0,58-31 0 0 0,-102 47 0 0 0,0-1-1 0 0,0 0 1 0 0,-1 0-1 0 0,1-1 1 0 0,-1 0 0 0 0,0 0-1 0 0,-1-1 1 0 0,1 1-1 0 0,-1-2 1 0 0,-1 1-1 0 0,0-1 1 0 0,0 1 0 0 0,0-1-1 0 0,-1-1 1 0 0,7-16-1 0 0,-9 18 8 0 0,-1 0-1 0 0,1-1 1 0 0,-1 1 0 0 0,-1-1-1 0 0,0 1 1 0 0,0-1-1 0 0,0 1 1 0 0,-1-1-1 0 0,0 1 1 0 0,0 0 0 0 0,-1-1-1 0 0,0 1 1 0 0,0 0-1 0 0,-1 0 1 0 0,0 0-1 0 0,0 0 1 0 0,0 1 0 0 0,-1-1-1 0 0,-9-11 1 0 0,7 10 18 0 0,-1 0-1 0 0,1 0 1 0 0,-2 0 0 0 0,1 1 0 0 0,-1 0 0 0 0,0 1-1 0 0,-1-1 1 0 0,1 2 0 0 0,-1-1 0 0 0,0 1 0 0 0,-1 1 0 0 0,1-1-1 0 0,-19-4 1 0 0,26 8-7 0 0,-21 3 11 0 0,18-1-36 0 0,-1 0 0 0 0,1 1 0 0 0,0-1 1 0 0,0 1-1 0 0,0 0 0 0 0,1 0 0 0 0,-1 0 1 0 0,0 1-1 0 0,1 0 0 0 0,-1 0 0 0 0,1 0 0 0 0,0 0 1 0 0,0 1-1 0 0,0-1 0 0 0,1 1 0 0 0,-1 0 0 0 0,1 0 1 0 0,0 1-1 0 0,0-1 0 0 0,0 1 0 0 0,1-1 0 0 0,0 1 1 0 0,-1 0-1 0 0,-1 8 0 0 0,-1 3 7 0 0,0 1-1 0 0,1-1 0 0 0,1 1 1 0 0,0 0-1 0 0,2 0 0 0 0,-1 18 1 0 0,6 33 19 0 0,3 0-1 0 0,2-1 1 0 0,4 0 0 0 0,3-1 0 0 0,2 0-1 0 0,36 83 1 0 0,-30-86 6 0 0,-1 1-1 0 0,-4 1 0 0 0,21 133 1 0 0,-38-154 73 0 0,-5 60 1 0 0,-1-17 1166 0 0,4-85-1046 0 0,26-67-3913 0 0,-16 38 1216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4.211"/>
    </inkml:context>
    <inkml:brush xml:id="br0">
      <inkml:brushProperty name="width" value="0.1" units="cm"/>
      <inkml:brushProperty name="height" value="0.1" units="cm"/>
      <inkml:brushProperty name="color" value="#FFC114"/>
    </inkml:brush>
  </inkml:definitions>
  <inkml:trace contextRef="#ctx0" brushRef="#br0">38 371 5857 0 0,'-35'-28'-647'0'0,"35"28"647"0"0,0-1 0 0 0,0 1 0 0 0,-1 0 0 0 0,1-1 0 0 0,0 1 0 0 0,0 0-1 0 0,-1-1 1 0 0,1 1 0 0 0,0-1 0 0 0,0 1 0 0 0,0 0 0 0 0,0-1 0 0 0,0 1 0 0 0,0-1 0 0 0,0 1 0 0 0,0-1 0 0 0,0 1 0 0 0,0 0 0 0 0,0-1 0 0 0,0 1 0 0 0,0-1 0 0 0,0 1 0 0 0,0-1 0 0 0,0 1 0 0 0,0 0 0 0 0,0-1-1 0 0,1 1 1 0 0,-1-1 0 0 0,0 1 0 0 0,0 0 0 0 0,0-1 0 0 0,1 1 0 0 0,-1 0 0 0 0,0-1 0 0 0,1 1 0 0 0,-1 0 0 0 0,0-1 0 0 0,1 1 0 0 0,-1 0 0 0 0,13-10 2 0 0,-13 10-3 0 0,23-11-1 0 0,-1 1-1 0 0,1 1 1 0 0,0 1 0 0 0,1 1-1 0 0,31-5 1 0 0,-4 1-13 0 0,266-45-7 0 0,-127 26 126 0 0,-160 29 301 0 0,-30 2-390 0 0,0-1 1 0 0,1 1-1 0 0,-1-1 1 0 0,0 1-1 0 0,0-1 1 0 0,0 0-1 0 0,0 1 1 0 0,0-1-1 0 0,0 1 1 0 0,-1-1 0 0 0,1 1-1 0 0,0-1 1 0 0,0 0-1 0 0,0 1 1 0 0,0-1-1 0 0,0 1 1 0 0,-1-1-1 0 0,1 0 1 0 0,0 1-1 0 0,0-1 1 0 0,-1 0-1 0 0,1 1 1 0 0,0-1-1 0 0,0 0 1 0 0,-1 1-1 0 0,1-1 1 0 0,0 0 0 0 0,-1 0-1 0 0,1 1 1 0 0,-1-1-1 0 0,1 0 1 0 0,0 0-1 0 0,-1 0 1 0 0,0 1-1 0 0,-53 32 686 0 0,45-27-769 0 0,6-5 67 0 0,1 0 0 0 0,0 1 0 0 0,0-1 0 0 0,-1 1 0 0 0,1-1 0 0 0,1 1-1 0 0,-1 0 1 0 0,0 0 0 0 0,0-1 0 0 0,1 1 0 0 0,-1 1 0 0 0,1-1 0 0 0,-1 0 0 0 0,1 0 0 0 0,0 0 0 0 0,0 1 0 0 0,0-1 0 0 0,0 1 0 0 0,0-1 0 0 0,1 1 0 0 0,-1-1 0 0 0,1 1 0 0 0,-1-1 0 0 0,1 1 0 0 0,0-1 0 0 0,0 1 0 0 0,0-1 0 0 0,1 1 0 0 0,-1 0 0 0 0,1-1 0 0 0,-1 1 0 0 0,1-1 0 0 0,0 1 0 0 0,0-1 0 0 0,0 0 0 0 0,0 1 0 0 0,0-1 0 0 0,0 0 0 0 0,1 0 0 0 0,-1 0 0 0 0,1 0 0 0 0,0 0 0 0 0,-1 0 0 0 0,1 0 0 0 0,0 0 0 0 0,0-1 0 0 0,0 1 0 0 0,0-1 0 0 0,0 1 0 0 0,1-1 0 0 0,-1 0 0 0 0,3 1 0 0 0,13 4 22 0 0,1 0 0 0 0,-1-2 0 0 0,1 0 0 0 0,0-1 0 0 0,0-1 0 0 0,1 0 0 0 0,-1-2 0 0 0,0 0 1 0 0,0-1-1 0 0,1-1 0 0 0,-1-1 0 0 0,0-1 0 0 0,-1 0 0 0 0,1-2 0 0 0,-1 0 0 0 0,29-14 0 0 0,-44 19-18 0 0,0-1 0 0 0,0 1 0 0 0,0-1-1 0 0,-1 0 1 0 0,1 0 0 0 0,0 0 0 0 0,-1 0-1 0 0,0 0 1 0 0,1-1 0 0 0,-1 1 0 0 0,0-1-1 0 0,0 1 1 0 0,-1-1 0 0 0,1 0 0 0 0,0 0-1 0 0,-1 0 1 0 0,0 0 0 0 0,0 0 0 0 0,0 0-1 0 0,0 0 1 0 0,0 0 0 0 0,0-1 0 0 0,-1 1-1 0 0,0 0 1 0 0,0 0 0 0 0,1 0 0 0 0,-2-1-1 0 0,1 1 1 0 0,0 0 0 0 0,-1 0 0 0 0,-1-5-1 0 0,1 5-7 0 0,0 0 0 0 0,-1 0-1 0 0,1 0 1 0 0,-1 0 0 0 0,0 1-1 0 0,0-1 1 0 0,0 1 0 0 0,-1-1-1 0 0,1 1 1 0 0,0 0 0 0 0,-1 0-1 0 0,1 0 1 0 0,-1 0-1 0 0,-5-3 1 0 0,-43-16-76 0 0,40 17 61 0 0,8 3-1 0 0,2 1 22 0 0,1 0 0 0 0,-1-1 0 0 0,0 1 0 0 0,0 0 0 0 0,0-1 0 0 0,0 1 0 0 0,1 0 0 0 0,-1-1-1 0 0,0 1 1 0 0,0-1 0 0 0,1 1 0 0 0,-1-1 0 0 0,0 0 0 0 0,1 1 0 0 0,-1-1 0 0 0,0 0 0 0 0,1 1 0 0 0,-1-1-1 0 0,0-1 1 0 0,42-14 37 0 0,8-3 37 0 0,71-38-1 0 0,-106 48-72 0 0,-6 4-28 0 0,-1 0-1 0 0,1 1 0 0 0,-1 0 1 0 0,1 0-1 0 0,1 1 1 0 0,-1 0-1 0 0,0 0 0 0 0,14-2 1 0 0,-20 5 16 0 0,1 1 1 0 0,-1-1-1 0 0,0 1 1 0 0,1-1-1 0 0,-1 1 1 0 0,0 0-1 0 0,0 0 1 0 0,0 0-1 0 0,1 0 1 0 0,-1 0-1 0 0,0 1 1 0 0,-1-1-1 0 0,1 0 1 0 0,0 1-1 0 0,0 0 1 0 0,0-1-1 0 0,-1 1 1 0 0,1 0-1 0 0,-1 0 1 0 0,0 0-1 0 0,1 0 1 0 0,1 4-1 0 0,22 57-87 0 0,-17-38 63 0 0,-2-12 44 0 0,0-1 1 0 0,1 1 0 0 0,0-2 0 0 0,0 1-1 0 0,1-1 1 0 0,1 0 0 0 0,0-1 0 0 0,11 11 0 0 0,2-3-435 0 0,0-1 1 0 0,46 28 0 0 0,-48-42-2009 0 0,-6-2 1242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5.051"/>
    </inkml:context>
    <inkml:brush xml:id="br0">
      <inkml:brushProperty name="width" value="0.1" units="cm"/>
      <inkml:brushProperty name="height" value="0.1" units="cm"/>
      <inkml:brushProperty name="color" value="#FFC114"/>
    </inkml:brush>
  </inkml:definitions>
  <inkml:trace contextRef="#ctx0" brushRef="#br0">48 21 4152 0 0,'-45'-19'276'0'0,"44"18"-174"0"0,-1 34-218 0 0,21 59 103 0 0,-15-67 26 0 0,1 0 0 0 0,1 0 1 0 0,13 34-1 0 0,37 60 2896 0 0,-59-126-2725 0 0,-8-17-25 0 0,1-1 0 0 0,1-1 0 0 0,1 1 0 0 0,1-2-1 0 0,-3-29 1 0 0,-1-73-171 0 0,11 128 2 0 0,1 1 0 0 0,-1-1 0 0 0,0 0 1 0 0,1 1-1 0 0,-1-1 0 0 0,1 1 0 0 0,-1-1 0 0 0,0 1 0 0 0,1-1 0 0 0,0 1 0 0 0,-1-1 0 0 0,1 1 0 0 0,-1-1 1 0 0,1 1-1 0 0,0-1 0 0 0,-1 1 0 0 0,1 0 0 0 0,0-1 0 0 0,-1 1 0 0 0,1 0 0 0 0,0 0 0 0 0,-1 0 1 0 0,1 0-1 0 0,0-1 0 0 0,0 1 0 0 0,-1 0 0 0 0,1 0 0 0 0,0 0 0 0 0,-1 0 0 0 0,1 0 0 0 0,0 1 0 0 0,0-1 1 0 0,-1 0-1 0 0,1 0 0 0 0,0 0 0 0 0,-1 1 0 0 0,1-1 0 0 0,0 0 0 0 0,-1 1 0 0 0,1-1 0 0 0,0 1 1 0 0,32 11-80 0 0,-3 8 12 0 0,-1 1 0 0 0,-1 1 0 0 0,36 35 0 0 0,22 19 2 0 0,-14-10 1916 0 0,-67-91-1503 0 0,-3 14-311 0 0,1-1-1 0 0,1 1 1 0 0,0 0-1 0 0,1 0 0 0 0,0 0 1 0 0,0 1-1 0 0,1-1 1 0 0,1 2-1 0 0,0-1 1 0 0,0 1-1 0 0,1 0 1 0 0,0 0-1 0 0,0 1 0 0 0,1 0 1 0 0,0 0-1 0 0,1 1 1 0 0,0 0-1 0 0,0 1 1 0 0,0 0-1 0 0,0 1 1 0 0,1 0-1 0 0,0 0 0 0 0,0 1 1 0 0,15-3-1 0 0,-10 3-39 0 0,1 1-1 0 0,1 0 1 0 0,-1 2-1 0 0,0 0 1 0 0,1 0-1 0 0,-1 2 1 0 0,0 0-1 0 0,1 1 1 0 0,-1 1-1 0 0,0 0 1 0 0,0 1-1 0 0,-1 1 1 0 0,1 1-1 0 0,-1 0 0 0 0,29 17 1 0 0,-38-19 4 0 0,74 51-182 0 0,-76-51 103 0 0,0 0-1 0 0,0 0 1 0 0,0 0-1 0 0,-1 1 1 0 0,0 0-1 0 0,0 0 1 0 0,0 0 0 0 0,-1 1-1 0 0,1-1 1 0 0,-1 1-1 0 0,0 0 1 0 0,3 10-1 0 0,-6-13-126 0 0,0-1 0 0 0,0 1 0 0 0,0 0 0 0 0,0 0 0 0 0,-1-1-1 0 0,1 1 1 0 0,-1-1 0 0 0,1 1 0 0 0,-1 0 0 0 0,0-1-1 0 0,0 1 1 0 0,0-1 0 0 0,0 0 0 0 0,-1 1 0 0 0,1-1-1 0 0,-1 0 1 0 0,1 0 0 0 0,-1 1 0 0 0,-3 2 0 0 0,-15 14-2501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6.160"/>
    </inkml:context>
    <inkml:brush xml:id="br0">
      <inkml:brushProperty name="width" value="0.1" units="cm"/>
      <inkml:brushProperty name="height" value="0.1" units="cm"/>
      <inkml:brushProperty name="color" value="#FFC114"/>
    </inkml:brush>
  </inkml:definitions>
  <inkml:trace contextRef="#ctx0" brushRef="#br0">524 27 6037 0 0,'0'0'-29'0'0,"0"0"0"0"0,1 0 0 0 0,-1-1 0 0 0,1 1 0 0 0,-1 0 0 0 0,1 0 0 0 0,-1-1 0 0 0,0 1 0 0 0,1-1 0 0 0,-1 1 0 0 0,0 0 0 0 0,1-1 1 0 0,-1 1-1 0 0,0-1 0 0 0,1 1 0 0 0,-1-1 0 0 0,0 1 0 0 0,0-1 0 0 0,0 1 0 0 0,1-1 0 0 0,-1 1 0 0 0,0-1 0 0 0,0 1 0 0 0,0-1 0 0 0,0 1 1 0 0,0-1-1 0 0,0 1 0 0 0,0-1 0 0 0,0 1 0 0 0,0-1 0 0 0,0 1 0 0 0,0-1 0 0 0,-1 1 0 0 0,1-1 0 0 0,0 1 0 0 0,0-1 0 0 0,-1 0 0 0 0,-20-7-267 0 0,-38 7 167 0 0,12 5 50 0 0,1 3 0 0 0,0 2-1 0 0,1 1 1 0 0,0 3 0 0 0,0 2 0 0 0,2 1 0 0 0,-62 33 0 0 0,82-31 60 0 0,22-17 20 0 0,1-1-1 0 0,0 1 1 0 0,0-1-1 0 0,-1 1 1 0 0,1-1-1 0 0,0 1 1 0 0,0-1-1 0 0,-1 1 1 0 0,1 0-1 0 0,0-1 1 0 0,0 1-1 0 0,0-1 1 0 0,0 1-1 0 0,0-1 1 0 0,0 1-1 0 0,0 0 1 0 0,0-1-1 0 0,0 1 0 0 0,0-1 1 0 0,0 1-1 0 0,0 0 1 0 0,1-1-1 0 0,-1 1 1 0 0,0-1-1 0 0,0 1 1 0 0,1-1-1 0 0,-1 1 1 0 0,0-1-1 0 0,1 1 1 0 0,-1-1-1 0 0,0 1 1 0 0,1-1-1 0 0,-1 1 1 0 0,1-1-1 0 0,-1 0 1 0 0,1 1-1 0 0,-1-1 1 0 0,1 1-1 0 0,17 8 7 0 0,0-1 1 0 0,0 0-1 0 0,0-2 0 0 0,1 0 0 0 0,0-1 1 0 0,0 0-1 0 0,28 1 0 0 0,-1 3 5 0 0,265 40 25 0 0,96 22-17 0 0,-382-65-27 0 0,-17-6 7 0 0,0 2 0 0 0,-1-1 1 0 0,1 1-1 0 0,0 0 0 0 0,0 1 0 0 0,-1 0 0 0 0,1 0 0 0 0,-1 0 0 0 0,0 1 0 0 0,12 9 0 0 0,-18-13 5 0 0,-1 1-1 0 0,0-1 1 0 0,0 0 0 0 0,0 1-1 0 0,0-1 1 0 0,0 1-1 0 0,1-1 1 0 0,-1 1-1 0 0,0-1 1 0 0,0 1-1 0 0,0-1 1 0 0,0 1 0 0 0,-1-1-1 0 0,1 1 1 0 0,0-1-1 0 0,0 1 1 0 0,0-1-1 0 0,0 1 1 0 0,0-1-1 0 0,-1 1 1 0 0,1-1-1 0 0,0 1 1 0 0,0-1 0 0 0,-1 0-1 0 0,1 1 1 0 0,0-1-1 0 0,-1 0 1 0 0,1 1-1 0 0,0-1 1 0 0,-1 0-1 0 0,1 1 1 0 0,0-1 0 0 0,-2 1-1 0 0,-13 9 106 0 0,14-10-107 0 0,-23 11 111 0 0,0-1 0 0 0,-2-2 0 0 0,1 0 0 0 0,-1-2 0 0 0,0-1 1 0 0,-52 4-1 0 0,34-4 19 0 0,-41 6 418 0 0,1-4-1 0 0,-1-3 0 0 0,-145-13 0 0 0,206 2-543 0 0,24 6-29 0 0,0 1 1 0 0,-1 0-1 0 0,1 0 1 0 0,0-1-1 0 0,-1 1 0 0 0,1 0 1 0 0,0 0-1 0 0,0-1 1 0 0,-1 1-1 0 0,1 0 1 0 0,0-1-1 0 0,0 1 1 0 0,-1 0-1 0 0,1-1 0 0 0,0 1 1 0 0,0 0-1 0 0,0-1 1 0 0,0 1-1 0 0,0-1 1 0 0,0 1-1 0 0,-1 0 0 0 0,1-1 1 0 0,0 1-1 0 0,0-1 1 0 0,0 1-1 0 0,0 0 1 0 0,0-1-1 0 0,1 1 1 0 0,-1-1-1 0 0,1-1-116 0 0,0 0 0 0 0,1 0 0 0 0,-1 0 0 0 0,1 0 0 0 0,0 0 1 0 0,0 1-1 0 0,-1-1 0 0 0,1 0 0 0 0,0 1 0 0 0,0 0 0 0 0,0-1 0 0 0,1 1 0 0 0,-1 0 0 0 0,3-1 0 0 0,23-11-1365 0 0,8-5 170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6.785"/>
    </inkml:context>
    <inkml:brush xml:id="br0">
      <inkml:brushProperty name="width" value="0.1" units="cm"/>
      <inkml:brushProperty name="height" value="0.1" units="cm"/>
      <inkml:brushProperty name="color" value="#FFC114"/>
    </inkml:brush>
  </inkml:definitions>
  <inkml:trace contextRef="#ctx0" brushRef="#br0">299 212 4068 0 0,'0'0'-167'0'0,"-16"9"-298"0"0,11-6 463 0 0,4-2-3 0 0,7-4 7 0 0,2-2 22 0 0,1-1 0 0 0,-1 0 0 0 0,0-1 0 0 0,0 1 0 0 0,-1-2 1 0 0,0 1-1 0 0,0-1 0 0 0,-1 0 0 0 0,11-16 0 0 0,-15 21 8 0 0,0 0-1 0 0,0-1 1 0 0,0 1-1 0 0,0 0 1 0 0,-1-1-1 0 0,1 1 1 0 0,-1-1-1 0 0,0 0 1 0 0,0 1-1 0 0,0-1 1 0 0,0 0-1 0 0,-1 0 1 0 0,1 1-1 0 0,-1-1 1 0 0,0 0 0 0 0,0 0-1 0 0,-1 0 1 0 0,1 1-1 0 0,-1-1 1 0 0,0 0-1 0 0,0 0 1 0 0,0 1-1 0 0,0-1 1 0 0,-1 1-1 0 0,1-1 1 0 0,-1 1-1 0 0,0-1 1 0 0,0 1-1 0 0,0 0 1 0 0,-1 0 0 0 0,-3-4-1 0 0,3 5-16 0 0,1 0-1 0 0,-1 0 1 0 0,0 0-1 0 0,0 0 1 0 0,0 1 0 0 0,0-1-1 0 0,-1 1 1 0 0,1 0-1 0 0,0 0 1 0 0,-1 0 0 0 0,1 0-1 0 0,-1 0 1 0 0,1 1-1 0 0,-1 0 1 0 0,1-1 0 0 0,-4 2-1 0 0,-1-1 1 0 0,0 1 1 0 0,0 1-1 0 0,0-1 1 0 0,0 1-1 0 0,0 1 0 0 0,-12 5 1 0 0,2 1-1 0 0,0 1 0 0 0,0 1 0 0 0,1 1 0 0 0,-26 22 0 0 0,29-21-5 0 0,-53 52-2 0 0,62-60-9 0 0,1 1-1 0 0,0-1 0 0 0,0 1 0 0 0,0 0 1 0 0,1-1-1 0 0,0 2 0 0 0,0-1 1 0 0,1 0-1 0 0,-1 0 0 0 0,1 1 1 0 0,-1 8-1 0 0,3-12 4 0 0,0 0 0 0 0,0-1 1 0 0,1 1-1 0 0,-1 0 0 0 0,1 0 0 0 0,0-1 0 0 0,0 1 1 0 0,0 0-1 0 0,0-1 0 0 0,0 1 0 0 0,0-1 1 0 0,1 1-1 0 0,-1-1 0 0 0,1 0 0 0 0,-1 0 1 0 0,1 1-1 0 0,0-1 0 0 0,0 0 0 0 0,0-1 1 0 0,0 1-1 0 0,1 0 0 0 0,-1 0 0 0 0,0-1 1 0 0,1 0-1 0 0,4 3 0 0 0,7 2 17 0 0,0 1 0 0 0,1-2-1 0 0,18 6 1 0 0,-29-10-17 0 0,55 14 30 0 0,0-3 0 0 0,1-2-1 0 0,0-3 1 0 0,112-2 0 0 0,-143-7-606 0 0,0-1 0 0 0,-1-1 0 0 0,0-2 0 0 0,43-14 0 0 0,-30 4-104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7.304"/>
    </inkml:context>
    <inkml:brush xml:id="br0">
      <inkml:brushProperty name="width" value="0.1" units="cm"/>
      <inkml:brushProperty name="height" value="0.1" units="cm"/>
      <inkml:brushProperty name="color" value="#FFC114"/>
    </inkml:brush>
  </inkml:definitions>
  <inkml:trace contextRef="#ctx0" brushRef="#br0">66 99 3684 0 0,'-34'-15'1646'0'0,"33"14"-1630"0"0,0 1 0 0 0,1 0-1 0 0,-1 0 1 0 0,0-1 0 0 0,0 1 0 0 0,1 0 0 0 0,-1 0 0 0 0,0 0 0 0 0,0 0 0 0 0,0 0-1 0 0,1 0 1 0 0,-1 0 0 0 0,0 0 0 0 0,0 0 0 0 0,1 0 0 0 0,-1 0 0 0 0,0 1-1 0 0,0-1 1 0 0,1 0 0 0 0,-1 1 0 0 0,0-1 0 0 0,0 0 0 0 0,1 1 0 0 0,-1-1 0 0 0,1 1-1 0 0,-1-1 1 0 0,0 1 0 0 0,1-1 0 0 0,-1 1 0 0 0,1-1 0 0 0,-1 1 0 0 0,0 1 0 0 0,0 0-20 0 0,0-1 1 0 0,0 1-1 0 0,0 0 1 0 0,1 0 0 0 0,-1 0-1 0 0,0 0 1 0 0,1 0 0 0 0,-1 0-1 0 0,1 0 1 0 0,0 0 0 0 0,0 0-1 0 0,0 0 1 0 0,0 3 0 0 0,4 20 16 0 0,1 1 1 0 0,1-1 0 0 0,2-1 0 0 0,0 1 0 0 0,1-1 0 0 0,24 43 0 0 0,-30-63-8 0 0,-1 1-174 0 0,12 28 1106 0 0,-17-33 50 0 0,-12-13-700 0 0,11 8-262 0 0,1 0 0 0 0,0 1 0 0 0,0-1 0 0 0,0-1 0 0 0,0 1 0 0 0,1 0 0 0 0,0-1 0 0 0,0 1 0 0 0,0-1-1 0 0,1 0 1 0 0,0 1 0 0 0,0-1 0 0 0,1 0 0 0 0,-1 0 0 0 0,1 0 0 0 0,0 1 0 0 0,1-1 0 0 0,-1 0 0 0 0,1 0 0 0 0,0 0 0 0 0,1 1 0 0 0,2-8 0 0 0,2-5-25 0 0,1 0 0 0 0,0 0 0 0 0,1 1 1 0 0,1 0-1 0 0,14-19 0 0 0,-17 27-17 0 0,1 0 0 0 0,-1 1 0 0 0,1 0 1 0 0,1 0-1 0 0,0 0 0 0 0,0 1 0 0 0,0 1 0 0 0,1-1 0 0 0,0 1 0 0 0,0 1 0 0 0,1 0 0 0 0,15-6 0 0 0,-17 8-1 0 0,0 1-1 0 0,1 0 0 0 0,-1 0 0 0 0,1 1 0 0 0,-1 0 0 0 0,1 1 0 0 0,-1 0 0 0 0,1 0 0 0 0,0 1 1 0 0,-1 0-1 0 0,0 1 0 0 0,1 0 0 0 0,-1 0 0 0 0,0 0 0 0 0,0 1 0 0 0,10 5 0 0 0,1 1-132 0 0,0 1-1 0 0,0 1 1 0 0,-1 0-1 0 0,-1 2 1 0 0,0 0-1 0 0,-1 0 1 0 0,0 2-1 0 0,-1 0 1 0 0,-1 1-1 0 0,0 0 1 0 0,-1 1-1 0 0,-1 0 1 0 0,-1 1-1 0 0,18 38 1 0 0,-27-51-1688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7.727"/>
    </inkml:context>
    <inkml:brush xml:id="br0">
      <inkml:brushProperty name="width" value="0.1" units="cm"/>
      <inkml:brushProperty name="height" value="0.1" units="cm"/>
      <inkml:brushProperty name="color" value="#FFC114"/>
    </inkml:brush>
  </inkml:definitions>
  <inkml:trace contextRef="#ctx0" brushRef="#br0">27 158 5561 0 0,'-3'-31'433'0'0,"-1"0"0"0"0,-10-40 1 0 0,13 68-366 0 0,-3-19 308 0 0,5 25-351 0 0,11 39-100 0 0,42 193 44 0 0,34 120 162 0 0,-72-305-31 0 0,14 69 0 0 0,-30-118-146 0 0,0 0 0 0 0,0 0-1 0 0,-1 0 1 0 0,1-1-1 0 0,0 1 1 0 0,0 0-1 0 0,1 0 1 0 0,-1 0 0 0 0,0-1-1 0 0,0 1 1 0 0,0 0-1 0 0,0 0 1 0 0,1 0-1 0 0,-1-1 1 0 0,0 1 0 0 0,1 0-1 0 0,-1-1 1 0 0,1 1-1 0 0,-1 0 1 0 0,0-1-1 0 0,1 1 1 0 0,0 0 0 0 0,-1-1-1 0 0,1 1 1 0 0,-1-1-1 0 0,1 1 1 0 0,0-1-1 0 0,-1 1 1 0 0,1-1 0 0 0,0 0-1 0 0,-1 1 1 0 0,2-1-1 0 0,16-14-2460 0 0,-14 9 2581 0 0,12-12-1808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7.992"/>
    </inkml:context>
    <inkml:brush xml:id="br0">
      <inkml:brushProperty name="width" value="0.1" units="cm"/>
      <inkml:brushProperty name="height" value="0.1" units="cm"/>
      <inkml:brushProperty name="color" value="#FFC114"/>
    </inkml:brush>
  </inkml:definitions>
  <inkml:trace contextRef="#ctx0" brushRef="#br0">12 166 4976 0 0,'-8'4'-126'0'0,"4"-4"54"0"0,8-3-366 0 0,15-8 381 0 0,0 0 1 0 0,1 2 0 0 0,1 0-1 0 0,34-10 1 0 0,100-20-59 0 0,-84 23-5 0 0,95-24-1591 0 0,-113 28 1455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8.242"/>
    </inkml:context>
    <inkml:brush xml:id="br0">
      <inkml:brushProperty name="width" value="0.1" units="cm"/>
      <inkml:brushProperty name="height" value="0.1" units="cm"/>
      <inkml:brushProperty name="color" value="#FFC114"/>
    </inkml:brush>
  </inkml:definitions>
  <inkml:trace contextRef="#ctx0" brushRef="#br0">46 20 3608 0 0,'0'0'828'0'0,"-5"-4"-606"0"0,-13-9-23 0 0,13 10 356 0 0,3 5-536 0 0,0 1 0 0 0,0 0 0 0 0,1-1 0 0 0,-1 1 0 0 0,1 0-1 0 0,-1 0 1 0 0,1 0 0 0 0,0 0 0 0 0,0 0 0 0 0,0 0-1 0 0,1 0 1 0 0,-1 0 0 0 0,1 1 0 0 0,-1-1 0 0 0,1 0 0 0 0,1 4-1 0 0,6 55 92 0 0,-2-37-64 0 0,-3-8 2 0 0,2 0 1 0 0,0-1-1 0 0,1 0 1 0 0,10 25-1 0 0,-11-33-360 0 0,0 1-1 0 0,1-1 1 0 0,0 0-1 0 0,0 0 1 0 0,1 0-1 0 0,-1-1 1 0 0,2 1-1 0 0,-1-2 0 0 0,13 11 1 0 0,-6-9-837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8.414"/>
    </inkml:context>
    <inkml:brush xml:id="br0">
      <inkml:brushProperty name="width" value="0.1" units="cm"/>
      <inkml:brushProperty name="height" value="0.1" units="cm"/>
      <inkml:brushProperty name="color" value="#FFC114"/>
    </inkml:brush>
  </inkml:definitions>
  <inkml:trace contextRef="#ctx0" brushRef="#br0">70 86 4392 0 0,'-12'-17'724'0'0,"-1"0"0"0"0,-23-22-1 0 0,30 31-168 0 0,3 3-1184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09.368"/>
    </inkml:context>
    <inkml:brush xml:id="br0">
      <inkml:brushProperty name="width" value="0.1" units="cm"/>
      <inkml:brushProperty name="height" value="0.1" units="cm"/>
      <inkml:brushProperty name="color" value="#FFC114"/>
    </inkml:brush>
  </inkml:definitions>
  <inkml:trace contextRef="#ctx0" brushRef="#br0">47 16 4808 0 0,'0'0'74'0'0,"-4"0"-7"0"0,-14 0 433 0 0,-7 9-322 0 0,27 21-185 0 0,0 0 1 0 0,2-1 0 0 0,1 0 0 0 0,1 0-1 0 0,2 0 1 0 0,1-1 0 0 0,1 0 0 0 0,1 0-1 0 0,2-1 1 0 0,29 47 0 0 0,-7-27 2461 0 0,-51-132-2085 0 0,4 0 0 0 0,-3-105 0 0 0,15 120-922 0 0,0 68 444 0 0,5 4-34 0 0,-1 0 96 0 0,0 0 0 0 0,1 0 0 0 0,-1 1 0 0 0,-1-1 0 0 0,1 1 0 0 0,0 0 0 0 0,-1 0 0 0 0,1 0 0 0 0,-1 1 0 0 0,0-1 0 0 0,0 1 0 0 0,4 7 0 0 0,38 68 13 0 0,-22-35-18 0 0,17 27 53 0 0,-18-31 31 0 0,30 43 1 0 0,-40-67 409 0 0,-10-12 381 0 0,-2-7 79 0 0,-5-33-407 0 0,6 6-373 0 0,1 1-1 0 0,1 0 0 0 0,8-35 0 0 0,-7 50-147 0 0,0-1-1 0 0,0 1 0 0 0,1 0 0 0 0,1 1 1 0 0,0-1-1 0 0,1 1 0 0 0,1 0 0 0 0,11-15 1 0 0,-18 27 2 0 0,0-1 0 0 0,0 1 0 0 0,1 0 0 0 0,-1 0 0 0 0,0-1 0 0 0,1 1 0 0 0,-1 0 1 0 0,1 0-1 0 0,-1 0 0 0 0,1 1 0 0 0,-1-1 0 0 0,1 0 0 0 0,0 1 0 0 0,-1-1 0 0 0,1 1 0 0 0,0-1 0 0 0,-1 1 1 0 0,1 0-1 0 0,0-1 0 0 0,0 1 0 0 0,0 0 0 0 0,-1 0 0 0 0,1 1 0 0 0,2-1 0 0 0,0 2-5 0 0,1-1-1 0 0,-1 1 1 0 0,0-1-1 0 0,0 1 1 0 0,0 1 0 0 0,0-1-1 0 0,0 0 1 0 0,-1 1-1 0 0,6 5 1 0 0,5 5-33 0 0,-1 2 1 0 0,0-1-1 0 0,14 24 1 0 0,69 96-554 0 0,-89-127 296 0 0,3 6-4028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0.646"/>
    </inkml:context>
    <inkml:brush xml:id="br0">
      <inkml:brushProperty name="width" value="0.1" units="cm"/>
      <inkml:brushProperty name="height" value="0.1" units="cm"/>
      <inkml:brushProperty name="color" value="#FFC114"/>
    </inkml:brush>
  </inkml:definitions>
  <inkml:trace contextRef="#ctx0" brushRef="#br0">81 625 5589 0 0,'-13'4'-880'0'0,"7"-1"479"0"0,8-1-426 0 0,6-2 848 0 0,0 0 1 0 0,0 0-1 0 0,0 0 1 0 0,0-1-1 0 0,0 0 0 0 0,-1 0 1 0 0,1-1-1 0 0,0 0 1 0 0,-1-1-1 0 0,1 1 0 0 0,-1-1 1 0 0,14-9-1 0 0,-17 11 24 0 0,-1-1 1 0 0,1 0-1 0 0,-1-1 0 0 0,0 1 0 0 0,0-1 0 0 0,0 1 1 0 0,0-1-1 0 0,0 0 0 0 0,-1 0 0 0 0,1 0 0 0 0,-1-1 1 0 0,0 1-1 0 0,0 0 0 0 0,0-1 0 0 0,0 0 0 0 0,0 1 0 0 0,-1-1 1 0 0,0 0-1 0 0,0 0 0 0 0,0 0 0 0 0,0 0 0 0 0,-1 0 1 0 0,1 0-1 0 0,-1 0 0 0 0,0 0 0 0 0,0 0 0 0 0,0 0 1 0 0,-2-6-1 0 0,1 7-31 0 0,1 1 0 0 0,-1 0 1 0 0,0-1-1 0 0,0 1 0 0 0,0 0 0 0 0,0 0 1 0 0,0 0-1 0 0,-1-1 0 0 0,1 1 1 0 0,-1 1-1 0 0,1-1 0 0 0,-1 0 0 0 0,0 0 1 0 0,0 0-1 0 0,1 1 0 0 0,-1-1 0 0 0,0 1 1 0 0,-1 0-1 0 0,1-1 0 0 0,0 1 1 0 0,0 0-1 0 0,0 0 0 0 0,-1 1 0 0 0,1-1 1 0 0,0 0-1 0 0,-1 1 0 0 0,1-1 0 0 0,-1 1 1 0 0,1 0-1 0 0,-1 0 0 0 0,1 0 1 0 0,-1 0-1 0 0,1 0 0 0 0,0 0 0 0 0,-1 1 1 0 0,1-1-1 0 0,-4 2 0 0 0,-3 1-6 0 0,1-1 1 0 0,-1 1-1 0 0,1 0 0 0 0,0 1 0 0 0,0 0 0 0 0,0 0 0 0 0,1 1 1 0 0,-15 10-1 0 0,16-9-7 0 0,0 0 0 0 0,-1 1 1 0 0,2 0-1 0 0,-1 0 0 0 0,1 0 1 0 0,0 0-1 0 0,1 1 0 0 0,0 0 1 0 0,0 0-1 0 0,-5 16 0 0 0,7-20 2 0 0,2 0-1 0 0,-1 0 1 0 0,0 0-1 0 0,1 0 1 0 0,0 0-1 0 0,0 0 1 0 0,0 0-1 0 0,0 0 1 0 0,1 0-1 0 0,-1 0 0 0 0,1 0 1 0 0,0 0-1 0 0,1 0 1 0 0,-1 0-1 0 0,0-1 1 0 0,1 1-1 0 0,0 0 1 0 0,0-1-1 0 0,0 0 1 0 0,0 1-1 0 0,1-1 1 0 0,-1 0-1 0 0,1 0 1 0 0,0 0-1 0 0,5 4 1 0 0,6 3 7 0 0,0-1 1 0 0,0 0-1 0 0,1-1 1 0 0,0-1-1 0 0,0 0 1 0 0,1-1-1 0 0,-1-1 1 0 0,1-1-1 0 0,1 0 1 0 0,-1 0-1 0 0,1-2 1 0 0,24 1-1 0 0,-29-3 11 0 0,0 0-1 0 0,0-1 0 0 0,-1 0 1 0 0,1-1-1 0 0,-1 0 1 0 0,1-1-1 0 0,-1-1 1 0 0,14-5-1 0 0,-18 6 7 0 0,0-1-1 0 0,-1 0 0 0 0,0 0 0 0 0,1 0 0 0 0,-1-1 1 0 0,-1 0-1 0 0,1 0 0 0 0,-1 0 0 0 0,0-1 1 0 0,0 0-1 0 0,0 0 0 0 0,-1 0 0 0 0,6-10 1 0 0,-5 3 99 0 0,0 0 1 0 0,-1 0-1 0 0,0-1 1 0 0,-1 1-1 0 0,1-19 1 0 0,12-40 798 0 0,-15 71-851 0 0,-1-6-24 0 0,0 8-55 0 0,0-1 1 0 0,0 0-1 0 0,0 0 1 0 0,0 0 0 0 0,0 0-1 0 0,0 0 1 0 0,0 0-1 0 0,0 0 1 0 0,0 0-1 0 0,0 0 1 0 0,0 0 0 0 0,0 0-1 0 0,0 0 1 0 0,0 0-1 0 0,1 0 1 0 0,-1 0 0 0 0,0 0-1 0 0,0 0 1 0 0,0 0-1 0 0,0 0 1 0 0,0 0 0 0 0,0 0-1 0 0,0 0 1 0 0,0 0-1 0 0,0 0 1 0 0,0 0-1 0 0,0 0 1 0 0,0 0 0 0 0,1 0-1 0 0,-1 0 1 0 0,0 0-1 0 0,0 0 1 0 0,0 0 0 0 0,0 0-1 0 0,0 0 1 0 0,0 0-1 0 0,0 0 1 0 0,0 0 0 0 0,0 0-1 0 0,0-1 1 0 0,0 1-1 0 0,0 0 1 0 0,0 0 0 0 0,0 0-1 0 0,0 0 1 0 0,0 0-1 0 0,0 0 1 0 0,0 0-1 0 0,1 0 1 0 0,23 51-41 0 0,22 70 1 0 0,-42-107-136 0 0,5 8 1224 0 0,-8-22-1011 0 0,0-1-1 0 0,0 1 1 0 0,-1-1-1 0 0,1 0 0 0 0,0 1 1 0 0,-1-1-1 0 0,1 1 0 0 0,0-1 1 0 0,-1 0-1 0 0,1 0 0 0 0,-1 1 1 0 0,1-1-1 0 0,-1 0 0 0 0,1 0 1 0 0,-1 0-1 0 0,0 1 0 0 0,1-1 1 0 0,-1 0-1 0 0,0 0 0 0 0,0 0 1 0 0,0 0-1 0 0,1-2 1 0 0,11-24-26 0 0,1 1 1 0 0,2 0 0 0 0,0 1 0 0 0,29-35 0 0 0,-39 53-84 0 0,-5 6 54 0 0,1 1 0 0 0,-1-1 0 0 0,1 0 0 0 0,0 1 0 0 0,-1-1-1 0 0,1 1 1 0 0,0-1 0 0 0,-1 1 0 0 0,1 0 0 0 0,0-1 0 0 0,0 1 0 0 0,-1 0 0 0 0,1-1 0 0 0,0 1 0 0 0,0 0 0 0 0,0 0 0 0 0,-1 0 0 0 0,1 0-1 0 0,0 0 1 0 0,0 0 0 0 0,0 0 0 0 0,0 0 0 0 0,-1 0 0 0 0,1 0 0 0 0,0 0 0 0 0,0 0 0 0 0,0 1 0 0 0,-1-1 0 0 0,1 0 0 0 0,0 1 0 0 0,0-1 0 0 0,-1 0-1 0 0,1 1 1 0 0,0-1 0 0 0,-1 1 0 0 0,1-1 0 0 0,0 1 0 0 0,-1-1 0 0 0,2 2 0 0 0,20 24-131 0 0,-11-9 62 0 0,-7-7 69 0 0,2-1 1 0 0,-1 1-1 0 0,1-1 1 0 0,1 0-1 0 0,0-1 0 0 0,0 1 1 0 0,0-1-1 0 0,1-1 1 0 0,0 1-1 0 0,1-1 0 0 0,0-1 1 0 0,0 0-1 0 0,0 0 1 0 0,18 8-1 0 0,9-1 89 0 0,1-2 0 0 0,0-1-1 0 0,1-1 1 0 0,0-3 0 0 0,1-1 0 0 0,40 0-1 0 0,-76-5-30 0 0,1 0 0 0 0,0 0 0 0 0,-1 0 0 0 0,1-1 0 0 0,-1 1 0 0 0,1-1-1 0 0,-1 0 1 0 0,1 0 0 0 0,-1-1 0 0 0,0 1 0 0 0,1-1 0 0 0,-1 1-1 0 0,0-1 1 0 0,0 0 0 0 0,0 0 0 0 0,0 0 0 0 0,-1-1 0 0 0,1 1-1 0 0,-1-1 1 0 0,1 0 0 0 0,-1 1 0 0 0,0-1 0 0 0,0 0 0 0 0,0 0 0 0 0,0 0-1 0 0,0-1 1 0 0,-1 1 0 0 0,0 0 0 0 0,0-1 0 0 0,2-6 0 0 0,1-7 25 0 0,-2-1 1 0 0,0 0-1 0 0,-1 0 1 0 0,-2-34-1 0 0,1 22 15 0 0,-6-429 1024 0 0,1 394-1184 0 0,5 64-30 0 0,-2 7-424 0 0,-1 14 491 0 0,1 0 0 0 0,0 0 0 0 0,1 1-1 0 0,4 31 1 0 0,15 93-27 0 0,-7-72 60 0 0,-7-36 19 0 0,2-1 0 0 0,1 0 0 0 0,2 0 0 0 0,18 46 1 0 0,-22-70-52 0 0,1-1 1 0 0,0 1-1 0 0,0-1 0 0 0,2 0 1 0 0,-1 0-1 0 0,1-1 1 0 0,1 0-1 0 0,0 0 1 0 0,0-1-1 0 0,1 0 1 0 0,0-1-1 0 0,0 0 1 0 0,1-1-1 0 0,0 0 0 0 0,22 10 1 0 0,-20-11-442 0 0,-1-2 1 0 0,1 1-1 0 0,0-2 1 0 0,0 0-1 0 0,1 0 1 0 0,-1-1-1 0 0,1-1 1 0 0,-1 0-1 0 0,25-2 1 0 0,-5-6-2164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0.801"/>
    </inkml:context>
    <inkml:brush xml:id="br0">
      <inkml:brushProperty name="width" value="0.1" units="cm"/>
      <inkml:brushProperty name="height" value="0.1" units="cm"/>
      <inkml:brushProperty name="color" value="#FFC114"/>
    </inkml:brush>
  </inkml:definitions>
  <inkml:trace contextRef="#ctx0" brushRef="#br0">80 126 6189 0 0,'-7'-2'-7'0'0,"-4"-2"268"0"0,1 1 1 0 0,-1 0-1 0 0,0 0 1 0 0,-19-1-1 0 0,54-6-128 0 0,-12 4-124 0 0,32-6-280 0 0,2 1-1 0 0,87-8 1 0 0,-46 8-417 0 0,72-16-2079 0 0,-93 16 1261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2.314"/>
    </inkml:context>
    <inkml:brush xml:id="br0">
      <inkml:brushProperty name="width" value="0.1" units="cm"/>
      <inkml:brushProperty name="height" value="0.1" units="cm"/>
      <inkml:brushProperty name="color" value="#FFC114"/>
    </inkml:brush>
  </inkml:definitions>
  <inkml:trace contextRef="#ctx0" brushRef="#br0">179 487 4932 0 0,'16'-121'1895'0'0,"-12"104"-1375"0"0,-182 720-121 0 0,172-679-328 0 0,2-5 238 0 0,0 1 0 0 0,-3 36 0 0 0,8-58-295 0 0,-1 0 0 0 0,1 0 1 0 0,0 1-1 0 0,-1-1 0 0 0,1 0 0 0 0,0 0 0 0 0,0 1 0 0 0,0-1 0 0 0,0 0 1 0 0,0 1-1 0 0,0-1 0 0 0,2-1 0 0 0,3-4 17 0 0,32-70 133 0 0,50-145-1 0 0,-37 83-126 0 0,148-418 0 0 0,-155 414-161 0 0,-44 142 58 0 0,3 3 40 0 0,-1 0-1 0 0,0 0 1 0 0,0 0-1 0 0,-1 0 0 0 0,1 0 1 0 0,0 1-1 0 0,-1-1 1 0 0,1 1-1 0 0,-1-1 1 0 0,0 1-1 0 0,0 0 1 0 0,0-1-1 0 0,0 1 0 0 0,1 5 1 0 0,19 63 39 0 0,-16-54-41 0 0,83 249 44 0 0,-50-158 4 0 0,-1 7 4 0 0,-9-26 19 0 0,79 169 1 0 0,-75-191-3 0 0,-19-38 62 0 0,26 44-1 0 0,-38-73-181 0 0,-1 0 0 0 0,0 1 0 0 0,0-1 0 0 0,1 1 0 0 0,-1-1 0 0 0,0 1 0 0 0,1-1 1 0 0,-1 0-1 0 0,0 1 0 0 0,1-1 0 0 0,-1 0 0 0 0,1 0 0 0 0,-1 1 0 0 0,0-1 0 0 0,1 0 0 0 0,-1 0 0 0 0,1 1 0 0 0,-1-1 0 0 0,1 0 0 0 0,-1 0 0 0 0,1 0 0 0 0,-1 0 0 0 0,1 0 0 0 0,-1 0 0 0 0,1 0 0 0 0,-1 0 0 0 0,1 0 0 0 0,-1 0 0 0 0,1 0 0 0 0,-1 0 1 0 0,1 0-1 0 0,-1 0 0 0 0,1 0 0 0 0,-1 0 0 0 0,1-1 0 0 0,-1 1 0 0 0,1 0 0 0 0,-1 0 0 0 0,1-1 0 0 0,-1 1 0 0 0,0 0 0 0 0,1-1 0 0 0,-1 1 0 0 0,1 0 0 0 0,-1-1 0 0 0,0 1 0 0 0,1 0 0 0 0,-1-1 0 0 0,0 1 0 0 0,0-1 0 0 0,1 1 0 0 0,-1-1 1 0 0,0 1-1 0 0,0-2 0 0 0,5-2-665 0 0,8-12-1464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2.503"/>
    </inkml:context>
    <inkml:brush xml:id="br0">
      <inkml:brushProperty name="width" value="0.1" units="cm"/>
      <inkml:brushProperty name="height" value="0.1" units="cm"/>
      <inkml:brushProperty name="color" value="#FFC114"/>
    </inkml:brush>
  </inkml:definitions>
  <inkml:trace contextRef="#ctx0" brushRef="#br0">28 156 6033 0 0,'-13'2'64'0'0,"-1"-2"-64"0"0,39-22-48 0 0,-6 15 16 0 0,14-3 20 0 0,13-5-36 0 0,6 0-84 0 0,6-2-92 0 0,0 2-185 0 0,18-5-387 0 0,-2 3-700 0 0,1-3 452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3.080"/>
    </inkml:context>
    <inkml:brush xml:id="br0">
      <inkml:brushProperty name="width" value="0.1" units="cm"/>
      <inkml:brushProperty name="height" value="0.1" units="cm"/>
      <inkml:brushProperty name="color" value="#FFC114"/>
    </inkml:brush>
  </inkml:definitions>
  <inkml:trace contextRef="#ctx0" brushRef="#br0">22 70 4384 0 0,'-3'-18'670'0'0,"-7"-32"1301"0"0,10 49-1799 0 0,-2 6-164 0 0,-1 25 2 0 0,1-1 0 0 0,1 1 0 0 0,1-1 1 0 0,2 1-1 0 0,1-1 0 0 0,9 40 0 0 0,-5-25 14 0 0,5 0-17 0 0,-9-36 110 0 0,-1-1 1 0 0,0 0 0 0 0,0 1 0 0 0,-1-1 0 0 0,0 1 0 0 0,1 13-1 0 0,-3-23-106 0 0,0 0 0 0 0,0 0 0 0 0,-1 0 0 0 0,1 1 0 0 0,0-1 0 0 0,-1 1 0 0 0,1-1 0 0 0,-1 1 0 0 0,1-1 0 0 0,-1 1 0 0 0,-2-1 0 0 0,1-1 10 0 0,0-2 6 0 0,-1-1-1 0 0,1 1 0 0 0,0-1 1 0 0,1 1-1 0 0,0-1 1 0 0,0 0-1 0 0,0 0 0 0 0,0 0 1 0 0,1 0-1 0 0,0 0 1 0 0,0 0-1 0 0,0-8 1 0 0,6-70 210 0 0,-4 75-234 0 0,1 0 0 0 0,0 1 0 0 0,0-1 0 0 0,1 1 0 0 0,1 0 0 0 0,-1 0 0 0 0,1 0 0 0 0,0 0 0 0 0,1 1 0 0 0,0-1 0 0 0,0 1 0 0 0,11-11 0 0 0,-13 15-13 0 0,0 0 0 0 0,0 0 0 0 0,1 0 0 0 0,-1 0 0 0 0,1 1 0 0 0,-1 0 0 0 0,1-1 0 0 0,0 2 0 0 0,0-1 0 0 0,0 0 0 0 0,0 1 0 0 0,0-1 0 0 0,0 1 0 0 0,0 0 0 0 0,0 1 0 0 0,1-1 0 0 0,-1 1 0 0 0,0 0 0 0 0,1 0 0 0 0,-1 0 0 0 0,0 0 0 0 0,0 1 0 0 0,1 0 0 0 0,-1 0 0 0 0,0 0 0 0 0,0 0 0 0 0,7 4 0 0 0,6 4-6 0 0,-1 1-1 0 0,-1 1 1 0 0,1 0-1 0 0,-2 1 1 0 0,1 1-1 0 0,-2 0 1 0 0,0 1-1 0 0,0 0 1 0 0,-2 1-1 0 0,0 1 1 0 0,0 0-1 0 0,-2 0 1 0 0,12 25-1 0 0,8 25-1397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3.691"/>
    </inkml:context>
    <inkml:brush xml:id="br0">
      <inkml:brushProperty name="width" value="0.1" units="cm"/>
      <inkml:brushProperty name="height" value="0.1" units="cm"/>
      <inkml:brushProperty name="color" value="#FFC114"/>
    </inkml:brush>
  </inkml:definitions>
  <inkml:trace contextRef="#ctx0" brushRef="#br0">252 36 5188 0 0,'9'-21'-28'0'0,"-8"21"38"0"0,-1 0 1 0 0,0-1-1 0 0,0 1 1 0 0,0-1 0 0 0,0 1-1 0 0,0 0 1 0 0,0-1-1 0 0,1 1 1 0 0,-1-1 0 0 0,0 1-1 0 0,0-1 1 0 0,0 1-1 0 0,0 0 1 0 0,-1-1 0 0 0,1 1-1 0 0,0-1 1 0 0,0 1-1 0 0,0 0 1 0 0,0-1 0 0 0,0 1-1 0 0,0-1 1 0 0,-1 1-1 0 0,1 0 1 0 0,0-1 0 0 0,0 1-1 0 0,-1 0 1 0 0,1-1-1 0 0,0 1 1 0 0,0 0 0 0 0,-1-1-1 0 0,1 1 1 0 0,0 0-1 0 0,-1 0 1 0 0,1-1 0 0 0,-1 1-1 0 0,1 0 1 0 0,0 0-1 0 0,-1 0 1 0 0,1-1 0 0 0,0 1-1 0 0,-1 0 1 0 0,1 0-1 0 0,-1 0 1 0 0,1 0 0 0 0,-1 0-1 0 0,1 0 1 0 0,-1 0 26 0 0,-6 1-16 0 0,-9 4-14 0 0,-1 0 0 0 0,1 1-1 0 0,0 1 1 0 0,0 0 0 0 0,0 1 0 0 0,1 1 0 0 0,1 0 0 0 0,0 1 0 0 0,0 1 0 0 0,0 0-1 0 0,2 1 1 0 0,-1 0 0 0 0,2 1 0 0 0,-1 0 0 0 0,-8 16 0 0 0,19-28-5 0 0,0-1-1 0 0,0 1 1 0 0,1 0 0 0 0,-1 0-1 0 0,1 0 1 0 0,-1 0 0 0 0,0 0-1 0 0,1 0 1 0 0,0 0 0 0 0,-1 0-1 0 0,1 0 1 0 0,0 0 0 0 0,-1 0 0 0 0,1 0-1 0 0,0 0 1 0 0,0 0 0 0 0,0 0-1 0 0,0 0 1 0 0,0 0 0 0 0,0 0-1 0 0,0 0 1 0 0,0 0 0 0 0,0 0-1 0 0,1 0 1 0 0,-1 0 0 0 0,0 0-1 0 0,1 0 1 0 0,-1 0 0 0 0,0 0 0 0 0,1 0-1 0 0,0 0 1 0 0,-1 0 0 0 0,1 0-1 0 0,-1 0 1 0 0,1-1 0 0 0,0 1-1 0 0,0 0 1 0 0,-1 0 0 0 0,1-1-1 0 0,0 1 1 0 0,0 0 0 0 0,0-1-1 0 0,0 1 1 0 0,0-1 0 0 0,0 0 0 0 0,0 1-1 0 0,0-1 1 0 0,0 1 0 0 0,0-1-1 0 0,0 0 1 0 0,0 0 0 0 0,2 0-1 0 0,4 1 11 0 0,0 0 0 0 0,0-1-1 0 0,0 0 1 0 0,0-1 0 0 0,0 1 0 0 0,11-4-1 0 0,16-6 10 0 0,1-2-1 0 0,-1-1 0 0 0,-1-2 1 0 0,51-30-1 0 0,-82 44-23 0 0,-1 1-1 0 0,0-1 1 0 0,0 1-1 0 0,1 0 1 0 0,-1-1-1 0 0,0 1 1 0 0,1 0-1 0 0,-1 0 1 0 0,1 0 0 0 0,-1 0-1 0 0,0 0 1 0 0,1 0-1 0 0,-1 0 1 0 0,0 0-1 0 0,1 1 1 0 0,-1-1-1 0 0,0 1 1 0 0,1-1-1 0 0,-1 1 1 0 0,0-1-1 0 0,0 1 1 0 0,1 0-1 0 0,-1-1 1 0 0,0 1-1 0 0,0 0 1 0 0,0 0-1 0 0,0 0 1 0 0,2 2 0 0 0,32 39-152 0 0,-10-12 92 0 0,-20-25-94 0 0,1 0 1 0 0,0-1 0 0 0,1 1 0 0 0,-1-2 0 0 0,1 1 0 0 0,0-1-1 0 0,0 1 1 0 0,0-2 0 0 0,0 1 0 0 0,0-1 0 0 0,1 0 0 0 0,-1-1 0 0 0,1 0-1 0 0,-1 0 1 0 0,1 0 0 0 0,0-1 0 0 0,-1 0 0 0 0,12-2 0 0 0,3-3-802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4.001"/>
    </inkml:context>
    <inkml:brush xml:id="br0">
      <inkml:brushProperty name="width" value="0.1" units="cm"/>
      <inkml:brushProperty name="height" value="0.1" units="cm"/>
      <inkml:brushProperty name="color" value="#FFC114"/>
    </inkml:brush>
  </inkml:definitions>
  <inkml:trace contextRef="#ctx0" brushRef="#br0">46 72 4108 0 0,'-9'-70'2173'0'0,"9"69"-1935"0"0,-14 26-200 0 0,9-11-31 0 0,1 1-1 0 0,0 0 0 0 0,0 0 1 0 0,2 1-1 0 0,0-1 0 0 0,1 0 0 0 0,0 1 1 0 0,3 16-1 0 0,-2-15-4 0 0,0-13-5 0 0,8 244 103 0 0,-5-216-127 0 0,2-1 0 0 0,1 0 0 0 0,1 0 0 0 0,2 0 0 0 0,21 51 0 0 0,-29-79-115 0 0,0-1 1 0 0,0 0 0 0 0,0 0-1 0 0,0 0 1 0 0,0 0 0 0 0,0-1 0 0 0,1 1-1 0 0,-1 0 1 0 0,1 0 0 0 0,-1-1-1 0 0,1 1 1 0 0,0-1 0 0 0,-1 1 0 0 0,1-1-1 0 0,0 0 1 0 0,0 0 0 0 0,0 0-1 0 0,0 0 1 0 0,0 0 0 0 0,0 0-1 0 0,0 0 1 0 0,1-1 0 0 0,2 1 0 0 0,8 0-1163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4.392"/>
    </inkml:context>
    <inkml:brush xml:id="br0">
      <inkml:brushProperty name="width" value="0.1" units="cm"/>
      <inkml:brushProperty name="height" value="0.1" units="cm"/>
      <inkml:brushProperty name="color" value="#FFC114"/>
    </inkml:brush>
  </inkml:definitions>
  <inkml:trace contextRef="#ctx0" brushRef="#br0">615 0 4132 0 0,'0'0'-156'0'0,"-8"3"1"0"0,-2 1 91 0 0,0 1-1 0 0,0 0 1 0 0,0 1 0 0 0,0 0 0 0 0,1 1-1 0 0,0-1 1 0 0,1 2 0 0 0,-1-1 0 0 0,1 1-1 0 0,1 1 1 0 0,0-1 0 0 0,-7 11 0 0 0,13-17 63 0 0,-1-1 0 0 0,1 1 0 0 0,0 0 0 0 0,0-1 0 0 0,0 1 0 0 0,0 0 0 0 0,0 0 0 0 0,0 0 0 0 0,0 0 1 0 0,1 0-1 0 0,-1 0 0 0 0,1 0 0 0 0,-1 0 0 0 0,1 0 0 0 0,0 1 0 0 0,0-1 0 0 0,0 0 0 0 0,0 0 0 0 0,0 0 0 0 0,0 0 1 0 0,1 0-1 0 0,-1 0 0 0 0,1 0 0 0 0,0 0 0 0 0,-1 0 0 0 0,1 0 0 0 0,1 2 0 0 0,0-2 27 0 0,1 0 0 0 0,-1-1 0 0 0,1 1 0 0 0,-1-1 0 0 0,1 1 0 0 0,0-1 1 0 0,0 0-1 0 0,-1 0 0 0 0,1 0 0 0 0,0-1 0 0 0,0 1 0 0 0,0-1 0 0 0,0 1 0 0 0,0-1 0 0 0,0 0 0 0 0,0 0 0 0 0,0 0 0 0 0,0-1 0 0 0,3 0 0 0 0,35-6 97 0 0,-1-2 0 0 0,0-2 0 0 0,0-2 0 0 0,-2-1 0 0 0,38-20 0 0 0,43-14 320 0 0,-98 39-261 0 0,-14 6-87 0 0,1 0 0 0 0,-1 0 1 0 0,0 1-1 0 0,1 0 0 0 0,-1 0 0 0 0,9 0 0 0 0,-14 2-19 0 0,-3 2-66 0 0,1 0-1 0 0,-1 0 1 0 0,0 0 0 0 0,0 0 0 0 0,0 0 0 0 0,0 0-1 0 0,-1 0 1 0 0,1 0 0 0 0,0-1 0 0 0,-1 1-1 0 0,1-1 1 0 0,-3 3 0 0 0,-1 1 8 0 0,-26 29 30 0 0,-1-2 1 0 0,-2-1-1 0 0,-42 30 1 0 0,21-17-30 0 0,-646 529 340 0 0,689-562-332 0 0,5-4 20 0 0,-1-1 0 0 0,0 0 0 0 0,0 0 0 0 0,-12 6 0 0 0,19-12-246 0 0,8-28-2782 0 0,-6 25 2726 0 0,16-25-1019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5.157"/>
    </inkml:context>
    <inkml:brush xml:id="br0">
      <inkml:brushProperty name="width" value="0.1" units="cm"/>
      <inkml:brushProperty name="height" value="0.1" units="cm"/>
      <inkml:brushProperty name="color" value="#FFC114"/>
    </inkml:brush>
  </inkml:definitions>
  <inkml:trace contextRef="#ctx0" brushRef="#br0">173 61 4328 0 0,'-2'-4'2'0'0,"1"1"-1"0"0,-2-1 0 0 0,1 1 1 0 0,0-1-1 0 0,-1 1 1 0 0,1-1-1 0 0,-1 1 0 0 0,0 0 1 0 0,0 1-1 0 0,-1-1 0 0 0,1 0 1 0 0,0 1-1 0 0,-1 0 0 0 0,0-1 1 0 0,1 1-1 0 0,-1 1 0 0 0,0-1 1 0 0,0 1-1 0 0,0-1 0 0 0,-8 0 1 0 0,5 0-4 0 0,1 1 0 0 0,-1 0 0 0 0,1 1 0 0 0,-1-1 0 0 0,0 1 0 0 0,0 1 0 0 0,1-1 0 0 0,-1 1-1 0 0,0 0 1 0 0,1 1 0 0 0,-13 4 0 0 0,18-6 3 0 0,1 1-1 0 0,-1-1 0 0 0,1 0 0 0 0,-1 1 0 0 0,1-1 0 0 0,-1 1 0 0 0,1-1 1 0 0,0 1-1 0 0,-1-1 0 0 0,1 1 0 0 0,0-1 0 0 0,-1 1 0 0 0,1-1 0 0 0,0 1 1 0 0,0-1-1 0 0,-1 1 0 0 0,1-1 0 0 0,0 1 0 0 0,0 0 0 0 0,0-1 0 0 0,0 1 1 0 0,0-1-1 0 0,0 1 0 0 0,0 0 0 0 0,0-1 0 0 0,0 1 0 0 0,0-1 1 0 0,0 1-1 0 0,0 0 0 0 0,0-1 0 0 0,0 1 0 0 0,1-1 0 0 0,-1 1 0 0 0,0-1 1 0 0,0 1-1 0 0,1-1 0 0 0,-1 1 0 0 0,0-1 0 0 0,1 1 0 0 0,-1-1 0 0 0,1 1 1 0 0,-1-1-1 0 0,0 1 0 0 0,1-1 0 0 0,-1 0 0 0 0,1 1 0 0 0,-1-1 0 0 0,1 0 1 0 0,0 1-1 0 0,0-1 0 0 0,26 20 35 0 0,48 18 5 0 0,94 33-1 0 0,-108-48-41 0 0,-1 2 0 0 0,-1 3-1 0 0,72 47 1 0 0,-128-74 3 0 0,-1 0 1 0 0,0 0-1 0 0,0 1 1 0 0,0-1-1 0 0,0 1 0 0 0,0-1 1 0 0,0 1-1 0 0,0 0 1 0 0,0 0-1 0 0,-1 0 0 0 0,1 0 1 0 0,-1 0-1 0 0,1 0 0 0 0,-1 0 1 0 0,0 1-1 0 0,0-1 1 0 0,0 0-1 0 0,0 1 0 0 0,0-1 1 0 0,-1 1-1 0 0,1 2 0 0 0,-2-3 2 0 0,0 0 0 0 0,0 1-1 0 0,0-1 1 0 0,0 0-1 0 0,0 0 1 0 0,-1 0 0 0 0,1 0-1 0 0,-1 0 1 0 0,1-1-1 0 0,-1 1 1 0 0,0 0 0 0 0,0-1-1 0 0,0 1 1 0 0,0-1-1 0 0,0 0 1 0 0,0 0 0 0 0,0 0-1 0 0,0 0 1 0 0,-1 0-1 0 0,1 0 1 0 0,0 0-1 0 0,-4 0 1 0 0,-21 9 145 0 0,-2-1 0 0 0,1-2 0 0 0,-1-1 0 0 0,0-1 0 0 0,0-1 0 0 0,-1-2 0 0 0,1-1 0 0 0,-38-3 0 0 0,64 2-86 0 0,0 0 1 0 0,0-1-1 0 0,0 0 1 0 0,0 1-1 0 0,0-1 1 0 0,0 0-1 0 0,1 0 1 0 0,-1-1-1 0 0,0 1 1 0 0,0 0-1 0 0,1-1 1 0 0,-1 0-1 0 0,1 1 1 0 0,-4-4-1 0 0,5 3-42 0 0,0 1 0 0 0,1-1 0 0 0,-1 1 0 0 0,1-1 0 0 0,-1 1 0 0 0,1-1 0 0 0,-1 1 0 0 0,1-1 0 0 0,0 1 0 0 0,0-1 0 0 0,0 0 0 0 0,0 1 0 0 0,0-1 0 0 0,0 1 0 0 0,0-1-1 0 0,1 1 1 0 0,-1-1 0 0 0,0 0 0 0 0,1 1 0 0 0,-1 0 0 0 0,1-1 0 0 0,0 1 0 0 0,-1-1 0 0 0,1 1 0 0 0,0 0 0 0 0,0-1 0 0 0,0 1 0 0 0,0 0 0 0 0,2-2 0 0 0,24-27 9 0 0,0 2 1 0 0,2 1-1 0 0,1 2 1 0 0,62-41-1 0 0,-70 50-46 0 0,207-141 509 0 0,-225 158-480 0 0,-9 11-36 0 0,3-7 17 0 0,0 0-1 0 0,0 1 1 0 0,0-1 0 0 0,0 0-1 0 0,1 0 1 0 0,0 1-1 0 0,0-1 1 0 0,0 9 0 0 0,3-3 17 0 0,1 1 0 0 0,0-1 0 0 0,0 0 1 0 0,1-1-1 0 0,0 1 0 0 0,1-1 1 0 0,0 0-1 0 0,1 0 0 0 0,0 0 0 0 0,1-1 1 0 0,0 0-1 0 0,0 0 0 0 0,1 0 0 0 0,0-1 1 0 0,10 7-1 0 0,-10-7-300 0 0,1-1 0 0 0,1 0 0 0 0,0 0 0 0 0,0-1 0 0 0,0 0 0 0 0,0-1 1 0 0,1-1-1 0 0,0 1 0 0 0,0-2 0 0 0,0 1 0 0 0,0-1 0 0 0,1-1 0 0 0,-1 0 0 0 0,22 0 0 0 0,-5-4-1616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5.329"/>
    </inkml:context>
    <inkml:brush xml:id="br0">
      <inkml:brushProperty name="width" value="0.1" units="cm"/>
      <inkml:brushProperty name="height" value="0.1" units="cm"/>
      <inkml:brushProperty name="color" value="#FFC114"/>
    </inkml:brush>
  </inkml:definitions>
  <inkml:trace contextRef="#ctx0" brushRef="#br0">88 72 5749 0 0,'-13'-12'80'0'0,"-4"2"32"0"0,9 0-4 0 0,0 5 44 0 0,2-2 148 0 0,-5-1-56 0 0,3 1-68 0 0,3-1-120 0 0,-6 3-628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15.690"/>
    </inkml:context>
    <inkml:brush xml:id="br0">
      <inkml:brushProperty name="width" value="0.1" units="cm"/>
      <inkml:brushProperty name="height" value="0.1" units="cm"/>
      <inkml:brushProperty name="color" value="#FFC114"/>
    </inkml:brush>
  </inkml:definitions>
  <inkml:trace contextRef="#ctx0" brushRef="#br0">291 4 4340 0 0,'0'0'50'0'0,"4"0"26"0"0,-2-1-111 0 0,19-1 1002 0 0,-14 7-439 0 0,-13 9-574 0 0,2-7 60 0 0,0 0-1 0 0,0 0 1 0 0,1 0-1 0 0,0 1 1 0 0,0-1 0 0 0,1 1-1 0 0,0 0 1 0 0,1 0 0 0 0,-1 0-1 0 0,1 0 1 0 0,1 0 0 0 0,0 0-1 0 0,1 14 1 0 0,1-3 2 0 0,1-1 1 0 0,1 1-1 0 0,1-1 1 0 0,13 35-1 0 0,-17-51 9 0 0,0-1 0 0 0,-1 1 0 0 0,1-1 0 0 0,-1 1 0 0 0,1-1 0 0 0,-1 1 0 0 0,1-1 0 0 0,-1 1 0 0 0,0-1 0 0 0,0 1 0 0 0,0 0-1 0 0,0-1 1 0 0,0 1 0 0 0,0 0 0 0 0,0-1 0 0 0,-1 1 0 0 0,1-1 0 0 0,-2 4 0 0 0,2-4-8 0 0,-1 0 1 0 0,0-1-1 0 0,0 1 0 0 0,0 0 1 0 0,1 0-1 0 0,-1-1 0 0 0,0 1 1 0 0,0 0-1 0 0,0-1 0 0 0,0 1 0 0 0,0-1 1 0 0,-1 0-1 0 0,1 1 0 0 0,0-1 1 0 0,0 0-1 0 0,0 1 0 0 0,0-1 1 0 0,0 0-1 0 0,0 0 0 0 0,-2 0 1 0 0,-7 0 57 0 0,-1-1 1 0 0,1-1-1 0 0,0 0 1 0 0,-17-5-1 0 0,15 4-57 0 0,-53-12 29 0 0,26 8-1785 0 0,-62-23 1 0 0,83 23-365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38.874"/>
    </inkml:context>
    <inkml:brush xml:id="br0">
      <inkml:brushProperty name="width" value="0.1" units="cm"/>
      <inkml:brushProperty name="height" value="0.1" units="cm"/>
      <inkml:brushProperty name="color" value="#FFC114"/>
    </inkml:brush>
  </inkml:definitions>
  <inkml:trace contextRef="#ctx0" brushRef="#br0">14 612 4812 0 0,'-11'-122'3205'0'0,"11"121"-2735"0"0,0-7-435 0 0,0 5-69 0 0,0 7-185 0 0,-2 24 191 0 0,1-1 1 0 0,2 1-1 0 0,0-1 1 0 0,11 51-1 0 0,-12-72 56 0 0,3 13 101 0 0,-3-18-126 0 0,0-1-1 0 0,0 0 0 0 0,0 1 0 0 0,0-1 1 0 0,0 0-1 0 0,0 0 0 0 0,0 1 1 0 0,0-1-1 0 0,0 0 0 0 0,0 0 0 0 0,0 1 1 0 0,0-1-1 0 0,0 0 0 0 0,0 1 1 0 0,0-1-1 0 0,1 0 0 0 0,-1 0 1 0 0,0 0-1 0 0,0 1 0 0 0,0-1 0 0 0,0 0 1 0 0,1 0-1 0 0,-1 1 0 0 0,0-1 1 0 0,0 0-1 0 0,0 0 0 0 0,1 0 0 0 0,-1 0 1 0 0,0 0-1 0 0,0 1 0 0 0,1-1 1 0 0,-1 0-1 0 0,0 0 0 0 0,0 0 1 0 0,1 0-1 0 0,-1 0 0 0 0,0 0 0 0 0,1 0 1 0 0,-1 0-1 0 0,0 0 0 0 0,0 0 1 0 0,1 0-1 0 0,-1 0 0 0 0,1 0 0 0 0,26-19 40 0 0,0-1-1 0 0,-1-1 1 0 0,32-34-1 0 0,9-7-11 0 0,48-32 1 0 0,3 6 1 0 0,5 5-1 0 0,212-107 1 0 0,-260 149-84 0 0,-34 21-708 0 0,-13 11-3397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46:39.890"/>
    </inkml:context>
    <inkml:brush xml:id="br0">
      <inkml:brushProperty name="width" value="0.1" units="cm"/>
      <inkml:brushProperty name="height" value="0.1" units="cm"/>
      <inkml:brushProperty name="color" value="#FFC114"/>
    </inkml:brush>
  </inkml:definitions>
  <inkml:trace contextRef="#ctx0" brushRef="#br0">10 453 5781 0 0,'2'-75'1420'0'0,"-2"73"-1126"0"0,-1-5-167 0 0,1 7-121 0 0,0 0 0 0 0,0 0 0 0 0,0 0 0 0 0,0 0 0 0 0,0 0 0 0 0,0 0 0 0 0,0 0 0 0 0,0 0 0 0 0,0 0 0 0 0,0 1 0 0 0,0-1 0 0 0,0 0 0 0 0,0 0 0 0 0,-1 0 0 0 0,1 0 0 0 0,0 0 0 0 0,0 0 0 0 0,0 0 0 0 0,0 0 0 0 0,0 0 0 0 0,0 0 0 0 0,0 0 0 0 0,0 0 0 0 0,0 0 0 0 0,-1 0 0 0 0,1 0 0 0 0,0 0 0 0 0,0 0 0 0 0,0 0 0 0 0,0 0 0 0 0,0 0 0 0 0,0 0 0 0 0,0 0 0 0 0,0 0 0 0 0,0 0 0 0 0,-1 0 1 0 0,1 0-1 0 0,0 0 0 0 0,0 0 0 0 0,0 0 0 0 0,0-1 0 0 0,0 1 0 0 0,0 0 0 0 0,0 0 0 0 0,0 0 0 0 0,0 0 0 0 0,0 0 0 0 0,0 0 0 0 0,0 0 0 0 0,-1 0 0 0 0,1 0 0 0 0,0 0 0 0 0,0 0 0 0 0,0-1 0 0 0,0 1 0 0 0,0 1-8 0 0,-1 0 0 0 0,0-1 0 0 0,1 1 0 0 0,-1 0 0 0 0,1 0 0 0 0,-1-1 1 0 0,1 1-1 0 0,0 0 0 0 0,-1 0 0 0 0,1 0 0 0 0,0 0 0 0 0,-1 0 0 0 0,1-1 0 0 0,0 1 0 0 0,0 0 1 0 0,0 0-1 0 0,0 0 0 0 0,0 0 0 0 0,0 0 0 0 0,0 0 0 0 0,0 0 0 0 0,0 0 0 0 0,1 0 0 0 0,-1-1 1 0 0,0 1-1 0 0,0 0 0 0 0,1 0 0 0 0,-1 0 0 0 0,1 0 0 0 0,-1-1 0 0 0,1 1 0 0 0,-1 0 1 0 0,1 0-1 0 0,-1-1 0 0 0,1 1 0 0 0,1 1 0 0 0,1-2 0 0 0,0 1 0 0 0,0-1-1 0 0,0 0 1 0 0,0 0 0 0 0,1 0 0 0 0,-1 0-1 0 0,0-1 1 0 0,0 1 0 0 0,0-1 0 0 0,0 0-1 0 0,0 0 1 0 0,0 0 0 0 0,0 0 0 0 0,5-3-1 0 0,406-201-237 0 0,-147 45-3505 0 0,-228 135 1731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6.078"/>
    </inkml:context>
    <inkml:brush xml:id="br0">
      <inkml:brushProperty name="width" value="0.1" units="cm"/>
      <inkml:brushProperty name="height" value="0.1" units="cm"/>
      <inkml:brushProperty name="color" value="#FFC114"/>
    </inkml:brush>
  </inkml:definitions>
  <inkml:trace contextRef="#ctx0" brushRef="#br0">28 331 3076 0 0,'-9'-3'938'0'0,"8"3"-668"0"0,0 0-1 0 0,0 0 1 0 0,0-1 0 0 0,0 1 0 0 0,0-1 0 0 0,0 1 0 0 0,0-1 0 0 0,0 1 0 0 0,0-1 0 0 0,0 1-1 0 0,0-1 1 0 0,0 0 0 0 0,0 0 0 0 0,1 1 0 0 0,-1-1 0 0 0,0 0 0 0 0,0 0 0 0 0,0-2 0 0 0,0 2-199 0 0,32-29 106 0 0,-5 12-143 0 0,0 0-1 0 0,1 2 1 0 0,0 1 0 0 0,1 1 0 0 0,41-14 0 0 0,154-39 4 0 0,-186 57-29 0 0,310-62 11 0 0,-327 68-18 0 0,71-8 1 0 0,-88 12 1 0 0,36-9-475 0 0,-37 9 124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6.485"/>
    </inkml:context>
    <inkml:brush xml:id="br0">
      <inkml:brushProperty name="width" value="0.1" units="cm"/>
      <inkml:brushProperty name="height" value="0.1" units="cm"/>
      <inkml:brushProperty name="color" value="#FFC114"/>
    </inkml:brush>
  </inkml:definitions>
  <inkml:trace contextRef="#ctx0" brushRef="#br0">45 40 6713 0 0,'-32'-28'-256'0'0,"31"27"350"0"0,-10-9 358 0 0,11 10-542 0 0,1 0 34 0 0,172 65-14 0 0,51 20 69 0 0,-224-84 12 0 0,1-1 0 0 0,0 0 0 0 0,-1 1 0 0 0,1-1 0 0 0,0 0 0 0 0,-1 1 0 0 0,1-1 0 0 0,0 1 0 0 0,-1-1 0 0 0,1 1 0 0 0,-1-1 0 0 0,1 1 0 0 0,-1-1 0 0 0,1 1 0 0 0,-1-1 0 0 0,1 1 0 0 0,-1 0 0 0 0,0-1 0 0 0,1 1 0 0 0,-1 0 0 0 0,0-1 0 0 0,0 1 0 0 0,1 0 0 0 0,-1 0 0 0 0,0-1 0 0 0,0 1 0 0 0,0 0 0 0 0,0 0 0 0 0,0-1 0 0 0,0 1 0 0 0,0 1 0 0 0,-15 24 264 0 0,-34 15 90 0 0,12-16-405 0 0,-1-2-1 0 0,-1-1 0 0 0,-1-3 1 0 0,-77 27-1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7.984"/>
    </inkml:context>
    <inkml:brush xml:id="br0">
      <inkml:brushProperty name="width" value="0.1" units="cm"/>
      <inkml:brushProperty name="height" value="0.1" units="cm"/>
      <inkml:brushProperty name="color" value="#FFC114"/>
    </inkml:brush>
  </inkml:definitions>
  <inkml:trace contextRef="#ctx0" brushRef="#br0">30 169 5925 0 0,'5'-22'508'0'0,"-1"0"0"0"0,-1-1 0 0 0,-1 1 0 0 0,-2-39 0 0 0,0 45 69 0 0,0 14-431 0 0,1 5-145 0 0,1-1 0 0 0,-1 1 0 0 0,0 0 1 0 0,-1 0-1 0 0,1 0 0 0 0,0-1 0 0 0,-1 1 1 0 0,0 0-1 0 0,1 0 0 0 0,-1 0 1 0 0,0 0-1 0 0,-1 0 0 0 0,1 0 0 0 0,-1 5 1 0 0,-6 75-36 0 0,5-68 39 0 0,-15 131-9 0 0,-7 127-92 0 0,24-271 93 0 0,0 0 0 0 0,0-1 0 0 0,0 1 0 0 0,1 0 1 0 0,-1 0-1 0 0,0 0 0 0 0,1 0 0 0 0,0-1 1 0 0,-1 1-1 0 0,1 0 0 0 0,0-1 0 0 0,0 1 0 0 0,0 0 1 0 0,0-1-1 0 0,0 1 0 0 0,0-1 0 0 0,0 1 1 0 0,0-1-1 0 0,1 0 0 0 0,-1 0 0 0 0,0 1 0 0 0,3 0 1 0 0,0 0 3 0 0,-1 0 1 0 0,1 0-1 0 0,0-1 1 0 0,0 0-1 0 0,1 1 1 0 0,-1-1-1 0 0,0-1 1 0 0,0 1-1 0 0,7 0 0 0 0,12-2 19 0 0,-1 0-1 0 0,0-2 1 0 0,24-5-1 0 0,-27 5-23 0 0,25-4-275 0 0,98-19 432 0 0,-127 22-893 0 0,1 0 0 0 0,-1-2 0 0 0,0 1 0 0 0,0-2 0 0 0,-1 0 0 0 0,20-13 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8.311"/>
    </inkml:context>
    <inkml:brush xml:id="br0">
      <inkml:brushProperty name="width" value="0.1" units="cm"/>
      <inkml:brushProperty name="height" value="0.1" units="cm"/>
      <inkml:brushProperty name="color" value="#FFC114"/>
    </inkml:brush>
  </inkml:definitions>
  <inkml:trace contextRef="#ctx0" brushRef="#br0">24 65 5641 0 0,'-20'2'764'0'0,"17"-3"-310"0"0,8-3-188 0 0,24-6-121 0 0,46-10-144 0 0,41 7 99 0 0,28-5-3173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9.065"/>
    </inkml:context>
    <inkml:brush xml:id="br0">
      <inkml:brushProperty name="width" value="0.1" units="cm"/>
      <inkml:brushProperty name="height" value="0.1" units="cm"/>
      <inkml:brushProperty name="color" value="#FFC114"/>
    </inkml:brush>
  </inkml:definitions>
  <inkml:trace contextRef="#ctx0" brushRef="#br0">38 251 4036 0 0,'8'-23'220'0'0,"-1"-1"-1"0"0,-1 0 0 0 0,-1 0 0 0 0,2-29 1 0 0,6-29 2129 0 0,-12 80-2187 0 0,-6-16 629 0 0,0 32-784 0 0,0 1 0 0 0,1 0 0 0 0,0 0 0 0 0,2 0 0 0 0,-3 27 0 0 0,4 89 47 0 0,1-81-32 0 0,10 88 37 0 0,-6-103-20 0 0,-1 0-1 0 0,-1 1 1 0 0,-3-1 0 0 0,-6 54-1 0 0,7-85-5 0 0,-1 0 0 0 0,-1 0-1 0 0,1 0 1 0 0,0 0 0 0 0,-1-1-1 0 0,0 1 1 0 0,0 0 0 0 0,0-1-1 0 0,0 1 1 0 0,-1-1 0 0 0,1 0 0 0 0,-1 0-1 0 0,-5 5 1 0 0,6-6 324 0 0,-3-5-258 0 0,3 2-91 0 0,0-1 1 0 0,0 1 0 0 0,1-1-1 0 0,-1 1 1 0 0,0-1-1 0 0,0 0 1 0 0,1 1-1 0 0,-1-1 1 0 0,1 0 0 0 0,0 0-1 0 0,-1 0 1 0 0,1 0-1 0 0,0 0 1 0 0,0 0 0 0 0,0-1-1 0 0,1 1 1 0 0,-1 0-1 0 0,1 0 1 0 0,-1-1-1 0 0,1 1 1 0 0,-1-1 0 0 0,1 1-1 0 0,0 0 1 0 0,0-1-1 0 0,0 1 1 0 0,1 0-1 0 0,-1-1 1 0 0,0 1 0 0 0,1 0-1 0 0,0-1 1 0 0,-1 1-1 0 0,1 0 1 0 0,0 0-1 0 0,0 0 1 0 0,3-4 0 0 0,3-7-7 0 0,0 1 1 0 0,0 0 0 0 0,1 0-1 0 0,1 1 1 0 0,0 0 0 0 0,1 0-1 0 0,0 1 1 0 0,0 1 0 0 0,1 0-1 0 0,0 0 1 0 0,1 1 0 0 0,0 0-1 0 0,19-9 1 0 0,-25 14-8 0 0,-1 1-1 0 0,1 0 1 0 0,-1 0-1 0 0,1 0 1 0 0,-1 0-1 0 0,1 1 1 0 0,0 0-1 0 0,0 0 1 0 0,0 1-1 0 0,0 0 1 0 0,0 0-1 0 0,0 0 1 0 0,-1 0-1 0 0,1 1 1 0 0,0 0-1 0 0,0 1 1 0 0,0-1-1 0 0,-1 1 1 0 0,1 0-1 0 0,-1 0 1 0 0,1 1-1 0 0,-1-1 1 0 0,0 1-1 0 0,0 1 1 0 0,0-1-1 0 0,-1 1 1 0 0,1-1-1 0 0,-1 1 1 0 0,0 1-1 0 0,0-1 1 0 0,0 1-1 0 0,0-1 1 0 0,-1 1-1 0 0,5 9 1 0 0,-1-1 0 0 0,-1 0 0 0 0,0 0 1 0 0,4 17-1 0 0,-4-13-10 0 0,0 0 0 0 0,13 23 1 0 0,-15-33 271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9.284"/>
    </inkml:context>
    <inkml:brush xml:id="br0">
      <inkml:brushProperty name="width" value="0.1" units="cm"/>
      <inkml:brushProperty name="height" value="0.1" units="cm"/>
      <inkml:brushProperty name="color" value="#FFC114"/>
    </inkml:brush>
  </inkml:definitions>
  <inkml:trace contextRef="#ctx0" brushRef="#br0">0 8 7393 0 0,'6'-8'-515'0'0,"-1"21"283"0"0,2 47 175 0 0,0-2-235 0 0,-2-39-2749 0 0,-5-13 1641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19.454"/>
    </inkml:context>
    <inkml:brush xml:id="br0">
      <inkml:brushProperty name="width" value="0.1" units="cm"/>
      <inkml:brushProperty name="height" value="0.1" units="cm"/>
      <inkml:brushProperty name="color" value="#FFC114"/>
    </inkml:brush>
  </inkml:definitions>
  <inkml:trace contextRef="#ctx0" brushRef="#br0">1 12 5881 0 0,'6'-12'2428'0'0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0.340"/>
    </inkml:context>
    <inkml:brush xml:id="br0">
      <inkml:brushProperty name="width" value="0.1" units="cm"/>
      <inkml:brushProperty name="height" value="0.1" units="cm"/>
      <inkml:brushProperty name="color" value="#FFC114"/>
    </inkml:brush>
  </inkml:definitions>
  <inkml:trace contextRef="#ctx0" brushRef="#br0">188 15 5352 0 0,'0'0'-168'0'0,"4"-14"2597"0"0,-32 16-2029 0 0,-58 11 174 0 0,81-12-560 0 0,0 0 0 0 0,-1 1 1 0 0,1 0-1 0 0,0 0 0 0 0,1 0 1 0 0,-1 1-1 0 0,0 0 0 0 0,1 0 1 0 0,-1 0-1 0 0,1 0 0 0 0,0 1 1 0 0,0-1-1 0 0,-5 7 0 0 0,9-9-16 0 0,-1 1-1 0 0,1-1 0 0 0,0 0 1 0 0,0 0-1 0 0,0 0 0 0 0,1 0 1 0 0,-1 1-1 0 0,0-1 0 0 0,0 0 1 0 0,0 0-1 0 0,1 0 0 0 0,-1 0 1 0 0,1 0-1 0 0,-1 0 0 0 0,1 0 1 0 0,-1 0-1 0 0,1 0 0 0 0,0 0 0 0 0,-1 0 1 0 0,1 0-1 0 0,0 0 0 0 0,0 0 1 0 0,0-1-1 0 0,0 1 0 0 0,0 0 1 0 0,0 0-1 0 0,1 0 0 0 0,-1 0 2 0 0,17 10-78 0 0,0 0 0 0 0,0-1 0 0 0,1-1 0 0 0,0-1 0 0 0,0-1-1 0 0,1 0 1 0 0,27 4 0 0 0,7 5-88 0 0,185 70-699 0 0,-239-86 865 0 0,-1 1 0 0 0,1-1 0 0 0,0 0 1 0 0,-1 0-1 0 0,1 0 0 0 0,0 0 0 0 0,-1 1 1 0 0,1-1-1 0 0,0 0 0 0 0,0 0 1 0 0,-1 1-1 0 0,1-1 0 0 0,0 0 0 0 0,0 0 1 0 0,-1 1-1 0 0,1-1 0 0 0,0 0 0 0 0,0 1 1 0 0,0-1-1 0 0,-1 0 0 0 0,1 1 0 0 0,0-1 1 0 0,0 0-1 0 0,0 1 0 0 0,0-1 1 0 0,0 0-1 0 0,0 1 0 0 0,0-1 0 0 0,0 0 1 0 0,0 1-1 0 0,0-1 0 0 0,0 1 0 0 0,0-1 1 0 0,0 0-1 0 0,0 1 0 0 0,0-1 0 0 0,0 0 1 0 0,0 1-1 0 0,0-1 0 0 0,1 0 0 0 0,-1 1 1 0 0,0-1-1 0 0,0 0 0 0 0,0 1 1 0 0,1-1-1 0 0,-1 0 0 0 0,0 0 0 0 0,0 1 1 0 0,1-1-1 0 0,-1 0 0 0 0,0 0 0 0 0,1 1 1 0 0,-1-1-1 0 0,0 0 0 0 0,1 0 0 0 0,-1 0 1 0 0,0 0-1 0 0,1 1 0 0 0,-1-1 0 0 0,0 0 1 0 0,1 0-1 0 0,-1 0 0 0 0,0 0 1 0 0,1 0-1 0 0,-1 0 0 0 0,1 0 0 0 0,-35 9 128 0 0,29-7-113 0 0,-51 6 251 0 0,-1-1 1 0 0,-114-3-1 0 0,133-5-118 0 0,18 2-85 0 0,7 0-4 0 0,1-1 0 0 0,-1 0 0 0 0,1-1 0 0 0,0 0 0 0 0,-1-1 0 0 0,-20-5 0 0 0,33 6-114 0 0,-1 1 0 0 0,1 0 1 0 0,-1 0-1 0 0,1 0 0 0 0,0-1 0 0 0,-1 1 0 0 0,1 0 0 0 0,-1 0 0 0 0,1-1 0 0 0,0 1 0 0 0,-1 0 0 0 0,1-1 0 0 0,0 1 0 0 0,-1-1 0 0 0,1 1 0 0 0,0 0 0 0 0,0-1 0 0 0,-1 1 0 0 0,1-1 0 0 0,0 1 0 0 0,0-1 0 0 0,0 1 0 0 0,-1 0 0 0 0,1-1 0 0 0,0 1 0 0 0,0-1 0 0 0,0 1 0 0 0,0-1 0 0 0,0 1 0 0 0,0-1 0 0 0,0 1 0 0 0,0-1 0 0 0,0 1 0 0 0,1-1 0 0 0,-1 1 0 0 0,0-1 0 0 0,0 1 0 0 0,0-1 0 0 0,0 1 0 0 0,1-1 0 0 0,-1 1 0 0 0,0 0 0 0 0,0-1 0 0 0,1 1 0 0 0,-1 0 0 0 0,0-1 0 0 0,1 0 0 0 0,15-12-2062 0 0,-15 13 2116 0 0,18-11-1882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0.953"/>
    </inkml:context>
    <inkml:brush xml:id="br0">
      <inkml:brushProperty name="width" value="0.1" units="cm"/>
      <inkml:brushProperty name="height" value="0.1" units="cm"/>
      <inkml:brushProperty name="color" value="#FFC114"/>
    </inkml:brush>
  </inkml:definitions>
  <inkml:trace contextRef="#ctx0" brushRef="#br0">28 101 5597 0 0,'-18'-99'2771'0'0,"17"97"-2310"0"0,0 7-437 0 0,-1 3-16 0 0,0 1 1 0 0,0-1-1 0 0,1 1 0 0 0,1 0 1 0 0,-1 0-1 0 0,2 0 0 0 0,-1-1 1 0 0,3 16-1 0 0,23 72 135 0 0,-17-71-427 0 0,-2 1 0 0 0,5 32-1 0 0,-16-39-3843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1.124"/>
    </inkml:context>
    <inkml:brush xml:id="br0">
      <inkml:brushProperty name="width" value="0.1" units="cm"/>
      <inkml:brushProperty name="height" value="0.1" units="cm"/>
      <inkml:brushProperty name="color" value="#FFC114"/>
    </inkml:brush>
  </inkml:definitions>
  <inkml:trace contextRef="#ctx0" brushRef="#br0">0 75 7045 0 0,'0'-60'3000'0'0,"0"58"-2440"0"0,1-10-573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1.789"/>
    </inkml:context>
    <inkml:brush xml:id="br0">
      <inkml:brushProperty name="width" value="0.1" units="cm"/>
      <inkml:brushProperty name="height" value="0.1" units="cm"/>
      <inkml:brushProperty name="color" value="#FFC114"/>
    </inkml:brush>
  </inkml:definitions>
  <inkml:trace contextRef="#ctx0" brushRef="#br0">296 38 6105 0 0,'0'0'-73'0'0,"9"-17"130"0"0,-10 15-14 0 0,-21-5 12 0 0,8 3-51 0 0,1 2 1 0 0,-1-1-1 0 0,0 2 1 0 0,0 0-1 0 0,0 0 1 0 0,0 1 0 0 0,0 1-1 0 0,0 1 1 0 0,0 0-1 0 0,1 0 1 0 0,-1 2-1 0 0,-25 9 1 0 0,37-13-8 0 0,1 1 0 0 0,-1-1 1 0 0,1 1-1 0 0,-1-1 0 0 0,1 1 0 0 0,0 0 1 0 0,-1 0-1 0 0,1 0 0 0 0,0-1 0 0 0,0 1 1 0 0,0 1-1 0 0,0-1 0 0 0,0 0 1 0 0,0 0-1 0 0,0 0 0 0 0,0 0 0 0 0,0 1 1 0 0,0-1-1 0 0,1 0 0 0 0,-1 1 0 0 0,0-1 1 0 0,1 1-1 0 0,0-1 0 0 0,-1 1 0 0 0,0 2 1 0 0,2-2 1 0 0,-1 0 0 0 0,1 1 0 0 0,0-1 0 0 0,-1 0 0 0 0,1 0 0 0 0,0 1 0 0 0,0-1 0 0 0,0 0 0 0 0,1 0 1 0 0,-1 0-1 0 0,0 0 0 0 0,1 0 0 0 0,-1 0 0 0 0,4 2 0 0 0,8 7 5 0 0,0 0 0 0 0,1 0 0 0 0,23 12 0 0 0,-31-19-7 0 0,189 102-135 0 0,-49-30-8 0 0,-146-76 155 0 0,0 0 0 0 0,1 1 1 0 0,-1-1-1 0 0,1 0 0 0 0,-1 0 0 0 0,1 0 1 0 0,-1 1-1 0 0,1-1 0 0 0,-1 0 0 0 0,0 0 1 0 0,1 1-1 0 0,-1-1 0 0 0,0 0 0 0 0,1 1 1 0 0,-1-1-1 0 0,0 1 0 0 0,1-1 1 0 0,-1 0-1 0 0,0 1 0 0 0,0-1 0 0 0,1 1 1 0 0,-1-1-1 0 0,0 0 0 0 0,0 1 0 0 0,0-1 1 0 0,0 1-1 0 0,0-1 0 0 0,0 1 0 0 0,0-1 1 0 0,0 1-1 0 0,0-1 0 0 0,0 1 0 0 0,0-1 1 0 0,0 1-1 0 0,-15 10 133 0 0,-28-1 55 0 0,-36-5-18 0 0,0-3 0 0 0,0-5 0 0 0,-91-13 0 0 0,135 4-1663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2.504"/>
    </inkml:context>
    <inkml:brush xml:id="br0">
      <inkml:brushProperty name="width" value="0.1" units="cm"/>
      <inkml:brushProperty name="height" value="0.1" units="cm"/>
      <inkml:brushProperty name="color" value="#FFC114"/>
    </inkml:brush>
  </inkml:definitions>
  <inkml:trace contextRef="#ctx0" brushRef="#br0">19 129 5593 0 0,'-8'-126'3936'0'0,"8"124"-3561"0"0,-8 27-68 0 0,5 44-347 0 0,4-1 0 0 0,2 1 0 0 0,15 91 0 0 0,-10-98 27 0 0,6 25 7 0 0,-6-42 258 0 0,3 77 0 0 0,-11-121-79 0 0,-1-4-579 0 0,1 0 1 0 0,0-1-1 0 0,0 1 1 0 0,0 0-1 0 0,0-1 1 0 0,1 1-1 0 0,-1 0 1 0 0,1 0-1 0 0,0-1 1 0 0,0 1-1 0 0,0 0 1 0 0,0 0-1 0 0,1 0 1 0 0,2-4-1 0 0,4-12-2364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3.523"/>
    </inkml:context>
    <inkml:brush xml:id="br0">
      <inkml:brushProperty name="width" value="0.1" units="cm"/>
      <inkml:brushProperty name="height" value="0.1" units="cm"/>
      <inkml:brushProperty name="color" value="#FFC114"/>
    </inkml:brush>
  </inkml:definitions>
  <inkml:trace contextRef="#ctx0" brushRef="#br0">15 426 6461 0 0,'-14'-3'-238'0'0,"60"7"-77"0"0,79 3 295 0 0,-52-3 5 0 0,298 6 906 0 0,-369-9-851 0 0,1-1-1 0 0,-1 0 1 0 0,0 0-1 0 0,0 0 1 0 0,0-1-1 0 0,0 1 1 0 0,0 0 0 0 0,1-1-1 0 0,-1 0 1 0 0,0 1-1 0 0,0-1 1 0 0,0 0-1 0 0,0 0 1 0 0,0 0 0 0 0,-1 0-1 0 0,1 0 1 0 0,0-1-1 0 0,0 1 1 0 0,-1 0-1 0 0,1-1 1 0 0,-1 1 0 0 0,1-1-1 0 0,-1 0 1 0 0,0 0-1 0 0,1 1 1 0 0,-1-1-1 0 0,0 0 1 0 0,0 0 0 0 0,0 0-1 0 0,-1 0 1 0 0,1 0-1 0 0,0 0 1 0 0,-1 0-1 0 0,1 0 1 0 0,-1-1 0 0 0,0 1-1 0 0,0 0 1 0 0,0 0-1 0 0,0 0 1 0 0,0 0-1 0 0,0-1 1 0 0,0 1 0 0 0,-1 0-1 0 0,0-3 1 0 0,-3-12 24 0 0,0 0 1 0 0,-1 1 0 0 0,0-1-1 0 0,-11-20 1 0 0,10 24-21 0 0,-15-43 296 0 0,-24-104-1 0 0,42 146-235 0 0,-5-12 10 0 0,7 25-123 0 0,1-5-19 0 0,0 4-17 0 0,-1 5-222 0 0,-3 26 224 0 0,0 1 0 0 0,2 0-1 0 0,3 53 1 0 0,18 97 32 0 0,-3-31 41 0 0,-13-121 17 0 0,-1-18 87 0 0,-1-1 0 0 0,0 1-1 0 0,-1-1 1 0 0,0 1 0 0 0,-1-1-1 0 0,-2 16 1 0 0,3-25-114 0 0,0 0 0 0 0,-1 1 0 0 0,1-1 0 0 0,0 0 0 0 0,0 1 0 0 0,-1-1 0 0 0,1 0-1 0 0,0 0 1 0 0,-1 1 0 0 0,1-1 0 0 0,0 0 0 0 0,-1 0 0 0 0,1 0 0 0 0,0 0 0 0 0,-1 1 0 0 0,1-1 0 0 0,0 0 0 0 0,-1 0 0 0 0,1 0 0 0 0,-1 0 0 0 0,1 0 0 0 0,0 0 0 0 0,-1 0-1 0 0,1 0 1 0 0,-1 0 0 0 0,1 0 0 0 0,0 0 0 0 0,-1 0 0 0 0,1 0 0 0 0,0 0 0 0 0,-1 0 0 0 0,1 0 0 0 0,-1-1 0 0 0,1 1 0 0 0,0 0 0 0 0,-1 0 0 0 0,1 0 0 0 0,0-1 0 0 0,-1 1-1 0 0,1 0 1 0 0,0 0 0 0 0,0-1 0 0 0,-1 0 0 0 0,-15-11 400 0 0,15 12-501 0 0,0-2 91 0 0,1-1-1 0 0,-1 1 0 0 0,0 0 1 0 0,1 0-1 0 0,-1 0 1 0 0,1 0-1 0 0,0-1 1 0 0,0 1-1 0 0,0 0 1 0 0,0 0-1 0 0,0-1 1 0 0,1 1-1 0 0,-1 0 1 0 0,0 0-1 0 0,1 0 1 0 0,0-1-1 0 0,0 1 1 0 0,-1 0-1 0 0,1 0 1 0 0,0 0-1 0 0,1 0 1 0 0,-1 1-1 0 0,0-1 1 0 0,0 0-1 0 0,1 0 1 0 0,2-2-1 0 0,5-5-49 0 0,0 0-1 0 0,1 1 1 0 0,0 0-1 0 0,1 1 1 0 0,-1 0 0 0 0,1 0-1 0 0,1 1 1 0 0,-1 0-1 0 0,1 1 1 0 0,0 1-1 0 0,0 0 1 0 0,14-3 0 0 0,-20 6 14 0 0,0 0 1 0 0,-1 0-1 0 0,1 0 1 0 0,0 1-1 0 0,0 0 1 0 0,0 0-1 0 0,-1 0 1 0 0,1 1-1 0 0,0 0 1 0 0,0 0-1 0 0,-1 0 1 0 0,1 1 0 0 0,-1 0-1 0 0,1 0 1 0 0,-1 0-1 0 0,0 1 1 0 0,0 0-1 0 0,0 0 1 0 0,0 0-1 0 0,0 1 1 0 0,-1-1-1 0 0,1 1 1 0 0,-1 0-1 0 0,0 0 1 0 0,0 1-1 0 0,-1-1 1 0 0,1 1-1 0 0,4 7 1 0 0,1 8-47 0 0,0 0 0 0 0,8 26-1 0 0,-6-14-259 0 0,0-21-941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3.895"/>
    </inkml:context>
    <inkml:brush xml:id="br0">
      <inkml:brushProperty name="width" value="0.1" units="cm"/>
      <inkml:brushProperty name="height" value="0.1" units="cm"/>
      <inkml:brushProperty name="color" value="#FFC114"/>
    </inkml:brush>
  </inkml:definitions>
  <inkml:trace contextRef="#ctx0" brushRef="#br0">8 141 6017 0 0,'0'0'-186'0'0,"-6"4"-64"0"0,5-2 194 0 0,6-2-259 0 0,24-14 598 0 0,-1-1 1 0 0,0-1-1 0 0,-1-1 1 0 0,-1-1 0 0 0,-1-2-1 0 0,28-27 629 0 0,-59 52-804 0 0,-13 9-13 0 0,0 2-1 0 0,1 1 1 0 0,-23 27 0 0 0,36-38-84 0 0,0 0-1 0 0,0 0 1 0 0,1 0 0 0 0,0 0-1 0 0,0 0 1 0 0,1 1 0 0 0,0 0-1 0 0,0 0 1 0 0,0 0-1 0 0,1 0 1 0 0,0 0 0 0 0,1 1-1 0 0,-1-1 1 0 0,1 0 0 0 0,1 1-1 0 0,0 13 1 0 0,1-16-5 0 0,1 1 0 0 0,0-1 0 0 0,1 0 0 0 0,-1 0 0 0 0,1-1 0 0 0,0 1 0 0 0,0-1 0 0 0,1 1 1 0 0,-1-1-1 0 0,1 0 0 0 0,0 0 0 0 0,0 0 0 0 0,0-1 0 0 0,0 0 0 0 0,1 1 0 0 0,0-1 0 0 0,-1-1 0 0 0,1 1 0 0 0,0-1 0 0 0,0 0 1 0 0,0 0-1 0 0,11 2 0 0 0,2 2-116 0 0,0-2 1 0 0,0 0-1 0 0,1-1 1 0 0,-1-1-1 0 0,29-1 0 0 0,-32-1-593 0 0,0-2 0 0 0,-1 0 1 0 0,1-1-1 0 0,0 0 0 0 0,18-8 0 0 0,-2 1-1197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5.657"/>
    </inkml:context>
    <inkml:brush xml:id="br0">
      <inkml:brushProperty name="width" value="0.1" units="cm"/>
      <inkml:brushProperty name="height" value="0.1" units="cm"/>
      <inkml:brushProperty name="color" value="#FFC114"/>
    </inkml:brush>
  </inkml:definitions>
  <inkml:trace contextRef="#ctx0" brushRef="#br0">254 209 5380 0 0,'14'-31'1397'0'0,"-247"460"-1295"0"0,206-372 415 0 0,20-40 635 0 0,18-35-632 0 0,161-348 166 0 0,-134 278-603 0 0,-7 9 58 0 0,-20 48 105 0 0,25-49-1 0 0,-36 79-256 0 0,0-1 1 0 0,1 2-1 0 0,-1-1 0 0 0,0 0 0 0 0,1 0 1 0 0,-1 0-1 0 0,1 0 0 0 0,-1 0 1 0 0,1 0-1 0 0,0 0 0 0 0,-1 0 0 0 0,1 1 1 0 0,0-1-1 0 0,0 0 0 0 0,-1 1 1 0 0,1-1-1 0 0,0 0 0 0 0,0 1 0 0 0,0-1 1 0 0,0 1-1 0 0,0-1 0 0 0,0 1 1 0 0,1-1-1 0 0,0 2 1 0 0,-1 1 0 0 0,0-1 0 0 0,0 1 0 0 0,1-1 0 0 0,-1 1 0 0 0,0-1 0 0 0,-1 1 0 0 0,1 0 0 0 0,0-1 0 0 0,0 1 0 0 0,-1 0 0 0 0,1-1 0 0 0,-1 1 0 0 0,1 3 0 0 0,33 117-119 0 0,-20-64 111 0 0,3 0 0 0 0,3-1 0 0 0,34 71-1 0 0,35 58 60 0 0,-74-147 206 0 0,-14-38-180 0 0,-3-20-5273 0 0,1 4 2053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6"/>
    </inkml:context>
    <inkml:brush xml:id="br0">
      <inkml:brushProperty name="width" value="0.1" units="cm"/>
      <inkml:brushProperty name="height" value="0.1" units="cm"/>
      <inkml:brushProperty name="color" value="#FFC114"/>
    </inkml:brush>
  </inkml:definitions>
  <inkml:trace contextRef="#ctx0" brushRef="#br0">26 26 6761 0 0,'0'0'-220'0'0,"-18"3"-33"0"0,10-2 137 0 0,14-2-181 0 0,255-20 96 0 0,-135 15 56 0 0,-90 5 223 0 0,-28 5-594 0 0,3 7-2719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6.628"/>
    </inkml:context>
    <inkml:brush xml:id="br0">
      <inkml:brushProperty name="width" value="0.1" units="cm"/>
      <inkml:brushProperty name="height" value="0.1" units="cm"/>
      <inkml:brushProperty name="color" value="#FFC114"/>
    </inkml:brush>
  </inkml:definitions>
  <inkml:trace contextRef="#ctx0" brushRef="#br0">279 43 4108 0 0,'-2'-12'3'0'0,"-3"8"33"0"0,-1 0-1 0 0,1 1 1 0 0,-1 0-1 0 0,0 0 1 0 0,0 1-1 0 0,0-1 1 0 0,0 1-1 0 0,0 0 1 0 0,0 1-1 0 0,-1 0 1 0 0,1 0-1 0 0,-1 0 1 0 0,1 1-1 0 0,-1 0 1 0 0,1 0-1 0 0,-1 0 1 0 0,-6 2-1 0 0,-8 1 119 0 0,0 1 0 0 0,0 1 0 0 0,-38 15 0 0 0,56-19-153 0 0,1-1-1 0 0,0 1 1 0 0,-1 0 0 0 0,1 0 0 0 0,0 0-1 0 0,0 0 1 0 0,0 0 0 0 0,0 0 0 0 0,0 1-1 0 0,0-1 1 0 0,0 1 0 0 0,1-1 0 0 0,-1 1-1 0 0,0 0 1 0 0,1 0 0 0 0,-1 0-1 0 0,1 0 1 0 0,-1 2 0 0 0,1-3 0 0 0,1 0 1 0 0,0 0-1 0 0,0 1 0 0 0,0-1 0 0 0,1 0 1 0 0,-1 0-1 0 0,0 0 0 0 0,0 1 0 0 0,1-1 1 0 0,-1 0-1 0 0,0 0 0 0 0,1 0 0 0 0,-1 0 1 0 0,1 0-1 0 0,0 0 0 0 0,-1 0 1 0 0,1 0-1 0 0,0 0 0 0 0,-1 0 0 0 0,1 0 1 0 0,0 0-1 0 0,0-1 0 0 0,0 1 0 0 0,1 1 1 0 0,6 4 6 0 0,1-1 1 0 0,0 0-1 0 0,0 0 1 0 0,0 0-1 0 0,14 3 1 0 0,302 101 89 0 0,-324-109-91 0 0,0 0 0 0 0,-1 0 1 0 0,1 0-1 0 0,0 0 1 0 0,0 0-1 0 0,0 1 0 0 0,-1-1 1 0 0,1 0-1 0 0,0 0 1 0 0,0 1-1 0 0,-1-1 0 0 0,1 1 1 0 0,0-1-1 0 0,-1 1 1 0 0,1-1-1 0 0,0 1 0 0 0,-1-1 1 0 0,1 1-1 0 0,-1 0 1 0 0,1-1-1 0 0,-1 1 0 0 0,1 0 1 0 0,-1-1-1 0 0,1 1 1 0 0,-1 0-1 0 0,0 0 0 0 0,0-1 1 0 0,1 1-1 0 0,-1 0 1 0 0,0 0-1 0 0,0 1 0 0 0,0-1 16 0 0,-1 1 0 0 0,0-1 0 0 0,0 0 0 0 0,0 0-1 0 0,-1 0 1 0 0,1 1 0 0 0,0-1 0 0 0,0-1-1 0 0,-1 1 1 0 0,1 0 0 0 0,0 0 0 0 0,-1 0-1 0 0,1-1 1 0 0,-3 2 0 0 0,-60 17 367 0 0,-8-8-19 0 0,0-3-1 0 0,-94-3 0 0 0,147-7-388 0 0,18-6-1275 0 0,21-7-1372 0 0,-3 6 857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7.403"/>
    </inkml:context>
    <inkml:brush xml:id="br0">
      <inkml:brushProperty name="width" value="0.1" units="cm"/>
      <inkml:brushProperty name="height" value="0.1" units="cm"/>
      <inkml:brushProperty name="color" value="#FFC114"/>
    </inkml:brush>
  </inkml:definitions>
  <inkml:trace contextRef="#ctx0" brushRef="#br0">1 72 4972 0 0,'3'-52'1467'0'0,"-3"50"-1201"0"0,0-15 12 0 0,4 28 173 0 0,3 33 154 0 0,10 67-595 0 0,33 119 0 0 0,-42-197-10 0 0,40 153 593 0 0,-56-194-149 0 0,1-1-1 0 0,0 0 1 0 0,0 0-1 0 0,-10-19 1 0 0,1-16-457 0 0,1-1 1 0 0,3 0 0 0 0,1 0 0 0 0,2-1-1 0 0,2-1 1 0 0,0-92 0 0 0,5 106-52 0 0,1 22-2 0 0,1 1 0 0 0,0-1 0 0 0,0 0 0 0 0,1 1 0 0 0,3-14 0 0 0,-3 23 54 0 0,0-1 0 0 0,0 1 1 0 0,0-1-1 0 0,0 1 0 0 0,0 0 1 0 0,0 0-1 0 0,0-1 0 0 0,0 1 1 0 0,1 0-1 0 0,-1 0 0 0 0,1 0 1 0 0,-1 0-1 0 0,1 1 1 0 0,-1-1-1 0 0,1 0 0 0 0,-1 1 1 0 0,1-1-1 0 0,-1 1 0 0 0,1-1 1 0 0,0 1-1 0 0,2-1 0 0 0,39-4-148 0 0,-38 5 131 0 0,50 0-159 0 0,0 2 0 0 0,0 2 0 0 0,-1 3 0 0 0,67 17-1 0 0,-119-24 178 0 0,-1 0-1 0 0,1 1 1 0 0,0-1-1 0 0,-1 0 0 0 0,1 1 1 0 0,0-1-1 0 0,-1 1 0 0 0,1-1 1 0 0,0 1-1 0 0,-1 0 0 0 0,1 0 1 0 0,-1 0-1 0 0,0-1 0 0 0,1 1 1 0 0,-1 1-1 0 0,0-1 1 0 0,1 0-1 0 0,-1 0 0 0 0,0 0 1 0 0,0 1-1 0 0,1 1 0 0 0,-2-1 9 0 0,0-1-1 0 0,0 0 1 0 0,0 0-1 0 0,0 1 0 0 0,-1-1 1 0 0,1 0-1 0 0,0 0 1 0 0,-1 0-1 0 0,1 0 1 0 0,-1 0-1 0 0,1 0 1 0 0,-1 0-1 0 0,0 0 0 0 0,1 0 1 0 0,-1 0-1 0 0,0 0 1 0 0,0 0-1 0 0,0 0 1 0 0,0 0-1 0 0,1 0 0 0 0,-1-1 1 0 0,-2 2-1 0 0,-7 5 5 0 0,-1 0-1 0 0,0 0 1 0 0,-1-1-1 0 0,-12 4 0 0 0,-38 15 65 0 0,0-3 0 0 0,-89 20 0 0 0,149-42-122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7.969"/>
    </inkml:context>
    <inkml:brush xml:id="br0">
      <inkml:brushProperty name="width" value="0.1" units="cm"/>
      <inkml:brushProperty name="height" value="0.1" units="cm"/>
      <inkml:brushProperty name="color" value="#FFC114"/>
    </inkml:brush>
  </inkml:definitions>
  <inkml:trace contextRef="#ctx0" brushRef="#br0">148 144 6025 0 0,'-5'5'-307'0'0,"8"-4"135"0"0,19-13 118 0 0,34-27 299 0 0,-52 34-126 0 0,0 1-1 0 0,0-1 1 0 0,-1 0 0 0 0,0 0-1 0 0,0 0 1 0 0,0 0-1 0 0,0 0 1 0 0,-1-1 0 0 0,3-9-1 0 0,-5 14-90 0 0,1 0-1 0 0,-1-1 0 0 0,0 1 1 0 0,0 0-1 0 0,0-1 1 0 0,0 1-1 0 0,0 0 0 0 0,0 0 1 0 0,0-1-1 0 0,-1 1 1 0 0,1 0-1 0 0,0-1 0 0 0,-1 1 1 0 0,1 0-1 0 0,-1 0 1 0 0,1 0-1 0 0,-1-1 0 0 0,1 1 1 0 0,-1 0-1 0 0,-1-1 1 0 0,0 0-19 0 0,0 1 0 0 0,1 0 1 0 0,-1 0-1 0 0,0 0 0 0 0,0 0 1 0 0,0 0-1 0 0,0 0 0 0 0,-1 0 1 0 0,1 1-1 0 0,0-1 0 0 0,0 1 1 0 0,0-1-1 0 0,-1 1 0 0 0,1 0 1 0 0,0 0-1 0 0,-3 0 0 0 0,-7 1-2 0 0,1 0-1 0 0,0 0 0 0 0,0 1 0 0 0,0 1 0 0 0,0-1 0 0 0,0 2 1 0 0,0 0-1 0 0,1 0 0 0 0,-20 11 0 0 0,24-11-17 0 0,-1 0 0 0 0,1 1-1 0 0,-1-1 1 0 0,1 1 0 0 0,1 1-1 0 0,-1-1 1 0 0,1 1 0 0 0,0 0-1 0 0,0 0 1 0 0,1 0 0 0 0,-1 1-1 0 0,1 0 1 0 0,1 0 0 0 0,-1 0-1 0 0,-2 11 1 0 0,5-17 9 0 0,1 1 0 0 0,0 0 0 0 0,0 0 0 0 0,0 0 0 0 0,0 0 0 0 0,1 0 1 0 0,-1-1-1 0 0,0 1 0 0 0,1 0 0 0 0,0 0 0 0 0,-1 0 0 0 0,1-1 0 0 0,0 1 0 0 0,0 0 0 0 0,0-1 0 0 0,0 1 0 0 0,0-1 0 0 0,0 1 0 0 0,0-1 1 0 0,0 1-1 0 0,1-1 0 0 0,-1 0 0 0 0,0 0 0 0 0,1 0 0 0 0,-1 1 0 0 0,3 0 0 0 0,43 24 14 0 0,-45-25-11 0 0,9 3-21 0 0,1 1 0 0 0,-1-1 0 0 0,1-1-1 0 0,0 0 1 0 0,-1-1 0 0 0,1 0 0 0 0,20 0 0 0 0,-23-2-487 0 0,-1-1-1 0 0,1 0 0 0 0,0 0 1 0 0,0-1-1 0 0,0 0 1 0 0,13-5-1 0 0,-2-2-1421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8.323"/>
    </inkml:context>
    <inkml:brush xml:id="br0">
      <inkml:brushProperty name="width" value="0.1" units="cm"/>
      <inkml:brushProperty name="height" value="0.1" units="cm"/>
      <inkml:brushProperty name="color" value="#FFC114"/>
    </inkml:brush>
  </inkml:definitions>
  <inkml:trace contextRef="#ctx0" brushRef="#br0">234 1 5685 0 0,'0'0'1351'0'0,"-8"0"-1311"0"0,-8 2-23 0 0,1 1-1 0 0,0 0 1 0 0,0 1 0 0 0,0 1-1 0 0,1 0 1 0 0,-1 1 0 0 0,-21 13-1 0 0,31-17-20 0 0,-46 35-66 0 0,49-35 60 0 0,-1 0 0 0 0,1 0 0 0 0,0 1 0 0 0,0-1 0 0 0,0 0 0 0 0,0 1 0 0 0,0 0 0 0 0,0-1 0 0 0,1 1 0 0 0,-1 0 0 0 0,1 0 0 0 0,0 0 0 0 0,0 0 0 0 0,0 0 0 0 0,0 0 0 0 0,-1 6 0 0 0,3-7 8 0 0,-1 0 0 0 0,1 0 0 0 0,-1 1 0 0 0,1-1 0 0 0,0 0 0 0 0,0 0 0 0 0,0 0 0 0 0,0 0 0 0 0,0 0 0 0 0,0 0 0 0 0,1 0 0 0 0,-1 0 0 0 0,1 0 0 0 0,-1-1 0 0 0,1 1 0 0 0,0 0 0 0 0,0-1 0 0 0,-1 1 0 0 0,4 0 0 0 0,39 23-36 0 0,-37-22 37 0 0,1 2-294 0 0,1-1 0 0 0,1 0-1 0 0,-1-1 1 0 0,0 0 0 0 0,1 0 0 0 0,0-1 0 0 0,-1-1-1 0 0,1 1 1 0 0,0-1 0 0 0,0-1 0 0 0,16-1 0 0 0,0-3-1193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8.759"/>
    </inkml:context>
    <inkml:brush xml:id="br0">
      <inkml:brushProperty name="width" value="0.1" units="cm"/>
      <inkml:brushProperty name="height" value="0.1" units="cm"/>
      <inkml:brushProperty name="color" value="#FFC114"/>
    </inkml:brush>
  </inkml:definitions>
  <inkml:trace contextRef="#ctx0" brushRef="#br0">7 122 4800 0 0,'-6'-110'2891'0'0,"6"109"-2561"0"0,0-7-168 0 0,0 5-97 0 0,0 7 334 0 0,0 39-375 0 0,9 264 52 0 0,-9-301-74 0 0,1-1 1 0 0,-1 1-1 0 0,1-1 0 0 0,1 1 1 0 0,-1-1-1 0 0,1 0 0 0 0,0 1 1 0 0,0-1-1 0 0,1 0 0 0 0,-1 0 1 0 0,1 0-1 0 0,0-1 0 0 0,0 1 1 0 0,1-1-1 0 0,0 1 1 0 0,7 6-1 0 0,-5-7-23 0 0,-1-1 0 0 0,1 1 0 0 0,1-1 0 0 0,-1 0 0 0 0,0-1 0 0 0,1 1 0 0 0,-1-1 0 0 0,1 0 0 0 0,0-1 0 0 0,0 0 0 0 0,-1 0 0 0 0,1 0 0 0 0,12-1 0 0 0,8-2-922 0 0,1 0 0 0 0,-1-2 0 0 0,1-1-1 0 0,37-12 1 0 0,-14 0-978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28.948"/>
    </inkml:context>
    <inkml:brush xml:id="br0">
      <inkml:brushProperty name="width" value="0.1" units="cm"/>
      <inkml:brushProperty name="height" value="0.1" units="cm"/>
      <inkml:brushProperty name="color" value="#FFC114"/>
    </inkml:brush>
  </inkml:definitions>
  <inkml:trace contextRef="#ctx0" brushRef="#br0">45 65 5240 0 0,'-41'-2'732'0'0,"41"2"-723"0"0,0 0 0 0 0,0 0-1 0 0,0 0 1 0 0,0 0 0 0 0,0 0 0 0 0,-1 0-1 0 0,1 0 1 0 0,0 0 0 0 0,0 0-1 0 0,0 0 1 0 0,0 0 0 0 0,0 0 0 0 0,0 0-1 0 0,-1 0 1 0 0,1 0 0 0 0,0 0-1 0 0,0 0 1 0 0,0 0 0 0 0,0 0 0 0 0,0 0-1 0 0,0 0 1 0 0,-1 0 0 0 0,1 0-1 0 0,0 0 1 0 0,0 0 0 0 0,0 0 0 0 0,0 0-1 0 0,0-1 1 0 0,0 1 0 0 0,0 0-1 0 0,0 0 1 0 0,0 0 0 0 0,-1 0-1 0 0,1 0 1 0 0,0 0 0 0 0,0 0 0 0 0,0-1-1 0 0,0 1 1 0 0,0 0 0 0 0,0 0-1 0 0,0 0 1 0 0,0 0 0 0 0,0 0 0 0 0,0 0-1 0 0,0-1 1 0 0,0 1 0 0 0,0 0-1 0 0,0 0 1 0 0,0 0 0 0 0,0 0 0 0 0,0 0-1 0 0,0-1 1 0 0,0 1 0 0 0,0 0-1 0 0,0 0 1 0 0,0 0 0 0 0,1 0 0 0 0,-1 0-1 0 0,0 0 1 0 0,19-9 67 0 0,8 1-31 0 0,0 3 1 0 0,1 0 0 0 0,50-2 0 0 0,-26 3-105 0 0,247-16-3373 0 0,-261 20 2025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0.475"/>
    </inkml:context>
    <inkml:brush xml:id="br0">
      <inkml:brushProperty name="width" value="0.1" units="cm"/>
      <inkml:brushProperty name="height" value="0.1" units="cm"/>
      <inkml:brushProperty name="color" value="#FFC114"/>
    </inkml:brush>
  </inkml:definitions>
  <inkml:trace contextRef="#ctx0" brushRef="#br0">14 75 4084 0 0,'0'0'-215'0'0,"-11"5"-197"0"0,11-5 406 0 0,0 0-1 0 0,0 0 1 0 0,0 0 0 0 0,0 0-1 0 0,0 0 1 0 0,1 0 0 0 0,-1 0-1 0 0,0 1 1 0 0,0-1 0 0 0,0 0-1 0 0,0 0 1 0 0,0 0 0 0 0,0 0-1 0 0,0 0 1 0 0,0 0 0 0 0,0 1-1 0 0,0-1 1 0 0,0 0 0 0 0,0 0-1 0 0,0 0 1 0 0,0 0 0 0 0,0 0-1 0 0,0 1 1 0 0,0-1 0 0 0,0 0-1 0 0,0 0 1 0 0,0 0 0 0 0,0 0-1 0 0,0 0 1 0 0,0 1 0 0 0,0-1-1 0 0,0 0 1 0 0,0 0 0 0 0,0 0-1 0 0,0 0 1 0 0,0 0 0 0 0,-1 0-1 0 0,1 1 1 0 0,0-1 0 0 0,0 0-1 0 0,0 0 1 0 0,0 0 0 0 0,0 0-1 0 0,0 0 1 0 0,0 0 0 0 0,-1 0-1 0 0,1 0 1 0 0,0 0 0 0 0,0 0-1 0 0,0 0 1 0 0,0 0 0 0 0,0 1-1 0 0,-1-1 1 0 0,1 0 0 0 0,0 0-1 0 0,0 0 1 0 0,0 0 0 0 0,88-2 194 0 0,1140-60 856 0 0,-971 63-988 0 0,539-8-2 0 0,19-8 54 0 0,416 27 373 0 0,-748-9 226 0 0,-459-2-357 0 0,-19-1-285 0 0,0 1-1 0 0,0-1 1 0 0,0 0 0 0 0,0 0 0 0 0,-1-1-1 0 0,1 1 1 0 0,8-3 0 0 0,-10 2-702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2.365"/>
    </inkml:context>
    <inkml:brush xml:id="br0">
      <inkml:brushProperty name="width" value="0.1" units="cm"/>
      <inkml:brushProperty name="height" value="0.1" units="cm"/>
      <inkml:brushProperty name="color" value="#FFC114"/>
    </inkml:brush>
  </inkml:definitions>
  <inkml:trace contextRef="#ctx0" brushRef="#br0">17 155 4132 0 0,'-16'3'452'0'0,"38"-15"1889"0"0,33-8-2442 0 0,117-22 158 0 0,271-30-1 0 0,-420 68-61 0 0,24 1-818 0 0,-40-1-1696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2.676"/>
    </inkml:context>
    <inkml:brush xml:id="br0">
      <inkml:brushProperty name="width" value="0.1" units="cm"/>
      <inkml:brushProperty name="height" value="0.1" units="cm"/>
      <inkml:brushProperty name="color" value="#FFC114"/>
    </inkml:brush>
  </inkml:definitions>
  <inkml:trace contextRef="#ctx0" brushRef="#br0">71 5 4788 0 0,'-4'-1'-82'0'0,"-63"-3"150"0"0,78 5-56 0 0,185 23 107 0 0,-157-17-104 0 0,0 1 0 0 0,0 3 0 0 0,42 17-1 0 0,-79-28-9 0 0,0 1-1 0 0,1 0 1 0 0,-1-1-1 0 0,0 1 1 0 0,0 0-1 0 0,0 0 0 0 0,0 0 1 0 0,-1 1-1 0 0,1-1 1 0 0,0 0-1 0 0,0 1 1 0 0,-1-1-1 0 0,1 1 0 0 0,-1 0 1 0 0,1 0-1 0 0,-1-1 1 0 0,0 1-1 0 0,0 0 0 0 0,0 0 1 0 0,0 0-1 0 0,0 0 1 0 0,1 2-1 0 0,-2-1 6 0 0,-1-1 1 0 0,1 0-1 0 0,-1 0 0 0 0,0 0 1 0 0,1 1-1 0 0,-1-1 0 0 0,0 0 0 0 0,0 0 1 0 0,0 0-1 0 0,0 0 0 0 0,-1-1 1 0 0,1 1-1 0 0,0 0 0 0 0,-1 0 0 0 0,1-1 1 0 0,-1 1-1 0 0,0-1 0 0 0,1 1 1 0 0,-1-1-1 0 0,0 0 0 0 0,-4 2 0 0 0,-16 11 32 0 0,-1-1 0 0 0,-1-2 0 0 0,0 0 0 0 0,-1-1 0 0 0,0-2 0 0 0,-51 11 0 0 0,63-18-2472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3.535"/>
    </inkml:context>
    <inkml:brush xml:id="br0">
      <inkml:brushProperty name="width" value="0.1" units="cm"/>
      <inkml:brushProperty name="height" value="0.1" units="cm"/>
      <inkml:brushProperty name="color" value="#FFC114"/>
    </inkml:brush>
  </inkml:definitions>
  <inkml:trace contextRef="#ctx0" brushRef="#br0">450 118 4264 0 0,'-65'-46'4371'0'0,"50"34"-4190"0"0,0 1 1 0 0,-1 0-1 0 0,-19-9 0 0 0,28 17-173 0 0,0 0 0 0 0,-1 0 0 0 0,1 1 0 0 0,-1 0 0 0 0,0 0 0 0 0,1 1 0 0 0,-1 0 0 0 0,0 1 0 0 0,0-1 0 0 0,0 1 0 0 0,-9 2 0 0 0,2 0-14 0 0,1 1 1 0 0,-1 1-1 0 0,1 0 0 0 0,0 1 1 0 0,1 0-1 0 0,-1 2 0 0 0,-21 12 0 0 0,30-17-3 0 0,1 1-1 0 0,-1 0 1 0 0,1 0 0 0 0,-1 0-1 0 0,1 1 1 0 0,0 0-1 0 0,1 0 1 0 0,-1 0-1 0 0,0 0 1 0 0,1 0 0 0 0,0 1-1 0 0,0-1 1 0 0,0 1-1 0 0,1 0 1 0 0,0 0 0 0 0,0 0-1 0 0,0 0 1 0 0,0 0-1 0 0,1 0 1 0 0,0 0-1 0 0,0 1 1 0 0,0-1 0 0 0,1 11-1 0 0,1-12 7 0 0,0 0-1 0 0,1 0 1 0 0,-1 0-1 0 0,1-1 1 0 0,0 1-1 0 0,0-1 1 0 0,1 1-1 0 0,-1-1 1 0 0,1 0 0 0 0,0 1-1 0 0,0-1 1 0 0,0-1-1 0 0,0 1 1 0 0,0 0-1 0 0,1-1 1 0 0,-1 1-1 0 0,1-1 1 0 0,-1 0-1 0 0,1-1 1 0 0,0 1 0 0 0,6 2-1 0 0,9 3-1 0 0,0-1 0 0 0,1 0 1 0 0,20 2-1 0 0,-35-7 11 0 0,0 0 0 0 0,0 0 1 0 0,-1-1-1 0 0,1 0 0 0 0,0 0 0 0 0,0 0 0 0 0,0 0 1 0 0,0-1-1 0 0,0 0 0 0 0,0 0 0 0 0,-1 0 1 0 0,1 0-1 0 0,0-1 0 0 0,-1 0 0 0 0,1 0 1 0 0,-1 0-1 0 0,0-1 0 0 0,8-5 0 0 0,-2-1 58 0 0,0-1 1 0 0,-1-1-1 0 0,-1 0 0 0 0,1 0 0 0 0,8-17 0 0 0,-16 25-42 0 0,8-14 322 0 0,-8 14-317 0 0,0 0 0 0 0,1 0 0 0 0,0 0 0 0 0,-1 0 0 0 0,1 0 0 0 0,0 0 0 0 0,0 0 0 0 0,0 1 1 0 0,1-1-1 0 0,2-2 0 0 0,-4 4-65 0 0,1 36-187 0 0,2-1 168 0 0,8 35-1 0 0,-5-27 39 0 0,17 141 90 0 0,-21-104-5797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4.192"/>
    </inkml:context>
    <inkml:brush xml:id="br0">
      <inkml:brushProperty name="width" value="0.1" units="cm"/>
      <inkml:brushProperty name="height" value="0.1" units="cm"/>
      <inkml:brushProperty name="color" value="#FFC114"/>
    </inkml:brush>
  </inkml:definitions>
  <inkml:trace contextRef="#ctx0" brushRef="#br0">303 136 5509 0 0,'0'0'-228'0'0,"4"-4"-265"0"0,-2 1 504 0 0,0 0-1 0 0,-1 0 0 0 0,1 0 0 0 0,-1 0 0 0 0,1 0 0 0 0,-1 0 0 0 0,0 0 0 0 0,0 0 0 0 0,-1-1 0 0 0,1 1 0 0 0,-1 0 0 0 0,1-1 1 0 0,-1 1-1 0 0,0 0 0 0 0,0-1 0 0 0,0 1 0 0 0,-1 0 0 0 0,1-1 0 0 0,-1 1 0 0 0,0 0 0 0 0,0 0 0 0 0,0-1 0 0 0,0 1 0 0 0,-1 0 1 0 0,1 0-1 0 0,-1 0 0 0 0,0 1 0 0 0,0-1 0 0 0,0 0 0 0 0,0 1 0 0 0,-3-4 0 0 0,2 3 16 0 0,0 0-1 0 0,-1 0 0 0 0,1 1 1 0 0,-1-1-1 0 0,1 1 0 0 0,-1 0 1 0 0,0 0-1 0 0,0 0 0 0 0,0 1 1 0 0,0-1-1 0 0,0 1 1 0 0,0 0-1 0 0,0 0 0 0 0,-6-1 1 0 0,2 3-15 0 0,1-1 0 0 0,0 1 0 0 0,0 1 1 0 0,0-1-1 0 0,-1 1 0 0 0,2 0 1 0 0,-14 7-1 0 0,4-2-9 0 0,1 1-1 0 0,0 1 1 0 0,0 0 0 0 0,-18 15-1 0 0,26-18-6 0 0,0 0 0 0 0,0 0 0 0 0,1 0 0 0 0,0 1 0 0 0,0 0 0 0 0,1 0 0 0 0,-1 1 0 0 0,2 0 0 0 0,-1-1 0 0 0,-3 11 0 0 0,7-16 5 0 0,0 0 1 0 0,1 1 0 0 0,-1-1 0 0 0,1 0-1 0 0,-1 1 1 0 0,1-1 0 0 0,0 1-1 0 0,0-1 1 0 0,0 0 0 0 0,0 1 0 0 0,0-1-1 0 0,1 0 1 0 0,-1 1 0 0 0,1-1 0 0 0,0 0-1 0 0,-1 1 1 0 0,1-1 0 0 0,0 0 0 0 0,0 0-1 0 0,1 0 1 0 0,0 3 0 0 0,1-2 2 0 0,0 0 1 0 0,1 0-1 0 0,-1 0 1 0 0,0 0-1 0 0,1-1 0 0 0,0 1 1 0 0,-1-1-1 0 0,1 0 1 0 0,0 0-1 0 0,8 3 0 0 0,-2-2 11 0 0,0 0 1 0 0,0 0-1 0 0,0-1 0 0 0,0-1 0 0 0,1 0 0 0 0,-1 0 0 0 0,0-1 1 0 0,1 0-1 0 0,14-3 0 0 0,-12 0 4 0 0,0-1 1 0 0,0-1-1 0 0,0-1 0 0 0,-1 0 1 0 0,1 0-1 0 0,-1-1 0 0 0,-1-1 1 0 0,0 0-1 0 0,0 0 0 0 0,16-17 1 0 0,-14 13 238 0 0,-1-1 1 0 0,-1-1 0 0 0,0 0-1 0 0,-1 0 1 0 0,-1-1-1 0 0,0 0 1 0 0,13-32 0 0 0,-3 26 545 0 0,3 409-600 0 0,-19-358-563 0 0,-3-18-4476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4.395"/>
    </inkml:context>
    <inkml:brush xml:id="br0">
      <inkml:brushProperty name="width" value="0.1" units="cm"/>
      <inkml:brushProperty name="height" value="0.1" units="cm"/>
      <inkml:brushProperty name="color" value="#FFC114"/>
    </inkml:brush>
  </inkml:definitions>
  <inkml:trace contextRef="#ctx0" brushRef="#br0">22 1 5509 0 0,'-21'51'3813'0'0,"20"-50"-3691"0"0,14-29-5090 0 0,-4 9 2348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5.923"/>
    </inkml:context>
    <inkml:brush xml:id="br0">
      <inkml:brushProperty name="width" value="0.1" units="cm"/>
      <inkml:brushProperty name="height" value="0.1" units="cm"/>
      <inkml:brushProperty name="color" value="#FFC114"/>
    </inkml:brush>
  </inkml:definitions>
  <inkml:trace contextRef="#ctx0" brushRef="#br0">28 91 5841 0 0,'-12'-6'-457'0'0,"7"1"420"0"0,3 4 48 0 0,2 1-6 0 0,-1-1 0 0 0,1 1 0 0 0,-1 0 0 0 0,0-1 0 0 0,1 1 1 0 0,-1-1-1 0 0,1 1 0 0 0,-1-1 0 0 0,1 1 0 0 0,0-1 0 0 0,-1 1 0 0 0,1-1 0 0 0,0 1 0 0 0,-1-1 1 0 0,1 0-1 0 0,0 1 0 0 0,-1-1 0 0 0,1 1 0 0 0,0-1 0 0 0,0 0 0 0 0,0 1 0 0 0,0-1 0 0 0,0 0 1 0 0,0 1-1 0 0,0-1 0 0 0,0 0 0 0 0,0 1 0 0 0,0-1 0 0 0,0 0 0 0 0,0 1 0 0 0,0-1 0 0 0,0 0 1 0 0,1 1-1 0 0,-1-1 0 0 0,0 0 0 0 0,1 1 0 0 0,-1-1 0 0 0,0 1 0 0 0,1-1 0 0 0,-1 1 0 0 0,0-1 1 0 0,2 0-1 0 0,15-28 90 0 0,-7 24-108 0 0,0 1 0 0 0,1 1 0 0 0,-1-1 1 0 0,1 2-1 0 0,0-1 0 0 0,0 2 0 0 0,0-1 0 0 0,0 2 0 0 0,0-1 0 0 0,0 1 0 0 0,0 1 0 0 0,0 0 0 0 0,0 1 0 0 0,0 0 0 0 0,0 0 0 0 0,0 1 1 0 0,-1 1-1 0 0,0 0 0 0 0,1 0 0 0 0,-1 1 0 0 0,-1 0 0 0 0,1 1 0 0 0,9 7 0 0 0,-15-10 13 0 0,-1-1 0 0 0,0 1-1 0 0,0 0 1 0 0,-1-1 0 0 0,1 1 0 0 0,-1 1-1 0 0,1-1 1 0 0,-1 0 0 0 0,0 0 0 0 0,0 1-1 0 0,0 0 1 0 0,-1-1 0 0 0,1 1 0 0 0,-1 0-1 0 0,0 0 1 0 0,0-1 0 0 0,0 1 0 0 0,0 0-1 0 0,-1 0 1 0 0,0 0 0 0 0,0 0 0 0 0,0 0-1 0 0,0 0 1 0 0,-1 5 0 0 0,-1-1 4 0 0,-1 0 0 0 0,0 0 1 0 0,0-1-1 0 0,-1 1 1 0 0,0-1-1 0 0,0 0 0 0 0,-1 0 1 0 0,0-1-1 0 0,0 1 0 0 0,0-1 1 0 0,-8 7-1 0 0,-30 25 121 0 0,-2-3-1 0 0,-1-1 1 0 0,-58 32-1 0 0,102-65 327 0 0,8-1-334 0 0,30 0-1 0 0,-1-2 0 0 0,0-2 0 0 0,55-12 0 0 0,7-1-6 0 0,16 4 2 0 0,94-16 224 0 0,-205 28 68 0 0,-1 1-588 0 0,-1 0 0 0 0,1 0 0 0 0,0 0 0 0 0,0 0 0 0 0,0-1 0 0 0,-1 1 1 0 0,1 0-1 0 0,0 0 0 0 0,0-1 0 0 0,-1 1 0 0 0,1-1 0 0 0,0 1 0 0 0,0-1 0 0 0,-1 1 0 0 0,1-1 0 0 0,-1 1 0 0 0,1-1 1 0 0,-1 0-1 0 0,1 1 0 0 0,-1-1 0 0 0,1 0 0 0 0,0 0 0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6.285"/>
    </inkml:context>
    <inkml:brush xml:id="br0">
      <inkml:brushProperty name="width" value="0.1" units="cm"/>
      <inkml:brushProperty name="height" value="0.1" units="cm"/>
      <inkml:brushProperty name="color" value="#FFC114"/>
    </inkml:brush>
  </inkml:definitions>
  <inkml:trace contextRef="#ctx0" brushRef="#br0">683 30 5048 0 0,'38'-30'845'0'0,"-63"41"-830"0"0,2 2-1 0 0,-1 0 0 0 0,2 1 1 0 0,0 1-1 0 0,-33 31 1 0 0,-99 103 10 0 0,129-122-17 0 0,-56 63 0 0 0,5 4 0 0 0,-67 109 0 0 0,138-197-6 0 0,-5 9 136 0 0,-1 0 1 0 0,-24 24 0 0 0,34-38-95 0 0,-8-22-2953 0 0,12 5 1175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6.492"/>
    </inkml:context>
    <inkml:brush xml:id="br0">
      <inkml:brushProperty name="width" value="0.1" units="cm"/>
      <inkml:brushProperty name="height" value="0.1" units="cm"/>
      <inkml:brushProperty name="color" value="#FFC114"/>
    </inkml:brush>
  </inkml:definitions>
  <inkml:trace contextRef="#ctx0" brushRef="#br0">53 68 5380 0 0,'-37'-31'2399'0'0,"21"12"-1615"0"0,17 18-974 0 0,-1 0 0 0 0,1 0 1 0 0,-1 1-1 0 0,1-1 0 0 0,-1 0 0 0 0,1 1 0 0 0,-1-1 1 0 0,1 1-1 0 0,0-1 0 0 0,0 0 0 0 0,-1 1 1 0 0,1-1-1 0 0,0 1 0 0 0,0 0 0 0 0,-1-1 0 0 0,1 1 1 0 0,0 0-1 0 0,0-1 0 0 0,0 1 0 0 0,0 0 1 0 0,1 0-1 0 0,15-6-2342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6.689"/>
    </inkml:context>
    <inkml:brush xml:id="br0">
      <inkml:brushProperty name="width" value="0.1" units="cm"/>
      <inkml:brushProperty name="height" value="0.1" units="cm"/>
      <inkml:brushProperty name="color" value="#FFC114"/>
    </inkml:brush>
  </inkml:definitions>
  <inkml:trace contextRef="#ctx0" brushRef="#br0">1 1 7401 0 0,'0'6'-560'0'0,"4"18"5711"0"0,-3-19-6865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7.617"/>
    </inkml:context>
    <inkml:brush xml:id="br0">
      <inkml:brushProperty name="width" value="0.1" units="cm"/>
      <inkml:brushProperty name="height" value="0.1" units="cm"/>
      <inkml:brushProperty name="color" value="#FFC114"/>
    </inkml:brush>
  </inkml:definitions>
  <inkml:trace contextRef="#ctx0" brushRef="#br0">334 68 6381 0 0,'0'0'-26'0'0,"1"-1"0"0"0,0 1 0 0 0,-1-1 0 0 0,1 0 0 0 0,-1 1 0 0 0,1-1 0 0 0,0 1 1 0 0,-1-1-1 0 0,1 0 0 0 0,-1 0 0 0 0,0 1 0 0 0,1-1 0 0 0,-1 0 0 0 0,0 0 0 0 0,1 1 1 0 0,-1-1-1 0 0,0 0 0 0 0,0 0 0 0 0,0 0 0 0 0,1 0 0 0 0,-1 1 0 0 0,0-1 0 0 0,0 0 0 0 0,0 0 1 0 0,-1 0-1 0 0,1 0 0 0 0,0 0 0 0 0,0 1 0 0 0,0-1 0 0 0,-1-1 0 0 0,0 0 8 0 0,-1 0 0 0 0,1 0-1 0 0,-1 1 1 0 0,1-1 0 0 0,-1 0 0 0 0,1 1-1 0 0,-1-1 1 0 0,0 1 0 0 0,0 0-1 0 0,0 0 1 0 0,-3-2 0 0 0,-3-1 5 0 0,0 0 1 0 0,-1 1-1 0 0,0 0 1 0 0,-13-2-1 0 0,4 3-9 0 0,1 0 0 0 0,0 2-1 0 0,-1 0 1 0 0,1 1-1 0 0,-33 6 1 0 0,40-5 12 0 0,1 1 1 0 0,0-1-1 0 0,0 2 1 0 0,-1-1 0 0 0,2 1-1 0 0,-1 0 1 0 0,0 1-1 0 0,1 0 1 0 0,0 1-1 0 0,0-1 1 0 0,-12 14-1 0 0,19-19 10 0 0,0 1 0 0 0,1 0 0 0 0,-1 0 0 0 0,0 0-1 0 0,1 0 1 0 0,-1 0 0 0 0,1-1 0 0 0,-1 1 0 0 0,1 0-1 0 0,0 0 1 0 0,-1 0 0 0 0,1 1 0 0 0,0-1 0 0 0,0 0 0 0 0,0 0-1 0 0,-1 0 1 0 0,1 0 0 0 0,0 0 0 0 0,1 0 0 0 0,-1 0-1 0 0,0 0 1 0 0,0 0 0 0 0,0 0 0 0 0,1 0 0 0 0,-1 0-1 0 0,0 0 1 0 0,1 0 0 0 0,-1 0 0 0 0,1 0 0 0 0,-1 0-1 0 0,1 0 1 0 0,-1 0 0 0 0,1-1 0 0 0,0 1 0 0 0,0 0-1 0 0,-1 0 1 0 0,1-1 0 0 0,0 1 0 0 0,0 0 0 0 0,0-1-1 0 0,0 1 1 0 0,0-1 0 0 0,0 1 0 0 0,-1-1 0 0 0,1 1-1 0 0,0-1 1 0 0,2 1 0 0 0,-2 0 3 0 0,28 13-17 0 0,1-1 0 0 0,0-2 0 0 0,1 0 0 0 0,0-2 1 0 0,50 7-1 0 0,42 13-23 0 0,-86-20-2 0 0,-27-7 19 0 0,0 0 1 0 0,0 0 0 0 0,0 1-1 0 0,0 1 1 0 0,0-1 0 0 0,-1 1-1 0 0,0 1 1 0 0,18 11-1 0 0,-26-15 22 0 0,1 0 0 0 0,0 0 0 0 0,-1 1 0 0 0,0-1 0 0 0,1 1 0 0 0,-1-1 0 0 0,0 1 0 0 0,1-1 0 0 0,-1 1 0 0 0,0-1-1 0 0,0 1 1 0 0,0 0 0 0 0,-1 0 0 0 0,1 0 0 0 0,0-1 0 0 0,-1 1 0 0 0,1 0 0 0 0,-1 0 0 0 0,0 0 0 0 0,1 0 0 0 0,-1 3-1 0 0,-1-3 4 0 0,1-1 0 0 0,-1 1 1 0 0,0-1-1 0 0,0 1 0 0 0,0-1 0 0 0,0 1 0 0 0,0-1 0 0 0,0 0 0 0 0,0 1 0 0 0,0-1 0 0 0,0 0 0 0 0,-1 0 0 0 0,1 0 0 0 0,-1 0 0 0 0,1 0 0 0 0,0 0 0 0 0,-1 0 0 0 0,-3 0 0 0 0,-6 3 29 0 0,0 0-1 0 0,-1-1 1 0 0,1 0 0 0 0,-21 1-1 0 0,-16-1 222 0 0,0-1 0 0 0,-1-3-1 0 0,1-2 1 0 0,-76-15-1 0 0,123 18-279 0 0,0 0-1 0 0,0 0 1 0 0,0 0 0 0 0,0 0-1 0 0,0 0 1 0 0,0-1-1 0 0,0 1 1 0 0,0 0-1 0 0,0-1 1 0 0,0 1 0 0 0,0 0-1 0 0,0-1 1 0 0,0 1-1 0 0,0-1 1 0 0,0 0-1 0 0,1 1 1 0 0,-1-1 0 0 0,0 0-1 0 0,0 1 1 0 0,1-1-1 0 0,-1 0 1 0 0,0 0-1 0 0,1 0 1 0 0,-1 0 0 0 0,1 0-1 0 0,-1 0 1 0 0,0-1-1 0 0,2 1-108 0 0,-1 0 0 0 0,0 0-1 0 0,0-1 1 0 0,1 1-1 0 0,-1 0 1 0 0,1 0 0 0 0,-1 0-1 0 0,1 0 1 0 0,-1 0-1 0 0,1-1 1 0 0,0 1 0 0 0,-1 0-1 0 0,1 0 1 0 0,0 1-1 0 0,0-1 1 0 0,0 0 0 0 0,2-1-1 0 0,10-9-1165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8.212"/>
    </inkml:context>
    <inkml:brush xml:id="br0">
      <inkml:brushProperty name="width" value="0.1" units="cm"/>
      <inkml:brushProperty name="height" value="0.1" units="cm"/>
      <inkml:brushProperty name="color" value="#FFC114"/>
    </inkml:brush>
  </inkml:definitions>
  <inkml:trace contextRef="#ctx0" brushRef="#br0">22 64 4196 0 0,'3'-3'157'0'0,"1"-1"0"0"0,-1 0 0 0 0,0-1 0 0 0,-1 1 0 0 0,1 0 0 0 0,-1-1 0 0 0,0 1 0 0 0,0-1 0 0 0,2-8 0 0 0,1 0 1886 0 0,-10 16-1971 0 0,2-2-63 0 0,-1 1 0 0 0,1 0 0 0 0,0-1 0 0 0,0 2 0 0 0,0-1 0 0 0,1 0 0 0 0,-1 1 0 0 0,0-1 0 0 0,1 1 0 0 0,0 0 0 0 0,-1-1 0 0 0,1 1 0 0 0,0 0 0 0 0,1 1 0 0 0,-1-1 0 0 0,0 0 0 0 0,1 0 0 0 0,0 1 0 0 0,0-1 0 0 0,0 1 0 0 0,0-1 0 0 0,0 1 0 0 0,1 0 0 0 0,-1-1 0 0 0,1 1 0 0 0,0-1 0 0 0,0 1 0 0 0,1 0 0 0 0,-1-1 0 0 0,1 1 0 0 0,0-1 0 0 0,0 1 0 0 0,0-1 0 0 0,0 1 0 0 0,0-1 0 0 0,1 0 0 0 0,-1 1 0 0 0,1-1 0 0 0,0 0 0 0 0,0 0 0 0 0,0 0 0 0 0,3 2 0 0 0,2 2-5 0 0,0 0 0 0 0,0-1 1 0 0,1 0-1 0 0,0 0 0 0 0,0 0 0 0 0,0-1 0 0 0,0-1 1 0 0,1 1-1 0 0,0-2 0 0 0,0 1 0 0 0,0-1 0 0 0,0 0 1 0 0,0-1-1 0 0,1 0 0 0 0,13 1 0 0 0,-16-3-8 0 0,1 1-1 0 0,-1-2 1 0 0,0 1 0 0 0,1-1-1 0 0,-1 0 1 0 0,0-1 0 0 0,0 1-1 0 0,0-2 1 0 0,0 1 0 0 0,0-1-1 0 0,0 0 1 0 0,-1 0 0 0 0,1 0-1 0 0,-1-1 1 0 0,0 0 0 0 0,0-1-1 0 0,0 1 1 0 0,-1-1 0 0 0,0 0-1 0 0,9-11 1 0 0,35-54 245 0 0,-48 69-249 0 0,-4 6-91 0 0,1-2 96 0 0,1 0 0 0 0,-1 1-1 0 0,1-1 1 0 0,0 1 0 0 0,0 0 0 0 0,0-1 0 0 0,1 1-1 0 0,-1 0 1 0 0,1-1 0 0 0,0 1 0 0 0,0 0-1 0 0,0 0 1 0 0,0-1 0 0 0,1 1 0 0 0,-1 0 0 0 0,1-1-1 0 0,0 1 1 0 0,0-1 0 0 0,1 1 0 0 0,-1-1-1 0 0,1 1 1 0 0,-1-1 0 0 0,1 0 0 0 0,0 0 0 0 0,1 0-1 0 0,-1 0 1 0 0,0 0 0 0 0,1 0 0 0 0,3 2-1 0 0,2 3-25 0 0,0-1 0 0 0,1-1-1 0 0,0 1 1 0 0,0-2-1 0 0,0 1 1 0 0,1-1-1 0 0,0-1 1 0 0,16 6-1 0 0,-19-8-401 0 0,0 0-1 0 0,1-1 0 0 0,0 0 0 0 0,-1-1 1 0 0,1 1-1 0 0,-1-1 0 0 0,1-1 0 0 0,9-1 0 0 0,5-2-1842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8.744"/>
    </inkml:context>
    <inkml:brush xml:id="br0">
      <inkml:brushProperty name="width" value="0.1" units="cm"/>
      <inkml:brushProperty name="height" value="0.1" units="cm"/>
      <inkml:brushProperty name="color" value="#FFC114"/>
    </inkml:brush>
  </inkml:definitions>
  <inkml:trace contextRef="#ctx0" brushRef="#br0">21 23 5701 0 0,'-1'0'42'0'0,"0"-1"1"0"0,-1 1 0 0 0,1-1 0 0 0,0 1 0 0 0,0-1-1 0 0,-1 1 1 0 0,1-1 0 0 0,0 1 0 0 0,0-1 0 0 0,0 0-1 0 0,0 0 1 0 0,0 0 0 0 0,0 1 0 0 0,0-1 0 0 0,0 0-1 0 0,0 0 1 0 0,-1-2 0 0 0,18-3 599 0 0,-11 5-844 0 0,1 0 182 0 0,0 2 4 0 0,22 9-5 0 0,1 2-1 0 0,-2 0 1 0 0,0 2-1 0 0,0 1 1 0 0,-1 1 0 0 0,-1 1-1 0 0,-1 1 1 0 0,-1 1-1 0 0,0 1 1 0 0,36 42-1 0 0,-57-59 26 0 0,0-1-1 0 0,0 0 1 0 0,0 1-1 0 0,0-1 1 0 0,0 1-1 0 0,0 0 0 0 0,-1-1 1 0 0,1 1-1 0 0,-1 0 1 0 0,0 0-1 0 0,2 5 1 0 0,-3-7-2 0 0,0-1 0 0 0,-1 1 1 0 0,1-1-1 0 0,0 1 1 0 0,0-1-1 0 0,0 1 0 0 0,0-1 1 0 0,0 1-1 0 0,-1 0 1 0 0,1-1-1 0 0,0 1 0 0 0,-1-1 1 0 0,1 0-1 0 0,0 1 1 0 0,-1-1-1 0 0,1 1 0 0 0,0-1 1 0 0,-1 1-1 0 0,1-1 1 0 0,-1 0-1 0 0,1 1 0 0 0,-1-1 1 0 0,1 0-1 0 0,-1 1 1 0 0,-26 5 38 0 0,21-6-6 0 0,0 0 1 0 0,1-1-1 0 0,-1 1 0 0 0,0-1 1 0 0,0 0-1 0 0,1-1 0 0 0,-1 1 1 0 0,1-1-1 0 0,-1 0 0 0 0,1 0 1 0 0,0-1-1 0 0,-1 0 0 0 0,2 0 1 0 0,-7-4-1 0 0,10 6-26 0 0,-1-1 1 0 0,0 1-1 0 0,0-1 0 0 0,1 1 1 0 0,-1-1-1 0 0,1 0 0 0 0,-1 0 1 0 0,1 0-1 0 0,0 0 0 0 0,0 0 0 0 0,0 0 1 0 0,0 0-1 0 0,0 0 0 0 0,0 0 1 0 0,1 0-1 0 0,-1 0 0 0 0,1-1 1 0 0,-1 1-1 0 0,1 0 0 0 0,0-1 1 0 0,0 1-1 0 0,0 0 0 0 0,0 0 1 0 0,0-1-1 0 0,0 1 0 0 0,1 0 1 0 0,-1 0-1 0 0,1-1 0 0 0,0 1 0 0 0,0 0 1 0 0,-1 0-1 0 0,1 0 0 0 0,1 0 1 0 0,-1 0-1 0 0,0 0 0 0 0,0 0 1 0 0,3-2-1 0 0,4-5-16 0 0,1 0 1 0 0,0 0-1 0 0,0 0 0 0 0,1 2 1 0 0,0-1-1 0 0,0 1 1 0 0,1 1-1 0 0,0-1 0 0 0,1 2 1 0 0,-1 0-1 0 0,20-6 0 0 0,10-1-125 0 0,-1 2 1 0 0,47-5-1 0 0,-85 14 60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9.135"/>
    </inkml:context>
    <inkml:brush xml:id="br0">
      <inkml:brushProperty name="width" value="0.1" units="cm"/>
      <inkml:brushProperty name="height" value="0.1" units="cm"/>
      <inkml:brushProperty name="color" value="#FFC114"/>
    </inkml:brush>
  </inkml:definitions>
  <inkml:trace contextRef="#ctx0" brushRef="#br0">1 107 5044 0 0,'2'2'-34'0'0,"0"0"0"0"0,0-1-1 0 0,1 1 1 0 0,-1 0-1 0 0,1-1 1 0 0,-1 0 0 0 0,1 1-1 0 0,-1-1 1 0 0,1 0-1 0 0,0 0 1 0 0,0-1-1 0 0,0 1 1 0 0,-1 0 0 0 0,1-1-1 0 0,0 0 1 0 0,0 0-1 0 0,0 0 1 0 0,0 0-1 0 0,3-1 1 0 0,4 0 20 0 0,1 0 0 0 0,-1-1 1 0 0,0 0-1 0 0,10-5 0 0 0,-15 6 3 0 0,66-29 97 0 0,-68 29-53 0 0,1-1 0 0 0,-1 0 0 0 0,1 0 0 0 0,-1-1 0 0 0,0 1-1 0 0,0-1 1 0 0,0 0 0 0 0,0 1 0 0 0,-1-1 0 0 0,1-1 0 0 0,-1 1-1 0 0,1 0 1 0 0,-1 0 0 0 0,0-1 0 0 0,2-6 0 0 0,-3 9-25 0 0,-1 0 0 0 0,0 0 1 0 0,1 0-1 0 0,-1 0 0 0 0,0 1 1 0 0,0-1-1 0 0,0 0 0 0 0,0 0 1 0 0,0 0-1 0 0,0 0 0 0 0,0 1 1 0 0,0-1-1 0 0,0 0 0 0 0,0 0 1 0 0,-1 0-1 0 0,1 0 0 0 0,0 1 1 0 0,0-1-1 0 0,-1 0 0 0 0,1 0 1 0 0,-1 0-1 0 0,1 1 0 0 0,0-1 1 0 0,-1 0-1 0 0,0 1 0 0 0,1-1 1 0 0,-1 0-1 0 0,0 0 0 0 0,-26-5 100 0 0,-20 14-55 0 0,38-4-46 0 0,0 0-1 0 0,0 0 1 0 0,1 0 0 0 0,0 2 0 0 0,0-1-1 0 0,0 1 1 0 0,0 0 0 0 0,-11 12 0 0 0,18-17 6 0 0,-1 1 1 0 0,1-1-1 0 0,-1 1 1 0 0,1-1-1 0 0,0 1 0 0 0,-1 0 1 0 0,1 0-1 0 0,0 0 1 0 0,0-1-1 0 0,1 1 0 0 0,-1 0 1 0 0,0 0-1 0 0,0 0 1 0 0,1 0-1 0 0,-1 1 1 0 0,1-1-1 0 0,0 0 0 0 0,0 0 1 0 0,0 0-1 0 0,0 0 1 0 0,0 0-1 0 0,0 0 0 0 0,0 0 1 0 0,1 1-1 0 0,-1-1 1 0 0,1 0-1 0 0,0 0 1 0 0,-1 0-1 0 0,1 0 0 0 0,0-1 1 0 0,0 1-1 0 0,0 0 1 0 0,0 0-1 0 0,1 0 1 0 0,-1-1-1 0 0,0 1 0 0 0,1-1 1 0 0,-1 1-1 0 0,1-1 1 0 0,0 1-1 0 0,-1-1 0 0 0,4 2 1 0 0,11 7 63 0 0,0 0 0 0 0,1-2 0 0 0,0 0 0 0 0,1 0 0 0 0,0-2 0 0 0,0 0 1 0 0,0-1-1 0 0,1-1 0 0 0,20 2 0 0 0,-12-3-610 0 0,0-1 0 0 0,0-1 0 0 0,-1-2 0 0 0,1-1 1 0 0,50-9-1 0 0,-30-1-1113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9.539"/>
    </inkml:context>
    <inkml:brush xml:id="br0">
      <inkml:brushProperty name="width" value="0.1" units="cm"/>
      <inkml:brushProperty name="height" value="0.1" units="cm"/>
      <inkml:brushProperty name="color" value="#FFC114"/>
    </inkml:brush>
  </inkml:definitions>
  <inkml:trace contextRef="#ctx0" brushRef="#br0">1 9 5156 0 0,'0'0'70'0'0,"1"-1"-1"0"0,-1 0 0 0 0,1 1 0 0 0,-1-1 0 0 0,1 1 1 0 0,-1-1-1 0 0,1 1 0 0 0,-1-1 0 0 0,1 1 0 0 0,0-1 0 0 0,-1 1 1 0 0,1 0-1 0 0,0-1 0 0 0,0 1 0 0 0,-1 0 0 0 0,1-1 0 0 0,0 1 1 0 0,0 0-1 0 0,-1 0 0 0 0,1 0 0 0 0,0 0 0 0 0,0 0 0 0 0,1 0 1 0 0,3 55 112 0 0,-5-44-151 0 0,0 1 1 0 0,1-1 0 0 0,1 1 0 0 0,5 19-1 0 0,-2-11-141 0 0,8 19 116 0 0,1-18-3432 0 0,-10-17 1655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39.730"/>
    </inkml:context>
    <inkml:brush xml:id="br0">
      <inkml:brushProperty name="width" value="0.1" units="cm"/>
      <inkml:brushProperty name="height" value="0.1" units="cm"/>
      <inkml:brushProperty name="color" value="#FFC114"/>
    </inkml:brush>
  </inkml:definitions>
  <inkml:trace contextRef="#ctx0" brushRef="#br0">12 94 5809 0 0,'0'-17'208'0'0,"0"2"56"0"0,0 5 76 0 0,0 0 440 0 0,0 1 172 0 0,-3-6-596 0 0,6 7-352 0 0,-14-2-1896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0.123"/>
    </inkml:context>
    <inkml:brush xml:id="br0">
      <inkml:brushProperty name="width" value="0.1" units="cm"/>
      <inkml:brushProperty name="height" value="0.1" units="cm"/>
      <inkml:brushProperty name="color" value="#FFC114"/>
    </inkml:brush>
  </inkml:definitions>
  <inkml:trace contextRef="#ctx0" brushRef="#br0">0 38 6129 0 0,'11'-37'594'0'0,"-6"36"322"0"0,1 19-862 0 0,-2 14-24 0 0,0 55 0 0 0,-1-13-9 0 0,8 41-140 0 0,4 49 319 0 0,-11-55-4465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0.330"/>
    </inkml:context>
    <inkml:brush xml:id="br0">
      <inkml:brushProperty name="width" value="0.1" units="cm"/>
      <inkml:brushProperty name="height" value="0.1" units="cm"/>
      <inkml:brushProperty name="color" value="#FFC114"/>
    </inkml:brush>
  </inkml:definitions>
  <inkml:trace contextRef="#ctx0" brushRef="#br0">47 77 5264 0 0,'-1'-1'10'0'0,"-3"1"100"0"0,0-1 0 0 0,0 1-1 0 0,0-1 1 0 0,0-1-1 0 0,0 1 1 0 0,0 0-1 0 0,1-1 1 0 0,-1 0-1 0 0,-5-3 1 0 0,7 3 10 0 0,84-15 196 0 0,196-15-3503 0 0,-212 22 1424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0.830"/>
    </inkml:context>
    <inkml:brush xml:id="br0">
      <inkml:brushProperty name="width" value="0.1" units="cm"/>
      <inkml:brushProperty name="height" value="0.1" units="cm"/>
      <inkml:brushProperty name="color" value="#FFC114"/>
    </inkml:brush>
  </inkml:definitions>
  <inkml:trace contextRef="#ctx0" brushRef="#br0">1 21 5288 0 0,'13'-18'1058'0'0,"-3"15"-264"0"0,-7 5-734 0 0,-1 0 0 0 0,0 0 0 0 0,0 1 0 0 0,-1-1 0 0 0,1 1 0 0 0,0-1 0 0 0,-1 1 1 0 0,1-1-1 0 0,1 6 0 0 0,3 5-154 0 0,39 60 405 0 0,-6-12-914 0 0,-19-19-2684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1.015"/>
    </inkml:context>
    <inkml:brush xml:id="br0">
      <inkml:brushProperty name="width" value="0.1" units="cm"/>
      <inkml:brushProperty name="height" value="0.1" units="cm"/>
      <inkml:brushProperty name="color" value="#FFC114"/>
    </inkml:brush>
  </inkml:definitions>
  <inkml:trace contextRef="#ctx0" brushRef="#br0">1 46 5985 0 0,'34'-41'968'0'0,"-32"40"-720"0"0,2-3 74 0 0,-30 13-4880 0 0,20-7 3449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2.036"/>
    </inkml:context>
    <inkml:brush xml:id="br0">
      <inkml:brushProperty name="width" value="0.1" units="cm"/>
      <inkml:brushProperty name="height" value="0.1" units="cm"/>
      <inkml:brushProperty name="color" value="#FFC114"/>
    </inkml:brush>
  </inkml:definitions>
  <inkml:trace contextRef="#ctx0" brushRef="#br0">299 56 3884 0 0,'0'0'-78'0'0,"-1"-4"-250"0"0,0 2 326 0 0,0-1 1 0 0,0 1 0 0 0,0 0-1 0 0,0 0 1 0 0,0-1 0 0 0,-1 1 0 0 0,1 0-1 0 0,-1 0 1 0 0,1 0 0 0 0,-1 1-1 0 0,0-1 1 0 0,0 0 0 0 0,0 1-1 0 0,0-1 1 0 0,0 1 0 0 0,0 0-1 0 0,0-1 1 0 0,0 1 0 0 0,-1 0 0 0 0,1 0-1 0 0,0 1 1 0 0,-1-1 0 0 0,-3-1-1 0 0,-4 0 10 0 0,1-1 0 0 0,0 1 0 0 0,-1 0 0 0 0,0 1-1 0 0,1 0 1 0 0,-1 1 0 0 0,0-1 0 0 0,1 2 0 0 0,-1 0 0 0 0,0 0-1 0 0,1 1 1 0 0,-1 0 0 0 0,1 0 0 0 0,0 1 0 0 0,0 0 0 0 0,0 1-1 0 0,0 0 1 0 0,0 0 0 0 0,-8 7 0 0 0,17-11-6 0 0,-1 1 0 0 0,1-1 0 0 0,-1 1-1 0 0,1-1 1 0 0,-1 1 0 0 0,1 0 0 0 0,0-1 0 0 0,-1 1 0 0 0,1 0-1 0 0,0 0 1 0 0,-1-1 0 0 0,1 1 0 0 0,0 0 0 0 0,0 0 0 0 0,0-1-1 0 0,0 1 1 0 0,-1 0 0 0 0,1 0 0 0 0,0 0 0 0 0,1-1 0 0 0,-1 1-1 0 0,0 0 1 0 0,0 0 0 0 0,0-1 0 0 0,0 1 0 0 0,1 0 0 0 0,-1 0 0 0 0,0-1-1 0 0,0 1 1 0 0,1 0 0 0 0,-1-1 0 0 0,1 1 0 0 0,-1 0 0 0 0,1-1-1 0 0,-1 1 1 0 0,1-1 0 0 0,-1 1 0 0 0,1 0 0 0 0,20 22 40 0 0,-2-8-34 0 0,1-2 0 0 0,0 0 0 0 0,1 0 0 0 0,24 9 1 0 0,26 15-22 0 0,-51-25 25 0 0,-7-6-14 0 0,0 1-1 0 0,-1 1 0 0 0,0 0 1 0 0,-1 0-1 0 0,0 1 1 0 0,0 1-1 0 0,-1 0 0 0 0,16 19 1 0 0,-26-29 18 0 0,0 0 0 0 0,1 1 1 0 0,-1-1-1 0 0,0 1 1 0 0,0-1-1 0 0,0 1 0 0 0,1-1 1 0 0,-1 1-1 0 0,0-1 0 0 0,0 1 1 0 0,0-1-1 0 0,0 0 1 0 0,0 1-1 0 0,0-1 0 0 0,0 1 1 0 0,0-1-1 0 0,0 1 0 0 0,0-1 1 0 0,-1 1-1 0 0,1-1 1 0 0,0 1-1 0 0,0-1 0 0 0,0 1 1 0 0,0-1-1 0 0,-1 1 0 0 0,1-1 1 0 0,0 0-1 0 0,-1 1 1 0 0,1-1-1 0 0,0 0 0 0 0,0 1 1 0 0,-1 0-1 0 0,-19 8 273 0 0,-21-4 104 0 0,-115-13 624 0 0,132 5-809 0 0,1-1 0 0 0,0-1 0 0 0,1-1 0 0 0,-38-14 0 0 0,29 2-495 0 0,21 0-3357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3.046"/>
    </inkml:context>
    <inkml:brush xml:id="br0">
      <inkml:brushProperty name="width" value="0.1" units="cm"/>
      <inkml:brushProperty name="height" value="0.1" units="cm"/>
      <inkml:brushProperty name="color" value="#FFC114"/>
    </inkml:brush>
  </inkml:definitions>
  <inkml:trace contextRef="#ctx0" brushRef="#br0">0 36 4240 0 0,'5'-2'288'0'0,"-1"-1"-1"0"0,0 1 1 0 0,0-1-1 0 0,-1 0 1 0 0,1 0-1 0 0,0 0 1 0 0,-1-1-1 0 0,5-5 738 0 0,-8 9-957 0 0,0-1 0 0 0,1 1 0 0 0,-1 0 0 0 0,0-1 0 0 0,1 1 0 0 0,-1 0 0 0 0,1 0 0 0 0,-1 0 1 0 0,0-1-1 0 0,1 1 0 0 0,-1 0 0 0 0,1 0 0 0 0,-1 0 0 0 0,1 0 0 0 0,-1 0 0 0 0,0-1 0 0 0,1 1 0 0 0,-1 0 0 0 0,1 0 1 0 0,-1 0-1 0 0,1 0 0 0 0,-1 0 0 0 0,1 1 0 0 0,-1-1 0 0 0,1 0 0 0 0,-1 0 0 0 0,0 0 0 0 0,1 0 0 0 0,-1 0 0 0 0,1 1 1 0 0,3 4-61 0 0,0 1 0 0 0,-1-1 0 0 0,0 1 0 0 0,0 0 0 0 0,-1 0 0 0 0,0 0 0 0 0,0 0 0 0 0,0 0 0 0 0,-1 1 0 0 0,0-1 0 0 0,1 7 0 0 0,4 86 32 0 0,-4-69-26 0 0,3 48-10 0 0,-1-47-92 0 0,-1 0-1 0 0,-2 0 1 0 0,-1 0-1 0 0,-2 0 1 0 0,-9 58 0 0 0,5-84-305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3.513"/>
    </inkml:context>
    <inkml:brush xml:id="br0">
      <inkml:brushProperty name="width" value="0.1" units="cm"/>
      <inkml:brushProperty name="height" value="0.1" units="cm"/>
      <inkml:brushProperty name="color" value="#FFC114"/>
    </inkml:brush>
  </inkml:definitions>
  <inkml:trace contextRef="#ctx0" brushRef="#br0">23 1 6001 0 0,'-16'3'-28'0'0,"9"0"708"0"0,14-2 871 0 0,294 6-1128 0 0,170-2-506 0 0,-468-5 5 0 0,47-5-802 0 0,-48 5 582 0 0,0-1 1 0 0,0 1 0 0 0,0-1-1 0 0,0 1 1 0 0,0-1-1 0 0,0 0 1 0 0,0 0-1 0 0,0 0 1 0 0,0 0-1 0 0,-1 0 1 0 0,4-3-1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5.077"/>
    </inkml:context>
    <inkml:brush xml:id="br0">
      <inkml:brushProperty name="width" value="0.1" units="cm"/>
      <inkml:brushProperty name="height" value="0.1" units="cm"/>
      <inkml:brushProperty name="color" value="#FFC114"/>
    </inkml:brush>
  </inkml:definitions>
  <inkml:trace contextRef="#ctx0" brushRef="#br0">12 0 5164 0 0,'0'0'-254'0'0,"-8"1"-165"0"0,5 0 620 0 0,8 1 1089 0 0,255 27-1084 0 0,-54-7-157 0 0,-135-12-63 0 0,-15-1-297 0 0,68 1 0 0 0,-129-22-2211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5.764"/>
    </inkml:context>
    <inkml:brush xml:id="br0">
      <inkml:brushProperty name="width" value="0.1" units="cm"/>
      <inkml:brushProperty name="height" value="0.1" units="cm"/>
      <inkml:brushProperty name="color" value="#FFC114"/>
    </inkml:brush>
  </inkml:definitions>
  <inkml:trace contextRef="#ctx0" brushRef="#br0">2 46 4052 0 0,'0'-1'54'0'0,"-1"-1"-1"0"0,1 0 1 0 0,0 0-1 0 0,-1 0 1 0 0,1 0-1 0 0,0 0 1 0 0,0 0-1 0 0,1 0 1 0 0,-1 0-1 0 0,0 1 1 0 0,1-1-1 0 0,-1 0 1 0 0,1 0-1 0 0,0-2 1 0 0,3-7 2066 0 0,-4 10-2115 0 0,0 1 0 0 0,0 0 1 0 0,0 0-1 0 0,0 0 0 0 0,0-1 0 0 0,0 1 0 0 0,0 0 0 0 0,0 0 0 0 0,0 0 0 0 0,0 0 0 0 0,0 0 0 0 0,0-1 0 0 0,0 1 0 0 0,0 0 0 0 0,1 0 1 0 0,-1 0-1 0 0,0 0 0 0 0,0 0 0 0 0,0 0 0 0 0,0-1 0 0 0,0 1 0 0 0,0 0 0 0 0,1 0 0 0 0,-1 0 0 0 0,0 0 0 0 0,0 0 0 0 0,0 0 0 0 0,0 0 1 0 0,1 0-1 0 0,-1 0 0 0 0,0 0 0 0 0,0 0 0 0 0,0 0 0 0 0,0 0 0 0 0,1 0 0 0 0,-1 0 0 0 0,0 0 0 0 0,0 0 0 0 0,0 0 0 0 0,0 0 0 0 0,1 0 1 0 0,-1 0-1 0 0,0 0 0 0 0,0 0 0 0 0,0 0 0 0 0,0 0 0 0 0,1 0 0 0 0,-1 0 0 0 0,0 0 0 0 0,0 0 0 0 0,0 1 0 0 0,0-1 0 0 0,0 0 0 0 0,0 0 1 0 0,1 0-1 0 0,-1 0 0 0 0,0 0 0 0 0,0 0 0 0 0,0 1 0 0 0,0-1 0 0 0,0 0 0 0 0,0 0 0 0 0,0 0 0 0 0,0 1 0 0 0,6 11-9 0 0,0 1 0 0 0,-1 0 0 0 0,-1 1 0 0 0,0-1 0 0 0,-1 1 0 0 0,-1-1 0 0 0,0 1 0 0 0,0 19-1 0 0,-7 123 28 0 0,1-95 3 0 0,-7 136 32 0 0,4-129 271 0 0,6-66-258 0 0,10-39-5990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6.377"/>
    </inkml:context>
    <inkml:brush xml:id="br0">
      <inkml:brushProperty name="width" value="0.1" units="cm"/>
      <inkml:brushProperty name="height" value="0.1" units="cm"/>
      <inkml:brushProperty name="color" value="#FFC114"/>
    </inkml:brush>
  </inkml:definitions>
  <inkml:trace contextRef="#ctx0" brushRef="#br0">56 0 5168 0 0,'0'0'-224'0'0,"-4"0"40"0"0,-44 5 435 0 0,45-5-55 0 0,12 2-173 0 0,260 29 105 0 0,-30-5-94 0 0,182 43 1635 0 0,-425-72-1979 0 0,-32-31-2965 0 0,29 27 1655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0:47.145"/>
    </inkml:context>
    <inkml:brush xml:id="br0">
      <inkml:brushProperty name="width" value="0.1" units="cm"/>
      <inkml:brushProperty name="height" value="0.1" units="cm"/>
      <inkml:brushProperty name="color" value="#FFC114"/>
    </inkml:brush>
  </inkml:definitions>
  <inkml:trace contextRef="#ctx0" brushRef="#br0">1172 123 4868 0 0,'-11'-10'-143'0'0,"-63"-17"266"0"0,-2 4 0 0 0,0 3 1 0 0,-83-11-1 0 0,112 25-105 0 0,-1 2 0 0 0,1 2 0 0 0,-1 2 1 0 0,0 2-1 0 0,1 3 0 0 0,-72 15 0 0 0,97-15-24 0 0,0 1-1 0 0,0 1 1 0 0,1 1-1 0 0,0 1 1 0 0,0 1-1 0 0,1 1 1 0 0,0 1-1 0 0,1 1 1 0 0,1 0-1 0 0,0 1 1 0 0,0 1-1 0 0,2 1 1 0 0,0 0-1 0 0,1 2 1 0 0,-22 30-1 0 0,31-38 4 0 0,0-1 1 0 0,1 1-1 0 0,0 0 0 0 0,0 0 0 0 0,2 1 0 0 0,-1-1 1 0 0,1 1-1 0 0,0 0 0 0 0,1 0 0 0 0,1 0 0 0 0,0 0 1 0 0,0 0-1 0 0,1 0 0 0 0,0 0 0 0 0,1 0 1 0 0,0 0-1 0 0,1 0 0 0 0,0 0 0 0 0,1 0 0 0 0,0-1 1 0 0,1 1-1 0 0,0-1 0 0 0,0 0 0 0 0,1 0 0 0 0,1 0 1 0 0,0 0-1 0 0,9 11 0 0 0,2 0 20 0 0,2 0 0 0 0,0-1 0 0 0,1-2 0 0 0,1 0 0 0 0,0 0 0 0 0,1-2 0 0 0,1-1 0 0 0,1-1 0 0 0,0-1 0 0 0,26 10 0 0 0,38 12 37 0 0,0-4 0 0 0,2-4 1 0 0,1-4-1 0 0,1-4 0 0 0,1-3 1 0 0,0-5-1 0 0,1-4 0 0 0,154-8 1 0 0,-202-4-24 0 0,0-1-1 0 0,0-2 1 0 0,-1-2 0 0 0,85-31 0 0 0,-109 33-2 0 0,0-2-1 0 0,0 0 0 0 0,-1-1 0 0 0,-1-1 0 0 0,0-1 0 0 0,-1 0 0 0 0,0-1 0 0 0,-1-2 0 0 0,0 1 0 0 0,-2-2 0 0 0,26-34 1 0 0,-35 43-7 0 0,-1-1 0 0 0,0 0 0 0 0,-1 0 0 0 0,1 0 0 0 0,-2 0 0 0 0,0-1 0 0 0,0 0 0 0 0,0 1 0 0 0,-1-1 0 0 0,-1 0 0 0 0,0 0 0 0 0,0 0 0 0 0,-1 0 0 0 0,0 0 0 0 0,0 0 0 0 0,-2 0 0 0 0,1 0 0 0 0,-1 0 0 0 0,0 0 0 0 0,-1 0 0 0 0,-6-14 0 0 0,1 8-5 0 0,-1 0 0 0 0,0 1 0 0 0,-1 0 0 0 0,-1 0 0 0 0,0 1 0 0 0,-1 1 0 0 0,-1 0 1 0 0,0 0-1 0 0,-1 2 0 0 0,0-1 0 0 0,-17-10 0 0 0,-17-6 15 0 0,-1 1 0 0 0,0 3 0 0 0,-2 1 0 0 0,-1 3 1 0 0,-78-19-1 0 0,44 19 24 0 0,-1 4 0 0 0,-148-9 0 0 0,86 24-1100 0 0,86 1-2152 0 0,40 0 1911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29.116"/>
    </inkml:context>
    <inkml:brush xml:id="br0">
      <inkml:brushProperty name="width" value="0.1" units="cm"/>
      <inkml:brushProperty name="height" value="0.1" units="cm"/>
      <inkml:brushProperty name="color" value="#FFC114"/>
    </inkml:brush>
  </inkml:definitions>
  <inkml:trace contextRef="#ctx0" brushRef="#br0">31 82 2200 0 0,'0'0'704'0'0,"-3"13"-414"0"0,-8 37 4 0 0,9-37 2095 0 0,-9-11-2216 0 0,8-2 73 0 0,9-1 1285 0 0,167-20-1508 0 0,273 2 0 0 0,-443 19-23 0 0,6 0 0 0 0,1 0-1 0 0,-1 0 1 0 0,1-1-1 0 0,-1 0 0 0 0,1-1 1 0 0,-1 0-1 0 0,13-5 1 0 0,59-44-3 0 0,-64 45 2 0 0,1 2 0 0 0,-1 0 1 0 0,1 0-1 0 0,0 2 0 0 0,0 0 0 0 0,0 2 0 0 0,0 0 1 0 0,18 2-1 0 0,41-2-1 0 0,138-3 101 0 0,-212 3-116 0 0,16-1-769 0 0,14-22-2567 0 0,-19 15 1409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29.459"/>
    </inkml:context>
    <inkml:brush xml:id="br0">
      <inkml:brushProperty name="width" value="0.1" units="cm"/>
      <inkml:brushProperty name="height" value="0.1" units="cm"/>
      <inkml:brushProperty name="color" value="#FFC114"/>
    </inkml:brush>
  </inkml:definitions>
  <inkml:trace contextRef="#ctx0" brushRef="#br0">97 16 4852 0 0,'-71'-8'-371'0'0,"68"8"482"0"0,-12-2 205 0 0,7-3 365 0 0,49 4-648 0 0,0 3 1 0 0,-1 1 0 0 0,1 2 0 0 0,73 20-1 0 0,-41-4-29 0 0,126 55 0 0 0,-140-45 2 0 0,-57-30 126 0 0,-8 2-50 0 0,-16 7-28 0 0,-1-1 0 0 0,-1-1 1 0 0,1-1-1 0 0,-1-1 0 0 0,0-1 1 0 0,-37 3-1 0 0,-63 15 61 0 0,88-14-193 0 0,22-6-434 0 0,0 0 0 0 0,1 1 0 0 0,0 0-1 0 0,-1 1 1 0 0,-20 12 0 0 0,26-10-961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3.439"/>
    </inkml:context>
    <inkml:brush xml:id="br0">
      <inkml:brushProperty name="width" value="0.1" units="cm"/>
      <inkml:brushProperty name="height" value="0.1" units="cm"/>
      <inkml:brushProperty name="color" value="#FFC114"/>
    </inkml:brush>
  </inkml:definitions>
  <inkml:trace contextRef="#ctx0" brushRef="#br0">44 22 4320 0 0,'0'0'-197'0'0,"-36"3"736"0"0,29-1-258 0 0,9-1-105 0 0,24 1-57 0 0,63-2-239 0 0,-63 0 163 0 0,275 13-97 0 0,-159-4 28 0 0,7 2 4 0 0,-38-3-8 0 0,125-5-1 0 0,242-11 1 0 0,-343 9 51 0 0,361 18 74 0 0,-263-13-16 0 0,151-5-49 0 0,-83-2 10 0 0,1 0 12 0 0,581-56 17 0 0,-737 48-15 0 0,339-13 307 0 0,-464 21-312 0 0,-18 0-49 0 0,0 1 0 0 0,1 0 0 0 0,-1-1 0 0 0,0 1 0 0 0,1 1 0 0 0,-1-1 0 0 0,0 0 0 0 0,1 1 0 0 0,-1-1 0 0 0,0 1 0 0 0,0 0 0 0 0,1 0 0 0 0,-1 1 0 0 0,5 2 0 0 0,-6-3-554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4.700"/>
    </inkml:context>
    <inkml:brush xml:id="br0">
      <inkml:brushProperty name="width" value="0.1" units="cm"/>
      <inkml:brushProperty name="height" value="0.1" units="cm"/>
      <inkml:brushProperty name="color" value="#FFC114"/>
    </inkml:brush>
  </inkml:definitions>
  <inkml:trace contextRef="#ctx0" brushRef="#br0">58 60 3780 0 0,'-56'12'424'0'0,"54"-12"-230"0"0,53-10-186 0 0,-17 0-1 0 0,96-8 14 0 0,0 6 1 0 0,184 6-1 0 0,-73 3 46 0 0,408-2 171 0 0,-423 5-99 0 0,86-5 185 0 0,167 2 105 0 0,-221 9-394 0 0,229 11 921 0 0,-483-17-901 0 0,1 0 59 0 0,-1 0 1 0 0,1 1-1 0 0,-1-1 0 0 0,0 1 0 0 0,1 0 0 0 0,-1 0 0 0 0,1 1 0 0 0,-1-1 0 0 0,5 3 0 0 0,-8-3-35 0 0,-42-18-6163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7.008"/>
    </inkml:context>
    <inkml:brush xml:id="br0">
      <inkml:brushProperty name="width" value="0.1" units="cm"/>
      <inkml:brushProperty name="height" value="0.1" units="cm"/>
      <inkml:brushProperty name="color" value="#FFC114"/>
    </inkml:brush>
  </inkml:definitions>
  <inkml:trace contextRef="#ctx0" brushRef="#br0">31 98 4916 0 0,'0'0'-238'0'0,"-20"2"259"0"0,20-2-11 0 0,-1 0 0 0 0,1 0-1 0 0,0 0 1 0 0,-1 0 0 0 0,1 0-1 0 0,0 0 1 0 0,-1 0 0 0 0,1 0-1 0 0,0 0 1 0 0,-1 0 0 0 0,1 0 0 0 0,-1 0-1 0 0,1 0 1 0 0,0 0 0 0 0,-1 0-1 0 0,1-1 1 0 0,0 1 0 0 0,-1 0 0 0 0,1 0-1 0 0,0 0 1 0 0,0-1 0 0 0,-1 1-1 0 0,1 0 1 0 0,0 0 0 0 0,0-1 0 0 0,-1 1-1 0 0,1 0 1 0 0,0-1 0 0 0,0 1-1 0 0,0 0 1 0 0,-1 0 0 0 0,1-1 0 0 0,0 1-1 0 0,0 0 1 0 0,0-1 0 0 0,0 1-1 0 0,0-1 1 0 0,0 1 0 0 0,0 0 0 0 0,0-1-1 0 0,0 1 1 0 0,0-1 0 0 0,13-15 74 0 0,35-13-101 0 0,-20 19-7 0 0,1 1 1 0 0,0 1 0 0 0,0 2-1 0 0,0 1 1 0 0,1 1-1 0 0,0 2 1 0 0,0 0-1 0 0,0 2 1 0 0,0 2-1 0 0,0 1 1 0 0,-1 1 0 0 0,1 1-1 0 0,36 12 1 0 0,-62-16 17 0 0,0 1 1 0 0,0-1 0 0 0,0 1-1 0 0,0 0 1 0 0,-1 0 0 0 0,1 0-1 0 0,-1 1 1 0 0,1-1 0 0 0,-1 1-1 0 0,0 0 1 0 0,0 0 0 0 0,0 0-1 0 0,4 6 1 0 0,-6-6 2 0 0,0-1 1 0 0,0 1 0 0 0,0-1-1 0 0,-1 1 1 0 0,1 0-1 0 0,-1-1 1 0 0,0 1-1 0 0,1-1 1 0 0,-1 1-1 0 0,0 0 1 0 0,-1-1-1 0 0,1 1 1 0 0,0 0-1 0 0,-1-1 1 0 0,1 1-1 0 0,-1-1 1 0 0,0 1-1 0 0,0-1 1 0 0,0 1-1 0 0,0-1 1 0 0,0 1 0 0 0,-1-1-1 0 0,1 0 1 0 0,-3 3-1 0 0,-8 12 2 0 0,-2-1 0 0 0,0-1 1 0 0,0 0-1 0 0,-1 0 0 0 0,-32 21 0 0 0,-94 57-4 0 0,124-83 4 0 0,-204 123 140 0 0,218-128 97 0 0,12-2-187 0 0,13-1-44 0 0,420-18 175 0 0,-318 8-142 0 0,82-4 1023 0 0,-201 11-1006 0 0,21-7-3422 0 0,-17 2 2119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7.945"/>
    </inkml:context>
    <inkml:brush xml:id="br0">
      <inkml:brushProperty name="width" value="0.1" units="cm"/>
      <inkml:brushProperty name="height" value="0.1" units="cm"/>
      <inkml:brushProperty name="color" value="#FFC114"/>
    </inkml:brush>
  </inkml:definitions>
  <inkml:trace contextRef="#ctx0" brushRef="#br0">393 112 3940 0 0,'0'0'-173'0'0,"1"-1"190"0"0,0 0 0 0 0,0 0 1 0 0,0 0-1 0 0,0 0 0 0 0,0 0 0 0 0,0 0 0 0 0,0 0 1 0 0,-1 0-1 0 0,1-1 0 0 0,0 1 0 0 0,-1 0 0 0 0,1 0 1 0 0,0-2-1 0 0,-5-4-3 0 0,1 1-1 0 0,-2-1 1 0 0,1 1 0 0 0,-1 0 0 0 0,0 0 0 0 0,0 1-1 0 0,-1 0 1 0 0,1 0 0 0 0,-1 0 0 0 0,0 0 0 0 0,-1 1 0 0 0,1 0-1 0 0,-1 0 1 0 0,1 1 0 0 0,-1 0 0 0 0,0 0 0 0 0,-1 1-1 0 0,1 0 1 0 0,0 0 0 0 0,-1 0 0 0 0,-10 0 0 0 0,4 1-32 0 0,0 2 0 0 0,0-1 1 0 0,1 2-1 0 0,-1-1 1 0 0,0 2-1 0 0,0 0 0 0 0,1 1 1 0 0,0 0-1 0 0,-1 1 0 0 0,2 0 1 0 0,-1 1-1 0 0,1 1 1 0 0,0 0-1 0 0,0 0 0 0 0,0 1 1 0 0,1 1-1 0 0,-16 16 0 0 0,26-24 17 0 0,-1 1 0 0 0,1 0 0 0 0,0-1 0 0 0,-1 1 0 0 0,1 0 0 0 0,0 0 0 0 0,0-1 0 0 0,0 1 0 0 0,1 0 0 0 0,-1 0 0 0 0,0 0 0 0 0,1 0 0 0 0,-1 0 0 0 0,1 0 0 0 0,0 0 0 0 0,-1 1 0 0 0,1-1 0 0 0,0 0 0 0 0,0 0-1 0 0,1 0 1 0 0,-1 0 0 0 0,0 0 0 0 0,1 0 0 0 0,0 3 0 0 0,1-2 4 0 0,0 1 0 0 0,0-1 1 0 0,0 0-1 0 0,1 0 0 0 0,-1 0 0 0 0,1 0 0 0 0,-1-1 0 0 0,1 1 0 0 0,0-1 0 0 0,0 1 0 0 0,1-1 0 0 0,4 3 0 0 0,2 0 21 0 0,1 0 0 0 0,0-1 0 0 0,-1 1-1 0 0,1-2 1 0 0,1 0 0 0 0,-1 0 0 0 0,0-1 0 0 0,15 1-1 0 0,-16-4 16 0 0,0 1-1 0 0,-1-1 0 0 0,1-1 1 0 0,0 1-1 0 0,0-2 1 0 0,0 1-1 0 0,-1-2 0 0 0,0 1 1 0 0,1-1-1 0 0,-1 0 0 0 0,-1-1 1 0 0,1 0-1 0 0,10-8 0 0 0,-3-1 132 0 0,-1 0 0 0 0,0-1 0 0 0,-1-1 0 0 0,0 0 0 0 0,14-23 0 0 0,-4 9 488 0 0,-20 31-510 0 0,-8 16-158 0 0,3-12 14 0 0,-1 0 1 0 0,0 0-1 0 0,1 1 1 0 0,0-1-1 0 0,1 0 1 0 0,-1 1-1 0 0,1-1 1 0 0,0 1 0 0 0,0-1-1 0 0,1 1 1 0 0,-1-1-1 0 0,1 0 1 0 0,1 1-1 0 0,-1-1 1 0 0,1 0-1 0 0,-1 0 1 0 0,2 0-1 0 0,-1 0 1 0 0,0 0-1 0 0,1 0 1 0 0,0-1 0 0 0,0 1-1 0 0,0-1 1 0 0,1 0-1 0 0,0 0 1 0 0,-1 0-1 0 0,2 0 1 0 0,4 3-1 0 0,1 0-305 0 0,0 0 0 0 0,0-1 0 0 0,0 0 0 0 0,1-1 0 0 0,0-1 0 0 0,0 1 0 0 0,0-2 0 0 0,0 1 0 0 0,1-2 0 0 0,-1 1 0 0 0,21 0 0 0 0,-7-3-937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8.520"/>
    </inkml:context>
    <inkml:brush xml:id="br0">
      <inkml:brushProperty name="width" value="0.1" units="cm"/>
      <inkml:brushProperty name="height" value="0.1" units="cm"/>
      <inkml:brushProperty name="color" value="#FFC114"/>
    </inkml:brush>
  </inkml:definitions>
  <inkml:trace contextRef="#ctx0" brushRef="#br0">285 67 4056 0 0,'-22'-14'-406'0'0,"11"7"406"0"0,-1 0 1 0 0,1 1 0 0 0,-1 0-1 0 0,-1 1 1 0 0,1 0-1 0 0,-1 1 1 0 0,0 0 0 0 0,0 1-1 0 0,0 1 1 0 0,0 0-1 0 0,0 1 1 0 0,-18 0 0 0 0,-32 4-105 0 0,56-1 84 0 0,5-2-10 0 0,-2 3 11 0 0,3-3 18 0 0,1 0 0 0 0,0 0 0 0 0,0 0 0 0 0,-1 0 0 0 0,1 0 0 0 0,0 0 1 0 0,0 1-1 0 0,-1-1 0 0 0,1 0 0 0 0,0 0 0 0 0,0 0 0 0 0,-1 0 0 0 0,1 0 0 0 0,0 0 1 0 0,0 1-1 0 0,0-1 0 0 0,-1 0 0 0 0,1 0 0 0 0,0 0 0 0 0,0 0 0 0 0,0 1 0 0 0,0-1 0 0 0,0 0 1 0 0,-1 0-1 0 0,1 0 0 0 0,0 1 0 0 0,0-1 0 0 0,0 0 0 0 0,0 0 0 0 0,0 1 0 0 0,0-1 0 0 0,0 0 1 0 0,0 0-1 0 0,0 1 0 0 0,0-1 0 0 0,0 0 0 0 0,0 0 0 0 0,0 1 0 0 0,2 3 5 0 0,0-1-1 0 0,0 0 1 0 0,0 0 0 0 0,1 0-1 0 0,-1 0 1 0 0,1 0-1 0 0,0 0 1 0 0,0 0-1 0 0,0-1 1 0 0,0 0 0 0 0,1 1-1 0 0,-1-1 1 0 0,5 2-1 0 0,57 25 28 0 0,-42-20-28 0 0,104 51 19 0 0,124 80 1 0 0,-250-139-21 0 0,0-1 1 0 0,1 1-1 0 0,-1-1 1 0 0,0 1-1 0 0,1 0 1 0 0,-1 0-1 0 0,0 0 1 0 0,0 0-1 0 0,0 0 0 0 0,0 0 1 0 0,0 0-1 0 0,0 0 1 0 0,0 0-1 0 0,0 0 1 0 0,0 1-1 0 0,0-1 1 0 0,-1 0-1 0 0,1 0 0 0 0,0 1 1 0 0,-1-1-1 0 0,1 1 1 0 0,-1-1-1 0 0,1 3 1 0 0,-2-3-2 0 0,1 0 1 0 0,-1 0 0 0 0,0 0 0 0 0,1 1-1 0 0,-1-1 1 0 0,0 0 0 0 0,0 0 0 0 0,1 0-1 0 0,-1 0 1 0 0,0 0 0 0 0,0 0 0 0 0,0-1-1 0 0,0 1 1 0 0,-1 0 0 0 0,1 0 0 0 0,0-1-1 0 0,0 1 1 0 0,0-1 0 0 0,0 1 0 0 0,-2 0-1 0 0,-9 3 19 0 0,1-1-1 0 0,-1 0 1 0 0,0 0-1 0 0,-15 0 1 0 0,-10 1 224 0 0,1-2 0 0 0,-1-1-1 0 0,1-2 1 0 0,-1-2 0 0 0,1-1 0 0 0,0-2 0 0 0,-64-18 0 0 0,99 24-261 0 0,1 0 0 0 0,-1 0-1 0 0,1 0 1 0 0,-1 0 0 0 0,1 0 0 0 0,-1-1-1 0 0,1 1 1 0 0,-1 0 0 0 0,1 0 0 0 0,-1 0 0 0 0,1 0-1 0 0,-1-1 1 0 0,1 1 0 0 0,-1 0 0 0 0,1-1-1 0 0,0 1 1 0 0,-1 0 0 0 0,1-1 0 0 0,-1 1-1 0 0,1 0 1 0 0,0-1 0 0 0,-1 1 0 0 0,1-1-1 0 0,0 1 1 0 0,0 0 0 0 0,-1-1 0 0 0,1 1-1 0 0,0-1 1 0 0,0 1 0 0 0,0-1 0 0 0,0 1-1 0 0,-1-1 1 0 0,1 1 0 0 0,0-1 0 0 0,0 1-1 0 0,0-1 1 0 0,0 1 0 0 0,0-1 0 0 0,0 1-1 0 0,0-1 1 0 0,0 1 0 0 0,1-1 0 0 0,-1 1-1 0 0,0-1 1 0 0,0 1 0 0 0,0-1 0 0 0,0 1-1 0 0,1-1 1 0 0,-1 1 0 0 0,0-1 0 0 0,1 1-1 0 0,-1 0 1 0 0,0-1 0 0 0,1 1 0 0 0,-1-1-1 0 0,0 1 1 0 0,1 0 0 0 0,-1 0 0 0 0,1-1 0 0 0,-1 1-1 0 0,0 0 1 0 0,2-1 0 0 0,31-16-1795 0 0,-4 8 843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9.273"/>
    </inkml:context>
    <inkml:brush xml:id="br0">
      <inkml:brushProperty name="width" value="0.1" units="cm"/>
      <inkml:brushProperty name="height" value="0.1" units="cm"/>
      <inkml:brushProperty name="color" value="#FFC114"/>
    </inkml:brush>
  </inkml:definitions>
  <inkml:trace contextRef="#ctx0" brushRef="#br0">113 118 3944 0 0,'-8'-11'532'0'0,"1"-1"0"0"0,0-1 1 0 0,-6-16-1 0 0,12 27-337 0 0,-8-10 547 0 0,6 37-744 0 0,0 1 1 0 0,2-1-1 0 0,1 1 1 0 0,0 0-1 0 0,7 33 0 0 0,30 131 64 0 0,9-44 1 0 0,-28-98 25 0 0,11 50 1 0 0,-26-72 265 0 0,-3-25-342 0 0,0-1-1 0 0,0 0 1 0 0,0 0 0 0 0,0 0-1 0 0,0 0 1 0 0,0 0 0 0 0,0 1-1 0 0,0-1 1 0 0,0 0 0 0 0,0 0-1 0 0,0 0 1 0 0,0 0 0 0 0,0 0-1 0 0,0 1 1 0 0,0-1 0 0 0,0 0-1 0 0,0 0 1 0 0,0 0 0 0 0,0 0-1 0 0,-1 0 1 0 0,1 0 0 0 0,0 1-1 0 0,0-1 1 0 0,0 0 0 0 0,0 0-1 0 0,0 0 1 0 0,0 0 0 0 0,0 0-1 0 0,-1 0 1 0 0,1 0 0 0 0,0 0-1 0 0,0 0 1 0 0,0 0 0 0 0,0 0-1 0 0,0 0 1 0 0,-1 1 0 0 0,1-1-1 0 0,0 0 1 0 0,0 0-1 0 0,0 0 1 0 0,0 0 0 0 0,-1 0-1 0 0,1 0 1 0 0,0-1 0 0 0,0 1-1 0 0,0 0 1 0 0,0 0 0 0 0,0 0-1 0 0,-1 0 1 0 0,1 0 0 0 0,0 0-1 0 0,0 0 1 0 0,0 0 0 0 0,0 0-1 0 0,0 0 1 0 0,0 0 0 0 0,-1 0-1 0 0,1-1 1 0 0,0 1 0 0 0,0 0-1 0 0,-31-42 455 0 0,3-5-387 0 0,2-2 1 0 0,2-1-1 0 0,-19-56 0 0 0,33 77-77 0 0,2-1 0 0 0,0 0 0 0 0,2-1 0 0 0,1 0 0 0 0,2 0 0 0 0,1 0 0 0 0,2-31 0 0 0,0 53-22 0 0,1 1 0 0 0,0 0-1 0 0,0 0 1 0 0,1 0 0 0 0,0 0-1 0 0,1 0 1 0 0,-1 0 0 0 0,1 1-1 0 0,1-1 1 0 0,0 1 0 0 0,7-12-1 0 0,-6 14 1 0 0,-1 0 0 0 0,1 1 0 0 0,0 0 0 0 0,0-1 0 0 0,0 2 0 0 0,1-1 0 0 0,-1 1 0 0 0,1-1-1 0 0,0 2 1 0 0,0-1 0 0 0,0 1 0 0 0,0-1 0 0 0,1 2 0 0 0,-1-1 0 0 0,9-1 0 0 0,24-1-39 0 0,-1 1 1 0 0,0 1-1 0 0,1 3 0 0 0,-1 1 1 0 0,0 1-1 0 0,1 3 0 0 0,-2 1 1 0 0,1 1-1 0 0,-1 2 1 0 0,-1 2-1 0 0,69 32 0 0 0,-103-43 51 0 0,0 0 0 0 0,0 0-1 0 0,0 1 1 0 0,0-1-1 0 0,0 0 1 0 0,0 1-1 0 0,0-1 1 0 0,0 1 0 0 0,-1-1-1 0 0,1 1 1 0 0,-1 0-1 0 0,1 0 1 0 0,-1 0-1 0 0,1-1 1 0 0,-1 1 0 0 0,0 1-1 0 0,1 2 1 0 0,-2-4 5 0 0,0 0-1 0 0,0 0 1 0 0,0 0 0 0 0,0 1 0 0 0,0-1 0 0 0,-1 0 0 0 0,1 0 0 0 0,0 0 0 0 0,-1 1-1 0 0,1-1 1 0 0,-1 0 0 0 0,1 0 0 0 0,-1 0 0 0 0,1 0 0 0 0,-1 0 0 0 0,0 0-1 0 0,0 0 1 0 0,1 0 0 0 0,-1 0 0 0 0,0-1 0 0 0,0 1 0 0 0,0 0 0 0 0,0 0 0 0 0,0-1-1 0 0,0 1 1 0 0,0 0 0 0 0,0-1 0 0 0,0 1 0 0 0,-1-1 0 0 0,-1 1 0 0 0,-21 8-10 0 0,-1-2 1 0 0,0 0 0 0 0,-1-2 0 0 0,1-1-1 0 0,-32 2 1 0 0,15-2 7 0 0,9 1-7 0 0,8-1 9 0 0,0-1 0 0 0,-1-1 1 0 0,1-2-1 0 0,-40-3 0 0 0,65 3-20 0 0,0 0 0 0 0,-1 0 0 0 0,1 0-1 0 0,0 0 1 0 0,-1 0 0 0 0,1 0 0 0 0,0 0 0 0 0,0 0 0 0 0,-1 0 0 0 0,1-1-1 0 0,0 1 1 0 0,-1 0 0 0 0,1 0 0 0 0,0 0 0 0 0,0-1 0 0 0,-1 1 0 0 0,1 0-1 0 0,0 0 1 0 0,0-1 0 0 0,0 1 0 0 0,-1 0 0 0 0,1 0 0 0 0,0-1 0 0 0,0 1-1 0 0,0 0 1 0 0,0-1 0 0 0,0 1 0 0 0,0 0 0 0 0,0-1 0 0 0,-1 1-1 0 0,1 0 1 0 0,0-1 0 0 0,0 1 0 0 0,0 0 0 0 0,0-1 0 0 0,0 1 0 0 0,0 0-1 0 0,1 0 1 0 0,-1-1 0 0 0,0 1 0 0 0,0 0 0 0 0,0-1 0 0 0,0 1 0 0 0,0 0-1 0 0,0-1 1 0 0,0 1 0 0 0,1 0 0 0 0,-1 0 0 0 0,0-1 0 0 0,0 1 0 0 0,0 0-1 0 0,1 0 1 0 0,-1-1 0 0 0,0 1 0 0 0,0 0 0 0 0,1 0 0 0 0,-1-1 0 0 0,13-11-1011 0 0,12-2-618 0 0,15-3-8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39.806"/>
    </inkml:context>
    <inkml:brush xml:id="br0">
      <inkml:brushProperty name="width" value="0.1" units="cm"/>
      <inkml:brushProperty name="height" value="0.1" units="cm"/>
      <inkml:brushProperty name="color" value="#FFC114"/>
    </inkml:brush>
  </inkml:definitions>
  <inkml:trace contextRef="#ctx0" brushRef="#br0">196 106 4668 0 0,'-8'6'-506'0'0,"8"-6"494"0"0,0 0 0 0 0,-1 0 0 0 0,1 0 1 0 0,0 0-1 0 0,0 0 0 0 0,0 0 0 0 0,0 0 0 0 0,-1 1 1 0 0,1-1-1 0 0,0 0 0 0 0,0 0 0 0 0,0 0 1 0 0,0 0-1 0 0,0 0 0 0 0,-1 0 0 0 0,1 0 0 0 0,0 0 1 0 0,0 1-1 0 0,0-1 0 0 0,0 0 0 0 0,0 0 1 0 0,0 0-1 0 0,0 0 0 0 0,0 0 0 0 0,-1 1 1 0 0,1-1-1 0 0,0 0 0 0 0,0 0 0 0 0,0 0 0 0 0,0 0 1 0 0,0 0-1 0 0,0 1 0 0 0,0-1 0 0 0,0 0 1 0 0,0 0-1 0 0,0 0 0 0 0,0 0 0 0 0,0 1 0 0 0,0-1 1 0 0,0 0-1 0 0,0 0 0 0 0,0 0 0 0 0,0 0 1 0 0,0 1-1 0 0,1-1 0 0 0,-1 0 0 0 0,0 0 0 0 0,0 0 1 0 0,0 0-1 0 0,0 0 0 0 0,0 1 0 0 0,0-1 1 0 0,0 0-1 0 0,0 0 0 0 0,1 0 0 0 0,-1 0 1 0 0,0 0-1 0 0,0 0 0 0 0,8 1 0 0 0,-1 0 0 0 0,1-1 0 0 0,0 0-1 0 0,0-1 1 0 0,-1 1 0 0 0,1-1 0 0 0,-1-1 0 0 0,1 0 0 0 0,-1 0-1 0 0,0 0 1 0 0,1-1 0 0 0,-1 0 0 0 0,0 0 0 0 0,-1-1 0 0 0,1 0-1 0 0,-1 0 1 0 0,1-1 0 0 0,-1 0 0 0 0,-1 0 0 0 0,10-9 0 0 0,-14 13 11 0 0,-1 0 1 0 0,1 0 0 0 0,0 1 0 0 0,-1-1 0 0 0,1 0 0 0 0,-1 0 0 0 0,1 0-1 0 0,-1 0 1 0 0,1 0 0 0 0,-1 0 0 0 0,0 0 0 0 0,0 0 0 0 0,1 0 0 0 0,-1 0-1 0 0,0 0 1 0 0,0 0 0 0 0,0 0 0 0 0,0 0 0 0 0,0 0 0 0 0,0 0 0 0 0,0 0-1 0 0,0 0 1 0 0,0 0 0 0 0,-1 0 0 0 0,1 0 0 0 0,0 1 0 0 0,-1-1 0 0 0,1 0-1 0 0,-1 0 1 0 0,1 0 0 0 0,-1 0 0 0 0,1 0 0 0 0,-2-1 0 0 0,0 0-1 0 0,-1 0 0 0 0,0 0 1 0 0,0 0-1 0 0,0 0 1 0 0,0 1-1 0 0,0-1 1 0 0,0 1-1 0 0,0 0 0 0 0,-7-2 1 0 0,-3 0-1 0 0,-1 0-1 0 0,1 1 1 0 0,-18 0 0 0 0,14 4-9 0 0,0 1 1 0 0,0 0 0 0 0,1 1 0 0 0,-1 1 0 0 0,1 0 0 0 0,0 1-1 0 0,1 1 1 0 0,-1 1 0 0 0,2 0 0 0 0,-1 1 0 0 0,-20 16 0 0 0,33-24 10 0 0,0 0 0 0 0,1 0 1 0 0,-1 1-1 0 0,0-1 1 0 0,1 1-1 0 0,-1-1 1 0 0,1 1-1 0 0,-1 0 0 0 0,1-1 1 0 0,0 1-1 0 0,-1 0 1 0 0,1 0-1 0 0,0 0 1 0 0,0 0-1 0 0,1 0 0 0 0,-1 0 1 0 0,0 0-1 0 0,1 0 1 0 0,-1 0-1 0 0,1 0 1 0 0,0 1-1 0 0,-1-1 0 0 0,1 0 1 0 0,0 0-1 0 0,0 0 1 0 0,1 1-1 0 0,-1-1 1 0 0,0 0-1 0 0,1 0 0 0 0,-1 0 1 0 0,1 0-1 0 0,0 0 1 0 0,0 0-1 0 0,0 0 1 0 0,0 0-1 0 0,0 0 0 0 0,0 0 1 0 0,0 0-1 0 0,1-1 1 0 0,-1 1-1 0 0,0 0 1 0 0,1-1-1 0 0,0 1 0 0 0,2 1 1 0 0,7 6 25 0 0,0 0 1 0 0,1-1 0 0 0,0 0-1 0 0,1-1 1 0 0,14 7 0 0 0,-1-2-189 0 0,1 0 0 0 0,0-2 0 0 0,1-1 0 0 0,0-1 0 0 0,1-1 0 0 0,-1-2 0 0 0,1-1 0 0 0,0-1 0 0 0,1-1-1 0 0,-1-2 1 0 0,31-3 0 0 0,-21-2-338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0.164"/>
    </inkml:context>
    <inkml:brush xml:id="br0">
      <inkml:brushProperty name="width" value="0.1" units="cm"/>
      <inkml:brushProperty name="height" value="0.1" units="cm"/>
      <inkml:brushProperty name="color" value="#FFC114"/>
    </inkml:brush>
  </inkml:definitions>
  <inkml:trace contextRef="#ctx0" brushRef="#br0">271 23 2048 0 0,'0'0'122'0'0,"-3"-3"24"0"0,-8-7 13 0 0,8 8-14 0 0,-16-3 277 0 0,5 3-349 0 0,1 2 0 0 0,0 0 0 0 0,-1 1 0 0 0,1 0 0 0 0,0 1 0 0 0,0 0 0 0 0,-15 5 0 0 0,20-5-61 0 0,0 1 0 0 0,-1 0 0 0 0,1 1 0 0 0,1-1 0 0 0,-1 1-1 0 0,0 1 1 0 0,1-1 0 0 0,0 2 0 0 0,0-1 0 0 0,1 1 0 0 0,-1-1-1 0 0,-7 10 1 0 0,13-13-11 0 0,0 0-1 0 0,0 0 1 0 0,0 0 0 0 0,0 0-1 0 0,0 0 1 0 0,0 0-1 0 0,0 0 1 0 0,1 1-1 0 0,-1-1 1 0 0,1 0-1 0 0,-1 0 1 0 0,1 0 0 0 0,0 1-1 0 0,0-1 1 0 0,0 0-1 0 0,0 0 1 0 0,1 0-1 0 0,-1 1 1 0 0,1-1-1 0 0,-1 0 1 0 0,1 0-1 0 0,0 0 1 0 0,-1 0 0 0 0,1 0-1 0 0,0 0 1 0 0,2 3-1 0 0,2 2 6 0 0,0 0-1 0 0,0 0 1 0 0,1 0-1 0 0,11 10 1 0 0,-12-12-1 0 0,7 4-101 0 0,-1 0-1 0 0,1 0 1 0 0,1-1-1 0 0,-1 0 1 0 0,2-1 0 0 0,-1-1-1 0 0,1 0 1 0 0,0 0-1 0 0,0-2 1 0 0,0 0-1 0 0,0 0 1 0 0,1-1-1 0 0,0-1 1 0 0,0-1-1 0 0,21 0 1 0 0,-11-5-333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0.574"/>
    </inkml:context>
    <inkml:brush xml:id="br0">
      <inkml:brushProperty name="width" value="0.1" units="cm"/>
      <inkml:brushProperty name="height" value="0.1" units="cm"/>
      <inkml:brushProperty name="color" value="#FFC114"/>
    </inkml:brush>
  </inkml:definitions>
  <inkml:trace contextRef="#ctx0" brushRef="#br0">77 195 2884 0 0,'-13'-24'295'0'0,"2"-1"0"0"0,-9-33 0 0 0,-7-15 1291 0 0,22 59-1324 0 0,11 34-288 0 0,3 49-31 0 0,0 123-1 0 0,-7-86 40 0 0,-1-53 33 0 0,12 127 80 0 0,-11-162-62 0 0,2 0 0 0 0,0-1 0 0 0,1 0 0 0 0,0 0 0 0 0,2 0-1 0 0,0 0 1 0 0,18 29 0 0 0,-23-42-155 0 0,1-1 0 0 0,0 1-1 0 0,0-1 1 0 0,1 1 0 0 0,-1-1-1 0 0,0 0 1 0 0,1 0 0 0 0,0 0 0 0 0,0-1-1 0 0,0 1 1 0 0,0-1 0 0 0,0 0-1 0 0,0 0 1 0 0,1-1 0 0 0,-1 1-1 0 0,1-1 1 0 0,-1 0 0 0 0,1 0 0 0 0,0 0-1 0 0,4 0 1 0 0,10-3-1285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0.781"/>
    </inkml:context>
    <inkml:brush xml:id="br0">
      <inkml:brushProperty name="width" value="0.1" units="cm"/>
      <inkml:brushProperty name="height" value="0.1" units="cm"/>
      <inkml:brushProperty name="color" value="#FFC114"/>
    </inkml:brush>
  </inkml:definitions>
  <inkml:trace contextRef="#ctx0" brushRef="#br0">15 28 4100 0 0,'-14'-3'-268'0'0,"52"-4"-716"0"0,-16 4 848 0 0,6 1 12 0 0,13 2-48 0 0,14-5-164 0 0,8 0-372 0 0,3 3 240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1.322"/>
    </inkml:context>
    <inkml:brush xml:id="br0">
      <inkml:brushProperty name="width" value="0.1" units="cm"/>
      <inkml:brushProperty name="height" value="0.1" units="cm"/>
      <inkml:brushProperty name="color" value="#FFC114"/>
    </inkml:brush>
  </inkml:definitions>
  <inkml:trace contextRef="#ctx0" brushRef="#br0">401 15 1940 0 0,'0'0'48'0'0,"1"0"1"0"0,-1-1-1 0 0,0 1 0 0 0,0 0 1 0 0,0 0-1 0 0,0-1 0 0 0,1 1 1 0 0,-1 0-1 0 0,0 0 0 0 0,0-1 0 0 0,0 1 1 0 0,0 0-1 0 0,0 0 0 0 0,0-1 1 0 0,0 1-1 0 0,0 0 0 0 0,0 0 0 0 0,0-1 1 0 0,0 1-1 0 0,0 0 0 0 0,0-1 1 0 0,0 1-1 0 0,0 0 0 0 0,0 0 1 0 0,0-1-1 0 0,0 1 0 0 0,0 0 0 0 0,0 0 1 0 0,0-1-1 0 0,0 1 0 0 0,0 0 1 0 0,-1 0-1 0 0,1-1 0 0 0,0 1 0 0 0,0 0 1 0 0,0 0-1 0 0,0 0 0 0 0,-1-1 1 0 0,1 1-1 0 0,0 0 0 0 0,0 0 1 0 0,-1 0-1 0 0,1-1 0 0 0,0 1 0 0 0,0 0 1 0 0,-1 0-1 0 0,1 0 0 0 0,0 0 1 0 0,-1 0-1 0 0,-23-3 525 0 0,-27 10-491 0 0,50-7-79 0 0,0 0 0 0 0,0 0-1 0 0,0 1 1 0 0,0-1-1 0 0,0 1 1 0 0,0-1 0 0 0,0 1-1 0 0,0-1 1 0 0,0 1 0 0 0,0 0-1 0 0,0-1 1 0 0,1 1-1 0 0,-1 0 1 0 0,0 0 0 0 0,0-1-1 0 0,1 1 1 0 0,-1 0-1 0 0,0 0 1 0 0,1 0 0 0 0,-1 0-1 0 0,1 0 1 0 0,-1 0-1 0 0,1 0 1 0 0,0 0 0 0 0,-1 0-1 0 0,1 0 1 0 0,0 1-1 0 0,0-1 1 0 0,0 0 0 0 0,-1 0-1 0 0,1 0 1 0 0,1 0-1 0 0,-1 0 1 0 0,0 0 0 0 0,0 0-1 0 0,0 1 1 0 0,0-1-1 0 0,1 0 1 0 0,-1 0 0 0 0,1 0-1 0 0,-1 0 1 0 0,0 0-1 0 0,1 0 1 0 0,0 0 0 0 0,0 1-1 0 0,4 6 9 0 0,1-1 0 0 0,-1 0 0 0 0,1 0 0 0 0,10 9 0 0 0,-12-12-6 0 0,83 76 45 0 0,25 24 25 0 0,-112-103-73 0 0,0-1-1 0 0,1 0 1 0 0,-1 1-1 0 0,0-1 0 0 0,1 0 1 0 0,-1 1-1 0 0,0-1 1 0 0,0 0-1 0 0,0 1 1 0 0,1-1-1 0 0,-1 0 1 0 0,0 1-1 0 0,0-1 1 0 0,0 1-1 0 0,0-1 0 0 0,0 0 1 0 0,1 1-1 0 0,-1-1 1 0 0,0 1-1 0 0,0-1 1 0 0,0 0-1 0 0,0 1 1 0 0,0-1-1 0 0,-1 1 1 0 0,1-1-1 0 0,0 0 1 0 0,0 1-1 0 0,0-1 0 0 0,0 1 1 0 0,0-1-1 0 0,0 0 1 0 0,-1 1-1 0 0,1-1 1 0 0,0 1-1 0 0,0-1 1 0 0,-1 0-1 0 0,1 1 1 0 0,0-1-1 0 0,0 0 0 0 0,-1 0 1 0 0,0 1-1 0 0,-23 10 32 0 0,-33-1 14 0 0,-243 6-22 0 0,157-11-2950 0 0,120-4 2225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2.639"/>
    </inkml:context>
    <inkml:brush xml:id="br0">
      <inkml:brushProperty name="width" value="0.1" units="cm"/>
      <inkml:brushProperty name="height" value="0.1" units="cm"/>
      <inkml:brushProperty name="color" value="#FFC114"/>
    </inkml:brush>
  </inkml:definitions>
  <inkml:trace contextRef="#ctx0" brushRef="#br0">0 104 3328 0 0,'24'-98'1784'0'0,"-23"97"-1590"0"0,-1 1-191 0 0,0 0 0 0 0,0 0-1 0 0,0 0 1 0 0,0 0 0 0 0,0 0 0 0 0,1 0 0 0 0,-1 0 0 0 0,0 0 0 0 0,0 0 0 0 0,0 0 0 0 0,0 0-1 0 0,0 0 1 0 0,0 0 0 0 0,0 0 0 0 0,1 0 0 0 0,-1 0 0 0 0,0 0 0 0 0,0 0 0 0 0,0 0-1 0 0,0-1 1 0 0,0 1 0 0 0,0 0 0 0 0,0 0 0 0 0,0 0 0 0 0,0 0 0 0 0,1 0 0 0 0,-1 0 0 0 0,0 0-1 0 0,0 0 1 0 0,0 0 0 0 0,0-1 0 0 0,0 1 0 0 0,0 0 0 0 0,0 0 0 0 0,0 0 0 0 0,0 0-1 0 0,0 0 1 0 0,0 0 0 0 0,0 0 0 0 0,0-1 0 0 0,0 1 0 0 0,0 0 0 0 0,0 0 0 0 0,0 0 0 0 0,0 0-1 0 0,0 0 1 0 0,0 0 0 0 0,0 0 0 0 0,0-1 0 0 0,0 1 0 0 0,0 0 0 0 0,0 0 0 0 0,0 0-1 0 0,0 0 1 0 0,0 0 0 0 0,0 0 0 0 0,-1 0 0 0 0,1 0 0 0 0,0-1 0 0 0,0 1 0 0 0,0 0 0 0 0,0 0-1 0 0,0 0 1 0 0,0 0 0 0 0,10 38-20 0 0,-1 0 1 0 0,-2 0-1 0 0,4 63 0 0 0,-1-8 76 0 0,-3-34-12 0 0,3 0 1 0 0,3-1-1 0 0,39 112 1 0 0,-35-120 2334 0 0,-21-55-2200 0 0,-5-4-45 0 0,1 0 0 0 0,1-1 0 0 0,-1 0 1 0 0,2 0-1 0 0,-11-20 0 0 0,16 27-131 0 0,0 0 0 0 0,0 0 1 0 0,0 0-1 0 0,0 0 0 0 0,0 0 0 0 0,0 0 1 0 0,1 0-1 0 0,0 0 0 0 0,0 0 0 0 0,-1-1 1 0 0,2 1-1 0 0,-1 0 0 0 0,0 0 0 0 0,1 0 1 0 0,-1 0-1 0 0,1 0 0 0 0,0 0 0 0 0,0 0 1 0 0,0 0-1 0 0,0 0 0 0 0,1 0 0 0 0,-1 1 1 0 0,1-1-1 0 0,0 0 0 0 0,0 1 0 0 0,0 0 1 0 0,0-1-1 0 0,0 1 0 0 0,5-4 1 0 0,3-1-42 0 0,1 0 0 0 0,0 0 0 0 0,1 1 0 0 0,-1 1 0 0 0,1 0 0 0 0,0 1 0 0 0,1 0 0 0 0,-1 1 1 0 0,0 0-1 0 0,1 1 0 0 0,0 0 0 0 0,0 1 0 0 0,-1 1 0 0 0,26 1 0 0 0,-19 1-5 0 0,1 0-1 0 0,-1 2 1 0 0,0 0-1 0 0,0 0 1 0 0,-1 2-1 0 0,1 1 0 0 0,-1 0 1 0 0,-1 1-1 0 0,21 13 1 0 0,-31-16 22 0 0,0 0 0 0 0,0 0 0 0 0,0 1 0 0 0,-1 0 0 0 0,1 1 0 0 0,-1-1 0 0 0,-1 1 1 0 0,0 0-1 0 0,0 1 0 0 0,6 11 0 0 0,-1 3-9 0 0,-1 0 1 0 0,9 38-1 0 0,-15-45 6 0 0,-2-10-60 0 0,0 0-1 0 0,0 0 1 0 0,0 0 0 0 0,1 0-1 0 0,-1-1 1 0 0,5 9-1 0 0,-1-16-1029 0 0,18-11-950 0 0,-4 1-364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3.192"/>
    </inkml:context>
    <inkml:brush xml:id="br0">
      <inkml:brushProperty name="width" value="0.1" units="cm"/>
      <inkml:brushProperty name="height" value="0.1" units="cm"/>
      <inkml:brushProperty name="color" value="#FFC114"/>
    </inkml:brush>
  </inkml:definitions>
  <inkml:trace contextRef="#ctx0" brushRef="#br0">0 188 5549 0 0,'23'-6'-1491'0'0,"5"-2"1462"0"0,1-1-1 0 0,42-19 1 0 0,-63 23 168 0 0,1 0 0 0 0,-1-1 1 0 0,1 0-1 0 0,-2-1 0 0 0,14-12 1 0 0,-20 17-90 0 0,1 0 0 0 0,0 0 0 0 0,0 0 1 0 0,-1-1-1 0 0,0 1 0 0 0,1 0 0 0 0,-1-1 1 0 0,0 1-1 0 0,0-1 0 0 0,0 1 0 0 0,0-1 0 0 0,-1 0 1 0 0,1 1-1 0 0,-1-1 0 0 0,1 0 0 0 0,-1 1 1 0 0,0-1-1 0 0,0 0 0 0 0,0 0 0 0 0,-1 1 1 0 0,1-1-1 0 0,-1 0 0 0 0,1 1 0 0 0,-1-1 1 0 0,-1-3-1 0 0,1 5-40 0 0,0-1-1 0 0,1 1 1 0 0,-1 0-1 0 0,0 0 1 0 0,0-1 0 0 0,0 1-1 0 0,-1 0 1 0 0,1 0-1 0 0,0 0 1 0 0,0 0 0 0 0,-1 0-1 0 0,1 0 1 0 0,0 1 0 0 0,-1-1-1 0 0,1 0 1 0 0,-1 1-1 0 0,1-1 1 0 0,-1 1 0 0 0,1-1-1 0 0,-1 1 1 0 0,1 0-1 0 0,-1 0 1 0 0,1 0 0 0 0,-1 0-1 0 0,1 0 1 0 0,-1 0 0 0 0,0 0-1 0 0,1 0 1 0 0,-1 0-1 0 0,1 1 1 0 0,-3 0 0 0 0,-48 20-7 0 0,46-19 17 0 0,0 1-23 0 0,0 0 0 0 0,1 1 0 0 0,-1-1-1 0 0,1 1 1 0 0,0 0 0 0 0,0 1 0 0 0,0-1 0 0 0,0 1-1 0 0,1 0 1 0 0,-1 0 0 0 0,2 0 0 0 0,-1 1 0 0 0,0-1-1 0 0,1 1 1 0 0,0 0 0 0 0,0 0 0 0 0,-3 12-1 0 0,5-13 6 0 0,1-1 0 0 0,-1 1-1 0 0,1-1 1 0 0,0 1-1 0 0,0-1 1 0 0,0 1-1 0 0,1-1 1 0 0,-1 1-1 0 0,1-1 1 0 0,0 1-1 0 0,1-1 1 0 0,-1 1-1 0 0,1-1 1 0 0,0 0 0 0 0,0 0-1 0 0,0 0 1 0 0,0 0-1 0 0,1 0 1 0 0,-1-1-1 0 0,1 1 1 0 0,0-1-1 0 0,0 1 1 0 0,1-1-1 0 0,-1 0 1 0 0,1 0 0 0 0,-1-1-1 0 0,5 3 1 0 0,18 12 30 0 0,1-2 0 0 0,0-1 1 0 0,1-1-1 0 0,1-1 0 0 0,0-2 1 0 0,0-1-1 0 0,1-1 0 0 0,36 5 1 0 0,-39-10-371 0 0,0 0 0 0 0,0-1 0 0 0,-1-2 0 0 0,1-1 0 0 0,0-1 0 0 0,0-1 0 0 0,0-2 0 0 0,-1 0 0 0 0,42-15 0 0 0,-23 1-1146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3.757"/>
    </inkml:context>
    <inkml:brush xml:id="br0">
      <inkml:brushProperty name="width" value="0.1" units="cm"/>
      <inkml:brushProperty name="height" value="0.1" units="cm"/>
      <inkml:brushProperty name="color" value="#FFC114"/>
    </inkml:brush>
  </inkml:definitions>
  <inkml:trace contextRef="#ctx0" brushRef="#br0">50 45 4740 0 0,'-5'-2'55'0'0,"1"-1"-1"0"0,-1 1 0 0 0,1-1 0 0 0,0 0 0 0 0,0 0 0 0 0,0-1 1 0 0,1 1-1 0 0,-1-1 0 0 0,1 0 0 0 0,0 0 0 0 0,-4-5 0 0 0,16 10-86 0 0,26 7 6 0 0,-1 1 0 0 0,0 1 1 0 0,-1 2-1 0 0,34 17 0 0 0,-51-21 20 0 0,-1 0 0 0 0,1 1 0 0 0,-2 1 0 0 0,1 0 1 0 0,-1 1-1 0 0,-1 0 0 0 0,0 1 0 0 0,0 1 0 0 0,-1 0 0 0 0,16 23 0 0 0,-24-28 23 0 0,0 0 1 0 0,0 0-1 0 0,-1 1 0 0 0,0 0 1 0 0,0-1-1 0 0,-1 1 1 0 0,0 0-1 0 0,-1 0 0 0 0,1 16 1 0 0,-2-24 85 0 0,0 1 118 0 0,0-2-204 0 0,0 0 0 0 0,1 0 0 0 0,-1 1 0 0 0,0-1 0 0 0,0 0-1 0 0,0 0 1 0 0,0 0 0 0 0,0 1 0 0 0,0-1 0 0 0,0 0 0 0 0,0 1 0 0 0,0-1 0 0 0,0 0 0 0 0,1 0-1 0 0,-1 1 1 0 0,0-1 0 0 0,0 0 0 0 0,-1 0 0 0 0,1 1 0 0 0,0-1 0 0 0,0 0 0 0 0,0 0 0 0 0,0 1 0 0 0,0-1-1 0 0,0 0 1 0 0,0 0 0 0 0,0 1 0 0 0,0-1 0 0 0,-1 0 0 0 0,1 0 0 0 0,0 1 0 0 0,0-1 0 0 0,0 0-1 0 0,0 0 1 0 0,-1 0 0 0 0,1 0 0 0 0,0 1 0 0 0,0-1 0 0 0,0 0 0 0 0,-1 0 0 0 0,1 0 0 0 0,0 0 0 0 0,0 0-1 0 0,-1 0 1 0 0,1 1 0 0 0,0-1 0 0 0,0 0 0 0 0,-1 0 0 0 0,1 0 0 0 0,0 0 0 0 0,-1 0 0 0 0,-3-3 14 0 0,0-1 0 0 0,1 1 0 0 0,-1-1 1 0 0,1 0-1 0 0,0 0 0 0 0,0 0 1 0 0,0 0-1 0 0,0-1 0 0 0,1 1 0 0 0,0-1 1 0 0,0 1-1 0 0,0-1 0 0 0,1 0 0 0 0,-1 0 1 0 0,1 0-1 0 0,0 0 0 0 0,0 0 1 0 0,1 0-1 0 0,0 0 0 0 0,0-10 0 0 0,1 3-27 0 0,0 0-1 0 0,0 0 1 0 0,2 1-1 0 0,-1-1 1 0 0,2 0-1 0 0,-1 1 1 0 0,1 0-1 0 0,1-1 0 0 0,0 2 1 0 0,1-1-1 0 0,0 1 1 0 0,0 0-1 0 0,1 0 1 0 0,1 0-1 0 0,11-11 1 0 0,-15 18-51 0 0,1 0 1 0 0,-1 0-1 0 0,1 1 0 0 0,0 0 1 0 0,0 0-1 0 0,0 0 1 0 0,8-2-1 0 0,5 0-3577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1:44.212"/>
    </inkml:context>
    <inkml:brush xml:id="br0">
      <inkml:brushProperty name="width" value="0.1" units="cm"/>
      <inkml:brushProperty name="height" value="0.1" units="cm"/>
      <inkml:brushProperty name="color" value="#FFC114"/>
    </inkml:brush>
  </inkml:definitions>
  <inkml:trace contextRef="#ctx0" brushRef="#br0">0 118 4100 0 0,'0'0'-267'0'0,"4"2"-185"0"0,7 0 415 0 0,-1-1 1 0 0,1 0-1 0 0,0 0 0 0 0,-1-1 0 0 0,1-1 1 0 0,0 1-1 0 0,0-2 0 0 0,-1 1 1 0 0,1-2-1 0 0,-1 1 0 0 0,0-1 1 0 0,19-9-1 0 0,-1 0 852 0 0,-1-2 1 0 0,0 0-1 0 0,33-26 1 0 0,-59 40-799 0 0,-1 0 0 0 0,0 0 1 0 0,1-1-1 0 0,-1 1 0 0 0,0 0 0 0 0,0 0 1 0 0,1-1-1 0 0,-1 1 0 0 0,0 0 0 0 0,0-1 1 0 0,0 1-1 0 0,0 0 0 0 0,1-1 0 0 0,-1 1 0 0 0,0 0 1 0 0,0-1-1 0 0,0 1 0 0 0,0 0 0 0 0,0-1 1 0 0,0 1-1 0 0,0 0 0 0 0,0-1 0 0 0,0 1 1 0 0,0 0-1 0 0,0-1 0 0 0,0 1 0 0 0,0 0 1 0 0,0-1-1 0 0,0 1 0 0 0,0 0 0 0 0,0-1 1 0 0,0 1-1 0 0,-1 0 0 0 0,1-1 0 0 0,0 1 1 0 0,0 0-1 0 0,0-1 0 0 0,0 1 0 0 0,-1 0 0 0 0,1-1 1 0 0,0 1-1 0 0,0 0 0 0 0,-1 0 0 0 0,1 0 1 0 0,0-1-1 0 0,-1 1 0 0 0,1 0 0 0 0,0 0 1 0 0,-1-1-1 0 0,0 1 2 0 0,-1-1 0 0 0,1 0 0 0 0,0 0 0 0 0,-1 1 0 0 0,1-1 0 0 0,0 1-1 0 0,-1-1 1 0 0,1 1 0 0 0,-1 0 0 0 0,1 0 0 0 0,-1-1 0 0 0,1 1 0 0 0,-1 0 0 0 0,-2 1 0 0 0,3-1-14 0 0,-18 3 86 0 0,0 0-1 0 0,-32 11 0 0 0,47-12-86 0 0,-1-1-1 0 0,0 1 1 0 0,1 0-1 0 0,0 0 1 0 0,-1 1-1 0 0,1-1 1 0 0,0 1-1 0 0,0 0 1 0 0,0 0-1 0 0,1 1 1 0 0,-1-1-1 0 0,1 1 1 0 0,0-1-1 0 0,0 1 1 0 0,0 0-1 0 0,0 0 1 0 0,-3 8-1 0 0,6-11 0 0 0,-1 1-1 0 0,1-1 0 0 0,0 1 0 0 0,0 0 1 0 0,0-1-1 0 0,0 1 0 0 0,0 0 0 0 0,1-1 1 0 0,-1 1-1 0 0,0-1 0 0 0,1 1 1 0 0,-1-1-1 0 0,1 1 0 0 0,0-1 0 0 0,-1 1 1 0 0,1-1-1 0 0,0 1 0 0 0,0-1 0 0 0,0 0 1 0 0,0 0-1 0 0,0 1 0 0 0,0-1 0 0 0,0 0 1 0 0,0 0-1 0 0,1 0 0 0 0,-1 0 1 0 0,0 0-1 0 0,1 0 0 0 0,1 0 0 0 0,47 25 42 0 0,-46-25-41 0 0,47 17-42 0 0,1-1 0 0 0,1-3-1 0 0,0-3 1 0 0,0-1 0 0 0,1-4 0 0 0,58 1 0 0 0,-51-6-1671 0 0,62-8 0 0 0,-65 0-506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3.635"/>
    </inkml:context>
    <inkml:brush xml:id="br0">
      <inkml:brushProperty name="width" value="0.1" units="cm"/>
      <inkml:brushProperty name="height" value="0.1" units="cm"/>
      <inkml:brushProperty name="color" value="#FFC114"/>
    </inkml:brush>
  </inkml:definitions>
  <inkml:trace contextRef="#ctx0" brushRef="#br0">448 45 2924 0 0,'-2'-13'2268'0'0,"-1"10"-2217"0"0,1 1-1 0 0,-1-1 0 0 0,0 0 1 0 0,0 1-1 0 0,0 0 0 0 0,0 0 0 0 0,-1 0 1 0 0,1 0-1 0 0,-1 0 0 0 0,1 1 0 0 0,-1-1 1 0 0,1 1-1 0 0,-1 0 0 0 0,0 0 0 0 0,0 0 1 0 0,1 1-1 0 0,-1-1 0 0 0,0 1 0 0 0,0 0 1 0 0,0 0-1 0 0,0 0 0 0 0,1 1 0 0 0,-1-1 1 0 0,0 1-1 0 0,0 0 0 0 0,1 0 0 0 0,-1 0 1 0 0,0 1-1 0 0,-5 2 0 0 0,-11 5-31 0 0,2 1-1 0 0,-1 0 0 0 0,1 1 1 0 0,-20 17-1 0 0,8-5 13 0 0,1 2 0 0 0,-45 49 0 0 0,63-62-25 0 0,0 1-1 0 0,2 1 1 0 0,-1 0 0 0 0,2 0 0 0 0,-1 1 0 0 0,2 0 0 0 0,0 0 0 0 0,-8 29 0 0 0,14-41-7 0 0,1-1 1 0 0,0 1-1 0 0,-1-1 1 0 0,1 1-1 0 0,0 0 0 0 0,1-1 1 0 0,-1 1-1 0 0,0-1 1 0 0,1 1-1 0 0,-1-1 0 0 0,1 1 1 0 0,0-1-1 0 0,0 1 1 0 0,0-1-1 0 0,0 0 0 0 0,0 1 1 0 0,0-1-1 0 0,1 0 0 0 0,-1 0 1 0 0,1 0-1 0 0,-1 0 1 0 0,1 0-1 0 0,0 0 0 0 0,0-1 1 0 0,0 1-1 0 0,0 0 1 0 0,0-1-1 0 0,0 0 0 0 0,0 1 1 0 0,1-1-1 0 0,-1 0 1 0 0,0 0-1 0 0,1 0 0 0 0,4 1 1 0 0,7 2 0 0 0,1 0 1 0 0,-1-1-1 0 0,1-1 1 0 0,23 1-1 0 0,40-2-1 0 0,138-16-1 0 0,16-2 69 0 0,-176 19 65 0 0,-55-1-108 0 0,1 6-40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4.027"/>
    </inkml:context>
    <inkml:brush xml:id="br0">
      <inkml:brushProperty name="width" value="0.1" units="cm"/>
      <inkml:brushProperty name="height" value="0.1" units="cm"/>
      <inkml:brushProperty name="color" value="#FFC114"/>
    </inkml:brush>
  </inkml:definitions>
  <inkml:trace contextRef="#ctx0" brushRef="#br0">134 0 4528 0 0,'-1'2'14'0'0,"1"0"0"0"0,-1 0-1 0 0,1 0 1 0 0,-1 0-1 0 0,0-1 1 0 0,1 1 0 0 0,-1 0-1 0 0,0 0 1 0 0,0-1-1 0 0,0 1 1 0 0,0-1 0 0 0,-1 1-1 0 0,1-1 1 0 0,0 1 0 0 0,-3 2-1 0 0,-36 32 267 0 0,9-8-114 0 0,26-21-146 0 0,0-1 0 0 0,0 0 0 0 0,1 1-1 0 0,0 0 1 0 0,0 0 0 0 0,1 0-1 0 0,0 1 1 0 0,0-1 0 0 0,1 1 0 0 0,0-1-1 0 0,0 1 1 0 0,1 0 0 0 0,-1 10-1 0 0,2-15-16 0 0,0 1-1 0 0,0-1 0 0 0,1 0 1 0 0,-1 0-1 0 0,1 0 0 0 0,0 0 1 0 0,0 0-1 0 0,0 0 0 0 0,0 0 1 0 0,0 0-1 0 0,1 0 0 0 0,-1 0 1 0 0,1 0-1 0 0,0-1 0 0 0,0 1 1 0 0,0-1-1 0 0,0 1 0 0 0,0-1 1 0 0,0 0-1 0 0,1 0 0 0 0,-1 0 1 0 0,1 0-1 0 0,0 0 0 0 0,-1-1 1 0 0,1 1-1 0 0,0-1 0 0 0,0 1 1 0 0,0-1-1 0 0,0 0 0 0 0,0 0 1 0 0,0-1-1 0 0,0 1 1 0 0,1-1-1 0 0,-1 1 0 0 0,3-1 1 0 0,11 2 3 0 0,0-1 1 0 0,0-1 0 0 0,0-1 0 0 0,-1 0 0 0 0,1-1 0 0 0,0-1 0 0 0,26-7 0 0 0,-36 8 61 0 0,0-1 0 0 0,1 1 0 0 0,-1-1-1 0 0,0-1 1 0 0,-1 0 0 0 0,1 0 0 0 0,0 0 0 0 0,-1 0-1 0 0,0-1 1 0 0,0 0 0 0 0,-1-1 0 0 0,1 1 0 0 0,-1-1 0 0 0,0 0-1 0 0,-1 0 1 0 0,1-1 0 0 0,-1 0 0 0 0,4-9 0 0 0,-7 14-25 0 0,0 0 1 0 0,0-1 0 0 0,-1 1 0 0 0,1-1 0 0 0,-1 1 0 0 0,1-1-1 0 0,-1 0 1 0 0,0 1 0 0 0,0-1 0 0 0,0 1 0 0 0,-1-1 0 0 0,1 1-1 0 0,0-1 1 0 0,-1 0 0 0 0,0 1 0 0 0,1-1 0 0 0,-1 1 0 0 0,0 0-1 0 0,-1-1 1 0 0,1 1 0 0 0,0 0 0 0 0,0 0 0 0 0,-1 0-1 0 0,0 0 1 0 0,1 0 0 0 0,-1 0 0 0 0,0 0 0 0 0,0 0 0 0 0,0 0-1 0 0,0 1 1 0 0,0-1 0 0 0,0 1 0 0 0,0 0 0 0 0,-1 0 0 0 0,1 0-1 0 0,0 0 1 0 0,-4-1 0 0 0,-5-3 34 0 0,0 2 1 0 0,0-1-1 0 0,-1 1 0 0 0,1 1 0 0 0,-1 0 1 0 0,1 1-1 0 0,-13 0 0 0 0,10 1-345 0 0,-1 0-1 0 0,1 1 0 0 0,0 1 1 0 0,0 0-1 0 0,-1 1 0 0 0,-23 8 1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4.578"/>
    </inkml:context>
    <inkml:brush xml:id="br0">
      <inkml:brushProperty name="width" value="0.1" units="cm"/>
      <inkml:brushProperty name="height" value="0.1" units="cm"/>
      <inkml:brushProperty name="color" value="#FFC114"/>
    </inkml:brush>
  </inkml:definitions>
  <inkml:trace contextRef="#ctx0" brushRef="#br0">19 107 6001 0 0,'0'0'132'0'0,"-7"-15"359"0"0,1 8 1232 0 0,8 27-1675 0 0,1 0 1 0 0,1 0-1 0 0,1-1 1 0 0,0 0-1 0 0,2 0 1 0 0,0 0-1 0 0,17 31 1 0 0,-19-43-27 0 0,0 1 0 0 0,0 1 1 0 0,-1-1-1 0 0,0 1 0 0 0,-1 0 0 0 0,0-1 1 0 0,4 18-1 0 0,-7-24 15 0 0,-7 3 109 0 0,7-5-133 0 0,0 1 0 0 0,-1-1 0 0 0,1 1 0 0 0,-1-1 0 0 0,1 1 0 0 0,-1-1 0 0 0,1 1 0 0 0,-1-1 0 0 0,1 1 0 0 0,-1-1 0 0 0,1 0 0 0 0,-1 1 0 0 0,0-1 1 0 0,1 0-1 0 0,-1 1 0 0 0,0-1 0 0 0,1 0 0 0 0,-1 0 0 0 0,0 0 0 0 0,1 1 0 0 0,-1-1 0 0 0,0 0 0 0 0,1 0 0 0 0,-1 0 0 0 0,0 0 0 0 0,0 0 0 0 0,1 0 0 0 0,-1-1 0 0 0,0 1 0 0 0,1 0 1 0 0,-1 0-1 0 0,0 0 0 0 0,1-1 0 0 0,-1 1 0 0 0,1 0 0 0 0,-2-1 0 0 0,-2-1 17 0 0,-1-1 0 0 0,1 1 0 0 0,-1-1-1 0 0,1 0 1 0 0,0 0 0 0 0,0-1 0 0 0,1 1 0 0 0,-1-1 0 0 0,1 0 0 0 0,-1 0 0 0 0,1 0 0 0 0,0 0 0 0 0,1 0 0 0 0,-1-1-1 0 0,1 1 1 0 0,0-1 0 0 0,0 0 0 0 0,0 0 0 0 0,1 1 0 0 0,-1-1 0 0 0,1 0 0 0 0,1-1 0 0 0,-1 1 0 0 0,1 0-1 0 0,-1 0 1 0 0,1 0 0 0 0,1 0 0 0 0,-1 0 0 0 0,1 0 0 0 0,0 0 0 0 0,0 0 0 0 0,0 0 0 0 0,3-5 0 0 0,0-3-17 0 0,1 1 1 0 0,0 0-1 0 0,1 0 1 0 0,0 0 0 0 0,1 0-1 0 0,0 1 1 0 0,1 0-1 0 0,0 1 1 0 0,1 0 0 0 0,0 0-1 0 0,0 1 1 0 0,1 0-1 0 0,1 1 1 0 0,-1 0 0 0 0,1 0-1 0 0,1 1 1 0 0,-1 0-1 0 0,1 1 1 0 0,25-8 0 0 0,-28 10-17 0 0,1 2 1 0 0,0-1-1 0 0,-1 1 1 0 0,1 0-1 0 0,0 1 1 0 0,0 1-1 0 0,0-1 1 0 0,0 1-1 0 0,0 1 1 0 0,0 0-1 0 0,0 0 1 0 0,0 1-1 0 0,-1 1 1 0 0,1-1-1 0 0,-1 1 1 0 0,1 1-1 0 0,-1 0 1 0 0,0 0-1 0 0,0 1 1 0 0,-1 0-1 0 0,1 1 1 0 0,-1-1-1 0 0,0 2 1 0 0,-1-1-1 0 0,0 1 1 0 0,0 0-1 0 0,8 10 1 0 0,-9-8-5 0 0,0 0 0 0 0,0 1 0 0 0,-1 0 0 0 0,0-1 0 0 0,-1 2 0 0 0,0-1-1 0 0,0 0 1 0 0,-1 1 0 0 0,-1-1 0 0 0,3 19 0 0 0,-2 29-2384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4.948"/>
    </inkml:context>
    <inkml:brush xml:id="br0">
      <inkml:brushProperty name="width" value="0.1" units="cm"/>
      <inkml:brushProperty name="height" value="0.1" units="cm"/>
      <inkml:brushProperty name="color" value="#FFC114"/>
    </inkml:brush>
  </inkml:definitions>
  <inkml:trace contextRef="#ctx0" brushRef="#br0">25 139 6545 0 0,'-5'-17'294'0'0,"1"0"1"0"0,0-1 0 0 0,1 0-1 0 0,0-21 1 0 0,-2 10 1820 0 0,21 136-1880 0 0,52 181 0 0 0,-40-183-165 0 0,-22-79-49 0 0,1-1 1 0 0,1-1-1 0 0,1 0 0 0 0,22 42 1 0 0,-28-61-39 0 0,0 0-1 0 0,1 0 1 0 0,-1 0 0 0 0,1 0-1 0 0,0-1 1 0 0,0 1 0 0 0,0-1 0 0 0,0 0-1 0 0,1-1 1 0 0,0 1 0 0 0,-1-1 0 0 0,2 0-1 0 0,-1 0 1 0 0,0 0 0 0 0,0-1 0 0 0,1 1-1 0 0,-1-1 1 0 0,1-1 0 0 0,0 1-1 0 0,0-1 1 0 0,0 0 0 0 0,-1 0 0 0 0,1-1-1 0 0,0 0 1 0 0,0 0 0 0 0,11-2 0 0 0,13-6-790 0 0,0-1 0 0 0,0-1 1 0 0,-1-2-1 0 0,-1-1 0 0 0,0-2 1 0 0,35-23-1 0 0,-6 4-2004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5.180"/>
    </inkml:context>
    <inkml:brush xml:id="br0">
      <inkml:brushProperty name="width" value="0.1" units="cm"/>
      <inkml:brushProperty name="height" value="0.1" units="cm"/>
      <inkml:brushProperty name="color" value="#FFC114"/>
    </inkml:brush>
  </inkml:definitions>
  <inkml:trace contextRef="#ctx0" brushRef="#br0">51 107 6997 0 0,'-18'3'-132'0'0,"-13"-1"1232"0"0,29-7-550 0 0,17-8-500 0 0,6 1-21 0 0,0 1 1 0 0,1 1-1 0 0,1 1 1 0 0,-1 0-1 0 0,2 2 0 0 0,-1 1 1 0 0,36-5-1 0 0,-30 5-299 0 0,51-4-4405 0 0,-60 8 2676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5.446"/>
    </inkml:context>
    <inkml:brush xml:id="br0">
      <inkml:brushProperty name="width" value="0.1" units="cm"/>
      <inkml:brushProperty name="height" value="0.1" units="cm"/>
      <inkml:brushProperty name="color" value="#FFC114"/>
    </inkml:brush>
  </inkml:definitions>
  <inkml:trace contextRef="#ctx0" brushRef="#br0">13 48 6313 0 0,'-6'10'1880'0'0,"6"-11"-1853"0"0,0 1 0 0 0,0 0 1 0 0,0 0-1 0 0,0 0 0 0 0,0 0 0 0 0,0 0 0 0 0,0 0 0 0 0,-1 0 0 0 0,1-1 1 0 0,0 1-1 0 0,0 0 0 0 0,0 0 0 0 0,0 0 0 0 0,0 0 0 0 0,0 0 0 0 0,-1 0 1 0 0,1 0-1 0 0,0 0 0 0 0,0 0 0 0 0,0 0 0 0 0,0 0 0 0 0,0 0 0 0 0,-1 0 1 0 0,1 0-1 0 0,0 0 0 0 0,0 0 0 0 0,0 0 0 0 0,0 0 0 0 0,0 0 0 0 0,-1 0 1 0 0,1 0-1 0 0,0 0 0 0 0,0 0 0 0 0,0 0 0 0 0,0 0 0 0 0,0 0 0 0 0,-1 0 0 0 0,1 0 1 0 0,0 0-1 0 0,0 1 0 0 0,0-1 0 0 0,0 0 0 0 0,0 0 0 0 0,0 0 0 0 0,0 0 1 0 0,-1 0-1 0 0,1 0 0 0 0,0 0 0 0 0,0 1 0 0 0,0-1 0 0 0,0 0 0 0 0,0 0 1 0 0,0 0-1 0 0,0 0 0 0 0,0 0 0 0 0,0 1 0 0 0,0-1 0 0 0,0 0 0 0 0,0 0 1 0 0,0 0-1 0 0,0 0 0 0 0,0 0 0 0 0,0 1 0 0 0,0-1 0 0 0,0 0 0 0 0,0 0 1 0 0,0 0-1 0 0,0 0 0 0 0,0 1 0 0 0,0-2-44 0 0,0-2-469 0 0,-1-1-1 0 0,1 1 1 0 0,0-1-1 0 0,0 1 0 0 0,1-1 1 0 0,-1 0-1 0 0,1 1 0 0 0,-1-1 1 0 0,1 1-1 0 0,0 0 1 0 0,3-6-1 0 0,3-3-1894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5.621"/>
    </inkml:context>
    <inkml:brush xml:id="br0">
      <inkml:brushProperty name="width" value="0.1" units="cm"/>
      <inkml:brushProperty name="height" value="0.1" units="cm"/>
      <inkml:brushProperty name="color" value="#FFC114"/>
    </inkml:brush>
  </inkml:definitions>
  <inkml:trace contextRef="#ctx0" brushRef="#br0">0 89 7077 0 0,'4'-1'383'0'0,"-1"1"1"0"0,0-1-1 0 0,0 0 1 0 0,0 0 0 0 0,0 0-1 0 0,0 0 1 0 0,0-1 0 0 0,0 1-1 0 0,-1-1 1 0 0,1 0-1 0 0,0 0 1 0 0,-1 0 0 0 0,3-2-1 0 0,-4 3-258 0 0,4-11-1271 0 0,36-31-5992 0 0,-32 31 4706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5.808"/>
    </inkml:context>
    <inkml:brush xml:id="br0">
      <inkml:brushProperty name="width" value="0.1" units="cm"/>
      <inkml:brushProperty name="height" value="0.1" units="cm"/>
      <inkml:brushProperty name="color" value="#FFC114"/>
    </inkml:brush>
  </inkml:definitions>
  <inkml:trace contextRef="#ctx0" brushRef="#br0">0 67 7077 0 0,'0'0'454'0'0,"5"-1"-6"0"0,-2 0-493 0 0,3 0 687 0 0,-1-1 0 0 0,0 1 0 0 0,0-1 0 0 0,0 0 0 0 0,0 0 0 0 0,0-1 0 0 0,6-4 867 0 0,1 1-1845 0 0,-12 5-133 0 0,1 0 0 0 0,-1 0 1 0 0,1 0-1 0 0,-1 0 0 0 0,0 0 0 0 0,0-1 0 0 0,1 1 0 0 0,-1 0 0 0 0,0 0 0 0 0,0 0 0 0 0,0-1 0 0 0,0 1 0 0 0,0 0 0 0 0,-1 0 0 0 0,1-1 0 0 0,0 1 0 0 0,-1-1 0 0 0,-4-14-2835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6.261"/>
    </inkml:context>
    <inkml:brush xml:id="br0">
      <inkml:brushProperty name="width" value="0.1" units="cm"/>
      <inkml:brushProperty name="height" value="0.1" units="cm"/>
      <inkml:brushProperty name="color" value="#FFC114"/>
    </inkml:brush>
  </inkml:definitions>
  <inkml:trace contextRef="#ctx0" brushRef="#br0">39 36 7353 0 0,'-1'-3'-68'0'0,"0"1"-1"0"0,0 0 1 0 0,0-1 0 0 0,0 1 0 0 0,0-1 0 0 0,1 1 0 0 0,-1-1 0 0 0,1 1 0 0 0,-1-1 0 0 0,1 0-1 0 0,1-4 1 0 0,13 6 34 0 0,0 1 0 0 0,0 1 0 0 0,0 1 0 0 0,0 0 0 0 0,0 1 0 0 0,21 6 0 0 0,89 35-20 0 0,-99-34 42 0 0,37 13 22 0 0,-1 4 0 0 0,89 51 0 0 0,-132-67 12 0 0,0 1-1 0 0,-1 0 1 0 0,0 2 0 0 0,-1 0 0 0 0,-1 0 0 0 0,0 2 0 0 0,-1 0-1 0 0,0 0 1 0 0,-2 2 0 0 0,0-1 0 0 0,-1 1 0 0 0,10 24 0 0 0,-18-34-9 0 0,0 1 1 0 0,-1-1-1 0 0,0 1 1 0 0,-1 0-1 0 0,0 0 1 0 0,0 0-1 0 0,-1 0 1 0 0,0 0-1 0 0,0-1 1 0 0,-1 1-1 0 0,-1 0 1 0 0,1 0-1 0 0,-1 0 1 0 0,-1-1-1 0 0,0 1 1 0 0,0-1-1 0 0,0 0 1 0 0,-1 0-1 0 0,0 0 1 0 0,-1 0-1 0 0,-10 12 1 0 0,-3 4 16 0 0,-2-1 1 0 0,-1-1-1 0 0,-1 0 1 0 0,0-2 0 0 0,-32 21-1 0 0,13-12-424 0 0,-1-3 0 0 0,-2-1 0 0 0,-1-2 0 0 0,0-2 0 0 0,-2-3 0 0 0,0-1 1 0 0,-1-2-1 0 0,0-3 0 0 0,-56 8 0 0 0,32-13-836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56.884"/>
    </inkml:context>
    <inkml:brush xml:id="br0">
      <inkml:brushProperty name="width" value="0.1" units="cm"/>
      <inkml:brushProperty name="height" value="0.1" units="cm"/>
      <inkml:brushProperty name="color" value="#FFC114"/>
    </inkml:brush>
  </inkml:definitions>
  <inkml:trace contextRef="#ctx0" brushRef="#br0">498 0 4316 0 0,'-69'56'18'0'0,"1"3"0"0"0,4 3 0 0 0,-101 125 0 0 0,138-152 94 0 0,-34 55 0 0 0,55-79-83 0 0,0-1 0 0 0,0 1 1 0 0,1 0-1 0 0,1 1 0 0 0,0-1 1 0 0,1 1-1 0 0,0 0 0 0 0,1 0 1 0 0,0 0-1 0 0,0 19 0 0 0,2-23-11 0 0,2-1-1 0 0,-1 1 0 0 0,1-1 0 0 0,0 1 0 0 0,1-1 1 0 0,0 0-1 0 0,0 0 0 0 0,0 0 0 0 0,1 0 0 0 0,0-1 1 0 0,0 0-1 0 0,1 1 0 0 0,0-2 0 0 0,0 1 0 0 0,0 0 1 0 0,1-1-1 0 0,0 0 0 0 0,0 0 0 0 0,7 4 0 0 0,6 3 19 0 0,0-1-1 0 0,0-1 1 0 0,1 0-1 0 0,0-2 1 0 0,31 9-1 0 0,1-3 11 0 0,1-3 1 0 0,1-3-1 0 0,-1-1 0 0 0,68-2 0 0 0,215-24-2884 0 0,-247 7 1810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28.824"/>
    </inkml:context>
    <inkml:brush xml:id="br0">
      <inkml:brushProperty name="width" value="0.1" units="cm"/>
      <inkml:brushProperty name="height" value="0.1" units="cm"/>
      <inkml:brushProperty name="color" value="#FFC114"/>
    </inkml:brush>
  </inkml:definitions>
  <inkml:trace contextRef="#ctx0" brushRef="#br0">25 1 2532 0 0,'0'0'502'0'0,"-24"6"2143"0"0,54-1-1783 0 0,40 0-1057 0 0,-47-3 263 0 0,391 35-76 0 0,-79-14 30 0 0,191-5 47 0 0,152-25-105 0 0,120-8-12 0 0,-201 3 31 0 0,-187 6-46 0 0,315 6-17 0 0,-557 3 690 0 0,-165-3-484 0 0,31-4-1053 0 0,-30-3-1005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0.580"/>
    </inkml:context>
    <inkml:brush xml:id="br0">
      <inkml:brushProperty name="width" value="0.1" units="cm"/>
      <inkml:brushProperty name="height" value="0.1" units="cm"/>
      <inkml:brushProperty name="color" value="#FFC114"/>
    </inkml:brush>
  </inkml:definitions>
  <inkml:trace contextRef="#ctx0" brushRef="#br0">28 249 5456 0 0,'0'0'-172'0'0,"-18"-2"144"0"0,9 0 542 0 0,10-1 345 0 0,125-27-824 0 0,226-25 0 0 0,-120 24-18 0 0,-150 20 6 0 0,-51 9 45 0 0,0-2 0 0 0,0-1 0 0 0,-1-2 0 0 0,57-19 0 0 0,-86 26-63 0 0,1 0 1 0 0,-1-1 0 0 0,0 1-1 0 0,1-1 1 0 0,-1 1 0 0 0,0-1-1 0 0,0 0 1 0 0,0 1 0 0 0,1-1-1 0 0,-1 0 1 0 0,0 0 0 0 0,0 0-1 0 0,0 0 1 0 0,0 0-1 0 0,0 0 1 0 0,0 0 0 0 0,-1 0-1 0 0,1 0 1 0 0,0 0 0 0 0,-1-1-1 0 0,1 1 1 0 0,0 0 0 0 0,0-2-1 0 0,-2 1 1 0 0,1 1-1 0 0,-1 0 0 0 0,1 0 0 0 0,-1 0 1 0 0,0 0-1 0 0,1 0 0 0 0,-1 0 0 0 0,0 0 1 0 0,0 0-1 0 0,0 0 0 0 0,0 0 0 0 0,0 0 1 0 0,0 0-1 0 0,0 1 0 0 0,0-1 0 0 0,0 0 1 0 0,0 1-1 0 0,0-1 0 0 0,0 1 0 0 0,-2-1 1 0 0,-15-6-28 0 0,0 1 0 0 0,-30-5 0 0 0,29 6-228 0 0,43 19 225 0 0,1-1-1 0 0,38 15 1 0 0,-41-20 13 0 0,0 1 1 0 0,0 2 0 0 0,-1 0-1 0 0,0 1 1 0 0,30 24 0 0 0,-50-35 12 0 0,-1-1 1 0 0,0 0 0 0 0,1 1 0 0 0,-1-1-1 0 0,0 0 1 0 0,1 1 0 0 0,-1-1 0 0 0,0 1-1 0 0,1-1 1 0 0,-1 1 0 0 0,0-1 0 0 0,0 1-1 0 0,1-1 1 0 0,-1 1 0 0 0,0-1-1 0 0,0 1 1 0 0,0-1 0 0 0,0 1 0 0 0,0-1-1 0 0,0 1 1 0 0,0-1 0 0 0,0 1 0 0 0,0-1-1 0 0,0 1 1 0 0,0-1 0 0 0,0 1 0 0 0,0-1-1 0 0,0 1 1 0 0,-1-1 0 0 0,1 1 0 0 0,-1 0-1 0 0,-15 15 53 0 0,-27 6 29 0 0,42-21-79 0 0,-140 44 39 0 0,129-44-311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1.091"/>
    </inkml:context>
    <inkml:brush xml:id="br0">
      <inkml:brushProperty name="width" value="0.1" units="cm"/>
      <inkml:brushProperty name="height" value="0.1" units="cm"/>
      <inkml:brushProperty name="color" value="#FFC114"/>
    </inkml:brush>
  </inkml:definitions>
  <inkml:trace contextRef="#ctx0" brushRef="#br0">1 171 5617 0 0,'5'-168'2774'0'0,"-4"166"-2418"0"0,-1 7-125 0 0,3 23-49 0 0,10 84-185 0 0,19 27 56 0 0,5 34 20 0 0,-33-147-28 0 0,-1 1 1 0 0,-2-1-1 0 0,0 0 1 0 0,-5 44-1 0 0,-7-48 129 0 0,8-46-8002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1.709"/>
    </inkml:context>
    <inkml:brush xml:id="br0">
      <inkml:brushProperty name="width" value="0.1" units="cm"/>
      <inkml:brushProperty name="height" value="0.1" units="cm"/>
      <inkml:brushProperty name="color" value="#FFC114"/>
    </inkml:brush>
  </inkml:definitions>
  <inkml:trace contextRef="#ctx0" brushRef="#br0">265 60 6685 0 0,'1'0'5'0'0,"0"-1"1"0"0,0 0 0 0 0,1 0 0 0 0,-1 0 0 0 0,0 0 0 0 0,0 0 0 0 0,0 0 0 0 0,0 0-1 0 0,-1 0 1 0 0,1 0 0 0 0,0 0 0 0 0,0-1 0 0 0,-1 1 0 0 0,1 0 0 0 0,-1 0-1 0 0,1-1 1 0 0,-1 1 0 0 0,1 0 0 0 0,-1-1 0 0 0,0 1 0 0 0,0-1 0 0 0,1 1-1 0 0,-1 0 1 0 0,0-1 0 0 0,0 1 0 0 0,-1-2 0 0 0,0 1 10 0 0,0 0 0 0 0,-1 1 0 0 0,1-1-1 0 0,-1 1 1 0 0,0-1 0 0 0,1 1 0 0 0,-1 0 0 0 0,0 0 0 0 0,0-1 0 0 0,0 1 0 0 0,0 0-1 0 0,0 1 1 0 0,0-1 0 0 0,0 0 0 0 0,0 1 0 0 0,0-1 0 0 0,-4 0 0 0 0,-11-1-15 0 0,0 0 0 0 0,0 1 0 0 0,0 0 0 0 0,0 2 0 0 0,-1 0 0 0 0,1 1 0 0 0,0 1 0 0 0,1 0 0 0 0,-1 1 0 0 0,0 1 0 0 0,-30 13 0 0 0,46-17-2 0 0,1-1 1 0 0,-1 1-1 0 0,0-1 0 0 0,1 1 0 0 0,-1-1 0 0 0,0 1 0 0 0,1 0 0 0 0,-1-1 0 0 0,1 1 0 0 0,-1 0 0 0 0,1-1 0 0 0,-1 1 1 0 0,1 0-1 0 0,0 0 0 0 0,-1-1 0 0 0,1 1 0 0 0,0 0 0 0 0,-1 0 0 0 0,1 0 0 0 0,0 0 0 0 0,0 0 0 0 0,0-1 1 0 0,0 1-1 0 0,0 0 0 0 0,0 0 0 0 0,0 0 0 0 0,0 0 0 0 0,0 0 0 0 0,1-1 0 0 0,-1 1 0 0 0,0 0 0 0 0,0 0 1 0 0,1 0-1 0 0,-1-1 0 0 0,0 1 0 0 0,1 0 0 0 0,-1 0 0 0 0,1-1 0 0 0,-1 1 0 0 0,1 0 0 0 0,0-1 0 0 0,-1 1 1 0 0,1 0-1 0 0,-1-1 0 0 0,1 1 0 0 0,0-1 0 0 0,0 1 0 0 0,-1-1 0 0 0,1 0 0 0 0,1 1 0 0 0,38 24 2 0 0,142 51-19 0 0,16 8-21 0 0,-196-83 39 0 0,-1-1 1 0 0,0 0-1 0 0,1 1 1 0 0,-1-1-1 0 0,0 1 1 0 0,1 0 0 0 0,-1-1-1 0 0,0 1 1 0 0,0 0-1 0 0,0 0 1 0 0,0 0-1 0 0,0 0 1 0 0,0 0-1 0 0,0 0 1 0 0,0 0-1 0 0,0 0 1 0 0,0 0 0 0 0,0 0-1 0 0,-1 0 1 0 0,1 1-1 0 0,-1-1 1 0 0,1 0-1 0 0,0 3 1 0 0,-2-3 5 0 0,1 0 0 0 0,-1 0 0 0 0,0 0 0 0 0,1 0 0 0 0,-1 0 1 0 0,0-1-1 0 0,0 1 0 0 0,0 0 0 0 0,0 0 0 0 0,1 0 0 0 0,-1-1 0 0 0,0 1 0 0 0,-1-1 1 0 0,1 1-1 0 0,0 0 0 0 0,0-1 0 0 0,0 0 0 0 0,0 1 0 0 0,0-1 0 0 0,-2 1 0 0 0,-71 11 222 0 0,74-12-227 0 0,-54 4 181 0 0,-1-1 0 0 0,1-3 1 0 0,-99-13-1 0 0,152 13-212 0 0,0 0 0 0 0,0 0 1 0 0,1 0-1 0 0,-1 0 0 0 0,0 0 0 0 0,0 0 0 0 0,1-1 1 0 0,-1 1-1 0 0,0 0 0 0 0,1 0 0 0 0,-1 0 0 0 0,0-1 0 0 0,0 1 1 0 0,1 0-1 0 0,-1-1 0 0 0,1 1 0 0 0,-1-1 0 0 0,0 1 0 0 0,1-1 1 0 0,-1 1-1 0 0,1-1 0 0 0,-1 1 0 0 0,1-1 0 0 0,-1 1 1 0 0,1-1-1 0 0,-1 0 0 0 0,1 1 0 0 0,0-1 0 0 0,-1 0 0 0 0,1 1 1 0 0,0-1-1 0 0,0 0 0 0 0,-1 0 0 0 0,1 1 0 0 0,0-1 1 0 0,0-1-1 0 0,1 0-197 0 0,-1 1 1 0 0,1-1-1 0 0,0 0 1 0 0,0 1-1 0 0,-1-1 1 0 0,1 0-1 0 0,0 1 1 0 0,1-1-1 0 0,-1 1 1 0 0,0 0-1 0 0,0-1 1 0 0,3-1-1 0 0,15-11-2007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2.224"/>
    </inkml:context>
    <inkml:brush xml:id="br0">
      <inkml:brushProperty name="width" value="0.1" units="cm"/>
      <inkml:brushProperty name="height" value="0.1" units="cm"/>
      <inkml:brushProperty name="color" value="#FFC114"/>
    </inkml:brush>
  </inkml:definitions>
  <inkml:trace contextRef="#ctx0" brushRef="#br0">0 130 5757 0 0,'4'-22'650'0'0,"0"0"0"0"0,-2 0 0 0 0,-1-24 0 0 0,-1 44-514 0 0,1-8 232 0 0,0 4-262 0 0,0 8-100 0 0,11 212 136 0 0,-4-123-106 0 0,-4 102 1 0 0,-3-2 81 0 0,0-173-958 0 0,13-34-2742 0 0,-2 4 554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2.537"/>
    </inkml:context>
    <inkml:brush xml:id="br0">
      <inkml:brushProperty name="width" value="0.1" units="cm"/>
      <inkml:brushProperty name="height" value="0.1" units="cm"/>
      <inkml:brushProperty name="color" value="#FFC114"/>
    </inkml:brush>
  </inkml:definitions>
  <inkml:trace contextRef="#ctx0" brushRef="#br0">21 45 7077 0 0,'0'0'-6'0'0,"-13"-4"106"0"0,13 4-88 0 0,0 0 0 0 0,-1 0 0 0 0,1 0 0 0 0,0 0 0 0 0,0 0-1 0 0,-1 0 1 0 0,1 0 0 0 0,0 0 0 0 0,0 0 0 0 0,0 0 0 0 0,-1 0 0 0 0,1 0-1 0 0,0 0 1 0 0,0 0 0 0 0,-1 0 0 0 0,1 0 0 0 0,0 0 0 0 0,0 0 0 0 0,-1 0 0 0 0,1-1-1 0 0,0 1 1 0 0,0 0 0 0 0,0 0 0 0 0,-1 0 0 0 0,1 0 0 0 0,0 0 0 0 0,0-1-1 0 0,0 1 1 0 0,0 0 0 0 0,0 0 0 0 0,-1 0 0 0 0,1 0 0 0 0,0-1 0 0 0,0 1-1 0 0,0 0 1 0 0,0 0 0 0 0,0-1 0 0 0,0 1 0 0 0,0 0 0 0 0,0 0 0 0 0,0 0 0 0 0,0-1-1 0 0,-1 1 1 0 0,1 0 0 0 0,0 0 0 0 0,0-1 0 0 0,1 1 0 0 0,-1 0 0 0 0,0 0-1 0 0,0-1 1 0 0,0 1 0 0 0,0 0 0 0 0,26-7 15 0 0,1 1 0 0 0,0 1-1 0 0,0 1 1 0 0,0 2 0 0 0,50 1 0 0 0,-7 0-2 0 0,224-6-780 0 0,-292 7 29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3.660"/>
    </inkml:context>
    <inkml:brush xml:id="br0">
      <inkml:brushProperty name="width" value="0.1" units="cm"/>
      <inkml:brushProperty name="height" value="0.1" units="cm"/>
      <inkml:brushProperty name="color" value="#FFC114"/>
    </inkml:brush>
  </inkml:definitions>
  <inkml:trace contextRef="#ctx0" brushRef="#br0">427 119 4960 0 0,'0'0'222'0'0,"4"-13"1541"0"0,-8 6-1721 0 0,0 0 0 0 0,0 0-1 0 0,0 1 1 0 0,-1-1 0 0 0,0 1-1 0 0,-1 0 1 0 0,1 0 0 0 0,-1 1 0 0 0,0-1-1 0 0,0 2 1 0 0,-1-1 0 0 0,0 0-1 0 0,0 1 1 0 0,0 1 0 0 0,0-1-1 0 0,0 1 1 0 0,-1 0 0 0 0,1 1-1 0 0,-1-1 1 0 0,0 2 0 0 0,-13-3 0 0 0,10 3-48 0 0,0 1 1 0 0,-1 0-1 0 0,1 0 1 0 0,0 1-1 0 0,0 1 1 0 0,0 0-1 0 0,0 0 1 0 0,1 1-1 0 0,-1 0 1 0 0,0 1-1 0 0,1 1 1 0 0,0-1-1 0 0,0 1 1 0 0,0 1-1 0 0,-11 9 1 0 0,12-8-4 0 0,0 1 0 0 0,0 0 0 0 0,1 1 0 0 0,0 0 0 0 0,1 0 0 0 0,0 0 0 0 0,0 1 0 0 0,1 1 0 0 0,0-1 1 0 0,1 1-1 0 0,-6 15 0 0 0,10-22 7 0 0,-1 1 0 0 0,1 0 1 0 0,0-1-1 0 0,0 1 1 0 0,0 0-1 0 0,1 0 0 0 0,0-1 1 0 0,0 1-1 0 0,0 0 1 0 0,0 0-1 0 0,1 0 0 0 0,0-1 1 0 0,0 1-1 0 0,0 0 1 0 0,1-1-1 0 0,-1 1 0 0 0,1-1 1 0 0,0 1-1 0 0,0-1 1 0 0,1 0-1 0 0,-1 0 0 0 0,1 0 1 0 0,0 0-1 0 0,0 0 1 0 0,0-1-1 0 0,1 1 0 0 0,-1-1 1 0 0,1 0-1 0 0,0 0 1 0 0,6 4-1 0 0,-3-4 8 0 0,-1 0 0 0 0,0-1 0 0 0,0 0 0 0 0,1 0 1 0 0,-1 0-1 0 0,1-1 0 0 0,0 0 0 0 0,-1-1 0 0 0,1 1 0 0 0,0-1 0 0 0,0 0 0 0 0,-1-1 1 0 0,1 0-1 0 0,0 0 0 0 0,-1 0 0 0 0,1-1 0 0 0,-1 0 0 0 0,1 0 0 0 0,-1 0 0 0 0,0-1 0 0 0,0 0 1 0 0,9-6-1 0 0,4-2 19 0 0,-1-1 1 0 0,0-1 0 0 0,-1 0 0 0 0,0-2 0 0 0,24-26-1 0 0,40-54 827 0 0,-79 93-749 0 0,-2 3-102 0 0,-1 1 0 0 0,1-1 0 0 0,0 0-1 0 0,0 0 1 0 0,-1 1 0 0 0,1-1 0 0 0,-1 0 0 0 0,1 0 0 0 0,-1 0 0 0 0,0 0-1 0 0,1 0 1 0 0,-1 0 0 0 0,0 0 0 0 0,0 0 0 0 0,0 0 0 0 0,0 0-1 0 0,0 0 1 0 0,-1 1 0 0 0,-12 16-8 0 0,12-15-3 0 0,0 1 1 0 0,1-1-1 0 0,0 1 1 0 0,0 0 0 0 0,0-1-1 0 0,0 1 1 0 0,0 0-1 0 0,1 0 1 0 0,0 0-1 0 0,0-1 1 0 0,0 1-1 0 0,0 0 1 0 0,0 0 0 0 0,1 0-1 0 0,-1-1 1 0 0,1 1-1 0 0,0 0 1 0 0,1 0-1 0 0,1 3 1 0 0,0-1 47 0 0,0-1 1 0 0,1 0-1 0 0,-1 0 1 0 0,1 0-1 0 0,1 0 1 0 0,-1-1-1 0 0,1 1 1 0 0,-1-1 0 0 0,1 0-1 0 0,0-1 1 0 0,6 4-1 0 0,0-1-194 0 0,0 0-1 0 0,0-1 1 0 0,1 0-1 0 0,-1-1 1 0 0,17 3 0 0 0,-19-4-472 0 0,0-2 1 0 0,0 1 0 0 0,1-2 0 0 0,-1 1-1 0 0,1-1 1 0 0,12-2 0 0 0,3-2-1338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4.241"/>
    </inkml:context>
    <inkml:brush xml:id="br0">
      <inkml:brushProperty name="width" value="0.1" units="cm"/>
      <inkml:brushProperty name="height" value="0.1" units="cm"/>
      <inkml:brushProperty name="color" value="#FFC114"/>
    </inkml:brush>
  </inkml:definitions>
  <inkml:trace contextRef="#ctx0" brushRef="#br0">363 61 5172 0 0,'0'-1'-16'0'0,"1"0"-1"0"0,-1 0 0 0 0,0 0 0 0 0,0 1 0 0 0,0-1 0 0 0,0 0 0 0 0,-1 0 0 0 0,1 0 0 0 0,0 1 0 0 0,0-1 1 0 0,0 0-1 0 0,-1 0 0 0 0,1 1 0 0 0,0-1 0 0 0,-1 0 0 0 0,1 1 0 0 0,-1-1 0 0 0,1 0 0 0 0,-1 1 0 0 0,1-1 0 0 0,-1 1 1 0 0,1-1-1 0 0,-1 0 0 0 0,1 1 0 0 0,-1-1 0 0 0,0 1 0 0 0,-28-15-9 0 0,-30 0 239 0 0,37 10-145 0 0,0 2 0 0 0,-1 1 0 0 0,0 0 0 0 0,1 2-1 0 0,-1 1 1 0 0,0 0 0 0 0,1 2 0 0 0,-45 11 0 0 0,66-14-67 0 0,0 0 1 0 0,0 0 0 0 0,0 1-1 0 0,0-1 1 0 0,0 1 0 0 0,0-1-1 0 0,0 1 1 0 0,0-1 0 0 0,0 1-1 0 0,0-1 1 0 0,0 1 0 0 0,0 0-1 0 0,0 0 1 0 0,1-1 0 0 0,-1 1-1 0 0,0 0 1 0 0,0 0 0 0 0,1 0-1 0 0,-1 0 1 0 0,0 1 0 0 0,1 0-1 0 0,0 0 1 0 0,0 0 0 0 0,0 0 0 0 0,0 0-1 0 0,0-1 1 0 0,1 1 0 0 0,-1 0 0 0 0,1 0 0 0 0,-1 0-1 0 0,1-1 1 0 0,0 1 0 0 0,0 0 0 0 0,-1-1-1 0 0,1 1 1 0 0,0-1 0 0 0,1 1 0 0 0,-1-1 0 0 0,0 1-1 0 0,0-1 1 0 0,1 0 0 0 0,-1 1 0 0 0,0-1-1 0 0,1 0 1 0 0,-1 0 0 0 0,1 0 0 0 0,0 0 0 0 0,-1-1-1 0 0,1 1 1 0 0,3 1 0 0 0,0 1 8 0 0,58 32 35 0 0,97 39-1 0 0,38 21 39 0 0,-180-85-80 0 0,0 1 0 0 0,26 21 0 0 0,-43-30 37 0 0,-1-2-37 0 0,-1 1 1 0 0,1 0 0 0 0,0 0 0 0 0,-1-1 0 0 0,1 1 0 0 0,-1 0 0 0 0,1 0-1 0 0,-1-1 1 0 0,1 1 0 0 0,-1 0 0 0 0,0-1 0 0 0,1 1 0 0 0,-1-1 0 0 0,0 1-1 0 0,1-1 1 0 0,-1 1 0 0 0,0-1 0 0 0,1 0 0 0 0,-1 1 0 0 0,0-1 0 0 0,0 0-1 0 0,0 1 1 0 0,1-1 0 0 0,-1 0 0 0 0,0 0 0 0 0,0 0 0 0 0,0 0 0 0 0,0 0-1 0 0,-1 0 1 0 0,-33 2 63 0 0,29-3-51 0 0,-67-1 146 0 0,0-4 0 0 0,0-3 0 0 0,-129-33 0 0 0,188 34-525 0 0,17 0-817 0 0,25-5-1036 0 0,-6 8 1152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5.024"/>
    </inkml:context>
    <inkml:brush xml:id="br0">
      <inkml:brushProperty name="width" value="0.1" units="cm"/>
      <inkml:brushProperty name="height" value="0.1" units="cm"/>
      <inkml:brushProperty name="color" value="#FFC114"/>
    </inkml:brush>
  </inkml:definitions>
  <inkml:trace contextRef="#ctx0" brushRef="#br0">9 125 4140 0 0,'14'-49'1540'0'0,"-10"43"-1211"0"0,1-3 487 0 0,-4 15-419 0 0,-1 11-475 0 0,2 21 78 0 0,20 240 57 0 0,-14-226-38 0 0,2 1 0 0 0,2-1 0 0 0,22 59 0 0 0,10 10 1933 0 0,-45-124-1914 0 0,-1 1 1 0 0,1-1-1 0 0,0 1 1 0 0,-1-1-1 0 0,0 1 0 0 0,0 0 1 0 0,1 0-1 0 0,-1-1 1 0 0,-4-1-1 0 0,-10-15 124 0 0,-4-18-91 0 0,1-1 1 0 0,2-1-1 0 0,2-1 1 0 0,1 0-1 0 0,3-1 1 0 0,1 0-1 0 0,1-1 1 0 0,3 0-1 0 0,2 0 1 0 0,0-59-1 0 0,4 85-96 0 0,1 0 0 0 0,0 1 0 0 0,1-1 0 0 0,1 1 0 0 0,0-1 0 0 0,1 1 0 0 0,11-27-1 0 0,-12 37 17 0 0,-1-1 0 0 0,1 1-1 0 0,1-1 1 0 0,-1 1-1 0 0,1 0 1 0 0,0 0-1 0 0,0 1 1 0 0,0-1-1 0 0,0 1 1 0 0,1 0-1 0 0,0 0 1 0 0,0 0-1 0 0,0 1 1 0 0,0 0 0 0 0,1 0-1 0 0,-1 0 1 0 0,1 1-1 0 0,0-1 1 0 0,0 2-1 0 0,0-1 1 0 0,0 0-1 0 0,10 0 1 0 0,16-1-21 0 0,-1 2-1 0 0,1 2 1 0 0,-1 0 0 0 0,1 2-1 0 0,36 9 1 0 0,-49-8 10 0 0,1 1 1 0 0,-2 1-1 0 0,1 0 1 0 0,-1 2-1 0 0,0 0 0 0 0,-1 1 1 0 0,0 0-1 0 0,0 2 1 0 0,23 18-1 0 0,-38-28 19 0 0,-1 0 0 0 0,1 0 1 0 0,-1 1-1 0 0,0-1 0 0 0,1 0 1 0 0,-1 0-1 0 0,0 1 0 0 0,0-1 0 0 0,0 1 1 0 0,0-1-1 0 0,0 1 0 0 0,-1-1 1 0 0,1 1-1 0 0,0 0 0 0 0,-1-1 0 0 0,1 1 1 0 0,-1 0-1 0 0,1-1 0 0 0,-1 1 1 0 0,0 0-1 0 0,0 0 0 0 0,0 0 0 0 0,0-1 1 0 0,0 1-1 0 0,-1 2 0 0 0,0-1 0 0 0,0-1-1 0 0,0 1 1 0 0,-1-1-1 0 0,0 0 1 0 0,1 1-1 0 0,-1-1 0 0 0,0 0 1 0 0,0 0-1 0 0,0 0 1 0 0,0-1-1 0 0,-1 1 1 0 0,1 0-1 0 0,0-1 1 0 0,-4 2-1 0 0,-10 5-5 0 0,-1-1 0 0 0,0-1 0 0 0,-31 8 1 0 0,-13-2 35 0 0,-1-2 0 0 0,1-3 0 0 0,-88-1 0 0 0,147-6-103 0 0,0-1-244 0 0,2 1 291 0 0,0 0 0 0 0,0 0-1 0 0,-1 0 1 0 0,1 0 0 0 0,0 0 0 0 0,-1 0 0 0 0,1 0 0 0 0,0 0 0 0 0,0 0-1 0 0,-1-1 1 0 0,1 1 0 0 0,0 0 0 0 0,-1 0 0 0 0,1 0 0 0 0,0 0-1 0 0,0 0 1 0 0,-1 0 0 0 0,1-1 0 0 0,0 1 0 0 0,0 0 0 0 0,0 0-1 0 0,-1 0 1 0 0,1-1 0 0 0,0 1 0 0 0,0 0 0 0 0,0 0 0 0 0,0-1-1 0 0,-1 1 1 0 0,1 0 0 0 0,0 0 0 0 0,0-1 0 0 0,0 1 0 0 0,0 0-1 0 0,0 0 1 0 0,0-1 0 0 0,0 1 0 0 0,0 0 0 0 0,0-1 0 0 0,0 1 0 0 0,0 0-1 0 0,0 0 1 0 0,0-1 0 0 0,0 1 0 0 0,0 0 0 0 0,0 0 0 0 0,0-1-1 0 0,0 1 1 0 0,0 0 0 0 0,0-1 0 0 0,1 1 0 0 0,47-24-3540 0 0,-22 14 955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5.489"/>
    </inkml:context>
    <inkml:brush xml:id="br0">
      <inkml:brushProperty name="width" value="0.1" units="cm"/>
      <inkml:brushProperty name="height" value="0.1" units="cm"/>
      <inkml:brushProperty name="color" value="#FFC114"/>
    </inkml:brush>
  </inkml:definitions>
  <inkml:trace contextRef="#ctx0" brushRef="#br0">2 206 5841 0 0,'2'2'-52'0'0,"0"0"0"0"0,-1-1 0 0 0,1 1 0 0 0,0 0 0 0 0,0-1 0 0 0,0 0 0 0 0,1 1 1 0 0,-1-1-1 0 0,0 0 0 0 0,0 0 0 0 0,1 0 0 0 0,-1 0 0 0 0,0-1 0 0 0,1 1 1 0 0,-1-1-1 0 0,1 1 0 0 0,-1-1 0 0 0,1 0 0 0 0,-1 0 0 0 0,1 0 0 0 0,-1 0 0 0 0,1-1 1 0 0,-1 1-1 0 0,3-1 0 0 0,7-1 48 0 0,-1 0-1 0 0,1-1 1 0 0,21-8-1 0 0,-21 6 34 0 0,1-2-1 0 0,-1 1 0 0 0,0-1 0 0 0,-1-1 0 0 0,18-15 0 0 0,-24 19 26 0 0,0-1-1 0 0,-1 1 0 0 0,1-1 1 0 0,-1-1-1 0 0,0 1 0 0 0,0 0 1 0 0,-1-1-1 0 0,0 0 1 0 0,0 0-1 0 0,0 0 0 0 0,-1 0 1 0 0,0 0-1 0 0,0 0 0 0 0,1-8 1 0 0,-2 12-38 0 0,-1 0 1 0 0,0 0-1 0 0,0 0 1 0 0,0 0-1 0 0,0 0 1 0 0,0-1-1 0 0,0 1 1 0 0,0 0-1 0 0,-1 0 1 0 0,1 0-1 0 0,-1 0 1 0 0,0 0-1 0 0,1 0 1 0 0,-1 1-1 0 0,0-1 1 0 0,0 0-1 0 0,0 0 1 0 0,-1 0-1 0 0,1 1 1 0 0,0-1-1 0 0,-1 1 1 0 0,1-1-1 0 0,-1 1 1 0 0,1-1-1 0 0,-1 1 1 0 0,0 0-1 0 0,1 0 1 0 0,-1 0-1 0 0,0 0 1 0 0,0 0-1 0 0,0 0 1 0 0,0 0-1 0 0,0 1 1 0 0,0-1-1 0 0,0 1 1 0 0,-3-1-1 0 0,-1 0-1 0 0,0 0-1 0 0,0 1 1 0 0,0 0-1 0 0,0 0 1 0 0,0 0 0 0 0,0 1-1 0 0,0 0 1 0 0,0 0-1 0 0,0 0 1 0 0,0 1 0 0 0,-7 3-1 0 0,3 0-13 0 0,0 1-1 0 0,0 1 1 0 0,0-1 0 0 0,1 2-1 0 0,0-1 1 0 0,0 1-1 0 0,1 1 1 0 0,0-1-1 0 0,0 1 1 0 0,1 1 0 0 0,0 0-1 0 0,1 0 1 0 0,0 0-1 0 0,0 0 1 0 0,2 1 0 0 0,-1 0-1 0 0,-3 14 1 0 0,6-19 4 0 0,0 1 0 0 0,1-1 0 0 0,-1 0 0 0 0,2 1 0 0 0,-1-1 0 0 0,1 1 0 0 0,0-1 0 0 0,0 1 0 0 0,0-1 0 0 0,1 1 1 0 0,0-1-1 0 0,1 1 0 0 0,-1-1 0 0 0,1 0 0 0 0,1 0 0 0 0,-1 0 0 0 0,1 0 0 0 0,0 0 0 0 0,0 0 0 0 0,0-1 0 0 0,1 1 0 0 0,0-1 0 0 0,0 0 1 0 0,1 0-1 0 0,-1-1 0 0 0,1 1 0 0 0,0-1 0 0 0,0 0 0 0 0,1 0 0 0 0,-1-1 0 0 0,1 1 0 0 0,7 2 0 0 0,-2-2-236 0 0,-1-1-1 0 0,1-1 0 0 0,-1 1 0 0 0,1-2 0 0 0,0 1 1 0 0,0-2-1 0 0,-1 1 0 0 0,1-2 0 0 0,0 1 1 0 0,0-1-1 0 0,0-1 0 0 0,-1 0 0 0 0,1-1 1 0 0,13-4-1 0 0,20-7-895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5.777"/>
    </inkml:context>
    <inkml:brush xml:id="br0">
      <inkml:brushProperty name="width" value="0.1" units="cm"/>
      <inkml:brushProperty name="height" value="0.1" units="cm"/>
      <inkml:brushProperty name="color" value="#FFC114"/>
    </inkml:brush>
  </inkml:definitions>
  <inkml:trace contextRef="#ctx0" brushRef="#br0">369 11 3860 0 0,'0'0'360'0'0,"-7"-1"-213"0"0,-19-3 28 0 0,0 1 0 0 0,0 1 0 0 0,0 2-1 0 0,-47 4 1 0 0,59-3-135 0 0,1 1-1 0 0,0 0 1 0 0,0 1 0 0 0,0 1-1 0 0,0 0 1 0 0,0 1 0 0 0,1 0 0 0 0,0 1-1 0 0,0 0 1 0 0,0 1 0 0 0,-17 13-1 0 0,28-19-36 0 0,0 0 0 0 0,-1 0 1 0 0,1 0-1 0 0,0 1 0 0 0,0-1 0 0 0,0 0 0 0 0,0 0 0 0 0,0 1 1 0 0,0-1-1 0 0,0 0 0 0 0,1 1 0 0 0,-1-1 0 0 0,0 1 0 0 0,1-1 0 0 0,-1 1 1 0 0,1-1-1 0 0,0 1 0 0 0,-1-1 0 0 0,1 1 0 0 0,0 0 0 0 0,0-1 0 0 0,0 1 1 0 0,0-1-1 0 0,0 1 0 0 0,1-1 0 0 0,-1 3 0 0 0,2-1 5 0 0,-1 0 0 0 0,1 0 0 0 0,0 0 0 0 0,0 0 0 0 0,0-1-1 0 0,0 1 1 0 0,0-1 0 0 0,1 1 0 0 0,-1-1 0 0 0,1 0 0 0 0,5 4 0 0 0,8 4 19 0 0,0-1 0 0 0,1 0 1 0 0,25 8-1 0 0,-38-16-27 0 0,12 5-450 0 0,1-1-1 0 0,-1-1 1 0 0,1 0 0 0 0,0-1 0 0 0,0-1-1 0 0,28-1 1 0 0,-20-1-548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6.180"/>
    </inkml:context>
    <inkml:brush xml:id="br0">
      <inkml:brushProperty name="width" value="0.1" units="cm"/>
      <inkml:brushProperty name="height" value="0.1" units="cm"/>
      <inkml:brushProperty name="color" value="#FFC114"/>
    </inkml:brush>
  </inkml:definitions>
  <inkml:trace contextRef="#ctx0" brushRef="#br0">90 116 4008 0 0,'-1'-16'549'0'0,"-1"0"0"0"0,0 0-1 0 0,-1 1 1 0 0,-7-26 0 0 0,9 38-473 0 0,-3-5 479 0 0,1 11-236 0 0,-1 28-164 0 0,1 46-209 0 0,0-20 78 0 0,-3 1-1 0 0,-21 94 1 0 0,11-72-33 0 0,15-72 15 0 0,-1-1 0 0 0,1 0-1 0 0,1 1 1 0 0,-1-1 0 0 0,1 1 0 0 0,1-1 0 0 0,-1 1 0 0 0,1-1 0 0 0,1 0 0 0 0,-1 1 0 0 0,6 12 0 0 0,-4-15 2 0 0,-1 0 0 0 0,1 0 0 0 0,1 0 0 0 0,-1-1 0 0 0,1 0 1 0 0,0 1-1 0 0,0-1 0 0 0,0-1 0 0 0,0 1 0 0 0,1 0 1 0 0,-1-1-1 0 0,1 0 0 0 0,0 0 0 0 0,0-1 0 0 0,0 1 1 0 0,9 2-1 0 0,6 1-350 0 0,0 0 1 0 0,0-2-1 0 0,1 0 1 0 0,0-1-1 0 0,0-1 1 0 0,0-2-1 0 0,0 0 0 0 0,0 0 1 0 0,0-2-1 0 0,0-1 1 0 0,35-9-1 0 0,13-6-1778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6.339"/>
    </inkml:context>
    <inkml:brush xml:id="br0">
      <inkml:brushProperty name="width" value="0.1" units="cm"/>
      <inkml:brushProperty name="height" value="0.1" units="cm"/>
      <inkml:brushProperty name="color" value="#FFC114"/>
    </inkml:brush>
  </inkml:definitions>
  <inkml:trace contextRef="#ctx0" brushRef="#br0">64 55 5945 0 0,'-22'-3'72'0'0,"8"1"20"0"0,1 2 176 0 0,-1-7 164 0 0,63-3-344 0 0,-18 7-28 0 0,10 3-36 0 0,22-2-136 0 0,5-1-164 0 0,6-2-276 0 0,14 0-997 0 0,0-2 21 0 0,-20 0 420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7.644"/>
    </inkml:context>
    <inkml:brush xml:id="br0">
      <inkml:brushProperty name="width" value="0.1" units="cm"/>
      <inkml:brushProperty name="height" value="0.1" units="cm"/>
      <inkml:brushProperty name="color" value="#FFC114"/>
    </inkml:brush>
  </inkml:definitions>
  <inkml:trace contextRef="#ctx0" brushRef="#br0">1 291 3972 0 0,'0'0'1681'0'0,"26"-17"-1431"0"0,21 0-196 0 0,1 2 0 0 0,1 2-1 0 0,66-9 1 0 0,-32 6-23 0 0,208-36 11 0 0,210-51 199 0 0,-464 87 39 0 0,-35 15-219 0 0,-2 1-57 0 0,0-1 0 0 0,0 1 0 0 0,0-1-1 0 0,0 1 1 0 0,0 0 0 0 0,0-1 0 0 0,0 1 0 0 0,0 0-1 0 0,0-1 1 0 0,-1 1 0 0 0,1-1 0 0 0,0 1 0 0 0,0 0-1 0 0,0-1 1 0 0,0 1 0 0 0,0 0 0 0 0,-1-1 0 0 0,1 1-1 0 0,0 0 1 0 0,0-1 0 0 0,-1 1 0 0 0,1 0 0 0 0,0 0-1 0 0,0-1 1 0 0,-1 1 0 0 0,1 0 0 0 0,0 0 0 0 0,-1-1-1 0 0,1 1 1 0 0,0 0 0 0 0,-1 0 0 0 0,1 0 0 0 0,0 0-1 0 0,-1 0 1 0 0,0-1 0 0 0,-45-3 41 0 0,-1 1 1 0 0,0 3-1 0 0,-79 9 0 0 0,70-5-51 0 0,10 0-112 0 0,163-8 95 0 0,0 4 0 0 0,232 32 0 0 0,-348-32 24 0 0,1 0 1 0 0,-1 0-1 0 0,1 0 0 0 0,-1 0 1 0 0,0 0-1 0 0,1 1 0 0 0,-1-1 0 0 0,1 0 1 0 0,-1 1-1 0 0,0-1 0 0 0,1 1 1 0 0,-1-1-1 0 0,0 1 0 0 0,0 0 1 0 0,0 0-1 0 0,1-1 0 0 0,1 3 1 0 0,-4-2-1 0 0,1-1 0 0 0,0 1 0 0 0,0 0 1 0 0,-1-1-1 0 0,1 1 0 0 0,0 0 0 0 0,-1-1 1 0 0,1 1-1 0 0,-1-1 0 0 0,1 1 0 0 0,-1-1 1 0 0,1 1-1 0 0,-1-1 0 0 0,1 1 0 0 0,-1-1 1 0 0,1 0-1 0 0,-1 1 0 0 0,0-1 0 0 0,1 0 1 0 0,-1 1-1 0 0,0-1 0 0 0,1 0 0 0 0,-2 1 1 0 0,-52 16 37 0 0,-275 53-259 0 0,327-69-60 0 0,13-3-2765 0 0,44-9 1455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39.504"/>
    </inkml:context>
    <inkml:brush xml:id="br0">
      <inkml:brushProperty name="width" value="0.1" units="cm"/>
      <inkml:brushProperty name="height" value="0.1" units="cm"/>
      <inkml:brushProperty name="color" value="#FFC114"/>
    </inkml:brush>
  </inkml:definitions>
  <inkml:trace contextRef="#ctx0" brushRef="#br0">9 25 4460 0 0,'0'0'-146'0'0,"-8"-1"-210"0"0,15 0 3324 0 0,324 11-2886 0 0,151-1-11 0 0,-308-17-59 0 0,335-3-27 0 0,528 26 100 0 0,403-50-97 0 0,-1230 32-8 0 0,-207 3 25 0 0,17 0-218 0 0,-11 0 122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3.258"/>
    </inkml:context>
    <inkml:brush xml:id="br0">
      <inkml:brushProperty name="width" value="0.1" units="cm"/>
      <inkml:brushProperty name="height" value="0.1" units="cm"/>
      <inkml:brushProperty name="color" value="#FFC114"/>
    </inkml:brush>
  </inkml:definitions>
  <inkml:trace contextRef="#ctx0" brushRef="#br0">1 227 4968 0 0,'15'-60'147'0'0,"18"-56"1473"0"0,-32 115-1457 0 0,-2 6-152 0 0,-15 74 83 0 0,15-75-89 0 0,1-1-1 0 0,-1 1 1 0 0,1 0 0 0 0,0 0 0 0 0,0 0 0 0 0,0-1-1 0 0,1 1 1 0 0,-1 0 0 0 0,1 0 0 0 0,0-1 0 0 0,0 1-1 0 0,0 0 1 0 0,0-1 0 0 0,1 1 0 0 0,-1-1 0 0 0,1 0 0 0 0,4 6-1 0 0,-2-7 0 0 0,0 1 0 0 0,0-1-1 0 0,0 0 1 0 0,0 0 0 0 0,1 0 0 0 0,-1-1-1 0 0,1 0 1 0 0,0 0 0 0 0,-1 0-1 0 0,1 0 1 0 0,0-1 0 0 0,-1 1 0 0 0,1-1-1 0 0,0-1 1 0 0,5 0 0 0 0,78-13 27 0 0,-72 11-26 0 0,79-22 35 0 0,-1-3-1 0 0,115-52 1 0 0,-29 9-97 0 0,-177 70-81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3.665"/>
    </inkml:context>
    <inkml:brush xml:id="br0">
      <inkml:brushProperty name="width" value="0.1" units="cm"/>
      <inkml:brushProperty name="height" value="0.1" units="cm"/>
      <inkml:brushProperty name="color" value="#FFC114"/>
    </inkml:brush>
  </inkml:definitions>
  <inkml:trace contextRef="#ctx0" brushRef="#br0">20 105 4824 0 0,'-12'-54'1174'0'0,"10"46"-1006"0"0,-3-34 911 0 0,12 45-1072 0 0,37 17 24 0 0,-2 3-1 0 0,43 28 1 0 0,57 32-465 0 0,-137-81 2 0 0,1 0 0 0 0,0 0 0 0 0,0 0 0 0 0,-1-1 0 0 0,1 0 0 0 0,0 0 0 0 0,10 0 0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3.880"/>
    </inkml:context>
    <inkml:brush xml:id="br0">
      <inkml:brushProperty name="width" value="0.1" units="cm"/>
      <inkml:brushProperty name="height" value="0.1" units="cm"/>
      <inkml:brushProperty name="color" value="#FFC114"/>
    </inkml:brush>
  </inkml:definitions>
  <inkml:trace contextRef="#ctx0" brushRef="#br0">741 7 4640 0 0,'-10'-3'-12'0'0,"0"2"-1"0"0,-1-1 0 0 0,1 1 1 0 0,0 1-1 0 0,-1 0 0 0 0,1 1 1 0 0,0 0-1 0 0,-20 4 0 0 0,-81 27 245 0 0,96-27-218 0 0,-380 140 571 0 0,388-142-589 0 0,0 0 0 0 0,0 0 0 0 0,0 0-1 0 0,-1-1 1 0 0,1-1 0 0 0,0 1 0 0 0,-1-1 0 0 0,0 0 0 0 0,1-1-1 0 0,-1 1 1 0 0,-13-3 0 0 0,20 1-49 0 0,1-1 0 0 0,-1 1 0 0 0,0-1 0 0 0,1 1 0 0 0,-1-1 0 0 0,1 0 0 0 0,-1 0 0 0 0,1 1 0 0 0,0-1 0 0 0,0 0 0 0 0,0 1 0 0 0,0-1 0 0 0,0 0 0 0 0,0 0 0 0 0,0 1 0 0 0,0-1 0 0 0,1 0 0 0 0,-1 0 0 0 0,2-2 0 0 0,17-36-1550 0 0,-16 35 1453 0 0,15-28-488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4.052"/>
    </inkml:context>
    <inkml:brush xml:id="br0">
      <inkml:brushProperty name="width" value="0.1" units="cm"/>
      <inkml:brushProperty name="height" value="0.1" units="cm"/>
      <inkml:brushProperty name="color" value="#FFC114"/>
    </inkml:brush>
  </inkml:definitions>
  <inkml:trace contextRef="#ctx0" brushRef="#br0">17 9 3364 0 0,'2'-2'-29'0'0,"1"1"0"0"0,-1 0 0 0 0,1 0 0 0 0,-1 0 0 0 0,1 0-1 0 0,-1 1 1 0 0,1-1 0 0 0,-1 1 0 0 0,1-1 0 0 0,0 1 0 0 0,0 0-1 0 0,-1 0 1 0 0,1 0 0 0 0,4 1 0 0 0,-5 0 21 0 0,0 0 0 0 0,-1 0 0 0 0,1 0 1 0 0,-1 1-1 0 0,1-1 0 0 0,-1 0 0 0 0,1 1 0 0 0,-1-1 1 0 0,0 0-1 0 0,0 1 0 0 0,0 0 0 0 0,0-1 0 0 0,0 1 0 0 0,0 0 1 0 0,0-1-1 0 0,0 1 0 0 0,-1 0 0 0 0,1 0 0 0 0,-1 0 1 0 0,1 0-1 0 0,-1 3 0 0 0,2 7 97 0 0,0-1-1 0 0,-1 1 1 0 0,-1-1 0 0 0,0 1 0 0 0,0-1-1 0 0,-2 1 1 0 0,1-1 0 0 0,-1 1 0 0 0,-5 12 0 0 0,-5 15 113 0 0,-23 47 1 0 0,6-17-1096 0 0,28-66 1 0 0,1 6 485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7.558"/>
    </inkml:context>
    <inkml:brush xml:id="br0">
      <inkml:brushProperty name="width" value="0.1" units="cm"/>
      <inkml:brushProperty name="height" value="0.1" units="cm"/>
      <inkml:brushProperty name="color" value="#FFC114"/>
    </inkml:brush>
  </inkml:definitions>
  <inkml:trace contextRef="#ctx0" brushRef="#br0">0 4 3308 0 0,'0'0'260'0'0,"35"-3"1996"0"0,187 22-2253 0 0,-40-3 1 0 0,840 63 13 0 0,-704-67-34 0 0,-76-5-29 0 0,-40 1 86 0 0,-9 2-48 0 0,-120-3 8 0 0,20-1-2 0 0,-63-6 7 0 0,0 2 0 0 0,50 10-1 0 0,-54-8-6 0 0,1 0-1 0 0,43 0 0 0 0,-3-2 1 0 0,7 4 7 0 0,183 6 79 0 0,373 0-103 0 0,-479-9 1195 0 0,-148-3-626 0 0,10-4-674 0 0,-4-6-3405 0 0,-7-1 1423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8.677"/>
    </inkml:context>
    <inkml:brush xml:id="br0">
      <inkml:brushProperty name="width" value="0.1" units="cm"/>
      <inkml:brushProperty name="height" value="0.1" units="cm"/>
      <inkml:brushProperty name="color" value="#FFC114"/>
    </inkml:brush>
  </inkml:definitions>
  <inkml:trace contextRef="#ctx0" brushRef="#br0">55 551 5172 0 0,'-11'0'-347'0'0,"-29"-3"1351"0"0,40 3-985 0 0,0 0 1 0 0,0 0-1 0 0,-1-1 1 0 0,1 1-1 0 0,0 0 1 0 0,0 0-1 0 0,0 0 0 0 0,-1 0 1 0 0,1 0-1 0 0,0-1 1 0 0,0 1-1 0 0,0 0 1 0 0,-1 0-1 0 0,1 0 1 0 0,0-1-1 0 0,0 1 0 0 0,0 0 1 0 0,0 0-1 0 0,0-1 1 0 0,0 1-1 0 0,0 0 1 0 0,0 0-1 0 0,0 0 1 0 0,-1-1-1 0 0,1 1 1 0 0,0 0-1 0 0,0-1 0 0 0,0 1 1 0 0,0 0-1 0 0,0 0 1 0 0,1-1-1 0 0,-1 1 1 0 0,0 0-1 0 0,0 0 1 0 0,0 0-1 0 0,0-1 0 0 0,0 1 1 0 0,0 0-1 0 0,0 0 1 0 0,0-1-1 0 0,18-16 26 0 0,23-10-8 0 0,1 3 0 0 0,2 1 0 0 0,0 2-1 0 0,1 2 1 0 0,65-18 0 0 0,350-93-52 0 0,-104 32 300 0 0,-352 97-230 0 0,30-11 420 0 0,-33 11-443 0 0,1 1 0 0 0,-1-1 0 0 0,0 1 0 0 0,0-1 0 0 0,0 1 0 0 0,1-1 0 0 0,-1 0 0 0 0,0 0 0 0 0,0 0 0 0 0,0 0 1 0 0,0 0-1 0 0,0 0 0 0 0,0 0 0 0 0,-1 0 0 0 0,1 0 0 0 0,0 0 0 0 0,0 0 0 0 0,-1 0 0 0 0,1-1 0 0 0,-1 1 0 0 0,1 0 0 0 0,0-2 0 0 0,-2 1-24 0 0,0 1 0 0 0,1-1 1 0 0,-1 1-1 0 0,0-1 0 0 0,0 1 0 0 0,0 0 1 0 0,0 0-1 0 0,0 0 0 0 0,0-1 0 0 0,0 1 1 0 0,-1 0-1 0 0,1 0 0 0 0,0 0 0 0 0,-1 1 1 0 0,1-1-1 0 0,0 0 0 0 0,-1 0 0 0 0,1 1 1 0 0,-1-1-1 0 0,-2 0 0 0 0,-38-13 67 0 0,34 11-55 0 0,-198-53 66 0 0,203 55-166 0 0,10-1 11 0 0,0 0-1 0 0,-1 1 1 0 0,1-1 0 0 0,0 1 0 0 0,0 0 0 0 0,9 1 0 0 0,90 6-100 0 0,0 5 0 0 0,0 4 0 0 0,125 36 0 0 0,-228-50 163 0 0,-1-1 2 0 0,0 1 0 0 0,0-1 0 0 0,1 1 0 0 0,-1-1 0 0 0,0 1 0 0 0,0 0 0 0 0,0 0 0 0 0,0 0 0 0 0,0 0 0 0 0,-1 0 0 0 0,1 0 1 0 0,0 1-1 0 0,0-1 0 0 0,-1 0 0 0 0,1 1 0 0 0,-1 0 0 0 0,2 1 0 0 0,-5-1 6 0 0,0 0 1 0 0,0 0-1 0 0,-1 0 1 0 0,1-1-1 0 0,-1 1 1 0 0,0-1-1 0 0,1 0 1 0 0,-7 2-1 0 0,-24 6 40 0 0,-53 7 1 0 0,30-7-386 0 0,44-8 101 0 0,39-13-4890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9.412"/>
    </inkml:context>
    <inkml:brush xml:id="br0">
      <inkml:brushProperty name="width" value="0.1" units="cm"/>
      <inkml:brushProperty name="height" value="0.1" units="cm"/>
      <inkml:brushProperty name="color" value="#FFC114"/>
    </inkml:brush>
  </inkml:definitions>
  <inkml:trace contextRef="#ctx0" brushRef="#br0">169 163 3992 0 0,'-97'-49'1841'0'0,"95"48"-1595"0"0,-11-18 922 0 0,17 13-1150 0 0,1 0 0 0 0,-1 0 0 0 0,1 0 0 0 0,0 1 0 0 0,0 0 0 0 0,1 0 0 0 0,-1 0 0 0 0,1 1 0 0 0,0 0 0 0 0,0 0 0 0 0,1 0 0 0 0,-1 1 0 0 0,1 0 0 0 0,0 0 0 0 0,0 1 0 0 0,0 0 0 0 0,7-2 0 0 0,6-1-37 0 0,-1 1-1 0 0,1 1 0 0 0,-1 0 0 0 0,1 2 0 0 0,25 0 1 0 0,-44 1 15 0 0,21 1-113 0 0,-1 1 1 0 0,31 7-1 0 0,-48-8 93 0 0,0 0-1 0 0,0 0 1 0 0,0 0 0 0 0,0 0-1 0 0,0 1 1 0 0,-1-1-1 0 0,1 1 1 0 0,0 0 0 0 0,-1 0-1 0 0,1 0 1 0 0,-1 1 0 0 0,0-1-1 0 0,0 1 1 0 0,0 0-1 0 0,0 0 1 0 0,0 0 0 0 0,-1 0-1 0 0,1 1 1 0 0,-1-1 0 0 0,3 6-1 0 0,-4-7 17 0 0,-1 1 0 0 0,0-1 0 0 0,0 1 0 0 0,0 0 1 0 0,0-1-1 0 0,0 1 0 0 0,0-1 0 0 0,-1 1 0 0 0,1-1 0 0 0,-1 1 0 0 0,0-1 0 0 0,0 1 0 0 0,0-1 0 0 0,0 0 0 0 0,0 0 0 0 0,0 1 0 0 0,0-1 0 0 0,-1 0 0 0 0,1 0 0 0 0,-4 3 0 0 0,-37 37-68 0 0,38-39 69 0 0,-45 35-35 0 0,-2-3 1 0 0,0-2-1 0 0,-74 35 1 0 0,-17 10-18 0 0,314-82 124 0 0,-57-1-76 0 0,76-7 66 0 0,-187 11-39 0 0,28-2-272 0 0,-18-3-2569 0 0,-3-4 1525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49.991"/>
    </inkml:context>
    <inkml:brush xml:id="br0">
      <inkml:brushProperty name="width" value="0.1" units="cm"/>
      <inkml:brushProperty name="height" value="0.1" units="cm"/>
      <inkml:brushProperty name="color" value="#FFC114"/>
    </inkml:brush>
  </inkml:definitions>
  <inkml:trace contextRef="#ctx0" brushRef="#br0">34 69 4592 0 0,'-24'-45'1275'0'0,"23"43"-1147"0"0,-7-11 151 0 0,10 36-299 0 0,1-1 0 0 0,0 0 0 0 0,2-1 0 0 0,1 1 0 0 0,0-1 0 0 0,16 34 1 0 0,-18-20 2215 0 0,-7-38-2161 0 0,0-1 0 0 0,0 1 1 0 0,1-1-1 0 0,-1 0 0 0 0,1 0 0 0 0,0 0 1 0 0,1-1-1 0 0,-1 1 0 0 0,1 0 0 0 0,-1-1 1 0 0,1 1-1 0 0,0-1 0 0 0,1 1 0 0 0,-1-1 1 0 0,1 1-1 0 0,0-1 0 0 0,0 0 0 0 0,1 1 1 0 0,-1-1-1 0 0,1 1 0 0 0,0-1 0 0 0,2-6 1 0 0,-1 5-36 0 0,0-1 0 0 0,1 0 0 0 0,0 0 0 0 0,0 1 0 0 0,0 0 0 0 0,1 0 0 0 0,0 0 0 0 0,0 0 0 0 0,0 0 0 0 0,1 1 0 0 0,0 0 0 0 0,0 0 0 0 0,1 0 0 0 0,-1 0 0 0 0,13-7 0 0 0,-10 8-23 0 0,1 0 0 0 0,-1 1 1 0 0,1 0-1 0 0,0 0 0 0 0,0 1 1 0 0,0 0-1 0 0,0 0 0 0 0,0 1 1 0 0,1 1-1 0 0,-1-1 0 0 0,12 2 1 0 0,-6 1-24 0 0,1 0 1 0 0,0 0 0 0 0,-1 2 0 0 0,0 0 0 0 0,0 1 0 0 0,0 0 0 0 0,0 2 0 0 0,-1-1-1 0 0,0 2 1 0 0,0 0 0 0 0,-1 0 0 0 0,0 1 0 0 0,-1 1 0 0 0,16 15 0 0 0,-20-17 19 0 0,-2 0 1 0 0,1 0-1 0 0,-1 1 1 0 0,7 11 0 0 0,-12-18 5 0 0,1 1 0 0 0,-1-1-1 0 0,0 1 1 0 0,0-1 0 0 0,0 1 0 0 0,-1 0 0 0 0,1 0 0 0 0,-1-1 0 0 0,1 1 0 0 0,-1 0 0 0 0,0 0 0 0 0,0-1 0 0 0,0 1 0 0 0,0 0 0 0 0,-1 0 0 0 0,1 0 0 0 0,-1-1 0 0 0,0 1 0 0 0,1 0 0 0 0,-1-1 0 0 0,-2 4 0 0 0,2-5-336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0.581"/>
    </inkml:context>
    <inkml:brush xml:id="br0">
      <inkml:brushProperty name="width" value="0.1" units="cm"/>
      <inkml:brushProperty name="height" value="0.1" units="cm"/>
      <inkml:brushProperty name="color" value="#FFC114"/>
    </inkml:brush>
  </inkml:definitions>
  <inkml:trace contextRef="#ctx0" brushRef="#br0">209 518 4600 0 0,'0'0'634'0'0,"-4"1"-549"0"0,-26 10 43 0 0,-48 23 0 0 0,67-29-136 0 0,1 1 0 0 0,0 1 1 0 0,0-1-1 0 0,1 1 0 0 0,0 1 0 0 0,0 0 1 0 0,1 0-1 0 0,-9 11 0 0 0,17-18 6 0 0,-1 0 0 0 0,1 0 0 0 0,-1 0 0 0 0,1 0 0 0 0,0 0 0 0 0,-1 1 0 0 0,1-1 0 0 0,0 0 0 0 0,0 0 0 0 0,0 0 1 0 0,0 1-1 0 0,0-1 0 0 0,0 0 0 0 0,0 0 0 0 0,0 0 0 0 0,1 1 0 0 0,-1-1 0 0 0,0 0 0 0 0,1 0 0 0 0,-1 0 0 0 0,1 0 0 0 0,-1 0 0 0 0,1 0 0 0 0,0 0 0 0 0,-1 0 0 0 0,1 0 0 0 0,0 0 0 0 0,0 0 0 0 0,-1 0 0 0 0,1 0 0 0 0,0 0 0 0 0,0-1 0 0 0,0 1 0 0 0,0 0 0 0 0,2 0 0 0 0,43 27 9 0 0,-37-24-15 0 0,-3 0 33 0 0,1 0 0 0 0,0-1 0 0 0,1 0 0 0 0,-1 0 1 0 0,1-1-1 0 0,-1 1 0 0 0,1-2 0 0 0,0 1 0 0 0,-1-1 0 0 0,1 0 0 0 0,0-1 0 0 0,10 0 0 0 0,-13-1 3 0 0,0 0 0 0 0,-1 0 1 0 0,1-1-1 0 0,-1 1 0 0 0,0-1 0 0 0,1 0 0 0 0,-1 0 0 0 0,0-1 0 0 0,0 1 0 0 0,0-1 0 0 0,0 0 1 0 0,-1 0-1 0 0,1 0 0 0 0,-1 0 0 0 0,0-1 0 0 0,0 1 0 0 0,0-1 0 0 0,0 0 0 0 0,-1 0 1 0 0,1 0-1 0 0,-1 0 0 0 0,2-5 0 0 0,5-12 28 0 0,-1-1 0 0 0,-1 0 0 0 0,-1-1 0 0 0,-1 1 1 0 0,3-25-1 0 0,4-118 241 0 0,-9 110-144 0 0,1-9 522 0 0,-3 0 1 0 0,-10-86-1 0 0,7 138-607 0 0,0 13-33 0 0,-2 27-33 0 0,2 46-49 0 0,6-32-91 0 0,2 1 1 0 0,1-1 0 0 0,2-1-1 0 0,2 0 1 0 0,2 0-1 0 0,2-1 1 0 0,25 50-1 0 0,-33-78-485 0 0,1 1-1 0 0,0-1 1 0 0,1 0-1 0 0,1 0 0 0 0,18 17 1 0 0,-3-8-1957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1.407"/>
    </inkml:context>
    <inkml:brush xml:id="br0">
      <inkml:brushProperty name="width" value="0.1" units="cm"/>
      <inkml:brushProperty name="height" value="0.1" units="cm"/>
      <inkml:brushProperty name="color" value="#FFC114"/>
    </inkml:brush>
  </inkml:definitions>
  <inkml:trace contextRef="#ctx0" brushRef="#br0">285 72 5853 0 0,'-23'-26'-779'0'0,"13"20"812"0"0,0 0 0 0 0,-1 1 0 0 0,1 0 0 0 0,-1 0 0 0 0,0 1 0 0 0,0 1 0 0 0,0-1 0 0 0,-1 2 0 0 0,1 0 0 0 0,-24-1-1 0 0,24 3-37 0 0,0 0 0 0 0,-1 1 0 0 0,1 0-1 0 0,0 1 1 0 0,-13 3 0 0 0,21-4 2 0 0,1 0 0 0 0,0-1 0 0 0,-1 1 1 0 0,1 1-1 0 0,0-1 0 0 0,0 0 0 0 0,0 0 0 0 0,0 1 1 0 0,0-1-1 0 0,0 1 0 0 0,0 0 0 0 0,1-1 1 0 0,-1 1-1 0 0,1 0 0 0 0,-1 0 0 0 0,1 0 0 0 0,-1 0 1 0 0,1 0-1 0 0,-1 4 0 0 0,1-4 2 0 0,1 0 0 0 0,0 1-1 0 0,0-1 1 0 0,0 0 0 0 0,0 0 0 0 0,1 1-1 0 0,-1-1 1 0 0,0 0 0 0 0,1 0-1 0 0,0 0 1 0 0,-1 1 0 0 0,1-1 0 0 0,0 0-1 0 0,0 0 1 0 0,0 0 0 0 0,0 0 0 0 0,1-1-1 0 0,-1 1 1 0 0,1 0 0 0 0,-1 0-1 0 0,1-1 1 0 0,-1 1 0 0 0,4 2 0 0 0,42 30 32 0 0,-39-29-25 0 0,1-1-1 0 0,-1 0 1 0 0,1 0 0 0 0,-1-1-1 0 0,1 0 1 0 0,0-1 0 0 0,0 0-1 0 0,1 0 1 0 0,-1-1 0 0 0,13 1 0 0 0,-15-3 30 0 0,-1 1 1 0 0,0-2 0 0 0,0 1 0 0 0,1 0-1 0 0,-1-1 1 0 0,0 0 0 0 0,0-1 0 0 0,-1 1-1 0 0,1-1 1 0 0,0 0 0 0 0,-1-1-1 0 0,0 1 1 0 0,0-1 0 0 0,0 0 0 0 0,0 0-1 0 0,4-6 1 0 0,2-2 390 0 0,-1 0 0 0 0,0-1 0 0 0,10-20 0 0 0,-19 31-354 0 0,1 8-111 0 0,-1 0 0 0 0,1-1-1 0 0,1 1 1 0 0,-1-1 0 0 0,1 0-1 0 0,0 1 1 0 0,0-1 0 0 0,0 0 0 0 0,1-1-1 0 0,0 1 1 0 0,0-1 0 0 0,0 0 0 0 0,0 0-1 0 0,7 5 1 0 0,0-5-413 0 0,-1 0-1 0 0,1 0 1 0 0,0-2-1 0 0,0 1 1 0 0,0-1 0 0 0,0-1-1 0 0,0 0 1 0 0,19 0 0 0 0,0-3-875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1.925"/>
    </inkml:context>
    <inkml:brush xml:id="br0">
      <inkml:brushProperty name="width" value="0.1" units="cm"/>
      <inkml:brushProperty name="height" value="0.1" units="cm"/>
      <inkml:brushProperty name="color" value="#FFC114"/>
    </inkml:brush>
  </inkml:definitions>
  <inkml:trace contextRef="#ctx0" brushRef="#br0">204 33 4316 0 0,'0'0'-82'0'0,"-16"-16"-56"0"0,6 13 167 0 0,2 0-14 0 0,1 0 0 0 0,-1 1-1 0 0,0 1 1 0 0,0-1 0 0 0,0 1 0 0 0,0 1 0 0 0,-9-1 0 0 0,-82 1-46 0 0,99 0 31 0 0,-1 0 0 0 0,1 0 0 0 0,0 0 0 0 0,-1 0 0 0 0,1 0 0 0 0,0 0 0 0 0,0 0 0 0 0,-1 0 0 0 0,1 0 0 0 0,0 0 0 0 0,0 0 0 0 0,0 1 0 0 0,-1-1 0 0 0,1 0 0 0 0,0 0 0 0 0,0 0 0 0 0,-1 0 0 0 0,1 0 0 0 0,0 1 0 0 0,0-1 1 0 0,0 0-1 0 0,0 0 0 0 0,-1 0 0 0 0,1 0 0 0 0,0 1 0 0 0,0-1 0 0 0,0 0 0 0 0,0 0 0 0 0,0 1 0 0 0,0-1 0 0 0,-1 0 0 0 0,1 0 0 0 0,0 1 0 0 0,0-1 0 0 0,0 0 0 0 0,0 0 0 0 0,0 1 0 0 0,0-1 0 0 0,0 0 0 0 0,0 0 0 0 0,0 1 0 0 0,0-1 0 0 0,0 0 0 0 0,0 0 0 0 0,0 1 0 0 0,1-1 0 0 0,-1 0 0 0 0,0 0 0 0 0,0 1 0 0 0,0-1 0 0 0,0 0 0 0 0,0 0 0 0 0,0 0 0 0 0,1 1 0 0 0,-1-1 0 0 0,0 0 0 0 0,0 0 0 0 0,0 0 0 0 0,1 1 0 0 0,-1-1 0 0 0,0 0 0 0 0,0 0 0 0 0,1 0 0 0 0,9 12 3 0 0,5-1-3 0 0,0 0 0 0 0,0-1-1 0 0,1-1 1 0 0,31 13 0 0 0,0 1 2 0 0,-8-3-38 0 0,0 2-1 0 0,-1 2 0 0 0,-2 1 0 0 0,55 49 0 0 0,-90-73 43 0 0,0-1-1 0 0,0 1 0 0 0,-1-1 0 0 0,1 1 1 0 0,0-1-1 0 0,-1 1 0 0 0,1 0 0 0 0,0-1 0 0 0,-1 1 1 0 0,1 0-1 0 0,-1 0 0 0 0,1-1 0 0 0,-1 1 1 0 0,0 0-1 0 0,1 0 0 0 0,-1 0 0 0 0,0 0 1 0 0,1 0-1 0 0,-1 0 0 0 0,0-1 0 0 0,0 1 0 0 0,0 0 1 0 0,0 0-1 0 0,0 0 0 0 0,0 0 0 0 0,0 0 1 0 0,0 0-1 0 0,0 0 0 0 0,0 0 0 0 0,-1 0 1 0 0,1 1-1 0 0,-2-1 11 0 0,1 1 0 0 0,-1-1 1 0 0,0 0-1 0 0,1 0 0 0 0,-1 0 0 0 0,0-1 1 0 0,0 1-1 0 0,1 0 0 0 0,-1-1 0 0 0,0 1 1 0 0,0-1-1 0 0,0 1 0 0 0,0-1 1 0 0,-2 0-1 0 0,-72-1 429 0 0,73 1-424 0 0,-39-3 407 0 0,1-3-1 0 0,-1-1 0 0 0,1-2 0 0 0,-57-20 0 0 0,79 18-1007 0 0,19 10 481 0 0,0 0 0 0 0,0 0 0 0 0,0 1 0 0 0,0-1 0 0 0,1 0 0 0 0,-1 1 0 0 0,0-1 0 0 0,0 0 0 0 0,1 1 0 0 0,-1-1 0 0 0,0 1 0 0 0,1-1 0 0 0,-1 0 0 0 0,1 1 0 0 0,-1-1 0 0 0,1 1 0 0 0,-1-1 0 0 0,1 1 0 0 0,-1 0 0 0 0,1-1 0 0 0,-1 1 1 0 0,1-1-1 0 0,-1 1 0 0 0,1 0 0 0 0,0-1 0 0 0,0 1 0 0 0,16-9-1841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2.639"/>
    </inkml:context>
    <inkml:brush xml:id="br0">
      <inkml:brushProperty name="width" value="0.1" units="cm"/>
      <inkml:brushProperty name="height" value="0.1" units="cm"/>
      <inkml:brushProperty name="color" value="#FFC114"/>
    </inkml:brush>
  </inkml:definitions>
  <inkml:trace contextRef="#ctx0" brushRef="#br0">3 101 5573 0 0,'-1'-5'48'0'0,"1"1"1"0"0,-1-1 0 0 0,1 1-1 0 0,0-1 1 0 0,0 0 0 0 0,0 1 0 0 0,1-1-1 0 0,0 1 1 0 0,2-8 0 0 0,-3 10 61 0 0,1-8 182 0 0,0 4-263 0 0,0 8-241 0 0,0 38 184 0 0,3-1 0 0 0,1 1 0 0 0,16 60 1 0 0,45 120-105 0 0,-48-169 125 0 0,9 59 1722 0 0,-33-115-1404 0 0,-4-2-183 0 0,0-2 0 0 0,1 0 0 0 0,0 0 0 0 0,1 0 0 0 0,0-1 0 0 0,0 0 0 0 0,1-1 0 0 0,0 0 0 0 0,1 0-1 0 0,0 0 1 0 0,1-1 0 0 0,-7-21 0 0 0,3 4-7 0 0,1 0 0 0 0,1 0 0 0 0,2-1 0 0 0,-2-46-1 0 0,6 57-123 0 0,0 0 0 0 0,2 0 0 0 0,0 0 0 0 0,1 0-1 0 0,1 0 1 0 0,1 0 0 0 0,11-32 0 0 0,-12 45-43 0 0,0 0 1 0 0,-1 0-1 0 0,2 0 1 0 0,-1 1-1 0 0,1-1 1 0 0,0 1-1 0 0,0 0 1 0 0,0 0-1 0 0,1 1 0 0 0,0-1 1 0 0,-1 1-1 0 0,2 0 1 0 0,-1 0-1 0 0,0 0 1 0 0,1 1-1 0 0,0 0 1 0 0,0 0-1 0 0,0 1 1 0 0,0-1-1 0 0,0 1 1 0 0,0 0-1 0 0,1 1 0 0 0,-1 0 1 0 0,1 0-1 0 0,10 0 1 0 0,11 0-94 0 0,0 2 0 0 0,0 1 0 0 0,-1 1 1 0 0,1 2-1 0 0,-1 0 0 0 0,0 2 0 0 0,0 1 1 0 0,-1 1-1 0 0,0 1 0 0 0,-1 2 0 0 0,25 14 0 0 0,-49-26 131 0 0,-1 0-1 0 0,1 1 1 0 0,0-1-1 0 0,-1 1 1 0 0,1-1-1 0 0,0 0 0 0 0,-1 1 1 0 0,1-1-1 0 0,0 1 1 0 0,-1-1-1 0 0,1 1 1 0 0,-1 0-1 0 0,1-1 0 0 0,-1 1 1 0 0,1 0-1 0 0,-1-1 1 0 0,0 1-1 0 0,1 0 1 0 0,-1-1-1 0 0,0 1 1 0 0,1 0-1 0 0,-1 0 0 0 0,0-1 1 0 0,0 1-1 0 0,0 0 1 0 0,0 0-1 0 0,0 0 1 0 0,0 0-1 0 0,0 1 5 0 0,-1-1 0 0 0,0 0 0 0 0,1 0 0 0 0,-1-1-1 0 0,0 1 1 0 0,0 0 0 0 0,0 0 0 0 0,0 0 0 0 0,0 0 0 0 0,0-1 0 0 0,0 1 0 0 0,0 0-1 0 0,0-1 1 0 0,0 1 0 0 0,-2 0 0 0 0,-47 11 49 0 0,12-8 141 0 0,-1-3 0 0 0,-48-3 1 0 0,9 0 328 0 0,64-5-701 0 0,14 7 118 0 0,-1 0 0 0 0,1 0 1 0 0,0-1-1 0 0,0 1 0 0 0,-1 0 0 0 0,1 0 0 0 0,0-1 0 0 0,0 1 0 0 0,0 0 1 0 0,0-1-1 0 0,0 1 0 0 0,-1 0 0 0 0,1-1 0 0 0,0 1 0 0 0,0 0 1 0 0,0-1-1 0 0,0 1 0 0 0,0 0 0 0 0,0-1 0 0 0,0 1 0 0 0,0 0 0 0 0,0-1 1 0 0,0 1-1 0 0,0 0 0 0 0,0-1 0 0 0,0 1 0 0 0,1-1 0 0 0,-1 1 1 0 0,0 0-1 0 0,0 0 0 0 0,0-1 0 0 0,0 1 0 0 0,0 0 0 0 0,1-1 0 0 0,-1 1 1 0 0,0 0-1 0 0,0 0 0 0 0,1-1 0 0 0,-1 1 0 0 0,0 0 0 0 0,0 0 1 0 0,1-1-1 0 0,-1 1 0 0 0,0 0 0 0 0,1 0 0 0 0,-1 0 0 0 0,0 0 0 0 0,1 0 1 0 0,-1-1-1 0 0,0 1 0 0 0,1 0 0 0 0,-1 0 0 0 0,1 0 0 0 0,31-16-2478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3.151"/>
    </inkml:context>
    <inkml:brush xml:id="br0">
      <inkml:brushProperty name="width" value="0.1" units="cm"/>
      <inkml:brushProperty name="height" value="0.1" units="cm"/>
      <inkml:brushProperty name="color" value="#FFC114"/>
    </inkml:brush>
  </inkml:definitions>
  <inkml:trace contextRef="#ctx0" brushRef="#br0">1 57 5609 0 0,'0'1'-108'0'0,"1"0"0"0"0,0 1 0 0 0,-1-1 0 0 0,1 0 1 0 0,0 0-1 0 0,0 0 0 0 0,0 0 0 0 0,0 0 1 0 0,0 0-1 0 0,0 0 0 0 0,0-1 0 0 0,0 1 0 0 0,2 1 1 0 0,3-2 119 0 0,0-1 0 0 0,0 0 0 0 0,-1 0 1 0 0,1-1-1 0 0,0 1 0 0 0,-1-1 0 0 0,1 0 0 0 0,-1-1 0 0 0,0 1 1 0 0,8-6-1 0 0,49-41 2655 0 0,-71 51-2667 0 0,0 1 1 0 0,0 0-1 0 0,1 0 0 0 0,-1 1 0 0 0,1 0 0 0 0,-13 9 1 0 0,18-12-11 0 0,0 1 1 0 0,1 0-1 0 0,-1 0 1 0 0,1 0-1 0 0,0 1 1 0 0,0-1-1 0 0,-1 0 1 0 0,2 1-1 0 0,-1 0 0 0 0,0-1 1 0 0,0 1-1 0 0,1 0 1 0 0,0 0-1 0 0,-1 0 1 0 0,1 0-1 0 0,0 0 1 0 0,0 0-1 0 0,1 0 1 0 0,-1 0-1 0 0,1 0 1 0 0,-1 1-1 0 0,1-1 1 0 0,0 0-1 0 0,0 0 1 0 0,1 0-1 0 0,-1 1 1 0 0,2 4-1 0 0,-1-5-123 0 0,1 0 0 0 0,-1 0-1 0 0,1 0 1 0 0,0 0 0 0 0,0 0 0 0 0,0 0-1 0 0,0 0 1 0 0,0-1 0 0 0,1 1 0 0 0,0-1-1 0 0,-1 0 1 0 0,1 0 0 0 0,0 0 0 0 0,0 0-1 0 0,0 0 1 0 0,0 0 0 0 0,0-1 0 0 0,0 1-1 0 0,1-1 1 0 0,-1 0 0 0 0,0 0 0 0 0,1 0-1 0 0,-1-1 1 0 0,1 1 0 0 0,-1-1 0 0 0,4 0-1 0 0,12 1-1048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3.884"/>
    </inkml:context>
    <inkml:brush xml:id="br0">
      <inkml:brushProperty name="width" value="0.1" units="cm"/>
      <inkml:brushProperty name="height" value="0.1" units="cm"/>
      <inkml:brushProperty name="color" value="#FFC114"/>
    </inkml:brush>
  </inkml:definitions>
  <inkml:trace contextRef="#ctx0" brushRef="#br0">244 389 3892 0 0,'0'-1'13'0'0,"0"1"0"0"0,0-1-1 0 0,0 1 1 0 0,0-1-1 0 0,0 0 1 0 0,0 1 0 0 0,0-1-1 0 0,0 1 1 0 0,-1-1 0 0 0,1 1-1 0 0,0-1 1 0 0,0 1-1 0 0,-1-1 1 0 0,1 1 0 0 0,0-1-1 0 0,-1 1 1 0 0,1-1-1 0 0,0 1 1 0 0,-1 0 0 0 0,1-1-1 0 0,-1 1 1 0 0,1-1 0 0 0,-1 1-1 0 0,1 0 1 0 0,-1 0-1 0 0,1-1 1 0 0,-1 1 0 0 0,1 0-1 0 0,-1 0 1 0 0,1-1-1 0 0,-1 1 1 0 0,0 0 0 0 0,-27 1 88 0 0,-27 16-108 0 0,53-17 16 0 0,-4 3-8 0 0,-8 1-16 0 0,1 1 1 0 0,0 0-1 0 0,0 1 1 0 0,0 0-1 0 0,0 1 0 0 0,1 1 1 0 0,0 0-1 0 0,1 1 1 0 0,-13 11-1 0 0,24-19 15 0 0,-1 0 1 0 0,1 0-1 0 0,0 0 0 0 0,-1 0 1 0 0,1 0-1 0 0,0 0 0 0 0,-1 0 0 0 0,1 0 1 0 0,0 0-1 0 0,0 0 0 0 0,0 0 1 0 0,0 0-1 0 0,0 0 0 0 0,0 1 1 0 0,0-1-1 0 0,0 0 0 0 0,1 0 1 0 0,-1 0-1 0 0,0 0 0 0 0,1 0 0 0 0,-1 0 1 0 0,0 0-1 0 0,1 0 0 0 0,0 0 1 0 0,-1 0-1 0 0,1 0 0 0 0,-1 0 1 0 0,1-1-1 0 0,0 1 0 0 0,0 0 0 0 0,-1 0 1 0 0,1 0-1 0 0,0-1 0 0 0,0 1 1 0 0,2 0-1 0 0,33 24 17 0 0,-34-24-16 0 0,14 8 55 0 0,1 0-1 0 0,0-1 1 0 0,0 0-1 0 0,1-1 0 0 0,0-1 1 0 0,0-1-1 0 0,0-1 1 0 0,34 4-1 0 0,-46-9 3 0 0,0 0-1 0 0,0 0 1 0 0,0 0 0 0 0,0-1-1 0 0,0 0 1 0 0,-1 0 0 0 0,1-1-1 0 0,-1 1 1 0 0,1-1 0 0 0,-1 0-1 0 0,0-1 1 0 0,0 1 0 0 0,0-1-1 0 0,-1 0 1 0 0,0 0 0 0 0,1-1-1 0 0,-1 1 1 0 0,-1-1 0 0 0,8-10-1 0 0,4-9 92 0 0,-1 0-1 0 0,20-49 0 0 0,-30 65-121 0 0,75-219 1058 0 0,-48 131 288 0 0,-15 37-277 0 0,-16 59-1036 0 0,7-18-488 0 0,6 139 47 0 0,-5-30 252 0 0,-6-70 129 0 0,1-1 0 0 0,1 1 0 0 0,2-1 0 0 0,-1 0 0 0 0,2 0 0 0 0,1-1 0 0 0,0 0 0 0 0,17 26 0 0 0,-18-35-28 0 0,0-1 0 0 0,1 1 0 0 0,0-2 0 0 0,0 1 0 0 0,1-1 0 0 0,0-1 0 0 0,1 1 0 0 0,-1-1 0 0 0,1-1 0 0 0,1 0 1 0 0,-1-1-1 0 0,1 0 0 0 0,0 0 0 0 0,0-1 0 0 0,1 0 0 0 0,15 2 0 0 0,1-2-690 0 0,1-1 0 0 0,-1-1 1 0 0,0-2-1 0 0,0-1 0 0 0,36-5 0 0 0,-8-1-1740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4.055"/>
    </inkml:context>
    <inkml:brush xml:id="br0">
      <inkml:brushProperty name="width" value="0.1" units="cm"/>
      <inkml:brushProperty name="height" value="0.1" units="cm"/>
      <inkml:brushProperty name="color" value="#FFC114"/>
    </inkml:brush>
  </inkml:definitions>
  <inkml:trace contextRef="#ctx0" brushRef="#br0">72 101 6173 0 0,'-22'-2'168'0'0,"3"-3"32"0"0,5 5-24 0 0,6-2 232 0 0,0-6 28 0 0,33-4-344 0 0,-1 7-16 0 0,12-3-20 0 0,27 1-116 0 0,6 2-144 0 0,18-2-140 0 0,4-3-280 0 0,-1 0-725 0 0,1 0-423 0 0,-3 0 196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5.036"/>
    </inkml:context>
    <inkml:brush xml:id="br0">
      <inkml:brushProperty name="width" value="0.1" units="cm"/>
      <inkml:brushProperty name="height" value="0.1" units="cm"/>
      <inkml:brushProperty name="color" value="#FFC114"/>
    </inkml:brush>
  </inkml:definitions>
  <inkml:trace contextRef="#ctx0" brushRef="#br0">115 156 4512 0 0,'0'0'-158'0'0,"-19"0"210"0"0,35-2-11 0 0,-1-1 1 0 0,1-1-1 0 0,-1 0 0 0 0,24-11 0 0 0,-27 11 100 0 0,0-1 1 0 0,0 0-1 0 0,-1 0 0 0 0,0-1 1 0 0,0-1-1 0 0,-1 0 1 0 0,1-1-1 0 0,17-17 1 0 0,-28 25-120 0 0,1-1 0 0 0,0 0 0 0 0,0 0 1 0 0,-1 0-1 0 0,1 0 0 0 0,0 0 1 0 0,-1 0-1 0 0,1 0 0 0 0,-1 0 1 0 0,1 0-1 0 0,-1 0 0 0 0,0 0 1 0 0,1-1-1 0 0,-1 1 0 0 0,0 0 1 0 0,0 0-1 0 0,0 0 0 0 0,0 0 1 0 0,0 0-1 0 0,0-1 0 0 0,0 1 1 0 0,0 0-1 0 0,0 0 0 0 0,-1 0 0 0 0,1 0 1 0 0,0 0-1 0 0,-1-1 0 0 0,1 1 1 0 0,-1 0-1 0 0,1 0 0 0 0,-1 0 1 0 0,0 0-1 0 0,1 0 0 0 0,-1 0 1 0 0,0 1-1 0 0,0-1 0 0 0,0 0 1 0 0,0 0-1 0 0,1 0 0 0 0,-1 1 1 0 0,-2-2-1 0 0,-1 0-3 0 0,0 0 0 0 0,0 1 0 0 0,0-1 0 0 0,0 1 0 0 0,0 0 0 0 0,0 0 0 0 0,0 0 0 0 0,0 1 0 0 0,-1-1 1 0 0,1 1-1 0 0,-7 0 0 0 0,-9 2-41 0 0,-1 1 0 0 0,1 1 1 0 0,1 1-1 0 0,-1 0 1 0 0,1 2-1 0 0,0 0 1 0 0,0 1-1 0 0,0 1 0 0 0,2 1 1 0 0,-31 20-1 0 0,47-29 16 0 0,0 0 0 0 0,0 0 0 0 0,0 0 0 0 0,0 0 0 0 0,0 0 0 0 0,1 0 1 0 0,-1 0-1 0 0,0 0 0 0 0,1 0 0 0 0,-1 0 0 0 0,1 1 0 0 0,-1-1 0 0 0,1 0 0 0 0,-1 0 0 0 0,1 1 0 0 0,0-1 0 0 0,-1 0 0 0 0,1 0 0 0 0,0 1 0 0 0,0-1 0 0 0,0 0 0 0 0,0 1 0 0 0,0-1 0 0 0,1 0 0 0 0,-1 0 0 0 0,0 1 0 0 0,0-1 0 0 0,1 0 0 0 0,-1 0 0 0 0,1 1 0 0 0,-1-1 0 0 0,1 0 0 0 0,0 0 0 0 0,-1 0 0 0 0,1 0 1 0 0,0 0-1 0 0,0 0 0 0 0,0 0 0 0 0,0 0 0 0 0,0 0 0 0 0,0 0 0 0 0,0 0 0 0 0,2 0 0 0 0,6 6 1 0 0,0 0 1 0 0,1-1-1 0 0,21 10 1 0 0,-22-11-6 0 0,42 18-422 0 0,0-2 0 0 0,2-2-1 0 0,0-3 1 0 0,1-2-1 0 0,0-2 1 0 0,1-2 0 0 0,57 1-1 0 0,-64-9-775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2:59.509"/>
    </inkml:context>
    <inkml:brush xml:id="br0">
      <inkml:brushProperty name="width" value="0.1" units="cm"/>
      <inkml:brushProperty name="height" value="0.1" units="cm"/>
      <inkml:brushProperty name="color" value="#FFC114"/>
    </inkml:brush>
  </inkml:definitions>
  <inkml:trace contextRef="#ctx0" brushRef="#br0">1 635 4208 0 0,'8'-23'-46'0'0,"-4"10"628"0"0,0 0 0 0 0,2 0 0 0 0,12-23 1 0 0,-17 35-419 0 0,0-5-92 0 0,0 4-49 0 0,0 5 116 0 0,-4 139-87 0 0,3-142-43 0 0,0 1-1 0 0,-1-1 0 0 0,1 0 1 0 0,0 1-1 0 0,0-1 0 0 0,0 1 0 0 0,0-1 1 0 0,0 1-1 0 0,0-1 0 0 0,0 1 1 0 0,0-1-1 0 0,0 1 0 0 0,0-1 1 0 0,1 1-1 0 0,-1-1 0 0 0,0 1 1 0 0,0-1-1 0 0,0 1 0 0 0,0-1 0 0 0,1 1 1 0 0,-1-1-1 0 0,0 0 0 0 0,1 1 1 0 0,-1-1-1 0 0,0 1 0 0 0,1-1 1 0 0,-1 0-1 0 0,0 1 0 0 0,1-1 1 0 0,-1 0-1 0 0,0 0 0 0 0,1 1 1 0 0,-1-1-1 0 0,1 0 0 0 0,-1 0 0 0 0,1 0 1 0 0,-1 1-1 0 0,1-1 0 0 0,-1 0 1 0 0,1 0-1 0 0,-1 0 0 0 0,1 0 1 0 0,-1 0-1 0 0,1 0 0 0 0,-1 0 1 0 0,1 0-1 0 0,-1 0 0 0 0,0 0 0 0 0,1 0 1 0 0,-1 0-1 0 0,1-1 0 0 0,25-13 113 0 0,-20 9-126 0 0,975-573 465 0 0,-855 506-353 0 0,-124 71-348 0 0,6-8-3690 0 0,-5 1 1903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1.326"/>
    </inkml:context>
    <inkml:brush xml:id="br0">
      <inkml:brushProperty name="width" value="0.1" units="cm"/>
      <inkml:brushProperty name="height" value="0.1" units="cm"/>
      <inkml:brushProperty name="color" value="#FFC114"/>
    </inkml:brush>
  </inkml:definitions>
  <inkml:trace contextRef="#ctx0" brushRef="#br0">87 229 3340 0 0,'-11'-44'1618'0'0,"7"34"-1691"0"0,5 30 26 0 0,7 36-29 0 0,-3-34 53 0 0,19 81-21 0 0,49 128-1 0 0,-59-184-112 0 0,5 12 3229 0 0,-38-93-2450 0 0,-15-31-119 0 0,22 29-385 0 0,-91-295 559 0 0,88 288-597 0 0,10 32-52 0 0,0 0 1 0 0,1 0-1 0 0,-4-22 0 0 0,7 30-36 0 0,-8-10-115 0 0,22 18-120 0 0,25 21 63 0 0,16 23 137 0 0,1-3 1 0 0,3-3 0 0 0,1-2 0 0 0,109 56 0 0 0,-148-86 51 0 0,-9-4 108 0 0,0-1-1 0 0,1 0 1 0 0,18 6-1 0 0,-29-12 610 0 0,5-15-321 0 0,-5 13-383 0 0,0 0 1 0 0,0 1 0 0 0,0-1 0 0 0,0 0 0 0 0,-1 0 0 0 0,1 0 0 0 0,-1 0 0 0 0,1 1 0 0 0,-1-1-1 0 0,0 0 1 0 0,1 0 0 0 0,-1 0 0 0 0,0-2 0 0 0,-8-46 186 0 0,-1 1-1 0 0,-3 0 1 0 0,-20-55 0 0 0,0-1 11 0 0,29 98-274 0 0,1 1-1 0 0,-1-1 1 0 0,-1 1 0 0 0,1 0 0 0 0,-8-10-1 0 0,-11-6-2936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1.885"/>
    </inkml:context>
    <inkml:brush xml:id="br0">
      <inkml:brushProperty name="width" value="0.1" units="cm"/>
      <inkml:brushProperty name="height" value="0.1" units="cm"/>
      <inkml:brushProperty name="color" value="#FFC114"/>
    </inkml:brush>
  </inkml:definitions>
  <inkml:trace contextRef="#ctx0" brushRef="#br0">157 66 6689 0 0,'0'0'-234'0'0,"-1"-2"167"0"0,0 1 1 0 0,0 0 0 0 0,0-1-1 0 0,-1 1 1 0 0,1 0 0 0 0,-1 0 0 0 0,1-1-1 0 0,-1 1 1 0 0,1 1 0 0 0,-1-1-1 0 0,0 0 1 0 0,1 0 0 0 0,-4-1 0 0 0,-3 5 22 0 0,0 0 0 0 0,0 0 1 0 0,1 0-1 0 0,-1 1 1 0 0,1 0-1 0 0,0 0 1 0 0,0 1-1 0 0,0 0 1 0 0,1 0-1 0 0,0 1 0 0 0,0 0 1 0 0,-7 8-1 0 0,10-10 32 0 0,-1 0-1 0 0,1 0 1 0 0,0 0-1 0 0,0 0 1 0 0,0 1-1 0 0,0-1 1 0 0,1 1-1 0 0,0-1 0 0 0,0 1 1 0 0,0 0-1 0 0,1 0 1 0 0,0 0-1 0 0,0 0 1 0 0,0 0-1 0 0,0 0 1 0 0,1 0-1 0 0,0 1 0 0 0,0-1 1 0 0,0 0-1 0 0,0 0 1 0 0,1 0-1 0 0,1 5 1 0 0,1-5 11 0 0,-1-1 0 0 0,1 0 1 0 0,0 0-1 0 0,1 0 0 0 0,-1 0 0 0 0,1 0 1 0 0,0-1-1 0 0,-1 1 0 0 0,1-1 1 0 0,1 0-1 0 0,-1 0 0 0 0,0-1 0 0 0,1 1 1 0 0,-1-1-1 0 0,1 0 0 0 0,0-1 1 0 0,0 1-1 0 0,0-1 0 0 0,0 1 0 0 0,0-2 1 0 0,0 1-1 0 0,0 0 0 0 0,0-1 1 0 0,8 0-1 0 0,-6 0 52 0 0,0 0-1 0 0,0 0 1 0 0,0 0 0 0 0,0-1 0 0 0,0 0-1 0 0,0 0 1 0 0,-1-1 0 0 0,1 0 0 0 0,-1 0-1 0 0,1 0 1 0 0,-1-1 0 0 0,1 0-1 0 0,-1-1 1 0 0,0 1 0 0 0,-1-1 0 0 0,1 0-1 0 0,8-8 1 0 0,-11 7 15 0 0,0 0-1 0 0,-1 0 1 0 0,0 0-1 0 0,0 0 1 0 0,0-1 0 0 0,0 1-1 0 0,-1-1 1 0 0,0 1-1 0 0,0-1 1 0 0,0 0-1 0 0,-1 1 1 0 0,0-1-1 0 0,0 0 1 0 0,0 1-1 0 0,-1-1 1 0 0,0 0 0 0 0,0 1-1 0 0,0-1 1 0 0,-1 1-1 0 0,0-1 1 0 0,0 1-1 0 0,-3-5 1 0 0,1 0 47 0 0,-1 0 0 0 0,0 1 0 0 0,0-1 0 0 0,-1 1 0 0 0,0 1 1 0 0,-1-1-1 0 0,0 1 0 0 0,0 0 0 0 0,-1 1 0 0 0,0-1 0 0 0,-9-5 0 0 0,17 11-89 0 0,-4-2-5 0 0,-22 4 102 0 0,-13 13-221 0 0,38-12-101 0 0,-1-1 0 0 0,0 1 0 0 0,0 0-1 0 0,1 0 1 0 0,-1 0 0 0 0,0 0 0 0 0,1 0 0 0 0,-1 0 0 0 0,1 1 0 0 0,0-1 0 0 0,-1 0 0 0 0,1 1 0 0 0,0-1-1 0 0,0 1 1 0 0,0 0 0 0 0,0-1 0 0 0,0 1 0 0 0,0 0 0 0 0,0-1 0 0 0,0 1 0 0 0,0 3 0 0 0,1 5-2015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2.573"/>
    </inkml:context>
    <inkml:brush xml:id="br0">
      <inkml:brushProperty name="width" value="0.1" units="cm"/>
      <inkml:brushProperty name="height" value="0.1" units="cm"/>
      <inkml:brushProperty name="color" value="#FFC114"/>
    </inkml:brush>
  </inkml:definitions>
  <inkml:trace contextRef="#ctx0" brushRef="#br0">61 154 5368 0 0,'-7'-24'-275'0'0,"4"8"662"0"0,-1-1 1 0 0,-1 2-1 0 0,-1-1 0 0 0,0 0 0 0 0,-17-27 1 0 0,22 41-239 0 0,-1 0-108 0 0,2 2-40 0 0,0 0 0 0 0,0 0 1 0 0,0 0-1 0 0,0 0 0 0 0,0 0 1 0 0,0 0-1 0 0,0 0 0 0 0,0 0 0 0 0,-1 0 1 0 0,1 0-1 0 0,0 0 0 0 0,0 0 1 0 0,0 0-1 0 0,0 0 0 0 0,0 0 1 0 0,0 0-1 0 0,0 0 0 0 0,-1 0 1 0 0,1 0-1 0 0,0 0 0 0 0,0 0 1 0 0,0 0-1 0 0,0 0 0 0 0,0 0 1 0 0,0 0-1 0 0,0 0 0 0 0,0 0 1 0 0,-1 0-1 0 0,1 0 0 0 0,0 0 1 0 0,0 0-1 0 0,0 0 0 0 0,0 0 1 0 0,0 0-1 0 0,0-1 0 0 0,0 1 1 0 0,0 0-1 0 0,0 0 0 0 0,0 0 1 0 0,0 0-1 0 0,0 0 0 0 0,0 0 0 0 0,0 0 1 0 0,0 0-1 0 0,-1 0 0 0 0,1-1 1 0 0,0 1-1 0 0,0 0 0 0 0,0 0 1 0 0,0 0-1 0 0,0 0 0 0 0,0 0 1 0 0,0-1-1 0 0,2 22-4 0 0,0-2-1 0 0,0 1 1 0 0,2 0-1 0 0,1 0 1 0 0,11 30-1 0 0,48 101-29 0 0,-29-73 26 0 0,-26-55 15 0 0,1 0 0 0 0,1-1 0 0 0,2-1 0 0 0,0 0 0 0 0,1 0 0 0 0,29 33 0 0 0,-37-49 1 0 0,0 1 0 0 0,0-1 1 0 0,0 0-1 0 0,1 0 0 0 0,-1-1 0 0 0,1 0 0 0 0,0 0 0 0 0,1 0 0 0 0,-1-1 0 0 0,1 0 0 0 0,-1-1 0 0 0,1 1 1 0 0,0-2-1 0 0,0 1 0 0 0,0-1 0 0 0,0 0 0 0 0,0-1 0 0 0,0 1 0 0 0,0-2 0 0 0,0 1 0 0 0,0-1 0 0 0,0 0 1 0 0,0-1-1 0 0,11-4 0 0 0,-7 2 8 0 0,-1 0 1 0 0,1-1 0 0 0,-1 0-1 0 0,-1-1 1 0 0,1-1 0 0 0,-1 1 0 0 0,0-2-1 0 0,-1 1 1 0 0,14-14 0 0 0,-18 15 22 0 0,0 0 0 0 0,0 0 0 0 0,0 0 0 0 0,0-1 0 0 0,-1 0 0 0 0,0 0 0 0 0,-1 0 0 0 0,0-1 0 0 0,0 1 0 0 0,0-1 0 0 0,-1 1 0 0 0,0-1 0 0 0,-1 0 0 0 0,1 0 0 0 0,-1-12 0 0 0,-1 18-21 0 0,0-1 0 0 0,0 1 1 0 0,0 0-1 0 0,0-1 0 0 0,0 1 0 0 0,-1 0 0 0 0,1 0 0 0 0,-1 0 1 0 0,0-1-1 0 0,1 1 0 0 0,-1 0 0 0 0,0 0 0 0 0,0 0 0 0 0,0 0 1 0 0,-1 0-1 0 0,1 0 0 0 0,0 1 0 0 0,-1-1 0 0 0,1 0 0 0 0,-1 1 1 0 0,0-1-1 0 0,0 1 0 0 0,1-1 0 0 0,-1 1 0 0 0,0 0 0 0 0,0 0 1 0 0,0 0-1 0 0,0 0 0 0 0,0 0 0 0 0,-1 0 0 0 0,1 0 0 0 0,-2 0 0 0 0,-1 1-13 0 0,1-1-1 0 0,0 1 0 0 0,-1 0 1 0 0,1 0-1 0 0,0 0 0 0 0,-1 1 0 0 0,1-1 1 0 0,0 1-1 0 0,-1 0 0 0 0,1 1 0 0 0,0-1 1 0 0,0 1-1 0 0,0-1 0 0 0,0 1 1 0 0,-6 5-1 0 0,6-5-9 0 0,1 1-1 0 0,0-1 1 0 0,0 1-1 0 0,0-1 1 0 0,0 1 0 0 0,0 0-1 0 0,1 1 1 0 0,-1-1 0 0 0,1 0-1 0 0,0 1 1 0 0,0-1 0 0 0,0 1-1 0 0,1 0 1 0 0,-1-1 0 0 0,1 1-1 0 0,0 0 1 0 0,0 0 0 0 0,-1 6-1 0 0,2-7 3 0 0,0-1-1 0 0,1 0 1 0 0,-1 1-1 0 0,1-1 1 0 0,-1 1 0 0 0,1-1-1 0 0,0 0 1 0 0,0 0-1 0 0,0 1 1 0 0,0-1-1 0 0,0 0 1 0 0,0 0-1 0 0,0 0 1 0 0,1 0-1 0 0,-1 0 1 0 0,1 0-1 0 0,0-1 1 0 0,0 1 0 0 0,-1 0-1 0 0,1-1 1 0 0,0 0-1 0 0,0 1 1 0 0,0-1-1 0 0,0 0 1 0 0,1 0-1 0 0,-1 0 1 0 0,0 0-1 0 0,0 0 1 0 0,1-1-1 0 0,-1 1 1 0 0,5 0 0 0 0,11 2 4 0 0,0-1 0 0 0,1 0 0 0 0,-1-1 0 0 0,1-1 0 0 0,-1-1 0 0 0,1-1 0 0 0,-1 0 0 0 0,30-9 0 0 0,142-52-544 0 0,-183 61 489 0 0,16-7-228 0 0,-1-1 0 0 0,26-15 0 0 0,-37 18-619 0 0,0-1 1 0 0,-1 0-1 0 0,13-12 1 0 0,-7 5-1501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2.916"/>
    </inkml:context>
    <inkml:brush xml:id="br0">
      <inkml:brushProperty name="width" value="0.1" units="cm"/>
      <inkml:brushProperty name="height" value="0.1" units="cm"/>
      <inkml:brushProperty name="color" value="#FFC114"/>
    </inkml:brush>
  </inkml:definitions>
  <inkml:trace contextRef="#ctx0" brushRef="#br0">36 178 5653 0 0,'-33'0'1202'0'0,"33"0"-1191"0"0,-1-1-1 0 0,1 1 0 0 0,0 0 0 0 0,0-1 1 0 0,-1 1-1 0 0,1-1 0 0 0,0 1 1 0 0,0 0-1 0 0,0-1 0 0 0,0 1 1 0 0,0-1-1 0 0,-1 1 0 0 0,1 0 0 0 0,0-1 1 0 0,0 1-1 0 0,0-1 0 0 0,0 1 1 0 0,0-1-1 0 0,0 1 0 0 0,0 0 1 0 0,1-1-1 0 0,-1 1 0 0 0,0-1 0 0 0,0 1 1 0 0,0 0-1 0 0,0-1 0 0 0,0 1 1 0 0,1-1-1 0 0,-1 1 0 0 0,0 0 1 0 0,0-1-1 0 0,1 1 0 0 0,-1 0 0 0 0,0-1 1 0 0,1 1-1 0 0,-1 0 0 0 0,1-1 1 0 0,58-27 52 0 0,1 2 0 0 0,1 2 1 0 0,94-22-1 0 0,-4 12-4235 0 0,-134 29 2700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3.164"/>
    </inkml:context>
    <inkml:brush xml:id="br0">
      <inkml:brushProperty name="width" value="0.1" units="cm"/>
      <inkml:brushProperty name="height" value="0.1" units="cm"/>
      <inkml:brushProperty name="color" value="#FFC114"/>
    </inkml:brush>
  </inkml:definitions>
  <inkml:trace contextRef="#ctx0" brushRef="#br0">9 30 5493 0 0,'0'0'3516'0'0,"-9"-20"-2396"0"0,12 11-4488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3.336"/>
    </inkml:context>
    <inkml:brush xml:id="br0">
      <inkml:brushProperty name="width" value="0.1" units="cm"/>
      <inkml:brushProperty name="height" value="0.1" units="cm"/>
      <inkml:brushProperty name="color" value="#FFC114"/>
    </inkml:brush>
  </inkml:definitions>
  <inkml:trace contextRef="#ctx0" brushRef="#br0">1 1 6381 0 0,'4'8'-140'0'0,"4"12"1938"0"0,-6-9-5417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3.949"/>
    </inkml:context>
    <inkml:brush xml:id="br0">
      <inkml:brushProperty name="width" value="0.1" units="cm"/>
      <inkml:brushProperty name="height" value="0.1" units="cm"/>
      <inkml:brushProperty name="color" value="#FFC114"/>
    </inkml:brush>
  </inkml:definitions>
  <inkml:trace contextRef="#ctx0" brushRef="#br0">26 783 6117 0 0,'0'0'107'0'0,"-16"3"477"0"0,7-4 165 0 0,11-3 76 0 0,54-32-744 0 0,1 1-1 0 0,79-33 1 0 0,137-44 13 0 0,-186 78-71 0 0,698-245 117 0 0,27 77-63 0 0,-729 188-254 0 0,-80 13 57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4.960"/>
    </inkml:context>
    <inkml:brush xml:id="br0">
      <inkml:brushProperty name="width" value="0.1" units="cm"/>
      <inkml:brushProperty name="height" value="0.1" units="cm"/>
      <inkml:brushProperty name="color" value="#FFC114"/>
    </inkml:brush>
  </inkml:definitions>
  <inkml:trace contextRef="#ctx0" brushRef="#br0">250 105 4832 0 0,'0'0'-82'0'0,"-22"-25"1205"0"0,20 23-1100 0 0,-1 1 0 0 0,0 0 0 0 0,0 0 0 0 0,0 0-1 0 0,0 1 1 0 0,0-1 0 0 0,1 1 0 0 0,-1-1 0 0 0,0 1 0 0 0,0 0-1 0 0,0 0 1 0 0,0 1 0 0 0,0-1 0 0 0,0 0 0 0 0,0 1 0 0 0,0 0-1 0 0,-4 1 1 0 0,0 1-10 0 0,0 0 1 0 0,0 1-1 0 0,0 0 0 0 0,0 0 0 0 0,0 0 0 0 0,-8 9 1 0 0,2-1-20 0 0,0 0 1 0 0,1 1 0 0 0,0 1 0 0 0,2 0 0 0 0,-15 23 0 0 0,21-29 0 0 0,0-1 0 0 0,0 1 0 0 0,1 0 0 0 0,0 0 0 0 0,0 1 0 0 0,1-1 0 0 0,0 0 1 0 0,0 1-1 0 0,1-1 0 0 0,0 1 0 0 0,1 0 0 0 0,0-1 0 0 0,0 1 0 0 0,1 0 0 0 0,0-1 0 0 0,0 1 0 0 0,1-1 0 0 0,0 1 0 0 0,1-1 0 0 0,0 0 0 0 0,0 0 1 0 0,0 0-1 0 0,1 0 0 0 0,1 0 0 0 0,-1-1 0 0 0,1 0 0 0 0,0 0 0 0 0,1 0 0 0 0,0-1 0 0 0,0 0 0 0 0,0 0 0 0 0,1 0 0 0 0,0-1 0 0 0,0 0 0 0 0,13 7 1 0 0,-3-3 9 0 0,1-1 0 0 0,0-1 0 0 0,0-1 0 0 0,1 0 1 0 0,0-2-1 0 0,0 0 0 0 0,0-1 0 0 0,0 0 0 0 0,1-2 0 0 0,26-1 1 0 0,-5-3 17 0 0,1-1 0 0 0,-1-3 1 0 0,72-20-1 0 0,-96 23 6 0 0,0-2 0 0 0,1-1 0 0 0,-2 0 0 0 0,1-1 0 0 0,-1 0 0 0 0,0-2-1 0 0,-1 1 1 0 0,18-17 0 0 0,-27 22 11 0 0,-1-1 0 0 0,0-1 0 0 0,-1 1-1 0 0,1-1 1 0 0,-1 1 0 0 0,0-1 0 0 0,0-1-1 0 0,-1 1 1 0 0,0 0 0 0 0,0-1 0 0 0,-1 0 0 0 0,1 1-1 0 0,-1-1 1 0 0,-1 0 0 0 0,1 0 0 0 0,-1 0 0 0 0,-1 0-1 0 0,1-1 1 0 0,-1 1 0 0 0,0 0 0 0 0,-1 0-1 0 0,0 0 1 0 0,-2-10 0 0 0,0 4-2 0 0,-1 0 0 0 0,0 1 0 0 0,-1 0 0 0 0,0 0 0 0 0,-1 0 0 0 0,0 0 0 0 0,-1 1 0 0 0,0 0 1 0 0,-1 0-1 0 0,-1 1 0 0 0,1 0 0 0 0,-1 1 0 0 0,-1 0 0 0 0,0 0 0 0 0,0 1 0 0 0,-1 0 0 0 0,0 1 0 0 0,-14-7 0 0 0,7 5-5 0 0,-1 0 0 0 0,-1 2 0 0 0,0 0 0 0 0,0 2 0 0 0,0 0 0 0 0,0 1 0 0 0,-1 1 0 0 0,0 1 0 0 0,0 1 0 0 0,-39 2 0 0 0,21 3-93 0 0,1 1 0 0 0,1 2 0 0 0,-1 2 0 0 0,1 1 1 0 0,0 2-1 0 0,-53 25 0 0 0,88-37-68 0 0,1 1 0 0 0,-1 0-1 0 0,0-1 1 0 0,1 1 0 0 0,-1 0 0 0 0,1 0 0 0 0,-1 0 0 0 0,1 0 0 0 0,-1 1 0 0 0,1-1 0 0 0,0 0 0 0 0,0 1-1 0 0,0-1 1 0 0,-1 0 0 0 0,1 1 0 0 0,1 0 0 0 0,-1-1 0 0 0,0 1 0 0 0,0-1 0 0 0,0 1 0 0 0,0 3-1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5.679"/>
    </inkml:context>
    <inkml:brush xml:id="br0">
      <inkml:brushProperty name="width" value="0.1" units="cm"/>
      <inkml:brushProperty name="height" value="0.1" units="cm"/>
      <inkml:brushProperty name="color" value="#FFC114"/>
    </inkml:brush>
  </inkml:definitions>
  <inkml:trace contextRef="#ctx0" brushRef="#br0">24 233 4828 0 0,'-14'-2'-307'0'0,"13"2"318"0"0,1 1 0 0 0,0-1 1 0 0,0 0-1 0 0,0 0 0 0 0,-1 0 0 0 0,1 0 0 0 0,0 0 0 0 0,0 0 0 0 0,-1 0 0 0 0,1 0 0 0 0,0 0 0 0 0,0 0 1 0 0,0 0-1 0 0,-1 0 0 0 0,1 0 0 0 0,0 0 0 0 0,0 0 0 0 0,-1 0 0 0 0,1 0 0 0 0,0 0 0 0 0,0 0 1 0 0,-1 0-1 0 0,1 0 0 0 0,0 0 0 0 0,0 0 0 0 0,0 0 0 0 0,-1 0 0 0 0,1-1 0 0 0,0 1 0 0 0,0 0 0 0 0,0 0 1 0 0,-1 0-1 0 0,1 0 0 0 0,0 0 0 0 0,0-1 0 0 0,0 1 0 0 0,0 0 0 0 0,0 0 0 0 0,0 0 0 0 0,-1-1 1 0 0,1 1-1 0 0,0 0 0 0 0,0 0 0 0 0,0 0 0 0 0,0-1 0 0 0,0 1 0 0 0,0 0 0 0 0,0 0 0 0 0,0-1 0 0 0,0 1 1 0 0,0 0-1 0 0,0 0 0 0 0,0-1 0 0 0,0 1 0 0 0,0 0 0 0 0,7-3-15 0 0,1 0-1 0 0,0 1 1 0 0,-1 0-1 0 0,1 0 1 0 0,0 1 0 0 0,0 0-1 0 0,0 0 1 0 0,0 1-1 0 0,0 0 1 0 0,0 0-1 0 0,0 1 1 0 0,9 2 0 0 0,107 23-28 0 0,-106-21 44 0 0,-16-5-13 0 0,119 35-27 0 0,-107-30 19 0 0,-1 1-1 0 0,0 0 0 0 0,0 1 0 0 0,-1 0 1 0 0,0 0-1 0 0,18 16 0 0 0,-28-22 14 0 0,-1 0 0 0 0,0 0 1 0 0,0 0-1 0 0,1 0 0 0 0,-1 0 0 0 0,0 0 0 0 0,0 1 0 0 0,0-1 0 0 0,0 0 1 0 0,0 1-1 0 0,-1-1 0 0 0,1 1 0 0 0,0-1 0 0 0,-1 1 0 0 0,1 0 0 0 0,-1-1 1 0 0,1 1-1 0 0,-1-1 0 0 0,0 1 0 0 0,0 0 0 0 0,0-1 0 0 0,0 1 1 0 0,0 0-1 0 0,0-1 0 0 0,0 1 0 0 0,-1 3 0 0 0,0-3 46 0 0,0 0 1 0 0,0 0-1 0 0,-1 0 0 0 0,1 0 1 0 0,-1 0-1 0 0,1-1 0 0 0,-1 1 0 0 0,0 0 1 0 0,0-1-1 0 0,1 1 0 0 0,-1-1 1 0 0,0 0-1 0 0,0 1 0 0 0,-1-1 0 0 0,1 0 1 0 0,-4 1-1 0 0,4-1 3 0 0,-1 0 1 0 0,1 0-1 0 0,-1 0 1 0 0,0 0-1 0 0,1 0 0 0 0,-1-1 1 0 0,0 1-1 0 0,1-1 0 0 0,-1 1 1 0 0,0-1-1 0 0,0 0 1 0 0,0-1-1 0 0,1 1 0 0 0,-1 0 1 0 0,0-1-1 0 0,1 1 0 0 0,-1-1 1 0 0,0 0-1 0 0,1 0 1 0 0,-1 0-1 0 0,1 0 0 0 0,-1 0 1 0 0,1-1-1 0 0,-1 1 0 0 0,1-1 1 0 0,0 0-1 0 0,0 1 0 0 0,0-1 1 0 0,0 0-1 0 0,0 0 1 0 0,0 0-1 0 0,0-1 0 0 0,-1-2 1 0 0,-1-8 20 0 0,2 1-1 0 0,-1-1 1 0 0,1 0 0 0 0,1 0 0 0 0,1 1 0 0 0,0-1 0 0 0,0 0-1 0 0,1 0 1 0 0,5-25 0 0 0,4-6 99 0 0,23-61 0 0 0,-7 22-259 0 0,-25 81 26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6.412"/>
    </inkml:context>
    <inkml:brush xml:id="br0">
      <inkml:brushProperty name="width" value="0.1" units="cm"/>
      <inkml:brushProperty name="height" value="0.1" units="cm"/>
      <inkml:brushProperty name="color" value="#FFC114"/>
    </inkml:brush>
  </inkml:definitions>
  <inkml:trace contextRef="#ctx0" brushRef="#br0">208 22 5689 0 0,'0'0'-200'0'0,"-29"-21"518"0"0,23 21-303 0 0,0-1 0 0 0,1 1 1 0 0,-1 0-1 0 0,0 1 0 0 0,1-1 1 0 0,-1 1-1 0 0,0 0 0 0 0,1 1 1 0 0,-1-1-1 0 0,1 1 0 0 0,0 0 1 0 0,0 0-1 0 0,-1 1 0 0 0,1 0 1 0 0,1 0-1 0 0,-1 0 0 0 0,0 0 1 0 0,1 1-1 0 0,0-1 0 0 0,-1 1 1 0 0,1 0-1 0 0,-6 9 0 0 0,4-6-22 0 0,0 1 0 0 0,1 0-1 0 0,-1 0 1 0 0,2 0 0 0 0,-1 1-1 0 0,1-1 1 0 0,0 1 0 0 0,1 0-1 0 0,0 0 1 0 0,1 0 0 0 0,-1 1-1 0 0,2-1 1 0 0,-2 12 0 0 0,3-18 6 0 0,0 0 1 0 0,0 0-1 0 0,0-1 1 0 0,0 1 0 0 0,1 0-1 0 0,-1 0 1 0 0,1-1 0 0 0,0 1-1 0 0,0 0 1 0 0,0 0-1 0 0,0-1 1 0 0,0 1 0 0 0,0-1-1 0 0,1 1 1 0 0,-1-1-1 0 0,1 0 1 0 0,-1 1 0 0 0,1-1-1 0 0,0 0 1 0 0,0 0 0 0 0,3 2-1 0 0,-2-2 6 0 0,1 0-1 0 0,-1-1 0 0 0,1 0 1 0 0,-1 1-1 0 0,1-1 0 0 0,0 0 1 0 0,0-1-1 0 0,-1 1 0 0 0,1-1 1 0 0,0 1-1 0 0,0-1 0 0 0,0 0 1 0 0,6-2-1 0 0,5 0 21 0 0,-1-1 0 0 0,0-1 0 0 0,0 0 0 0 0,0-1-1 0 0,0-1 1 0 0,23-13 0 0 0,-23 10 187 0 0,-1-1 0 0 0,0 0 1 0 0,-1-1-1 0 0,0 0 0 0 0,0-1 0 0 0,-2 0 0 0 0,1-1 0 0 0,-1 0 0 0 0,-1-1 0 0 0,-1 0 1 0 0,0 0-1 0 0,0-1 0 0 0,8-26 0 0 0,-15 40 106 0 0,0 5-275 0 0,2 4-32 0 0,0 1 1 0 0,0-1 0 0 0,1 0-1 0 0,1 0 1 0 0,-1 0 0 0 0,1 0-1 0 0,0-1 1 0 0,1 0 0 0 0,0 0-1 0 0,0 0 1 0 0,1-1 0 0 0,9 8-1 0 0,-11-11-123 0 0,1 1-1 0 0,0-1 1 0 0,0 0-1 0 0,0 0 1 0 0,0-1-1 0 0,0 0 1 0 0,0 0-1 0 0,1 0 1 0 0,-1-1-1 0 0,1 0 1 0 0,-1 0-1 0 0,1-1 1 0 0,-1 0 0 0 0,1 0-1 0 0,0 0 1 0 0,-1-1-1 0 0,1 0 1 0 0,8-3-1 0 0,40-15-3035 0 0,-27 6 524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6.754"/>
    </inkml:context>
    <inkml:brush xml:id="br0">
      <inkml:brushProperty name="width" value="0.1" units="cm"/>
      <inkml:brushProperty name="height" value="0.1" units="cm"/>
      <inkml:brushProperty name="color" value="#FFC114"/>
    </inkml:brush>
  </inkml:definitions>
  <inkml:trace contextRef="#ctx0" brushRef="#br0">225 30 6025 0 0,'0'-6'-122'0'0,"1"5"104"0"0,-1 0 1 0 0,0 0 0 0 0,0 0 0 0 0,0 0-1 0 0,0 0 1 0 0,0-1 0 0 0,0 1-1 0 0,0 0 1 0 0,-1 0 0 0 0,1 0 0 0 0,0 0-1 0 0,-1 0 1 0 0,1 0 0 0 0,0 0 0 0 0,-1 1-1 0 0,1-1 1 0 0,-1 0 0 0 0,1 0-1 0 0,-1 0 1 0 0,-1-1 0 0 0,0 0 10 0 0,-4 4-51 0 0,-5 3 49 0 0,0-1 0 0 0,1 2 0 0 0,-1 0 0 0 0,1 0 0 0 0,1 0 0 0 0,-1 2 0 0 0,1-1 0 0 0,0 1 0 0 0,1 0 0 0 0,0 1 0 0 0,-9 11 0 0 0,4-2-8 0 0,1 0-1 0 0,0 0 1 0 0,2 1-1 0 0,0 0 0 0 0,-11 34 1 0 0,19-50 19 0 0,1 0 0 0 0,-1 0 0 0 0,1 0 0 0 0,0 0 0 0 0,1 0 0 0 0,-1 0 0 0 0,0 0 0 0 0,1 0 0 0 0,0 1 0 0 0,-1-1 0 0 0,1 0 0 0 0,1 0 0 0 0,-1 1 0 0 0,0-1 0 0 0,1 0 0 0 0,0 0 0 0 0,-1 0 0 0 0,1 0 0 0 0,0 0 0 0 0,1 0 0 0 0,-1 0 0 0 0,0 0-1 0 0,1 0 1 0 0,0 0 0 0 0,0-1 0 0 0,0 1 0 0 0,0-1 0 0 0,0 1 0 0 0,0-1 0 0 0,0 0 0 0 0,1 0 0 0 0,0 0 0 0 0,-1 0 0 0 0,1 0 0 0 0,0-1 0 0 0,0 1 0 0 0,-1-1 0 0 0,1 0 0 0 0,0 0 0 0 0,0 0 0 0 0,1 0 0 0 0,-1 0 0 0 0,3 0 0 0 0,13 2 27 0 0,0-1 1 0 0,-1 0-1 0 0,1-2 0 0 0,0 0 0 0 0,0-1 1 0 0,20-4-1 0 0,-15 2-322 0 0,1-1 1 0 0,-1-2 0 0 0,0 0-1 0 0,-1-2 1 0 0,0 0 0 0 0,0-2-1 0 0,0 0 1 0 0,-1-2 0 0 0,35-24-1 0 0,-32 11-481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7.191"/>
    </inkml:context>
    <inkml:brush xml:id="br0">
      <inkml:brushProperty name="width" value="0.1" units="cm"/>
      <inkml:brushProperty name="height" value="0.1" units="cm"/>
      <inkml:brushProperty name="color" value="#FFC114"/>
    </inkml:brush>
  </inkml:definitions>
  <inkml:trace contextRef="#ctx0" brushRef="#br0">53 141 3492 0 0,'-38'-119'2965'0'0,"38"117"-2901"0"0,0 1 0 0 0,0 0 0 0 0,-1 0 0 0 0,1 0 0 0 0,0 0 0 0 0,0 0 0 0 0,-1 0 0 0 0,1 0 0 0 0,-1 0 0 0 0,1 0 0 0 0,-1 0 0 0 0,0 0 0 0 0,1 0 0 0 0,-1 0 0 0 0,0 0 0 0 0,1 1 0 0 0,-1-1 0 0 0,0 0 0 0 0,0 1 0 0 0,-2-2 0 0 0,1 19 316 0 0,4-12-376 0 0,0 0-1 0 0,0 0 1 0 0,0 0 0 0 0,0 0 0 0 0,1 0-1 0 0,-1-1 1 0 0,1 1 0 0 0,7 7 0 0 0,-1 1-3 0 0,95 159 41 0 0,44 68 13 0 0,-143-233-44 0 0,0 0 0 0 0,0 0 0 0 0,1 0 1 0 0,0-1-1 0 0,0 0 0 0 0,0 0 0 0 0,1 0 0 0 0,0-1 0 0 0,0 0 1 0 0,16 8-1 0 0,-17-11-12 0 0,-1 0 0 0 0,1-1 0 0 0,-1 1 1 0 0,1-1-1 0 0,0 0 0 0 0,0-1 0 0 0,-1 0 0 0 0,1 1 1 0 0,0-2-1 0 0,0 1 0 0 0,0-1 0 0 0,-1 0 0 0 0,1 0 1 0 0,0 0-1 0 0,-1-1 0 0 0,1 0 0 0 0,8-4 0 0 0,21-13-1058 0 0,-1-1-1 0 0,0-2 0 0 0,41-36 0 0 0,-27 18-1266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7.613"/>
    </inkml:context>
    <inkml:brush xml:id="br0">
      <inkml:brushProperty name="width" value="0.1" units="cm"/>
      <inkml:brushProperty name="height" value="0.1" units="cm"/>
      <inkml:brushProperty name="color" value="#FFC114"/>
    </inkml:brush>
  </inkml:definitions>
  <inkml:trace contextRef="#ctx0" brushRef="#br0">68 152 5424 0 0,'2'-10'-960'0'0,"14"-20"743"0"0,-6 11 1051 0 0,-1 0 0 0 0,14-39 0 0 0,-23 58-813 0 0,0-1 0 0 0,1 1 0 0 0,-1 0 0 0 0,0-1 0 0 0,0 1-1 0 0,0-1 1 0 0,0 1 0 0 0,0-1 0 0 0,0 1 0 0 0,0 0 0 0 0,0-1 0 0 0,0 1 0 0 0,0-1-1 0 0,0 1 1 0 0,0-1 0 0 0,0 1 0 0 0,0-1 0 0 0,0 1 0 0 0,0 0 0 0 0,0-1-1 0 0,-1 1 1 0 0,1-1 0 0 0,0 1 0 0 0,0-1 0 0 0,-1 1 0 0 0,1 0 0 0 0,0-1 0 0 0,0 1-1 0 0,-1 0 1 0 0,1-1 0 0 0,0 1 0 0 0,-1 0 0 0 0,1 0 0 0 0,-1-1 0 0 0,1 1-1 0 0,0 0 1 0 0,-1 0 0 0 0,1-1 0 0 0,-1 1 0 0 0,1 0 0 0 0,0 0 0 0 0,-1 0 0 0 0,1 0-1 0 0,-1 0 1 0 0,1 0 0 0 0,-1 0 0 0 0,1 0 0 0 0,-1 0 0 0 0,1 0 0 0 0,0 0-1 0 0,-1 0 1 0 0,1 0 0 0 0,-1 0 0 0 0,1 0 0 0 0,-1 0 0 0 0,1 1 0 0 0,-1-1-1 0 0,1 0 1 0 0,0 0 0 0 0,-1 0 0 0 0,0 1 0 0 0,-22 12 86 0 0,14-6-78 0 0,1 0 0 0 0,1 0 0 0 0,-1 1 0 0 0,1 0-1 0 0,1 1 1 0 0,-1 0 0 0 0,1 0 0 0 0,1 0 0 0 0,0 0 0 0 0,0 1 0 0 0,-6 18-1 0 0,10-24-26 0 0,0-1 0 0 0,0 0 0 0 0,1 1-1 0 0,-1-1 1 0 0,1 1 0 0 0,-1-1 0 0 0,1 1-1 0 0,0-1 1 0 0,1 1 0 0 0,-1-1-1 0 0,0 1 1 0 0,1-1 0 0 0,0 0 0 0 0,0 1-1 0 0,0-1 1 0 0,0 0 0 0 0,1 0-1 0 0,-1 1 1 0 0,1-1 0 0 0,0 0 0 0 0,-1 0-1 0 0,1-1 1 0 0,1 1 0 0 0,-1 0 0 0 0,0-1-1 0 0,1 1 1 0 0,-1-1 0 0 0,1 0-1 0 0,0 0 1 0 0,0 0 0 0 0,0 0 0 0 0,0 0-1 0 0,0-1 1 0 0,0 1 0 0 0,0-1 0 0 0,1 0-1 0 0,-1 0 1 0 0,0 0 0 0 0,5 0-1 0 0,12 4 17 0 0,0-2-1 0 0,1-1 0 0 0,-1 0 1 0 0,1-2-1 0 0,0 0 0 0 0,40-6 0 0 0,-4-4-115 0 0,67-21-1 0 0,121-55-3885 0 0,-196 67 1335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9.036"/>
    </inkml:context>
    <inkml:brush xml:id="br0">
      <inkml:brushProperty name="width" value="0.1" units="cm"/>
      <inkml:brushProperty name="height" value="0.1" units="cm"/>
      <inkml:brushProperty name="color" value="#FFC114"/>
    </inkml:brush>
  </inkml:definitions>
  <inkml:trace contextRef="#ctx0" brushRef="#br0">195 76 6049 0 0,'0'0'-194'0'0,"8"-32"850"0"0,-8 30-644 0 0,-1-1-1 0 0,0 1 0 0 0,1 0 1 0 0,-1 0-1 0 0,0 0 0 0 0,0 0 1 0 0,0 0-1 0 0,-1 0 0 0 0,1 0 1 0 0,0 0-1 0 0,-1 0 0 0 0,1 0 0 0 0,-1 1 1 0 0,0-1-1 0 0,0 1 0 0 0,1-1 1 0 0,-1 1-1 0 0,0 0 0 0 0,0-1 1 0 0,0 1-1 0 0,0 0 0 0 0,0 0 1 0 0,-1 1-1 0 0,1-1 0 0 0,0 0 1 0 0,0 1-1 0 0,-1-1 0 0 0,1 1 1 0 0,0 0-1 0 0,-1 0 0 0 0,1 0 1 0 0,0 0-1 0 0,-1 0 0 0 0,1 0 1 0 0,0 1-1 0 0,0-1 0 0 0,-1 1 1 0 0,1-1-1 0 0,0 1 0 0 0,-3 1 1 0 0,-4 1-33 0 0,1 0 0 0 0,-1 1-1 0 0,1 0 1 0 0,0 0 0 0 0,0 0 0 0 0,1 1 0 0 0,-1 0 0 0 0,1 1 0 0 0,-9 9 0 0 0,12-11 8 0 0,0 0 0 0 0,0 1 0 0 0,1 0 0 0 0,-1 0-1 0 0,1 0 1 0 0,0 0 0 0 0,1 0 0 0 0,-1 0 0 0 0,1 1-1 0 0,0-1 1 0 0,1 1 0 0 0,-2 7 0 0 0,3-11 7 0 0,0 1 0 0 0,0-1 0 0 0,0 1 0 0 0,1 0 0 0 0,-1-1 0 0 0,1 1 0 0 0,-1-1 0 0 0,1 1 1 0 0,0-1-1 0 0,0 1 0 0 0,0-1 0 0 0,0 1 0 0 0,1-1 0 0 0,-1 0 0 0 0,1 0 0 0 0,-1 0 0 0 0,1 0 0 0 0,0 0 0 0 0,-1 0 0 0 0,1 0 0 0 0,0 0 0 0 0,0-1 0 0 0,1 1 1 0 0,-1-1-1 0 0,0 1 0 0 0,0-1 0 0 0,1 0 0 0 0,-1 0 0 0 0,5 1 0 0 0,5 3 8 0 0,0-1 1 0 0,0-1-1 0 0,1 0 0 0 0,-1-1 0 0 0,1 0 1 0 0,-1-1-1 0 0,1 0 0 0 0,0-1 1 0 0,-1-1-1 0 0,1 0 0 0 0,0 0 1 0 0,-1-2-1 0 0,1 1 0 0 0,-1-1 1 0 0,0-1-1 0 0,0 0 0 0 0,0-1 1 0 0,21-12-1 0 0,-30 15 49 0 0,0-1-1 0 0,0 0 1 0 0,0 0 0 0 0,-1 1-1 0 0,1-2 1 0 0,-1 1 0 0 0,1 0-1 0 0,-1 0 1 0 0,0-1 0 0 0,-1 1 0 0 0,1-1-1 0 0,0 0 1 0 0,-1 1 0 0 0,0-1-1 0 0,0 0 1 0 0,0 0 0 0 0,0 0-1 0 0,-1 0 1 0 0,0 0 0 0 0,1 0-1 0 0,-1 0 1 0 0,-1 0 0 0 0,1 0 0 0 0,-2-6-1 0 0,1-15 66 0 0,1 23-117 0 0,2-8-62 0 0,-2 10 57 0 0,0-1-1 0 0,0 1 0 0 0,0 0 1 0 0,0 0-1 0 0,0 0 0 0 0,0-1 1 0 0,0 1-1 0 0,0 0 1 0 0,0 0-1 0 0,0-1 0 0 0,0 1 1 0 0,0 0-1 0 0,0 0 0 0 0,0 0 1 0 0,0-1-1 0 0,0 1 0 0 0,0 0 1 0 0,1 0-1 0 0,-1 0 0 0 0,0 0 1 0 0,0-1-1 0 0,0 1 1 0 0,0 0-1 0 0,0 0 0 0 0,0 0 1 0 0,1 0-1 0 0,-1-1 0 0 0,0 1 1 0 0,0 0-1 0 0,0 0 0 0 0,0 0 1 0 0,1 0-1 0 0,-1 0 1 0 0,0 0-1 0 0,0 0 0 0 0,0 0 1 0 0,1 0-1 0 0,-1 0 0 0 0,0-1 1 0 0,0 1-1 0 0,0 0 0 0 0,1 0 1 0 0,-1 0-1 0 0,0 0 0 0 0,0 0 1 0 0,0 0-1 0 0,1 0 1 0 0,-1 1-1 0 0,0-1 0 0 0,0 0 1 0 0,0 0-1 0 0,1 0 0 0 0,50 56-116 0 0,-28-30 87 0 0,0-1 1 0 0,1 0-1 0 0,39 28 1 0 0,-8-16 17 0 0,-22-15 11 0 0,0 1 0 0 0,-1 1 0 0 0,-2 1 0 0 0,0 2 0 0 0,41 49 1 0 0,-68-72 6 0 0,0 1 0 0 0,0 0 1 0 0,0-1-1 0 0,-1 1 1 0 0,1 1-1 0 0,-1-1 0 0 0,0 0 1 0 0,-1 0-1 0 0,1 1 1 0 0,-1-1-1 0 0,0 1 1 0 0,-1-1-1 0 0,1 1 0 0 0,-1-1 1 0 0,0 1-1 0 0,-1 6 1 0 0,-1-3 1 0 0,0-1 1 0 0,0 0 0 0 0,-1 0-1 0 0,0 0 1 0 0,0 0 0 0 0,-1 0 0 0 0,0-1-1 0 0,0 1 1 0 0,-10 11 0 0 0,-1-1 5 0 0,-2-1 0 0 0,0 0 0 0 0,0-1 0 0 0,-2-1 0 0 0,0 0 0 0 0,-35 19 0 0 0,23-16 1 0 0,0-2-1 0 0,-43 15 0 0 0,62-26 51 0 0,0-2 1 0 0,0 1-1 0 0,-1-2 0 0 0,1 1 0 0 0,-1-2 0 0 0,1 0 0 0 0,-1 0 0 0 0,0-1 0 0 0,1-1 0 0 0,-15-2 0 0 0,22 2-28 0 0,1 0-1 0 0,-1 0 1 0 0,1 0 0 0 0,0-1-1 0 0,-1 1 1 0 0,1-1 0 0 0,0 0-1 0 0,0-1 1 0 0,0 1 0 0 0,1-1-1 0 0,-1 1 1 0 0,1-1-1 0 0,-1 0 1 0 0,1-1 0 0 0,0 1-1 0 0,0-1 1 0 0,-3-4 0 0 0,3 2-7 0 0,0 1 1 0 0,0-1-1 0 0,1 0 1 0 0,0 0-1 0 0,0-1 1 0 0,1 1-1 0 0,-1 0 1 0 0,2-1-1 0 0,-1 1 0 0 0,0 0 1 0 0,2-7-1 0 0,0-7 2 0 0,1 1 0 0 0,2 0 0 0 0,0 0 0 0 0,0 0 0 0 0,2 0 0 0 0,16-35 0 0 0,0 12-55 0 0,3 0 0 0 0,1 2-1 0 0,2 0 1 0 0,1 2 0 0 0,2 1 0 0 0,2 2 0 0 0,1 1 0 0 0,68-51 0 0 0,-100 83-434 0 0,6-3 1052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19.596"/>
    </inkml:context>
    <inkml:brush xml:id="br0">
      <inkml:brushProperty name="width" value="0.1" units="cm"/>
      <inkml:brushProperty name="height" value="0.1" units="cm"/>
      <inkml:brushProperty name="color" value="#FFC114"/>
    </inkml:brush>
  </inkml:definitions>
  <inkml:trace contextRef="#ctx0" brushRef="#br0">175 35 4740 0 0,'0'-1'44'0'0,"0"-1"-1"0"0,0 0 0 0 0,-1 0 0 0 0,1 1 1 0 0,0-1-1 0 0,-1 0 0 0 0,0 1 0 0 0,1-1 1 0 0,-1 1-1 0 0,0-1 0 0 0,0 1 0 0 0,0-1 1 0 0,0 1-1 0 0,0-1 0 0 0,0 1 0 0 0,0 0 1 0 0,0 0-1 0 0,-1-1 0 0 0,1 1 0 0 0,0 0 1 0 0,-3-1-1 0 0,2 1 251 0 0,-3 2-219 0 0,-4 3-55 0 0,0 1 0 0 0,0-1 0 0 0,0 1 1 0 0,1 1-1 0 0,-1-1 0 0 0,2 1 1 0 0,-1 1-1 0 0,1 0 0 0 0,-1 0 1 0 0,2 0-1 0 0,-8 10 0 0 0,9-10-16 0 0,0-1 0 0 0,1 1-1 0 0,-1 0 1 0 0,1 0 0 0 0,1 0 0 0 0,-1 0 0 0 0,1 1-1 0 0,0-1 1 0 0,1 1 0 0 0,0 0 0 0 0,0 0-1 0 0,1 0 1 0 0,0 0 0 0 0,0 0 0 0 0,1 9 0 0 0,0-14-2 0 0,0-1 0 0 0,1 0 0 0 0,-1 0 1 0 0,1 1-1 0 0,-1-1 0 0 0,1 0 0 0 0,0 0 0 0 0,0 0 1 0 0,-1 0-1 0 0,2 0 0 0 0,-1 0 0 0 0,0 0 1 0 0,0 0-1 0 0,1 0 0 0 0,-1 0 0 0 0,1-1 1 0 0,-1 1-1 0 0,1-1 0 0 0,0 1 0 0 0,-1-1 0 0 0,1 1 1 0 0,0-1-1 0 0,0 0 0 0 0,0 0 0 0 0,0 0 1 0 0,0 0-1 0 0,1 0 0 0 0,-1-1 0 0 0,0 1 1 0 0,0 0-1 0 0,0-1 0 0 0,1 0 0 0 0,-1 0 0 0 0,0 1 1 0 0,4-2-1 0 0,2 1 7 0 0,-1-1 0 0 0,1 0 0 0 0,-1-1-1 0 0,0 0 1 0 0,1 0 0 0 0,-1-1 0 0 0,0 0 0 0 0,-1 0 0 0 0,1 0 0 0 0,6-5 0 0 0,6-5 77 0 0,-1-2 1 0 0,-1 0-1 0 0,17-18 1 0 0,5-6 1160 0 0,-32 31-1016 0 0,-6 8-221 0 0,-1-1 0 0 0,1 0 0 0 0,0 1 1 0 0,-1-1-1 0 0,1 0 0 0 0,-1 1 0 0 0,1-1 1 0 0,0 1-1 0 0,0-1 0 0 0,-1 1 0 0 0,1-1 0 0 0,0 1 1 0 0,0 0-1 0 0,-1-1 0 0 0,1 1 0 0 0,0 0 1 0 0,0 0-1 0 0,0 0 0 0 0,0-1 0 0 0,0 1 0 0 0,-1 0 1 0 0,1 0-1 0 0,0 0 0 0 0,0 0 0 0 0,0 1 0 0 0,0-1 1 0 0,0 0-1 0 0,-1 0 0 0 0,1 0 0 0 0,0 1 1 0 0,0-1-1 0 0,0 0 0 0 0,-1 1 0 0 0,1-1 0 0 0,0 1 1 0 0,1 0-1 0 0,15 4-101 0 0,1-1 1 0 0,-1-1-1 0 0,1 0 1 0 0,19 0-1 0 0,-27-3-598 0 0,-1 0-1 0 0,1-1 1 0 0,0 0 0 0 0,-1 0-1 0 0,17-6 1 0 0,-11 2-1611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0.096"/>
    </inkml:context>
    <inkml:brush xml:id="br0">
      <inkml:brushProperty name="width" value="0.1" units="cm"/>
      <inkml:brushProperty name="height" value="0.1" units="cm"/>
      <inkml:brushProperty name="color" value="#FFC114"/>
    </inkml:brush>
  </inkml:definitions>
  <inkml:trace contextRef="#ctx0" brushRef="#br0">39 203 5969 0 0,'-37'-43'839'0'0,"36"33"-96"0"0,22 23-797 0 0,15 17 59 0 0,2-2 0 0 0,1-2 1 0 0,2-1-1 0 0,72 32 0 0 0,33 3 1285 0 0,-144-59-931 0 0,-1-1-316 0 0,0-1-1 0 0,0 0 1 0 0,0 0-1 0 0,0 1 1 0 0,0-1-1 0 0,0 0 1 0 0,0 0-1 0 0,0 0 1 0 0,-1 0-1 0 0,1 0 1 0 0,0 0-1 0 0,-1 0 1 0 0,1 0-1 0 0,0 0 1 0 0,-1-1 0 0 0,1 1-1 0 0,-1 0 1 0 0,0 0-1 0 0,1-1 1 0 0,-1 1-1 0 0,0 0 1 0 0,0-3-1 0 0,6-35 341 0 0,-5 34-322 0 0,42-295 706 0 0,-44 285-452 0 0,0 10-1900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0.504"/>
    </inkml:context>
    <inkml:brush xml:id="br0">
      <inkml:brushProperty name="width" value="0.1" units="cm"/>
      <inkml:brushProperty name="height" value="0.1" units="cm"/>
      <inkml:brushProperty name="color" value="#FFC114"/>
    </inkml:brush>
  </inkml:definitions>
  <inkml:trace contextRef="#ctx0" brushRef="#br0">2 146 6513 0 0,'0'0'-328'0'0,"-1"1"85"0"0,1-1 240 0 0,0 0 0 0 0,0 0 0 0 0,0 0 0 0 0,0 0 0 0 0,0 1-1 0 0,0-1 1 0 0,0 0 0 0 0,0 0 0 0 0,0 0 0 0 0,0 1 0 0 0,0-1 0 0 0,0 0 0 0 0,0 0 0 0 0,0 0 0 0 0,0 1-1 0 0,0-1 1 0 0,0 0 0 0 0,0 0 0 0 0,0 0 0 0 0,0 1 0 0 0,0-1 0 0 0,0 0 0 0 0,1 0 0 0 0,-1 0 0 0 0,0 1-1 0 0,0-1 1 0 0,0 0 0 0 0,0 0 0 0 0,0 0 0 0 0,1 0 0 0 0,-1 0 0 0 0,0 0 0 0 0,0 1 0 0 0,0-1-1 0 0,0 0 1 0 0,1 0 0 0 0,-1 0 0 0 0,0 0 0 0 0,0 0 0 0 0,0 0 0 0 0,1 0 0 0 0,-1 0 0 0 0,0 0 0 0 0,0 0-1 0 0,0 0 1 0 0,1 0 0 0 0,-1 0 0 0 0,0 0 0 0 0,0 0 0 0 0,0 0 0 0 0,1 0 0 0 0,-1 0 0 0 0,0 0-1 0 0,0 0 1 0 0,0 0 0 0 0,0 0 0 0 0,1 0 0 0 0,-1 0 0 0 0,0 0 0 0 0,0 0 0 0 0,0-1 0 0 0,1 1 0 0 0,-1 0-1 0 0,0 0 1 0 0,0 0 0 0 0,7-7 196 0 0,0 0 1 0 0,-1 0-1 0 0,0-1 0 0 0,0 1 0 0 0,-1-1 0 0 0,0-1 0 0 0,0 1 0 0 0,-1-1 1 0 0,0 1-1 0 0,0-1 0 0 0,-1 0 0 0 0,0-1 0 0 0,2-12 0 0 0,-5 20 469 0 0,-6 7-600 0 0,-1 1-38 0 0,0 1 0 0 0,1 0 0 0 0,0 0 1 0 0,0 0-1 0 0,1 1 0 0 0,-8 15 0 0 0,11-21-20 0 0,1 0-1 0 0,-1 1 0 0 0,1-1 0 0 0,0 0 1 0 0,0 1-1 0 0,0-1 0 0 0,0 0 0 0 0,1 1 1 0 0,-1-1-1 0 0,1 1 0 0 0,-1 0 1 0 0,1-1-1 0 0,0 1 0 0 0,0-1 0 0 0,0 1 1 0 0,0-1-1 0 0,1 1 0 0 0,-1-1 0 0 0,1 1 1 0 0,-1 0-1 0 0,1-1 0 0 0,0 0 1 0 0,0 1-1 0 0,0-1 0 0 0,0 0 0 0 0,0 1 1 0 0,1-1-1 0 0,-1 0 0 0 0,1 0 0 0 0,-1 0 1 0 0,1 0-1 0 0,0 0 0 0 0,0 0 1 0 0,2 1-1 0 0,0-1 4 0 0,1 0 0 0 0,-1-1 0 0 0,0 1 0 0 0,1-1 0 0 0,-1 0 0 0 0,1-1 0 0 0,0 1 0 0 0,-1-1 1 0 0,1 1-1 0 0,-1-1 0 0 0,1-1 0 0 0,0 1 0 0 0,-1-1 0 0 0,6-1 0 0 0,71-20 37 0 0,-59 15-31 0 0,169-66-244 0 0,-22 6-2932 0 0,-141 60 1108 0 0,-5 1-252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7.128"/>
    </inkml:context>
    <inkml:brush xml:id="br0">
      <inkml:brushProperty name="width" value="0.1" units="cm"/>
      <inkml:brushProperty name="height" value="0.1" units="cm"/>
      <inkml:brushProperty name="color" value="#FFC114"/>
    </inkml:brush>
  </inkml:definitions>
  <inkml:trace contextRef="#ctx0" brushRef="#br0">234 1 5589 0 0,'0'0'896'0'0,"-24"17"-831"0"0,5-10-71 0 0,0 2 1 0 0,0 1-1 0 0,0 0 1 0 0,1 1-1 0 0,1 1 1 0 0,0 1-1 0 0,1 0 1 0 0,0 1-1 0 0,-17 20 1 0 0,18-11-224 0 0,15-22 219 0 0,-1-1-1 0 0,1 1 1 0 0,0-1-1 0 0,0 1 1 0 0,0 0-1 0 0,0-1 1 0 0,0 1-1 0 0,0-1 1 0 0,0 1-1 0 0,0-1 1 0 0,0 1-1 0 0,0 0 1 0 0,0-1-1 0 0,0 1 1 0 0,0-1-1 0 0,0 1 1 0 0,0-1-1 0 0,1 1 1 0 0,-1 0-1 0 0,0-1 1 0 0,1 1-1 0 0,-1-1 1 0 0,0 1-1 0 0,1 0 1 0 0,2 1-7 0 0,0-1 1 0 0,1 1 0 0 0,-1-1 0 0 0,0 0 0 0 0,1 1-1 0 0,-1-1 1 0 0,0-1 0 0 0,1 1 0 0 0,0 0 0 0 0,-1-1-1 0 0,8 0 1 0 0,144 6-137 0 0,53 4-221 0 0,-182-8 302 0 0,26 6 4 0 0,-52-8 70 0 0,1 0 0 0 0,-1 1 0 0 0,1-1-1 0 0,-1 0 1 0 0,0 1 0 0 0,1-1-1 0 0,-1 0 1 0 0,0 1 0 0 0,1-1-1 0 0,-1 1 1 0 0,0-1 0 0 0,1 0-1 0 0,-1 1 1 0 0,0-1 0 0 0,0 1-1 0 0,1-1 1 0 0,-1 1 0 0 0,0-1 0 0 0,0 1-1 0 0,0-1 1 0 0,0 1 0 0 0,0-1-1 0 0,0 1 1 0 0,1-1 0 0 0,-1 1-1 0 0,0-1 1 0 0,-1 1 0 0 0,1-1-1 0 0,0 1 1 0 0,0-1 0 0 0,0 1-1 0 0,0-1 1 0 0,0 1 0 0 0,0-1 0 0 0,-1 1-1 0 0,1-1 1 0 0,0 1 0 0 0,0-1-1 0 0,-1 0 1 0 0,1 1 0 0 0,0-1-1 0 0,-1 1 1 0 0,1-1 0 0 0,0 0-1 0 0,-1 1 1 0 0,1-1 0 0 0,0 0-1 0 0,-1 1 1 0 0,0-1 0 0 0,-20 19 52 0 0,-30 17 219 0 0,-1-3-1 0 0,-2-2 1 0 0,-96 39-1 0 0,117-57 137 0 0,31-13-511 0 0,-1-6-919 0 0,2 6 964 0 0,1 0 0 0 0,0 0 1 0 0,-1-1-1 0 0,1 1 1 0 0,0 0-1 0 0,0 0 0 0 0,-1-1 1 0 0,1 1-1 0 0,0 0 1 0 0,0-1-1 0 0,-1 1 0 0 0,1 0 1 0 0,0-1-1 0 0,0 1 1 0 0,0-1-1 0 0,0 1 0 0 0,0 0 1 0 0,0-1-1 0 0,-1 1 1 0 0,1-1-1 0 0,0 1 0 0 0,0 0 1 0 0,0-1-1 0 0,0 1 1 0 0,0-1-1 0 0,0 1 0 0 0,1 0 1 0 0,-1-1-1 0 0,0 1 0 0 0,0-1 1 0 0,0 1-1 0 0,0 0 1 0 0,0-1-1 0 0,1 1 0 0 0,-1 0 1 0 0,0-1-1 0 0,1 0 1 0 0,12-23-1594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7.641"/>
    </inkml:context>
    <inkml:brush xml:id="br0">
      <inkml:brushProperty name="width" value="0.1" units="cm"/>
      <inkml:brushProperty name="height" value="0.1" units="cm"/>
      <inkml:brushProperty name="color" value="#FFC114"/>
    </inkml:brush>
  </inkml:definitions>
  <inkml:trace contextRef="#ctx0" brushRef="#br0">165 152 4400 0 0,'16'-6'-846'0'0,"-10"4"823"0"0,-1-1 1 0 0,0 0-1 0 0,1 0 1 0 0,-2-1-1 0 0,1 0 1 0 0,0 0 0 0 0,-1 0-1 0 0,1 0 1 0 0,-1 0-1 0 0,0-1 1 0 0,-1 0-1 0 0,1 0 1 0 0,-1 0-1 0 0,0 0 1 0 0,0-1 0 0 0,-1 1-1 0 0,4-11 1 0 0,-6 14 50 0 0,0 0 1 0 0,0 0 0 0 0,0 0 0 0 0,-1 1-1 0 0,1-1 1 0 0,-1 0 0 0 0,1 0 0 0 0,-1 1-1 0 0,1-1 1 0 0,-1 0 0 0 0,0 1 0 0 0,0-1-1 0 0,0 1 1 0 0,0-1 0 0 0,0 1-1 0 0,0-1 1 0 0,-1 1 0 0 0,1 0 0 0 0,-2-2-1 0 0,-27-18 329 0 0,24 20-349 0 0,1 0 0 0 0,0 0 0 0 0,0 0 0 0 0,-1 1 0 0 0,1 0 0 0 0,0 0-1 0 0,0 1 1 0 0,-1-1 0 0 0,1 1 0 0 0,0 0 0 0 0,0 0 0 0 0,0 1 0 0 0,0 0 0 0 0,0 0 0 0 0,0 0 0 0 0,0 0 0 0 0,1 1 0 0 0,-1 0-1 0 0,1 0 1 0 0,0 0 0 0 0,0 0 0 0 0,0 1 0 0 0,0-1 0 0 0,-5 7 0 0 0,-1 0-17 0 0,1 1 0 0 0,-1 0 0 0 0,2 1 1 0 0,0 0-1 0 0,0 0 0 0 0,1 1 0 0 0,-10 24 0 0 0,15-32 9 0 0,1-1-1 0 0,-1 0 0 0 0,1 1 0 0 0,0-1 1 0 0,0 1-1 0 0,1 0 0 0 0,-1-1 0 0 0,1 1 0 0 0,0-1 1 0 0,1 1-1 0 0,-1 0 0 0 0,1-1 0 0 0,-1 1 1 0 0,1-1-1 0 0,1 1 0 0 0,-1-1 0 0 0,1 1 1 0 0,0-1-1 0 0,0 0 0 0 0,0 0 0 0 0,0 0 1 0 0,5 6-1 0 0,-3-6 10 0 0,0 0-1 0 0,0-1 1 0 0,1 1 0 0 0,0-1 0 0 0,-1 0 0 0 0,1 0 0 0 0,0-1 0 0 0,0 0-1 0 0,0 0 1 0 0,1 0 0 0 0,-1 0 0 0 0,0-1 0 0 0,1 1 0 0 0,-1-2 0 0 0,1 1-1 0 0,-1 0 1 0 0,1-1 0 0 0,9-1 0 0 0,10-1-248 0 0,0-1-1 0 0,-1-1 1 0 0,1-1-1 0 0,-1-2 1 0 0,0 0-1 0 0,-1-1 1 0 0,0-2-1 0 0,31-16 1 0 0,-17 2-109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8.190"/>
    </inkml:context>
    <inkml:brush xml:id="br0">
      <inkml:brushProperty name="width" value="0.1" units="cm"/>
      <inkml:brushProperty name="height" value="0.1" units="cm"/>
      <inkml:brushProperty name="color" value="#FFC114"/>
    </inkml:brush>
  </inkml:definitions>
  <inkml:trace contextRef="#ctx0" brushRef="#br0">89 59 2972 0 0,'-21'0'62'0'0,"17"0"15"0"0,-45-9 1506 0 0,48 10-1584 0 0,0-1-1 0 0,0 1 0 0 0,0 0 0 0 0,0-1 0 0 0,0 1 0 0 0,0 0 1 0 0,0 0-1 0 0,0 0 0 0 0,1 0 0 0 0,-1-1 0 0 0,0 1 0 0 0,1 0 1 0 0,-1 0-1 0 0,1 0 0 0 0,-1 0 0 0 0,1 1 0 0 0,-1-1 1 0 0,1 0-1 0 0,0 0 0 0 0,0 0 0 0 0,-1 0 0 0 0,1 0 0 0 0,0 0 1 0 0,0 3-1 0 0,8 37-40 0 0,-3-29 27 0 0,0 0 1 0 0,1 0 0 0 0,0 0 0 0 0,12 15 0 0 0,4 0 147 0 0,19 22-176 0 0,-25-16 2954 0 0,-22-36-2706 0 0,2 1-172 0 0,0-1-1 0 0,0 1 1 0 0,0-1-1 0 0,1 0 0 0 0,-1 0 1 0 0,1 0-1 0 0,0-1 1 0 0,0 1-1 0 0,0-1 1 0 0,1 0-1 0 0,-1 1 1 0 0,1-1-1 0 0,0 0 1 0 0,0-1-1 0 0,0 1 1 0 0,1 0-1 0 0,-1 0 1 0 0,1-1-1 0 0,0 1 1 0 0,0-1-1 0 0,1 1 1 0 0,-1-1-1 0 0,1 1 1 0 0,0-1-1 0 0,1-5 1 0 0,-1 0-6 0 0,0 0 1 0 0,1 0-1 0 0,1-1 0 0 0,0 1 1 0 0,0 0-1 0 0,1 0 1 0 0,0 1-1 0 0,1-1 0 0 0,0 1 1 0 0,0-1-1 0 0,1 1 1 0 0,9-12-1 0 0,-11 17-33 0 0,1-1 1 0 0,-1 1-1 0 0,1 0 1 0 0,0 0-1 0 0,1 0 0 0 0,-1 1 1 0 0,1-1-1 0 0,-1 1 1 0 0,1 0-1 0 0,0 1 0 0 0,0-1 1 0 0,1 1-1 0 0,-1 0 1 0 0,0 0-1 0 0,1 1 1 0 0,-1-1-1 0 0,1 1 0 0 0,-1 0 1 0 0,1 1-1 0 0,0 0 1 0 0,-1-1-1 0 0,1 2 0 0 0,11 1 1 0 0,2 2-22 0 0,0 2-1 0 0,-1 0 1 0 0,1 1 0 0 0,-1 1 0 0 0,-1 0 0 0 0,0 1-1 0 0,0 2 1 0 0,25 18 0 0 0,37 22-745 0 0,-76-50 598 0 0,0 0-1 0 0,0 0 1 0 0,-1-1 0 0 0,1 1-1 0 0,0-1 1 0 0,0 0 0 0 0,-1 1-1 0 0,1-1 1 0 0,0-1 0 0 0,0 1 0 0 0,-1 0-1 0 0,1-1 1 0 0,0 1 0 0 0,0-1-1 0 0,-1 0 1 0 0,1 0 0 0 0,-1 0-1 0 0,1 0 1 0 0,-1-1 0 0 0,1 1-1 0 0,-1-1 1 0 0,0 1 0 0 0,3-3-1 0 0,12-10-1577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8.687"/>
    </inkml:context>
    <inkml:brush xml:id="br0">
      <inkml:brushProperty name="width" value="0.1" units="cm"/>
      <inkml:brushProperty name="height" value="0.1" units="cm"/>
      <inkml:brushProperty name="color" value="#FFC114"/>
    </inkml:brush>
  </inkml:definitions>
  <inkml:trace contextRef="#ctx0" brushRef="#br0">66 206 4876 0 0,'-7'-31'350'0'0,"-2"1"-1"0"0,-18-45 1 0 0,14 40 903 0 0,3 1-37 0 0,137 202-1256 0 0,-43-60 47 0 0,-71-89 1 0 0,-1-2 3 0 0,0 0 0 0 0,1-1-1 0 0,0 0 1 0 0,1-1 0 0 0,1 0-1 0 0,1-1 1 0 0,33 23 0 0 0,-45-36-22 0 0,1 0 0 0 0,-1 0 0 0 0,1 0 0 0 0,0-1 0 0 0,0 1 0 0 0,-1-1 0 0 0,1 0-1 0 0,0-1 1 0 0,0 1 0 0 0,-1-1 0 0 0,1 0 0 0 0,0 0 0 0 0,-1 0 0 0 0,1-1 0 0 0,-1 0 0 0 0,0 0 0 0 0,1 0 0 0 0,-1 0 0 0 0,0 0 0 0 0,4-4 0 0 0,14-8-473 0 0,-2-1 0 0 0,23-20 0 0 0,19-25-2561 0 0,-35 29 1175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28.968"/>
    </inkml:context>
    <inkml:brush xml:id="br0">
      <inkml:brushProperty name="width" value="0.1" units="cm"/>
      <inkml:brushProperty name="height" value="0.1" units="cm"/>
      <inkml:brushProperty name="color" value="#FFC114"/>
    </inkml:brush>
  </inkml:definitions>
  <inkml:trace contextRef="#ctx0" brushRef="#br0">26 117 5340 0 0,'-16'4'120'0'0,"7"-2"167"0"0,9-6 311 0 0,33-20-1319 0 0,51-31 0 0 0,-55 38-684 0 0,6-5-237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0.008"/>
    </inkml:context>
    <inkml:brush xml:id="br0">
      <inkml:brushProperty name="width" value="0.1" units="cm"/>
      <inkml:brushProperty name="height" value="0.1" units="cm"/>
      <inkml:brushProperty name="color" value="#FFC114"/>
    </inkml:brush>
  </inkml:definitions>
  <inkml:trace contextRef="#ctx0" brushRef="#br0">46 469 4384 0 0,'0'0'-332'0'0,"7"-3"32"0"0,3-1 204 0 0,-1-1-1 0 0,0-1 0 0 0,0 1 1 0 0,-1-1-1 0 0,0-1 1 0 0,0 0-1 0 0,0 0 0 0 0,10-14 1 0 0,-15 19 154 0 0,-1-1 1 0 0,1 0 0 0 0,-1 0-1 0 0,0 0 1 0 0,-1 0-1 0 0,1 0 1 0 0,0 0 0 0 0,-1 0-1 0 0,1-1 1 0 0,-1 1-1 0 0,0 0 1 0 0,0-1 0 0 0,-1 1-1 0 0,1-1 1 0 0,-1 0 0 0 0,0 1-1 0 0,0-1 1 0 0,0 1-1 0 0,0-1 1 0 0,0 1 0 0 0,-1-1-1 0 0,0 0 1 0 0,1 1-1 0 0,-1 0 1 0 0,-1-1 0 0 0,1 1-1 0 0,0 0 1 0 0,-1-1 0 0 0,0 1-1 0 0,-4-6 1 0 0,5 8-31 0 0,0-1 1 0 0,0 1-1 0 0,0-1 0 0 0,-1 1 1 0 0,1-1-1 0 0,-1 1 0 0 0,1 0 1 0 0,-1 0-1 0 0,1 0 0 0 0,-1 0 1 0 0,0 0-1 0 0,1 0 1 0 0,-1 0-1 0 0,0 1 0 0 0,0-1 1 0 0,0 0-1 0 0,0 1 0 0 0,0 0 1 0 0,1-1-1 0 0,-1 1 1 0 0,0 0-1 0 0,0 0 0 0 0,-3 0 1 0 0,1 1-14 0 0,1 0 0 0 0,-1 1 0 0 0,1-1 0 0 0,0 0 1 0 0,0 1-1 0 0,-1 0 0 0 0,1 0 0 0 0,0 0 0 0 0,0 0 1 0 0,1 0-1 0 0,-6 5 0 0 0,1 1-16 0 0,0-1 0 0 0,1 1 1 0 0,0 1-1 0 0,1-1 0 0 0,-1 1 0 0 0,1 0 0 0 0,1 0 1 0 0,-4 12-1 0 0,6-16 1 0 0,0 0 1 0 0,1 1-1 0 0,0-1 0 0 0,0 0 1 0 0,1 1-1 0 0,0-1 0 0 0,0 1 1 0 0,0-1-1 0 0,0 1 0 0 0,1-1 1 0 0,0 0-1 0 0,0 1 0 0 0,0-1 1 0 0,1 0-1 0 0,0 0 0 0 0,0 0 1 0 0,0 0-1 0 0,1 0 0 0 0,3 5 1 0 0,-3-6 1 0 0,1 1 0 0 0,0-1 1 0 0,0-1-1 0 0,1 1 1 0 0,-1-1-1 0 0,1 0 1 0 0,0 0-1 0 0,0 0 1 0 0,0 0-1 0 0,0-1 1 0 0,0 0-1 0 0,0 0 0 0 0,1 0 1 0 0,-1-1-1 0 0,1 0 1 0 0,-1 0-1 0 0,1 0 1 0 0,9-1-1 0 0,10 0 14 0 0,0-2 0 0 0,1 0 0 0 0,-1-2 0 0 0,0-1-1 0 0,-1-1 1 0 0,1-1 0 0 0,-1-1 0 0 0,-1-1 0 0 0,1-1 0 0 0,-2-1-1 0 0,29-18 1 0 0,-44 24 35 0 0,0 1 0 0 0,0-1 0 0 0,-1-1 0 0 0,0 1 0 0 0,0-1 0 0 0,0 0 0 0 0,-1 0 0 0 0,0-1 0 0 0,0 0 0 0 0,-1 0 0 0 0,0 0 0 0 0,0 0 1 0 0,0-1-1 0 0,-1 1 0 0 0,0-1 0 0 0,0 0 0 0 0,-1 0 0 0 0,0 0 0 0 0,-1 0 0 0 0,0 0 0 0 0,0 0 0 0 0,-1-1 0 0 0,0 1 0 0 0,0 0 0 0 0,-1-1 0 0 0,0 1 0 0 0,0 0 0 0 0,-1 0 0 0 0,0 0 0 0 0,0 0 0 0 0,-1 0 0 0 0,0 1 0 0 0,-1-1 0 0 0,1 1 0 0 0,-8-11 0 0 0,-30-40 658 0 0,41 56-669 0 0,-16-17-224 0 0,21 31 166 0 0,0 0 0 0 0,1 0 0 0 0,0 0 0 0 0,1-1 0 0 0,0 0-1 0 0,1 0 1 0 0,0-1 0 0 0,1 0 0 0 0,11 11 0 0 0,29 36 101 0 0,-45-47 1724 0 0,-11-13-1471 0 0,5 2-328 0 0,0-1-1 0 0,0 0 0 0 0,0 1 0 0 0,0-1 0 0 0,0 0 0 0 0,1 0 0 0 0,-1 0 1 0 0,0 0-1 0 0,1 0 0 0 0,0-1 0 0 0,-2-2 0 0 0,0-5 28 0 0,1 0-1 0 0,0 0 1 0 0,0 0-1 0 0,1 0 0 0 0,0-1 1 0 0,1 1-1 0 0,0 0 1 0 0,1 0-1 0 0,0 0 1 0 0,0 0-1 0 0,1 0 0 0 0,1 0 1 0 0,-1 0-1 0 0,8-16 1 0 0,-7 20-49 0 0,-1 0 1 0 0,1 1-1 0 0,0 0 0 0 0,1-1 1 0 0,-1 1-1 0 0,1 0 1 0 0,0 1-1 0 0,0-1 0 0 0,1 1 1 0 0,-1 0-1 0 0,1 0 0 0 0,0 0 1 0 0,0 1-1 0 0,0-1 1 0 0,1 1-1 0 0,-1 0 0 0 0,1 1 1 0 0,-1-1-1 0 0,1 1 1 0 0,0 1-1 0 0,0-1 0 0 0,0 1 1 0 0,0 0-1 0 0,0 0 1 0 0,8 0-1 0 0,5 2-38 0 0,-1 1 1 0 0,0 0-1 0 0,0 2 0 0 0,0 0 1 0 0,-1 1-1 0 0,0 0 0 0 0,1 2 1 0 0,-2 0-1 0 0,1 1 1 0 0,-1 0-1 0 0,0 2 0 0 0,21 16 1 0 0,-36-25-123 0 0,29 19-24 0 0,-14-14-3416 0 0,-11-9 1704 0 0,20-11-162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0.572"/>
    </inkml:context>
    <inkml:brush xml:id="br0">
      <inkml:brushProperty name="width" value="0.1" units="cm"/>
      <inkml:brushProperty name="height" value="0.1" units="cm"/>
      <inkml:brushProperty name="color" value="#FFC114"/>
    </inkml:brush>
  </inkml:definitions>
  <inkml:trace contextRef="#ctx0" brushRef="#br0">175 232 5268 0 0,'0'0'-188'0'0,"-4"-1"-68"0"0,-1-1 277 0 0,-1 1 1 0 0,1 0-1 0 0,0 0 1 0 0,-1 0-1 0 0,0 1 1 0 0,1-1 0 0 0,-1 1-1 0 0,1 1 1 0 0,-1-1-1 0 0,1 1 1 0 0,-1 0-1 0 0,1 0 1 0 0,-1 0-1 0 0,1 1 1 0 0,0 0-1 0 0,0 0 1 0 0,0 1 0 0 0,0-1-1 0 0,0 1 1 0 0,0 0-1 0 0,1 0 1 0 0,-1 0-1 0 0,1 1 1 0 0,0 0-1 0 0,0 0 1 0 0,0 0-1 0 0,1 0 1 0 0,-1 0 0 0 0,1 1-1 0 0,0 0 1 0 0,0 0-1 0 0,1-1 1 0 0,-1 2-1 0 0,-2 9 1 0 0,3-11-18 0 0,1 1 1 0 0,0-1-1 0 0,0 0 0 0 0,0 1 1 0 0,0 0-1 0 0,1-1 0 0 0,0 1 1 0 0,0-1-1 0 0,0 1 0 0 0,0-1 1 0 0,1 1-1 0 0,0 0 1 0 0,0-1-1 0 0,0 0 0 0 0,0 1 1 0 0,1-1-1 0 0,0 0 0 0 0,0 1 1 0 0,2 3-1 0 0,-1-5 0 0 0,-1 0 1 0 0,1 0-1 0 0,0 0 0 0 0,0 0 1 0 0,0-1-1 0 0,0 1 1 0 0,0-1-1 0 0,1 0 0 0 0,-1 0 1 0 0,1 0-1 0 0,-1 0 0 0 0,1-1 1 0 0,0 1-1 0 0,0-1 0 0 0,0 0 1 0 0,0 0-1 0 0,0 0 0 0 0,0-1 1 0 0,0 1-1 0 0,0-1 0 0 0,0 0 1 0 0,5-1-1 0 0,17-2 19 0 0,1-1 1 0 0,-1-1-1 0 0,0-1 0 0 0,0-2 0 0 0,0 0 0 0 0,-1-2 1 0 0,-1-1-1 0 0,0-1 0 0 0,0 0 0 0 0,-1-2 0 0 0,-1-1 1 0 0,0-1-1 0 0,-1-1 0 0 0,-1-1 0 0 0,0 0 1 0 0,-2-1-1 0 0,0-2 0 0 0,-1 0 0 0 0,-1 0 0 0 0,13-25 1 0 0,-26 41 32 0 0,0 1 0 0 0,-1-1 0 0 0,0 0 0 0 0,0 0 0 0 0,0 0 0 0 0,0 0 1 0 0,-1-1-1 0 0,0 1 0 0 0,0 0 0 0 0,0-1 0 0 0,-1 1 0 0 0,0 0 0 0 0,0-1 1 0 0,0 1-1 0 0,0-1 0 0 0,-1 1 0 0 0,0 0 0 0 0,0-1 0 0 0,-1 1 0 0 0,0 0 1 0 0,1 0-1 0 0,-1 0 0 0 0,-6-9 0 0 0,7 13-44 0 0,0 1 1 0 0,-1-1-1 0 0,1 0 0 0 0,0 0 1 0 0,-1 0-1 0 0,1 1 0 0 0,-1-1 1 0 0,1 1-1 0 0,-1-1 0 0 0,1 1 1 0 0,-1 0-1 0 0,0-1 0 0 0,1 1 1 0 0,-1 0-1 0 0,1 0 0 0 0,-1 0 1 0 0,1 0-1 0 0,-1 0 0 0 0,0 1 0 0 0,1-1 1 0 0,-1 0-1 0 0,1 1 0 0 0,-1-1 1 0 0,-2 2-1 0 0,-1 0 6 0 0,0 0-1 0 0,0 0 0 0 0,1 0 1 0 0,-1 0-1 0 0,0 1 1 0 0,-6 5-1 0 0,9-6-14 0 0,0-1-1 0 0,-1 1 1 0 0,1 0 0 0 0,0 0-1 0 0,0 0 1 0 0,0 1-1 0 0,1-1 1 0 0,-1 0 0 0 0,0 1-1 0 0,1-1 1 0 0,-1 1 0 0 0,1 0-1 0 0,0-1 1 0 0,0 1-1 0 0,0 0 1 0 0,0 0 0 0 0,1-1-1 0 0,-1 1 1 0 0,1 0 0 0 0,0 0-1 0 0,0 0 1 0 0,0 0 0 0 0,0 0-1 0 0,0 0 1 0 0,0 0-1 0 0,1-1 1 0 0,-1 1 0 0 0,1 0-1 0 0,0 0 1 0 0,0 0 0 0 0,0-1-1 0 0,0 1 1 0 0,1 0-1 0 0,2 4 1 0 0,0-3 8 0 0,0 0-1 0 0,-1 0 1 0 0,2 0 0 0 0,-1-1 0 0 0,0 1-1 0 0,1-1 1 0 0,-1 0 0 0 0,1 0-1 0 0,0-1 1 0 0,0 1 0 0 0,0-1 0 0 0,0 0-1 0 0,0-1 1 0 0,1 1 0 0 0,-1-1-1 0 0,0 0 1 0 0,11 0 0 0 0,26-1-97 0 0,0-1 1 0 0,0-3-1 0 0,66-14 1 0 0,42-22-3761 0 0,-113 27 1575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0.854"/>
    </inkml:context>
    <inkml:brush xml:id="br0">
      <inkml:brushProperty name="width" value="0.1" units="cm"/>
      <inkml:brushProperty name="height" value="0.1" units="cm"/>
      <inkml:brushProperty name="color" value="#FFC114"/>
    </inkml:brush>
  </inkml:definitions>
  <inkml:trace contextRef="#ctx0" brushRef="#br0">450 4 5705 0 0,'0'-4'-902'0'0,"-2"20"600"0"0,-7 71 351 0 0,-145 520 280 0 0,-47-14 92 0 0,178-531-479 0 0,5-15-1152 0 0,-24 95 0 0 0,41-137 244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2.165"/>
    </inkml:context>
    <inkml:brush xml:id="br0">
      <inkml:brushProperty name="width" value="0.1" units="cm"/>
      <inkml:brushProperty name="height" value="0.1" units="cm"/>
      <inkml:brushProperty name="color" value="#FFC114"/>
    </inkml:brush>
  </inkml:definitions>
  <inkml:trace contextRef="#ctx0" brushRef="#br0">233 97 3544 0 0,'1'-3'85'0'0,"-1"1"-1"0"0,0-1 0 0 0,0 0 0 0 0,-1 0 1 0 0,1 1-1 0 0,0-1 0 0 0,-1 0 1 0 0,0 1-1 0 0,1-1 0 0 0,-1 0 0 0 0,0 1 1 0 0,-1-1-1 0 0,1 1 0 0 0,0-1 1 0 0,-1 1-1 0 0,1 0 0 0 0,-1 0 0 0 0,0 0 1 0 0,1 0-1 0 0,-1 0 0 0 0,0 0 1 0 0,0 0-1 0 0,-1 0 0 0 0,1 1 1 0 0,0-1-1 0 0,-1 1 0 0 0,1-1 0 0 0,0 1 1 0 0,-1 0-1 0 0,-4-1 0 0 0,3 0-74 0 0,-1 0 1 0 0,0 0-1 0 0,0 0 0 0 0,0 1 0 0 0,0 0 1 0 0,0 0-1 0 0,0 0 0 0 0,0 1 0 0 0,0-1 1 0 0,0 1-1 0 0,0 1 0 0 0,0-1 0 0 0,0 1 1 0 0,0-1-1 0 0,0 2 0 0 0,0-1 0 0 0,0 0 0 0 0,0 1 1 0 0,1 0-1 0 0,-1 0 0 0 0,0 0 0 0 0,1 1 1 0 0,0 0-1 0 0,-1-1 0 0 0,1 1 0 0 0,1 1 1 0 0,-1-1-1 0 0,0 1 0 0 0,1-1 0 0 0,-1 1 1 0 0,1 0-1 0 0,0 0 0 0 0,0 1 0 0 0,1-1 0 0 0,0 1 1 0 0,-4 7-1 0 0,2-3-25 0 0,0 0 0 0 0,0 1 0 0 0,1-1 0 0 0,1 1 0 0 0,-1 0 0 0 0,-1 14 0 0 0,4-22 14 0 0,0 0-1 0 0,-1 0 1 0 0,1 0-1 0 0,0 0 0 0 0,0 0 1 0 0,0 0-1 0 0,0 0 1 0 0,1 0-1 0 0,-1 0 1 0 0,1 0-1 0 0,-1 0 1 0 0,1 0-1 0 0,-1-1 0 0 0,1 1 1 0 0,0 0-1 0 0,0 0 1 0 0,0 0-1 0 0,0-1 1 0 0,0 1-1 0 0,0 0 1 0 0,1-1-1 0 0,-1 1 0 0 0,0-1 1 0 0,1 0-1 0 0,-1 1 1 0 0,1-1-1 0 0,0 0 1 0 0,-1 0-1 0 0,1 0 1 0 0,0 0-1 0 0,0 0 0 0 0,0 0 1 0 0,-1-1-1 0 0,1 1 1 0 0,0-1-1 0 0,0 1 1 0 0,0-1-1 0 0,0 0 1 0 0,0 1-1 0 0,0-1 0 0 0,4 0 1 0 0,2-1 10 0 0,0 0 1 0 0,0 0-1 0 0,0 0 1 0 0,0-1-1 0 0,0 0 0 0 0,0 0 1 0 0,-1-1-1 0 0,1 0 1 0 0,-1-1-1 0 0,0 0 0 0 0,0 0 1 0 0,0 0-1 0 0,0-1 1 0 0,-1 0-1 0 0,1 0 0 0 0,6-8 1 0 0,-1 0 127 0 0,0-1 0 0 0,-2 0 0 0 0,1-1 0 0 0,-2 0 1 0 0,0 0-1 0 0,12-30 0 0 0,-21 44-113 0 0,1-2 27 0 0,0 0-1 0 0,0 0 1 0 0,1 0 0 0 0,-1 0-1 0 0,1 0 1 0 0,-1 1 0 0 0,1-1-1 0 0,0 0 1 0 0,0 1 0 0 0,0 0-1 0 0,1-1 1 0 0,2-1 0 0 0,-3 3-19 0 0,15 17-6 0 0,-11-11-31 0 0,0 1-1 0 0,0 0 0 0 0,1-1 1 0 0,0-1-1 0 0,0 1 0 0 0,1-1 1 0 0,-1 0-1 0 0,1 0 0 0 0,0-1 1 0 0,0 0-1 0 0,0-1 0 0 0,0 0 1 0 0,0 0-1 0 0,0-1 0 0 0,10 1 1 0 0,-6-2-368 0 0,0 0 1 0 0,-1-1-1 0 0,1 0 0 0 0,-1-1 1 0 0,1-1-1 0 0,-1 0 1 0 0,0 0-1 0 0,0-1 1 0 0,0 0-1 0 0,13-8 0 0 0,11-7-1809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2.712"/>
    </inkml:context>
    <inkml:brush xml:id="br0">
      <inkml:brushProperty name="width" value="0.1" units="cm"/>
      <inkml:brushProperty name="height" value="0.1" units="cm"/>
      <inkml:brushProperty name="color" value="#FFC114"/>
    </inkml:brush>
  </inkml:definitions>
  <inkml:trace contextRef="#ctx0" brushRef="#br0">184 7 5160 0 0,'0'0'-261'0'0,"-1"-1"13"0"0,1 1 229 0 0,0-1-1 0 0,0 1 1 0 0,-1-1 0 0 0,1 1-1 0 0,-1 0 1 0 0,1-1-1 0 0,0 1 1 0 0,-1 0-1 0 0,1-1 1 0 0,-1 1-1 0 0,1 0 1 0 0,0 0-1 0 0,-1 0 1 0 0,1-1-1 0 0,-1 1 1 0 0,1 0-1 0 0,-1 0 1 0 0,1 0-1 0 0,-1 0 1 0 0,1 0-1 0 0,-1 0 1 0 0,1 0-1 0 0,-1 0 1 0 0,1 0-1 0 0,-1 0 1 0 0,1 0-1 0 0,-1 0 1 0 0,1 0-1 0 0,-1 0 1 0 0,1 1-1 0 0,-1-1 1 0 0,0 0-1 0 0,-14 11-12 0 0,0 1-1 0 0,0 1 1 0 0,1 0-1 0 0,1 0 1 0 0,0 2-1 0 0,1-1 0 0 0,1 2 1 0 0,-13 21-1 0 0,-11 13-32 0 0,35-50 66 0 0,0 1 0 0 0,0 0 0 0 0,0-1 0 0 0,0 1-1 0 0,0-1 1 0 0,0 1 0 0 0,0 0 0 0 0,0-1-1 0 0,0 1 1 0 0,0-1 0 0 0,0 1 0 0 0,0 0 0 0 0,1-1-1 0 0,-1 1 1 0 0,0-1 0 0 0,0 1 0 0 0,1-1 0 0 0,-1 1-1 0 0,0-1 1 0 0,1 1 0 0 0,-1-1 0 0 0,1 1 0 0 0,-1-1-1 0 0,0 1 1 0 0,1-1 0 0 0,-1 0 0 0 0,1 1 0 0 0,-1-1-1 0 0,1 0 1 0 0,-1 1 0 0 0,1-1 0 0 0,0 0-1 0 0,-1 0 1 0 0,1 1 0 0 0,-1-1 0 0 0,1 0 0 0 0,0 0-1 0 0,-1 0 1 0 0,1 0 0 0 0,-1 0 0 0 0,1 0 0 0 0,0 0-1 0 0,-1 0 1 0 0,1 0 0 0 0,-1 0 0 0 0,1 0 0 0 0,0 0-1 0 0,-1-1 1 0 0,1 1 0 0 0,-1 0 0 0 0,1 0 0 0 0,0-1-1 0 0,118-23 69 0 0,51-8-35 0 0,-150 30-47 0 0,-1 1 0 0 0,1 0 1 0 0,0 2-1 0 0,-1 0 1 0 0,1 1-1 0 0,31 8 0 0 0,-49-10 27 0 0,-1 0-1 0 0,1 1 0 0 0,0-1 1 0 0,0 1-1 0 0,0-1 0 0 0,-1 1 0 0 0,1-1 1 0 0,0 1-1 0 0,0 0 0 0 0,-1 0 1 0 0,1 0-1 0 0,-1 0 0 0 0,1 0 0 0 0,-1 0 1 0 0,1 1-1 0 0,-1-1 0 0 0,0 0 1 0 0,0 1-1 0 0,0-1 0 0 0,1 1 0 0 0,-1 0 1 0 0,-1-1-1 0 0,1 1 0 0 0,1 3 1 0 0,-2-3 18 0 0,0 0 0 0 0,0 0 0 0 0,-1 1 1 0 0,1-1-1 0 0,-1 0 0 0 0,1 0 0 0 0,-1 0 0 0 0,0 0 1 0 0,0 0-1 0 0,0 0 0 0 0,0 0 0 0 0,0 0 1 0 0,0 0-1 0 0,-1 0 0 0 0,1 0 0 0 0,-1-1 0 0 0,-1 3 1 0 0,-9 7 151 0 0,0-1 0 0 0,-1 1 1 0 0,0-2-1 0 0,-19 11 1 0 0,16-10 86 0 0,0-1 1 0 0,0 0 0 0 0,-1-2-1 0 0,0 0 1 0 0,-1-1 0 0 0,1 0 0 0 0,-1-2-1 0 0,-30 5 1 0 0,46-9-259 0 0,1 0-1 0 0,-1 0 1 0 0,0 0-1 0 0,0 0 1 0 0,1 0-1 0 0,-1-1 1 0 0,0 1 0 0 0,1-1-1 0 0,-1 1 1 0 0,0-1-1 0 0,1 1 1 0 0,-1-1-1 0 0,0 0 1 0 0,-1-1 0 0 0,2 1-40 0 0,1 0 1 0 0,-1 1-1 0 0,1-1 1 0 0,-1 0-1 0 0,1 1 1 0 0,-1-1-1 0 0,1 0 1 0 0,0 1 0 0 0,-1-1-1 0 0,1 0 1 0 0,0 0-1 0 0,0 0 1 0 0,-1 1-1 0 0,1-1 1 0 0,0 0-1 0 0,0 0 1 0 0,0 0-1 0 0,0 1 1 0 0,0-1 0 0 0,0 0-1 0 0,1-1 1 0 0,0-3-349 0 0,1 1 1 0 0,-1 0-1 0 0,1 0 1 0 0,0 0-1 0 0,0 0 1 0 0,1 1-1 0 0,-1-1 1 0 0,1 0-1 0 0,5-4 1 0 0,7-7-1618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3.508"/>
    </inkml:context>
    <inkml:brush xml:id="br0">
      <inkml:brushProperty name="width" value="0.1" units="cm"/>
      <inkml:brushProperty name="height" value="0.1" units="cm"/>
      <inkml:brushProperty name="color" value="#FFC114"/>
    </inkml:brush>
  </inkml:definitions>
  <inkml:trace contextRef="#ctx0" brushRef="#br0">32 258 5517 0 0,'-32'-76'-164'0'0,"135"160"-404"0"0,-4-5 579 0 0,64 43 25 0 0,28 25 120 0 0,-147-103 2041 0 0,-53-47-1987 0 0,-17-7-72 0 0,0-2 1 0 0,1 0 0 0 0,1-2-1 0 0,0-1 1 0 0,0-1 0 0 0,-31-28-1 0 0,2-3 98 0 0,-70-83 0 0 0,103 106-154 0 0,1 0-1 0 0,-17-31 1 0 0,30 46-74 0 0,1 0-1 0 0,0 0 0 0 0,1-1 1 0 0,0 0-1 0 0,1 1 1 0 0,0-2-1 0 0,0 1 0 0 0,1 0 1 0 0,-1-19-1 0 0,3 25-11 0 0,1 0 0 0 0,0 0 0 0 0,0 0 0 0 0,0 0 1 0 0,1 0-1 0 0,-1 0 0 0 0,1 0 0 0 0,0 0 0 0 0,0 0 0 0 0,1 1 0 0 0,-1-1 0 0 0,1 1 0 0 0,-1-1 0 0 0,1 1 0 0 0,0 0 0 0 0,1 0 1 0 0,-1 1-1 0 0,0-1 0 0 0,1 1 0 0 0,-1-1 0 0 0,1 1 0 0 0,0 0 0 0 0,0 0 0 0 0,0 1 0 0 0,5-2 0 0 0,13-5-28 0 0,0 1 0 0 0,0 1-1 0 0,28-4 1 0 0,90-10-434 0 0,-123 19 351 0 0,-1 0 1 0 0,1 1-1 0 0,-1 1 0 0 0,1 1 0 0 0,-1 0 0 0 0,26 8 0 0 0,-40-10 103 0 0,-1 0 0 0 0,1 1 0 0 0,-1-1 0 0 0,1 0 0 0 0,-1 1 0 0 0,1 0 0 0 0,-1-1 0 0 0,0 1 0 0 0,1 0 0 0 0,-1 0 0 0 0,0 0-1 0 0,0 0 1 0 0,1 0 0 0 0,-1 0 0 0 0,0 0 0 0 0,0 0 0 0 0,0 0 0 0 0,0 1 0 0 0,-1-1 0 0 0,1 0 0 0 0,0 0 0 0 0,0 1 0 0 0,-1-1 0 0 0,1 1 0 0 0,-1-1-1 0 0,1 1 1 0 0,-1-1 0 0 0,1 3 0 0 0,-2-1 5 0 0,1 0 0 0 0,-1 0-1 0 0,0 1 1 0 0,0-1 0 0 0,0 0-1 0 0,0 0 1 0 0,0 0 0 0 0,-1-1-1 0 0,1 1 1 0 0,-1 0 0 0 0,0 0-1 0 0,-4 4 1 0 0,-6 7 40 0 0,-1-1 0 0 0,-1-1 1 0 0,-27 20-1 0 0,14-13 319 0 0,0-1 0 0 0,-2-1 0 0 0,0-2 0 0 0,-54 21 0 0 0,82-35-445 0 0,1-5-716 0 0,1 1 540 0 0,0-1 0 0 0,1 1 0 0 0,-1 0 0 0 0,1 0 0 0 0,-1 0 0 0 0,1 0 0 0 0,0 0 0 0 0,0 0 0 0 0,0 0 1 0 0,1 0-1 0 0,-1 1 0 0 0,0-1 0 0 0,1 1 0 0 0,4-3 0 0 0,9-10-2042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3.993"/>
    </inkml:context>
    <inkml:brush xml:id="br0">
      <inkml:brushProperty name="width" value="0.1" units="cm"/>
      <inkml:brushProperty name="height" value="0.1" units="cm"/>
      <inkml:brushProperty name="color" value="#FFC114"/>
    </inkml:brush>
  </inkml:definitions>
  <inkml:trace contextRef="#ctx0" brushRef="#br0">23 234 5400 0 0,'0'0'-264'0'0,"4"-2"-140"0"0,7-3 346 0 0,-1 0 0 0 0,0-1 0 0 0,0 0 0 0 0,-1-1 0 0 0,0 0 1 0 0,0 0-1 0 0,-1-1 0 0 0,0 0 0 0 0,11-15 0 0 0,-13 16 170 0 0,0 0-1 0 0,-1-1 1 0 0,-1 0-1 0 0,1 0 1 0 0,-1 0 0 0 0,0-1-1 0 0,-1 1 1 0 0,0-1-1 0 0,0 0 1 0 0,-1 0 0 0 0,0 0-1 0 0,1-16 1 0 0,-3 24-107 0 0,0 0 0 0 0,0 0 0 0 0,0 0 1 0 0,0 0-1 0 0,0 0 0 0 0,0 0 0 0 0,0 0 0 0 0,0 0 1 0 0,0 0-1 0 0,0 1 0 0 0,-1-1 0 0 0,1 0 0 0 0,0 0 1 0 0,-1 0-1 0 0,1 0 0 0 0,-1 0 0 0 0,1 1 0 0 0,0-1 1 0 0,-1 0-1 0 0,0 0 0 0 0,1 1 0 0 0,-1-1 0 0 0,1 0 1 0 0,-1 1-1 0 0,0-1 0 0 0,0 0 0 0 0,1 1 0 0 0,-1-1 1 0 0,0 1-1 0 0,0 0 0 0 0,0-1 0 0 0,0 1 0 0 0,-1-1 1 0 0,0 1 17 0 0,-1 0 0 0 0,0 0 1 0 0,1 1-1 0 0,-1-1 1 0 0,0 1-1 0 0,1-1 1 0 0,-1 1-1 0 0,1 0 0 0 0,-1 0 1 0 0,1 0-1 0 0,-5 3 1 0 0,-3 2 51 0 0,-1 1 0 0 0,1 0 0 0 0,0 1 0 0 0,-11 10 0 0 0,14-9-70 0 0,0 0 1 0 0,0 0-1 0 0,1 1 1 0 0,0 0-1 0 0,0 0 1 0 0,1 0-1 0 0,1 1 1 0 0,0-1 0 0 0,0 1-1 0 0,1 0 1 0 0,-2 18-1 0 0,4-26-3 0 0,0 1 0 0 0,1 0 0 0 0,0-1 0 0 0,0 1 0 0 0,0 0 0 0 0,0-1 0 0 0,0 1 0 0 0,1-1 0 0 0,0 1 0 0 0,0-1 0 0 0,0 1 0 0 0,0-1 0 0 0,0 1 1 0 0,1-1-1 0 0,-1 0 0 0 0,1 0 0 0 0,0 1 0 0 0,0-1 0 0 0,0-1 0 0 0,0 1 0 0 0,1 0 0 0 0,-1 0 0 0 0,1-1 0 0 0,0 1 0 0 0,0-1 0 0 0,0 0 0 0 0,0 0 0 0 0,0 0 0 0 0,0 0 0 0 0,0-1 0 0 0,0 1 0 0 0,1-1 0 0 0,-1 0 0 0 0,1 0 0 0 0,-1 0 0 0 0,1 0 0 0 0,0-1 0 0 0,5 1 0 0 0,2-1-13 0 0,0 1-1 0 0,0-2 1 0 0,0 1-1 0 0,0-1 1 0 0,0-1 0 0 0,-1 0-1 0 0,1-1 1 0 0,-1 0 0 0 0,1 0-1 0 0,-1-1 1 0 0,17-9 0 0 0,-5 0-836 0 0,0-1 1 0 0,0-1 0 0 0,34-31-1 0 0,-23 17-357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4.633"/>
    </inkml:context>
    <inkml:brush xml:id="br0">
      <inkml:brushProperty name="width" value="0.1" units="cm"/>
      <inkml:brushProperty name="height" value="0.1" units="cm"/>
      <inkml:brushProperty name="color" value="#FFC114"/>
    </inkml:brush>
  </inkml:definitions>
  <inkml:trace contextRef="#ctx0" brushRef="#br0">151 528 4028 0 0,'0'0'458'0'0,"0"0"-440"0"0,0 0-1 0 0,0 1 0 0 0,0-1 1 0 0,0 0-1 0 0,-1 0 0 0 0,1 0 1 0 0,0 0-1 0 0,0 0 0 0 0,0 0 0 0 0,-1 0 1 0 0,1 0-1 0 0,0 0 0 0 0,0 0 1 0 0,0 0-1 0 0,-1 0 0 0 0,1 0 1 0 0,0 0-1 0 0,0 0 0 0 0,0 0 0 0 0,0 0 1 0 0,-1 0-1 0 0,1 0 0 0 0,0 0 1 0 0,0-1-1 0 0,0 1 0 0 0,-1 0 1 0 0,1 0-1 0 0,0 0 0 0 0,0 0 1 0 0,0 0-1 0 0,0 0 0 0 0,0 0 0 0 0,-1-1 1 0 0,1 1-1 0 0,0 0 0 0 0,0 0 1 0 0,0 0-1 0 0,0 0 0 0 0,0-1 1 0 0,0 1-1 0 0,0 0 0 0 0,0 0 0 0 0,0 0 1 0 0,0-1-1 0 0,0 1 0 0 0,-1 0 1 0 0,1 0-1 0 0,0 0 0 0 0,0-1 1 0 0,0 1-1 0 0,0 0 0 0 0,1 0 1 0 0,-1 0-1 0 0,0-1 0 0 0,0 1 0 0 0,0 0 1 0 0,0 0-1 0 0,0 0 0 0 0,0 0 1 0 0,0-1-1 0 0,0 1 0 0 0,0 0 1 0 0,1 0-1 0 0,-13 7 9 0 0,0 2 1 0 0,1-1-1 0 0,0 2 0 0 0,1-1 1 0 0,0 1-1 0 0,1 1 0 0 0,-11 15 1 0 0,14-18-12 0 0,0 1-1 0 0,0-1 1 0 0,1 1 0 0 0,1 0 0 0 0,-1 1-1 0 0,1-1 1 0 0,1 1 0 0 0,0 0 0 0 0,0 0-1 0 0,1 0 1 0 0,-1 16 0 0 0,3-24-12 0 0,0-1 0 0 0,0 1 0 0 0,0 0 0 0 0,0 0 0 0 0,0-1 0 0 0,1 1 0 0 0,-1 0 0 0 0,1-1 0 0 0,-1 1 0 0 0,1 0 0 0 0,0-1 0 0 0,0 1-1 0 0,0-1 1 0 0,0 1 0 0 0,0-1 0 0 0,0 1 0 0 0,0-1 0 0 0,0 0 0 0 0,0 1 0 0 0,1-1 0 0 0,-1 0 0 0 0,0 0 0 0 0,1 0 0 0 0,-1 0 0 0 0,1 0 0 0 0,-1 0 0 0 0,1-1 0 0 0,0 1 0 0 0,-1 0 0 0 0,1-1 0 0 0,0 1 0 0 0,-1-1 0 0 0,1 0 0 0 0,3 1 0 0 0,4-1 25 0 0,0 1 1 0 0,0-1-1 0 0,0-1 1 0 0,18-3-1 0 0,-19 3-17 0 0,27-5 44 0 0,-1-1 1 0 0,67-22 0 0 0,-85 23-21 0 0,-1-1 0 0 0,0 0 0 0 0,0-1 0 0 0,0 0 0 0 0,-1-1 0 0 0,0-1 0 0 0,-1 0 0 0 0,17-17 0 0 0,-25 20 6 0 0,0 0 0 0 0,0 0 1 0 0,-1 0-1 0 0,0-1 0 0 0,0 0 0 0 0,-1 0 1 0 0,0 0-1 0 0,0 0 0 0 0,0-1 1 0 0,-2 1-1 0 0,1-1 0 0 0,-1 1 1 0 0,0-1-1 0 0,0 1 0 0 0,-1-1 0 0 0,-1 0 1 0 0,1 1-1 0 0,-3-14 0 0 0,-4-14 72 0 0,-2 0-1 0 0,-24-67 1 0 0,30 97-97 0 0,-18-52 585 0 0,-2 2 0 0 0,-60-101 0 0 0,65 133-370 0 0,12 23-171 0 0,6 16-55 0 0,3-5-4 0 0,0-1 0 0 0,1 1-1 0 0,0-1 1 0 0,1 0 0 0 0,0 0-1 0 0,0-1 1 0 0,14 16 0 0 0,-3-1 2 0 0,-14-20-3 0 0,43 68 9 0 0,3-3 0 0 0,3-1 0 0 0,99 99 1 0 0,-142-160-118 0 0,0 0 1 0 0,0 0-1 0 0,0 0 1 0 0,1-1-1 0 0,0 0 1 0 0,0-1 0 0 0,0 0-1 0 0,0 0 1 0 0,14 2-1 0 0,-12-3-760 0 0,0-1 1 0 0,0-1-1 0 0,0 0 0 0 0,20-1 0 0 0,-11-2-1866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4.791"/>
    </inkml:context>
    <inkml:brush xml:id="br0">
      <inkml:brushProperty name="width" value="0.1" units="cm"/>
      <inkml:brushProperty name="height" value="0.1" units="cm"/>
      <inkml:brushProperty name="color" value="#FFC114"/>
    </inkml:brush>
  </inkml:definitions>
  <inkml:trace contextRef="#ctx0" brushRef="#br0">21 304 6365 0 0,'-1'0'-3'0'0,"1"0"0"0"0,-1 0 0 0 0,0 0 0 0 0,0 0 0 0 0,0 0 0 0 0,0 0 0 0 0,1-1 0 0 0,-1 1 0 0 0,0 0 0 0 0,0-1 0 0 0,0 1 0 0 0,1 0 0 0 0,-1-1 0 0 0,0 1 0 0 0,1-1 0 0 0,-1 1 0 0 0,0-1 0 0 0,1 1 0 0 0,-1-1 1 0 0,1 0-1 0 0,-1 1 0 0 0,1-1 0 0 0,-1 0 0 0 0,1 0 0 0 0,-1 1 0 0 0,1-1 0 0 0,-1 0 0 0 0,1 0 0 0 0,0 1 0 0 0,0-1 0 0 0,-1 0 0 0 0,1 0 0 0 0,0 0 0 0 0,0 0 0 0 0,0-1 0 0 0,1-1 10 0 0,1 1-1 0 0,-1 0 0 0 0,0 0 0 0 0,1-1 1 0 0,0 1-1 0 0,0 0 0 0 0,0 0 1 0 0,0 0-1 0 0,0 1 0 0 0,0-1 1 0 0,4-2-1 0 0,46-30 27 0 0,111-52 0 0 0,-93 51-134 0 0,132-54-3035 0 0,-167 76 1829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6.288"/>
    </inkml:context>
    <inkml:brush xml:id="br0">
      <inkml:brushProperty name="width" value="0.1" units="cm"/>
      <inkml:brushProperty name="height" value="0.1" units="cm"/>
      <inkml:brushProperty name="color" value="#FFC114"/>
    </inkml:brush>
  </inkml:definitions>
  <inkml:trace contextRef="#ctx0" brushRef="#br0">61 506 4008 0 0,'-14'-32'-286'0'0,"12"27"523"0"0,0-1-1 0 0,0 1 1 0 0,0-1-1 0 0,-1 1 0 0 0,0 0 1 0 0,0 0-1 0 0,-1 1 0 0 0,-6-9 1 0 0,9 12 65 0 0,-1 3-297 0 0,1 0 1 0 0,0 0-1 0 0,-1 0 1 0 0,1 0-1 0 0,0 0 1 0 0,0 0-1 0 0,0 0 1 0 0,0 0-1 0 0,0 0 0 0 0,1 0 1 0 0,-1 0-1 0 0,1 0 1 0 0,0 1-1 0 0,-1-1 1 0 0,1 2-1 0 0,0 3 2 0 0,0 0-1 0 0,1 0 0 0 0,0 0 0 0 0,0 0 1 0 0,0 0-1 0 0,1 0 0 0 0,0 0 1 0 0,0-1-1 0 0,1 1 0 0 0,0-1 1 0 0,0 0-1 0 0,0 1 0 0 0,1-1 1 0 0,0-1-1 0 0,0 1 0 0 0,1-1 1 0 0,-1 1-1 0 0,1-1 0 0 0,1-1 1 0 0,-1 1-1 0 0,0-1 0 0 0,1 0 0 0 0,11 6 1 0 0,-7-5 5 0 0,0 0-1 0 0,1-1 1 0 0,0-1 0 0 0,0 0 0 0 0,0 0-1 0 0,0-1 1 0 0,1-1 0 0 0,-1 0 0 0 0,0 0-1 0 0,1-1 1 0 0,-1 0 0 0 0,1-1 0 0 0,-1-1 0 0 0,13-2-1 0 0,12-5 13 0 0,0 0-1 0 0,54-24 0 0 0,-80 29-8 0 0,0 0-1 0 0,0-1 0 0 0,-1-1 0 0 0,1 0 0 0 0,-1 0 0 0 0,0 0 0 0 0,-1-1 1 0 0,0-1-1 0 0,0 1 0 0 0,0-1 0 0 0,-1-1 0 0 0,0 0 0 0 0,8-14 0 0 0,-14 20 40 0 0,1-1 0 0 0,-1 0-1 0 0,0 0 1 0 0,0 0 0 0 0,0 0 0 0 0,-1 0-1 0 0,1 0 1 0 0,-1 0 0 0 0,0 0 0 0 0,-1-7-1 0 0,0-2 40 0 0,1 12-67 0 0,2 5-48 0 0,-1-2 20 0 0,0 0 0 0 0,0 0 1 0 0,1 0-1 0 0,-1 0 0 0 0,0 0 0 0 0,1 0 1 0 0,-1 0-1 0 0,1-1 0 0 0,0 1 1 0 0,0-1-1 0 0,-1 1 0 0 0,1-1 0 0 0,0 0 1 0 0,0 1-1 0 0,0-1 0 0 0,1 0 1 0 0,-1 0-1 0 0,0-1 0 0 0,0 1 0 0 0,1 0 1 0 0,-1-1-1 0 0,0 1 0 0 0,0-1 1 0 0,1 0-1 0 0,-1 0 0 0 0,1 0 0 0 0,3 0 1 0 0,20-1 15 0 0,0-1 0 0 0,0-2 0 0 0,0 0 0 0 0,48-16 0 0 0,95-47 34 0 0,-165 65-46 0 0,24-10 23 0 0,0-1-1 0 0,-1-2 1 0 0,40-28 0 0 0,-62 40-11 0 0,0-1 0 0 0,0 0 1 0 0,0-1-1 0 0,0 1 0 0 0,-1-1 1 0 0,1 0-1 0 0,-1 0 1 0 0,0 0-1 0 0,-1-1 0 0 0,1 1 1 0 0,-1-1-1 0 0,-1 0 1 0 0,1 0-1 0 0,-1 0 0 0 0,1 0 1 0 0,-2 0-1 0 0,1-1 0 0 0,-1 1 1 0 0,0-1-1 0 0,0 1 1 0 0,-1-1-1 0 0,0 1 0 0 0,-1-9 1 0 0,0 10 6 0 0,0 0 0 0 0,-1 0 1 0 0,1 0-1 0 0,-1 0 1 0 0,0 1-1 0 0,-1-1 0 0 0,1 1 1 0 0,-1 0-1 0 0,0-1 1 0 0,0 1-1 0 0,0 0 0 0 0,-1 1 1 0 0,0-1-1 0 0,1 1 0 0 0,-1-1 1 0 0,0 1-1 0 0,0 0 1 0 0,-1 1-1 0 0,1-1 0 0 0,-1 1 1 0 0,1 0-1 0 0,-10-3 0 0 0,0 0-26 0 0,-1 1 0 0 0,0 0 0 0 0,0 1 0 0 0,0 1 0 0 0,0 0 0 0 0,-18 1 0 0 0,32 1-37 0 0,-13-1-394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6.520"/>
    </inkml:context>
    <inkml:brush xml:id="br0">
      <inkml:brushProperty name="width" value="0.1" units="cm"/>
      <inkml:brushProperty name="height" value="0.1" units="cm"/>
      <inkml:brushProperty name="color" value="#FFC114"/>
    </inkml:brush>
  </inkml:definitions>
  <inkml:trace contextRef="#ctx0" brushRef="#br0">0 0 4620 0 0,'0'0'-62'0'0,"16"27"-386"0"0,-6-10 320 0 0,1 0 0 0 0,1-1 1 0 0,0 0-1 0 0,1-1 0 0 0,0 0 0 0 0,1-1 1 0 0,1-1-1 0 0,0 0 0 0 0,1-1 0 0 0,0 0 1 0 0,1-2-1 0 0,0 0 0 0 0,31 13 1 0 0,-32-18-339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6.709"/>
    </inkml:context>
    <inkml:brush xml:id="br0">
      <inkml:brushProperty name="width" value="0.1" units="cm"/>
      <inkml:brushProperty name="height" value="0.1" units="cm"/>
      <inkml:brushProperty name="color" value="#FFC114"/>
    </inkml:brush>
  </inkml:definitions>
  <inkml:trace contextRef="#ctx0" brushRef="#br0">61 55 3720 0 0,'-14'-10'220'0'0,"3"0"-8"0"0,3 2 332 0 0,-3-1 317 0 0,3-1-357 0 0,0 2-532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37.598"/>
    </inkml:context>
    <inkml:brush xml:id="br0">
      <inkml:brushProperty name="width" value="0.1" units="cm"/>
      <inkml:brushProperty name="height" value="0.1" units="cm"/>
      <inkml:brushProperty name="color" value="#FFC114"/>
    </inkml:brush>
  </inkml:definitions>
  <inkml:trace contextRef="#ctx0" brushRef="#br0">233 231 3620 0 0,'0'-1'-2'0'0,"0"0"-1"0"0,0-1 1 0 0,0 1-1 0 0,0 0 1 0 0,0 0-1 0 0,-1 0 1 0 0,1 0-1 0 0,0 0 1 0 0,-1 0-1 0 0,1 0 1 0 0,-1 0-1 0 0,1 1 1 0 0,-1-1-1 0 0,1 0 1 0 0,-1 0-1 0 0,0 0 1 0 0,1 0-1 0 0,-1 1 1 0 0,0-1-1 0 0,0 0 0 0 0,0 1 1 0 0,1-1-1 0 0,-1 0 1 0 0,0 1-1 0 0,0-1 1 0 0,0 1-1 0 0,0 0 1 0 0,0-1-1 0 0,0 1 1 0 0,-2-1-1 0 0,1 1 77 0 0,-2 0 4 0 0,-5 1-29 0 0,0 0-1 0 0,0 0 0 0 0,0 1 0 0 0,0 0 0 0 0,0 1 1 0 0,1 0-1 0 0,-1 0 0 0 0,-13 9 0 0 0,-67 44 142 0 0,69-43-169 0 0,18-11-32 0 0,2-1 15 0 0,-2 4-8 0 0,2-4 5 0 0,1 0 0 0 0,-1-1 0 0 0,1 1 0 0 0,0 0 0 0 0,-1 0 0 0 0,1-1 1 0 0,0 1-1 0 0,0 0 0 0 0,0-1 0 0 0,-1 1 0 0 0,1-1 0 0 0,0 1 0 0 0,0-1 0 0 0,0 1 0 0 0,0-1 1 0 0,0 1-1 0 0,0-1 0 0 0,0 0 0 0 0,0 0 0 0 0,0 0 0 0 0,0 1 0 0 0,0-1 0 0 0,0 0 1 0 0,0 0-1 0 0,0 0 0 0 0,2-1 0 0 0,29 3-2 0 0,49-2-5 0 0,129 2-257 0 0,-170 1 147 0 0,-2 1 0 0 0,1 2 0 0 0,48 14 0 0 0,-82-18 95 0 0,32 12-94 0 0,-36-13 116 0 0,0-1 0 0 0,0 1 1 0 0,-1-1-1 0 0,1 1 0 0 0,0 0 0 0 0,0-1 0 0 0,0 1 0 0 0,-1 0 0 0 0,1-1 1 0 0,0 1-1 0 0,0 0 0 0 0,-1 0 0 0 0,1 0 0 0 0,-1 0 0 0 0,1 0 0 0 0,-1 0 1 0 0,1 0-1 0 0,-1 0 0 0 0,0 0 0 0 0,1 0 0 0 0,-1 0 0 0 0,0 0 1 0 0,0 0-1 0 0,0 0 0 0 0,0 0 0 0 0,0 0 0 0 0,0 0 0 0 0,0 0 0 0 0,0 0 1 0 0,0 0-1 0 0,0 0 0 0 0,0 0 0 0 0,-1 0 0 0 0,0 2 0 0 0,-4 6 35 0 0,-1 0-1 0 0,-1 0 0 0 0,0-1 0 0 0,0 0 1 0 0,0 0-1 0 0,-1-1 0 0 0,0 1 0 0 0,-1-2 1 0 0,0 1-1 0 0,0-1 0 0 0,0-1 0 0 0,0 0 1 0 0,-1 0-1 0 0,-10 4 0 0 0,-5 1 217 0 0,0-1 1 0 0,-1-1-1 0 0,1-1 0 0 0,-49 6 0 0 0,62-11-100 0 0,-29 0 481 0 0,39-2-606 0 0,1-1 1 0 0,-1 1-1 0 0,0 0 1 0 0,1-1 0 0 0,-1 1-1 0 0,1-1 1 0 0,-1 1-1 0 0,1-1 1 0 0,-1 0-1 0 0,1 0 1 0 0,-1 0 0 0 0,1 1-1 0 0,-1-2 1 0 0,1 1-1 0 0,0 0 1 0 0,0 0 0 0 0,-1 0-1 0 0,1 0 1 0 0,0-1-1 0 0,-1-2 1 0 0,2 3-20 0 0,-1-1 1 0 0,1 1 0 0 0,0-1-1 0 0,0 0 1 0 0,0 1-1 0 0,0-1 1 0 0,0 1-1 0 0,0-1 1 0 0,1 0-1 0 0,-1 1 1 0 0,1-1-1 0 0,-1 1 1 0 0,1-1-1 0 0,-1 1 1 0 0,1-1-1 0 0,0 1 1 0 0,0 0-1 0 0,-1-1 1 0 0,3-1-1 0 0,19-27-58 0 0,-20 27 50 0 0,12-13-57 0 0,1 1 1 0 0,1 0-1 0 0,0 1 1 0 0,28-19-1 0 0,79-41-191 0 0,-87 53 183 0 0,96-49-168 0 0,-65 36 20 0 0,66-44 0 0 0,-128 75 226 0 0,-1 0-1 0 0,0-1 0 0 0,0 1 1 0 0,-1 0-1 0 0,1-1 0 0 0,-1 0 1 0 0,1 0-1 0 0,-1 0 0 0 0,0 0 1 0 0,-1-1-1 0 0,1 1 0 0 0,-1-1 1 0 0,3-6-1 0 0,-5 9 9 0 0,1 1 0 0 0,-1-1 1 0 0,0 1-1 0 0,0-1 0 0 0,0 1 0 0 0,0-1 0 0 0,0 1 0 0 0,0-1 0 0 0,0 1 1 0 0,0-1-1 0 0,-1 1 0 0 0,1-1 0 0 0,-1 1 0 0 0,1-1 0 0 0,-1 1 0 0 0,1 0 1 0 0,-1-1-1 0 0,-1-1 0 0 0,0 1 6 0 0,0 0 1 0 0,0 0-1 0 0,0 0 1 0 0,0 1-1 0 0,0-1 0 0 0,0 1 1 0 0,0-1-1 0 0,-1 1 1 0 0,1 0-1 0 0,0 0 1 0 0,-1 0-1 0 0,1 0 0 0 0,-1 1 1 0 0,-2-2-1 0 0,-2 2-3 0 0,1-1 1 0 0,0 1-1 0 0,0 1 0 0 0,-1-1 0 0 0,1 1 0 0 0,0 0 0 0 0,0 0 1 0 0,0 1-1 0 0,0 0 0 0 0,0 0 0 0 0,0 0 0 0 0,0 1 0 0 0,0 0 0 0 0,1 0 1 0 0,0 0-1 0 0,-1 1 0 0 0,-7 7 0 0 0,9-9-20 0 0,1 1 0 0 0,-1 0 0 0 0,1-1 1 0 0,0 1-1 0 0,0 1 0 0 0,1-1 0 0 0,-1 0 0 0 0,0 1 0 0 0,1-1 0 0 0,0 1 0 0 0,0 0 1 0 0,0-1-1 0 0,0 1 0 0 0,1 0 0 0 0,0 0 0 0 0,-1 0 0 0 0,1 0 0 0 0,1 1 0 0 0,-1-1 0 0 0,1 0 1 0 0,-1 0-1 0 0,1 1 0 0 0,0-1 0 0 0,1 0 0 0 0,-1 0 0 0 0,3 8 0 0 0,-1-8 3 0 0,1 0 0 0 0,0 0 0 0 0,-1 0 0 0 0,2-1 0 0 0,-1 1-1 0 0,0-1 1 0 0,1 0 0 0 0,-1 0 0 0 0,1 0 0 0 0,0 0 0 0 0,0-1-1 0 0,0 1 1 0 0,0-1 0 0 0,1 0 0 0 0,-1-1 0 0 0,0 1 0 0 0,1-1 0 0 0,0 0-1 0 0,-1 0 1 0 0,1 0 0 0 0,0 0 0 0 0,8-1 0 0 0,12 2 21 0 0,1-2-1 0 0,43-5 1 0 0,-62 4-25 0 0,259-46-561 0 0,-97 14-2378 0 0,-113 23 963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0.470"/>
    </inkml:context>
    <inkml:brush xml:id="br0">
      <inkml:brushProperty name="width" value="0.1" units="cm"/>
      <inkml:brushProperty name="height" value="0.1" units="cm"/>
      <inkml:brushProperty name="color" value="#FFC114"/>
    </inkml:brush>
  </inkml:definitions>
  <inkml:trace contextRef="#ctx0" brushRef="#br0">223 412 4940 0 0,'0'0'-145'0'0,"-20"-13"358"0"0,14 12-199 0 0,-1 1 0 0 0,0 0 0 0 0,1 0-1 0 0,-1 0 1 0 0,1 1 0 0 0,-1 0 0 0 0,0 0-1 0 0,1 1 1 0 0,0-1 0 0 0,-1 1 0 0 0,1 1-1 0 0,0-1 1 0 0,0 1 0 0 0,0 0-1 0 0,1 1 1 0 0,-1-1 0 0 0,1 1 0 0 0,-1 0-1 0 0,1 1 1 0 0,1-1 0 0 0,-1 1 0 0 0,1 0-1 0 0,-1 0 1 0 0,1 0 0 0 0,1 1 0 0 0,-1 0-1 0 0,1-1 1 0 0,0 1 0 0 0,-3 8-1 0 0,-1 3-35 0 0,0-1-1 0 0,1 1 1 0 0,1 0-1 0 0,1 0 0 0 0,-4 28 1 0 0,7-38 10 0 0,1 0 0 0 0,0 0 0 0 0,0 0 0 0 0,0 0 0 0 0,1 0 1 0 0,0-1-1 0 0,4 13 0 0 0,-4-16 9 0 0,0 0 1 0 0,0 0-1 0 0,1 0 0 0 0,-1 0 1 0 0,1 0-1 0 0,0 0 1 0 0,0-1-1 0 0,0 1 0 0 0,0-1 1 0 0,1 1-1 0 0,-1-1 1 0 0,0 0-1 0 0,1 0 1 0 0,0 0-1 0 0,-1 0 0 0 0,1 0 1 0 0,4 1-1 0 0,-2-1 2 0 0,1-1 0 0 0,-1 0 0 0 0,1 0 0 0 0,-1 0-1 0 0,1 0 1 0 0,0-1 0 0 0,0 0 0 0 0,-1 0 0 0 0,1-1 0 0 0,0 1 0 0 0,-1-1-1 0 0,1 0 1 0 0,-1-1 0 0 0,1 1 0 0 0,-1-1 0 0 0,0 0 0 0 0,8-5 0 0 0,0 1 10 0 0,-1-1 1 0 0,0 0 0 0 0,0-1 0 0 0,-1-1 0 0 0,20-19 0 0 0,-25 21 21 0 0,0 0 0 0 0,0-1 0 0 0,-1 0 0 0 0,0-1 0 0 0,0 1 0 0 0,-1-1 0 0 0,0 0 0 0 0,-1 0 0 0 0,0 0 1 0 0,0 0-1 0 0,1-11 0 0 0,1-7 719 0 0,-2 0 0 0 0,-1-44 0 0 0,-2 70-706 0 0,1-1-31 0 0,-1 1-19 0 0,0 1 1 0 0,0 0-1 0 0,-1 0 0 0 0,1 0 1 0 0,0 0-1 0 0,0 0 0 0 0,0-1 1 0 0,0 1-1 0 0,0 0 0 0 0,0 0 1 0 0,0 0-1 0 0,0 0 0 0 0,0-1 1 0 0,0 1-1 0 0,0 0 0 0 0,0 0 1 0 0,0 0-1 0 0,0 0 0 0 0,1 0 1 0 0,-1-1-1 0 0,0 1 0 0 0,0 0 0 0 0,0 0 1 0 0,0 0-1 0 0,0 0 0 0 0,0 0 1 0 0,0 0-1 0 0,0-1 0 0 0,0 1 1 0 0,0 0-1 0 0,1 0 0 0 0,-1 0 1 0 0,0 0-1 0 0,0 0 0 0 0,0 0 1 0 0,0 0-1 0 0,0 0 0 0 0,1 0 1 0 0,-1-1-1 0 0,0 1 0 0 0,0 0 1 0 0,0 0-1 0 0,0 0 0 0 0,0 0 1 0 0,1 0-1 0 0,-1 0 0 0 0,0 0 1 0 0,0 0-1 0 0,0 0 0 0 0,0 0 1 0 0,0 0-1 0 0,1 0 0 0 0,-1 0 0 0 0,0 0 1 0 0,0 1-1 0 0,0-1 0 0 0,0 0 1 0 0,0 0-1 0 0,1 0 0 0 0,-1 0 1 0 0,0 0-1 0 0,0 0 0 0 0,0 0 1 0 0,0 0-1 0 0,0 1 0 0 0,1-1 6 0 0,1 2-21 0 0,0 1 0 0 0,1-1 0 0 0,-1 0 0 0 0,1 0 0 0 0,0 0 0 0 0,0 0 0 0 0,0 0 0 0 0,0 0 0 0 0,0-1 0 0 0,0 1 0 0 0,0-1 0 0 0,0 0 0 0 0,1 0 0 0 0,-1 0 0 0 0,0 0 0 0 0,1-1 0 0 0,-1 0 0 0 0,1 1 0 0 0,4-1 0 0 0,12-2-66 0 0,0 0 0 0 0,-1-2-1 0 0,1 0 1 0 0,-1-1 0 0 0,0 0 0 0 0,0-2 0 0 0,20-10 0 0 0,-34 14 73 0 0,0 0 0 0 0,0 0-1 0 0,0 0 1 0 0,0-1 0 0 0,0 0 0 0 0,-1 0-1 0 0,0 0 1 0 0,0 0 0 0 0,0-1-1 0 0,0 0 1 0 0,-1 0 0 0 0,5-8 0 0 0,-6 9 44 0 0,-1 0 1 0 0,1-1 0 0 0,-1 0 0 0 0,0 1 0 0 0,-1-1-1 0 0,1 0 1 0 0,-1 1 0 0 0,0-1 0 0 0,0 0 0 0 0,0 0-1 0 0,-1 1 1 0 0,1-1 0 0 0,-1 0 0 0 0,0 1 0 0 0,-1-1 0 0 0,1 0-1 0 0,-1 1 1 0 0,-2-5 0 0 0,-33-70 1098 0 0,36 77-1100 0 0,1 1-103 0 0,-6-17 329 0 0,6 18-284 0 0,-1 0 0 0 0,1 0 0 0 0,0 0 0 0 0,0 0 0 0 0,0-1 1 0 0,-1 1-1 0 0,1 0 0 0 0,0 0 0 0 0,0 0 0 0 0,0-1 0 0 0,0 1 0 0 0,0 0 0 0 0,-1 0 0 0 0,1 0 0 0 0,0-1 0 0 0,0 1 0 0 0,0 0 0 0 0,0 0 0 0 0,0-1 1 0 0,0 1-1 0 0,0 0 0 0 0,0 0 0 0 0,0-1 0 0 0,0 1 0 0 0,0 0 0 0 0,0 0 0 0 0,0-1 0 0 0,0 1 0 0 0,0 0 0 0 0,0 0 0 0 0,0-1 0 0 0,0 1 0 0 0,0 0 1 0 0,1 0-1 0 0,-1-1 0 0 0,0 1 0 0 0,0 0 0 0 0,0 0 0 0 0,0-1 0 0 0,0 1 0 0 0,1 0 0 0 0,-1 0 0 0 0,0 0 0 0 0,0 0 0 0 0,0-1 0 0 0,1 1 0 0 0,-1 0 1 0 0,0 0-1 0 0,0 0 0 0 0,0 0 0 0 0,1 0 0 0 0,-1 0 0 0 0,0 0 0 0 0,0-1 0 0 0,1 1 0 0 0,-1 0 0 0 0,0 0 0 0 0,34 23-255 0 0,-1 1 0 0 0,52 49 0 0 0,-72-61 241 0 0,19 20 4312 0 0,-38-39-4246 0 0,0 1 0 0 0,1-1 0 0 0,0-1 0 0 0,0 1-1 0 0,0 0 1 0 0,1-1 0 0 0,0 0 0 0 0,1 0 0 0 0,0 0 0 0 0,0-1 0 0 0,1 1 0 0 0,0-1 0 0 0,0 0 0 0 0,1 1 0 0 0,0-1-1 0 0,0 0 1 0 0,2-8 0 0 0,-1 10-67 0 0,1 1 0 0 0,0 0-1 0 0,0-1 1 0 0,0 1 0 0 0,1 0-1 0 0,0 0 1 0 0,0 0 0 0 0,1 0 0 0 0,0 1-1 0 0,0-1 1 0 0,0 1 0 0 0,1-1-1 0 0,-1 1 1 0 0,1 0 0 0 0,0 1-1 0 0,1-1 1 0 0,-1 1 0 0 0,1-1 0 0 0,0 1-1 0 0,0 1 1 0 0,1-1 0 0 0,-1 1-1 0 0,0 0 1 0 0,1 0 0 0 0,9-3-1 0 0,-3 2-33 0 0,1 0 0 0 0,0 0-1 0 0,0 2 1 0 0,0-1-1 0 0,1 2 1 0 0,-1 0-1 0 0,0 0 1 0 0,1 2-1 0 0,-1-1 1 0 0,1 2 0 0 0,23 4-1 0 0,-14 1-46 0 0,0 0 0 0 0,-1 2 0 0 0,0 0 0 0 0,0 2-1 0 0,35 23 1 0 0,-56-34-58 0 0,20 12-109 0 0,-6-13-3332 0 0,8-15 2206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1.188"/>
    </inkml:context>
    <inkml:brush xml:id="br0">
      <inkml:brushProperty name="width" value="0.1" units="cm"/>
      <inkml:brushProperty name="height" value="0.1" units="cm"/>
      <inkml:brushProperty name="color" value="#FFC114"/>
    </inkml:brush>
  </inkml:definitions>
  <inkml:trace contextRef="#ctx0" brushRef="#br0">210 1 4220 0 0,'0'0'988'0'0,"-4"0"-869"0"0,-5 0-77 0 0,0 0-1 0 0,0 1 0 0 0,0 0 1 0 0,0 1-1 0 0,0 0 1 0 0,1 0-1 0 0,-1 1 1 0 0,1 0-1 0 0,-1 0 0 0 0,1 1 1 0 0,0 0-1 0 0,1 1 1 0 0,-14 9-1 0 0,15-10-52 0 0,0 0 1 0 0,1 1-1 0 0,0-1 1 0 0,0 1-1 0 0,0 0 1 0 0,0 0-1 0 0,1 1 1 0 0,0-1-1 0 0,0 1 0 0 0,1 0 1 0 0,-1 0-1 0 0,1 1 1 0 0,0-1-1 0 0,1 1 1 0 0,0-1-1 0 0,0 1 1 0 0,0 0-1 0 0,1-1 0 0 0,-1 9 1 0 0,2-14 8 0 0,0 0 0 0 0,0 1 1 0 0,0-1-1 0 0,0 1 0 0 0,0-1 0 0 0,1 0 1 0 0,-1 1-1 0 0,0-1 0 0 0,1 0 1 0 0,-1 1-1 0 0,1-1 0 0 0,-1 0 0 0 0,1 0 1 0 0,-1 1-1 0 0,1-1 0 0 0,0 0 0 0 0,0 0 1 0 0,0 0-1 0 0,0 0 0 0 0,0 0 1 0 0,0 0-1 0 0,0 0 0 0 0,0 0 0 0 0,0 0 1 0 0,0-1-1 0 0,2 2 0 0 0,0-1-4 0 0,0 0 0 0 0,0 0-1 0 0,0-1 1 0 0,0 1 0 0 0,1-1-1 0 0,-1 0 1 0 0,0 0 0 0 0,0 0 0 0 0,0 0-1 0 0,0-1 1 0 0,4 0 0 0 0,8-3-15 0 0,-1 0 1 0 0,-1-1 0 0 0,1 0 0 0 0,14-9 0 0 0,-2-1 265 0 0,-1-2 1 0 0,-1-1 0 0 0,40-38 0 0 0,-45 38-167 0 0,-17 16-57 0 0,0 0 1 0 0,0 1-1 0 0,-1-1 1 0 0,1 0 0 0 0,0 1-1 0 0,0-1 1 0 0,0 1-1 0 0,1 0 1 0 0,-1-1-1 0 0,0 1 1 0 0,1 0 0 0 0,-1 0-1 0 0,0 1 1 0 0,1-1-1 0 0,4 0 1 0 0,-4 1-64 0 0,20 8-171 0 0,-8-5 45 0 0,-6 0-99 0 0,0-1-1 0 0,-1 0 0 0 0,1-1 0 0 0,0 1 0 0 0,0-2 0 0 0,0 1 0 0 0,0-2 0 0 0,0 1 0 0 0,0-1 0 0 0,0 0 1 0 0,11-4-1 0 0,-3 0-1151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1.544"/>
    </inkml:context>
    <inkml:brush xml:id="br0">
      <inkml:brushProperty name="width" value="0.1" units="cm"/>
      <inkml:brushProperty name="height" value="0.1" units="cm"/>
      <inkml:brushProperty name="color" value="#FFC114"/>
    </inkml:brush>
  </inkml:definitions>
  <inkml:trace contextRef="#ctx0" brushRef="#br0">64 47 4500 0 0,'-48'-33'1001'0'0,"46"32"-803"0"0,-6-7 387 0 0,3 4-464 0 0,5 6-267 0 0,31 42 105 0 0,2-1 1 0 0,1-2 0 0 0,65 58 0 0 0,7 10-6 0 0,-90-92 6 0 0,-1 1-67 0 0,1 0 1 0 0,1 0 0 0 0,1-2 0 0 0,0 0 0 0 0,1-1 0 0 0,25 14 0 0 0,-19-23-1989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2.060"/>
    </inkml:context>
    <inkml:brush xml:id="br0">
      <inkml:brushProperty name="width" value="0.1" units="cm"/>
      <inkml:brushProperty name="height" value="0.1" units="cm"/>
      <inkml:brushProperty name="color" value="#FFC114"/>
    </inkml:brush>
  </inkml:definitions>
  <inkml:trace contextRef="#ctx0" brushRef="#br0">0 257 4128 0 0,'0'0'-166'0'0,"4"34"-978"0"0,-3-32 1131 0 0,1 1 1 0 0,0 0-1 0 0,0-1 1 0 0,-1 1-1 0 0,1-1 1 0 0,1 0-1 0 0,-1 1 1 0 0,0-1-1 0 0,1 0 1 0 0,-1 0-1 0 0,1 0 1 0 0,-1-1 0 0 0,1 1-1 0 0,0-1 1 0 0,0 1-1 0 0,0-1 1 0 0,0 0-1 0 0,5 1 1 0 0,-3-1 14 0 0,0-1 0 0 0,0 0 0 0 0,0 0 1 0 0,0 0-1 0 0,1 0 0 0 0,-1-1 0 0 0,0 0 1 0 0,-1 0-1 0 0,1-1 0 0 0,9-3 0 0 0,-3 0 28 0 0,0 0-1 0 0,0-1 0 0 0,-1 0 1 0 0,0-1-1 0 0,0-1 0 0 0,-1 1 0 0 0,0-1 1 0 0,0-1-1 0 0,9-11 0 0 0,0-8 448 0 0,-2-1-1 0 0,0 0 0 0 0,-2-2 1 0 0,18-55-1 0 0,-19 51 479 0 0,-13 34-440 0 0,-35 457-92 0 0,15-262-342 0 0,13-136-44 0 0,-2 65-271 0 0,9-122 65 0 0,2-33-4863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2.997"/>
    </inkml:context>
    <inkml:brush xml:id="br0">
      <inkml:brushProperty name="width" value="0.1" units="cm"/>
      <inkml:brushProperty name="height" value="0.1" units="cm"/>
      <inkml:brushProperty name="color" value="#FFC114"/>
    </inkml:brush>
  </inkml:definitions>
  <inkml:trace contextRef="#ctx0" brushRef="#br0">147 106 4900 0 0,'-1'-1'-35'0'0,"0"0"-1"0"0,0 1 1 0 0,0-1-1 0 0,0 0 1 0 0,0 0-1 0 0,-1 0 1 0 0,1 1-1 0 0,0-1 0 0 0,0 0 1 0 0,-1 1-1 0 0,1-1 1 0 0,0 1-1 0 0,-1 0 1 0 0,1-1-1 0 0,0 1 1 0 0,-1 0-1 0 0,-2 0 0 0 0,-6 4 4 0 0,0 0-1 0 0,0 1 0 0 0,0 1 0 0 0,0-1 0 0 0,1 2 0 0 0,0-1 1 0 0,0 1-1 0 0,-14 15 0 0 0,10-10-27 0 0,12-11 56 0 0,0 0 1 0 0,1-1-1 0 0,-1 1 0 0 0,0-1 0 0 0,1 1 1 0 0,-1 0-1 0 0,1 0 0 0 0,-1-1 0 0 0,1 1 0 0 0,-1 0 1 0 0,1 0-1 0 0,0-1 0 0 0,-1 1 0 0 0,1 0 1 0 0,0 0-1 0 0,0 0 0 0 0,0 0 0 0 0,0 0 1 0 0,0-1-1 0 0,-1 1 0 0 0,2 0 0 0 0,-1 0 1 0 0,0 0-1 0 0,0 0 0 0 0,0 0 0 0 0,0 0 1 0 0,0-1-1 0 0,1 1 0 0 0,-1 0 0 0 0,0 0 1 0 0,1 0-1 0 0,-1-1 0 0 0,1 1 0 0 0,-1 0 1 0 0,1 0-1 0 0,-1-1 0 0 0,1 1 0 0 0,-1 0 1 0 0,2 0-1 0 0,21 15-17 0 0,32-3 37 0 0,0-3 0 0 0,1-2-1 0 0,88 1 1 0 0,-31-2-49 0 0,-104-6 31 0 0,-6-2 7 0 0,1 1-1 0 0,-1 0 0 0 0,0 0 1 0 0,1 0-1 0 0,-1 1 1 0 0,0-1-1 0 0,0 1 0 0 0,1 0 1 0 0,-1 0-1 0 0,0 0 0 0 0,0 0 1 0 0,0 0-1 0 0,0 1 1 0 0,0-1-1 0 0,0 1 0 0 0,0 0 1 0 0,4 4-1 0 0,-7-4 5 0 0,1 0 0 0 0,-1 0 0 0 0,0 0 0 0 0,0 0 0 0 0,-1 0 0 0 0,1-1 0 0 0,0 1 0 0 0,0 0 0 0 0,-1 0 1 0 0,0 0-1 0 0,1 0 0 0 0,-1-1 0 0 0,0 1 0 0 0,0 0 0 0 0,1-1 0 0 0,-1 1 0 0 0,-1-1 0 0 0,1 1 0 0 0,0-1 0 0 0,0 1 0 0 0,-1-1 0 0 0,-1 2 0 0 0,-32 31 158 0 0,11-16 295 0 0,0 0-1 0 0,-2-2 1 0 0,-54 27 0 0 0,80-43-454 0 0,0 0 0 0 0,0 0 0 0 0,-1 0 0 0 0,1 0 0 0 0,0 1 1 0 0,0-1-1 0 0,0 0 0 0 0,0 0 0 0 0,0 0 0 0 0,-1 0 0 0 0,1 0 1 0 0,0 0-1 0 0,0 0 0 0 0,0 1 0 0 0,-1-1 0 0 0,1 0 0 0 0,0 0 1 0 0,0 0-1 0 0,0 0 0 0 0,0 0 0 0 0,-1 0 0 0 0,1 0 0 0 0,0 0 1 0 0,0 0-1 0 0,0 0 0 0 0,-1 0 0 0 0,1 0 0 0 0,0 0 0 0 0,0 0 1 0 0,0-1-1 0 0,-1 1 0 0 0,1 0 0 0 0,0 0 0 0 0,0 0 0 0 0,0 0 1 0 0,0 0-1 0 0,-1 0 0 0 0,1 0 0 0 0,0 0 0 0 0,0-1 0 0 0,0 1 1 0 0,0 0-1 0 0,0 0 0 0 0,0 0 0 0 0,-1 0 0 0 0,1-1 0 0 0,0 1 1 0 0,0 0-1 0 0,0 0 0 0 0,0 0 0 0 0,0 0 0 0 0,0-1 0 0 0,0 1 1 0 0,0 0-1 0 0,0 0 0 0 0,0 0 0 0 0,0-1 0 0 0,6-16 66 0 0,17-20-175 0 0,27-23 2 0 0,-24 32 81 0 0,-2-1 0 0 0,-1-2 0 0 0,-1 0 1 0 0,20-40-1 0 0,-36 58 297 0 0,0 0 0 0 0,-1 0 1 0 0,-1 0-1 0 0,0 0 0 0 0,-1-1 1 0 0,0 1-1 0 0,0-20 0 0 0,-3 32-272 0 0,0 0 0 0 0,-1 1-1 0 0,1-1 1 0 0,0 0-1 0 0,0 0 1 0 0,0 0-1 0 0,0 1 1 0 0,0-1-1 0 0,0 0 1 0 0,0 0-1 0 0,0 0 1 0 0,0 0-1 0 0,0 1 1 0 0,0-1 0 0 0,1 0-1 0 0,-1 0 1 0 0,0 0-1 0 0,1 1 1 0 0,-1-1-1 0 0,0 0 1 0 0,1 0-1 0 0,-1 1 1 0 0,1-1-1 0 0,-1 0 1 0 0,1 1 0 0 0,0-1-1 0 0,-1 0 1 0 0,1 1-1 0 0,-1-1 1 0 0,1 1-1 0 0,0-1 1 0 0,0 1-1 0 0,-1 0 1 0 0,1-1-1 0 0,0 1 1 0 0,0 0-1 0 0,-1-1 1 0 0,2 1 0 0 0,31 14-652 0 0,-8-1 588 0 0,-4-6-188 0 0,1 0 0 0 0,0-2 0 0 0,0 0 0 0 0,0-2 0 0 0,28 2-1 0 0,20-6-2865 0 0,-53-1 1440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3.167"/>
    </inkml:context>
    <inkml:brush xml:id="br0">
      <inkml:brushProperty name="width" value="0.1" units="cm"/>
      <inkml:brushProperty name="height" value="0.1" units="cm"/>
      <inkml:brushProperty name="color" value="#FFC114"/>
    </inkml:brush>
  </inkml:definitions>
  <inkml:trace contextRef="#ctx0" brushRef="#br0">63 19 5020 0 0,'-53'-14'1549'0'0,"51"13"-1499"0"0,-5-2-343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3.821"/>
    </inkml:context>
    <inkml:brush xml:id="br0">
      <inkml:brushProperty name="width" value="0.1" units="cm"/>
      <inkml:brushProperty name="height" value="0.1" units="cm"/>
      <inkml:brushProperty name="color" value="#FFC114"/>
    </inkml:brush>
  </inkml:definitions>
  <inkml:trace contextRef="#ctx0" brushRef="#br0">33 12 4172 0 0,'2'-11'1722'0'0,"-10"12"-956"0"0,-12 18-485 0 0,19-18-281 0 0,1 0-1 0 0,-1-1 1 0 0,0 1-1 0 0,1 0 1 0 0,-1 0-1 0 0,1 0 0 0 0,-1 0 1 0 0,1 0-1 0 0,0 0 1 0 0,0 0-1 0 0,-1 0 1 0 0,1 0-1 0 0,0 0 0 0 0,0 0 1 0 0,0 0-1 0 0,0 0 1 0 0,0 0-1 0 0,0 0 1 0 0,0 0-1 0 0,0 0 1 0 0,0 1-1 0 0,1-1 0 0 0,-1 0 1 0 0,0 0-1 0 0,1 0 1 0 0,-1-1-1 0 0,1 1 1 0 0,-1 0-1 0 0,1 0 1 0 0,-1 0-1 0 0,1 0 0 0 0,0 0 1 0 0,-1 0-1 0 0,1-1 1 0 0,0 1-1 0 0,0 0 1 0 0,-1-1-1 0 0,1 1 1 0 0,0 0-1 0 0,0-1 0 0 0,0 1 1 0 0,0-1-1 0 0,0 0 1 0 0,0 1-1 0 0,0-1 1 0 0,2 1-1 0 0,52 14-47 0 0,-50-15 52 0 0,84 13-110 0 0,-58-11-8 0 0,-1 3 0 0 0,-1 0-1 0 0,1 1 1 0 0,38 15 0 0 0,-66-20 112 0 0,0-1 1 0 0,0 1-1 0 0,-1 0 0 0 0,1 0 1 0 0,-1 0-1 0 0,1 0 1 0 0,0 0-1 0 0,-1 0 0 0 0,0 0 1 0 0,1 0-1 0 0,-1 0 0 0 0,0 1 1 0 0,1-1-1 0 0,-1 1 1 0 0,0-1-1 0 0,0 1 0 0 0,0-1 1 0 0,0 1-1 0 0,-1-1 0 0 0,1 1 1 0 0,0 0-1 0 0,-1-1 1 0 0,1 1-1 0 0,0 2 0 0 0,-2-1 6 0 0,1 0 0 0 0,0 1-1 0 0,0-1 1 0 0,-1 0 0 0 0,0 0-1 0 0,0 0 1 0 0,0 0-1 0 0,0 0 1 0 0,0 0 0 0 0,0 0-1 0 0,-1 0 1 0 0,-2 4 0 0 0,-6 6 13 0 0,0-1 0 0 0,0 0 0 0 0,-1-1 0 0 0,-15 14 1 0 0,0-3 36 0 0,-47 32 0 0 0,64-49-71 0 0,0 0 0 0 0,1 0 0 0 0,-2-1 0 0 0,1 0 0 0 0,0 0 0 0 0,-1-1 0 0 0,1-1 0 0 0,-1 1 0 0 0,0-1 0 0 0,-15 0 0 0 0,22-2-126 0 0,1 0-1 0 0,-1 0 1 0 0,1 0 0 0 0,0 0 0 0 0,-1-1 0 0 0,1 1-1 0 0,0-1 1 0 0,-1 0 0 0 0,1 0 0 0 0,0 0 0 0 0,0 0-1 0 0,0 0 1 0 0,0 0 0 0 0,0 0 0 0 0,0-1-1 0 0,0 1 1 0 0,0-1 0 0 0,0 1 0 0 0,-2-4 0 0 0,-2-9-1345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4.916"/>
    </inkml:context>
    <inkml:brush xml:id="br0">
      <inkml:brushProperty name="width" value="0.1" units="cm"/>
      <inkml:brushProperty name="height" value="0.1" units="cm"/>
      <inkml:brushProperty name="color" value="#FFC114"/>
    </inkml:brush>
  </inkml:definitions>
  <inkml:trace contextRef="#ctx0" brushRef="#br0">9 58 5032 0 0,'-2'-6'341'0'0,"0"0"-1"0"0,1-1 1 0 0,0 1-1 0 0,0-1 1 0 0,0-11-1 0 0,1 16-179 0 0,0 2-161 0 0,0-1-1 0 0,0 1 1 0 0,1 0-1 0 0,-1-1 1 0 0,0 1-1 0 0,1 0 1 0 0,-1-1-1 0 0,0 1 1 0 0,0 0 0 0 0,1-1-1 0 0,-1 1 1 0 0,1 0-1 0 0,-1 0 1 0 0,0 0-1 0 0,1-1 1 0 0,-1 1-1 0 0,0 0 1 0 0,1 0 0 0 0,-1 0-1 0 0,1 0 1 0 0,-1 0-1 0 0,1-1 1 0 0,-1 1-1 0 0,0 0 1 0 0,1 0-1 0 0,-1 0 1 0 0,1 0 0 0 0,-1 1-1 0 0,1-1 1 0 0,-1 0-1 0 0,0 0 1 0 0,1 0-1 0 0,-1 0 1 0 0,1 0-1 0 0,-1 0 1 0 0,1 1 0 0 0,-1-1-1 0 0,0 0 1 0 0,1 0-1 0 0,-1 1 1 0 0,1-1-1 0 0,127 30-425 0 0,191 20 0 0 0,-256-51-2669 0 0,-46-3 1681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5.155"/>
    </inkml:context>
    <inkml:brush xml:id="br0">
      <inkml:brushProperty name="width" value="0.1" units="cm"/>
      <inkml:brushProperty name="height" value="0.1" units="cm"/>
      <inkml:brushProperty name="color" value="#FFC114"/>
    </inkml:brush>
  </inkml:definitions>
  <inkml:trace contextRef="#ctx0" brushRef="#br0">510 0 4844 0 0,'0'0'-14'0'0,"-5"4"0"0"0,-15 13 2 0 0,1 1 0 0 0,0 1 1 0 0,2 0-1 0 0,-25 35 0 0 0,-5 5 28 0 0,-5-1 54 0 0,-2-2 1 0 0,-123 96-1 0 0,172-148-357 0 0,-1-1-1 0 0,1 0 1 0 0,-1 0 0 0 0,1 0-1 0 0,-1-1 1 0 0,0 1 0 0 0,-11 1 0 0 0,15-3-543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20T11:53:45.357"/>
    </inkml:context>
    <inkml:brush xml:id="br0">
      <inkml:brushProperty name="width" value="0.1" units="cm"/>
      <inkml:brushProperty name="height" value="0.1" units="cm"/>
      <inkml:brushProperty name="color" value="#FFC114"/>
    </inkml:brush>
  </inkml:definitions>
  <inkml:trace contextRef="#ctx0" brushRef="#br0">1 10 4080 0 0,'0'-1'20'0'0,"0"1"0"0"0,1-1 0 0 0,-1 0 0 0 0,1 1 0 0 0,-1-1 0 0 0,1 1 0 0 0,-1-1 0 0 0,1 0 0 0 0,0 1 0 0 0,-1-1 0 0 0,1 1 0 0 0,0 0 0 0 0,-1-1 0 0 0,1 1 0 0 0,0 0 0 0 0,-1-1 0 0 0,1 1 0 0 0,0 0 0 0 0,0 0 0 0 0,-1-1 0 0 0,1 1 0 0 0,0 0 0 0 0,0 0 0 0 0,0 0 0 0 0,-1 0 0 0 0,1 0 0 0 0,0 0 0 0 0,1 1 0 0 0,4 24 14 0 0,-4-11-21 0 0,7 37 31 0 0,2-2 1 0 0,2 0-1 0 0,26 66 0 0 0,77 134-1864 0 0,-105-230 908 0 0,-2-6 616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customXml" Target="../ink/ink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6" Type="http://schemas.openxmlformats.org/officeDocument/2006/relationships/customXml" Target="../ink/ink15.xml"/><Relationship Id="rId117" Type="http://schemas.openxmlformats.org/officeDocument/2006/relationships/image" Target="../media/image63.png"/><Relationship Id="rId21" Type="http://schemas.openxmlformats.org/officeDocument/2006/relationships/image" Target="../media/image15.png"/><Relationship Id="rId42" Type="http://schemas.openxmlformats.org/officeDocument/2006/relationships/customXml" Target="../ink/ink23.xml"/><Relationship Id="rId47" Type="http://schemas.openxmlformats.org/officeDocument/2006/relationships/image" Target="../media/image28.png"/><Relationship Id="rId63" Type="http://schemas.openxmlformats.org/officeDocument/2006/relationships/image" Target="../media/image36.png"/><Relationship Id="rId68" Type="http://schemas.openxmlformats.org/officeDocument/2006/relationships/customXml" Target="../ink/ink36.xml"/><Relationship Id="rId84" Type="http://schemas.openxmlformats.org/officeDocument/2006/relationships/customXml" Target="../ink/ink44.xml"/><Relationship Id="rId89" Type="http://schemas.openxmlformats.org/officeDocument/2006/relationships/image" Target="../media/image49.png"/><Relationship Id="rId112" Type="http://schemas.openxmlformats.org/officeDocument/2006/relationships/customXml" Target="../ink/ink58.xml"/><Relationship Id="rId16" Type="http://schemas.openxmlformats.org/officeDocument/2006/relationships/customXml" Target="../ink/ink10.xml"/><Relationship Id="rId107" Type="http://schemas.openxmlformats.org/officeDocument/2006/relationships/image" Target="../media/image58.png"/><Relationship Id="rId11" Type="http://schemas.openxmlformats.org/officeDocument/2006/relationships/image" Target="../media/image10.png"/><Relationship Id="rId32" Type="http://schemas.openxmlformats.org/officeDocument/2006/relationships/customXml" Target="../ink/ink18.xml"/><Relationship Id="rId37" Type="http://schemas.openxmlformats.org/officeDocument/2006/relationships/image" Target="../media/image23.png"/><Relationship Id="rId53" Type="http://schemas.openxmlformats.org/officeDocument/2006/relationships/image" Target="../media/image31.png"/><Relationship Id="rId58" Type="http://schemas.openxmlformats.org/officeDocument/2006/relationships/customXml" Target="../ink/ink31.xml"/><Relationship Id="rId74" Type="http://schemas.openxmlformats.org/officeDocument/2006/relationships/customXml" Target="../ink/ink39.xml"/><Relationship Id="rId79" Type="http://schemas.openxmlformats.org/officeDocument/2006/relationships/image" Target="../media/image44.png"/><Relationship Id="rId102" Type="http://schemas.openxmlformats.org/officeDocument/2006/relationships/customXml" Target="../ink/ink53.xml"/><Relationship Id="rId123" Type="http://schemas.openxmlformats.org/officeDocument/2006/relationships/image" Target="../media/image66.png"/><Relationship Id="rId128" Type="http://schemas.openxmlformats.org/officeDocument/2006/relationships/customXml" Target="../ink/ink66.xml"/><Relationship Id="rId5" Type="http://schemas.openxmlformats.org/officeDocument/2006/relationships/image" Target="../media/image7.png"/><Relationship Id="rId90" Type="http://schemas.openxmlformats.org/officeDocument/2006/relationships/customXml" Target="../ink/ink47.xml"/><Relationship Id="rId95" Type="http://schemas.openxmlformats.org/officeDocument/2006/relationships/image" Target="../media/image52.png"/><Relationship Id="rId19" Type="http://schemas.openxmlformats.org/officeDocument/2006/relationships/image" Target="../media/image14.png"/><Relationship Id="rId14" Type="http://schemas.openxmlformats.org/officeDocument/2006/relationships/customXml" Target="../ink/ink9.xml"/><Relationship Id="rId22" Type="http://schemas.openxmlformats.org/officeDocument/2006/relationships/customXml" Target="../ink/ink13.xml"/><Relationship Id="rId27" Type="http://schemas.openxmlformats.org/officeDocument/2006/relationships/image" Target="../media/image18.png"/><Relationship Id="rId30" Type="http://schemas.openxmlformats.org/officeDocument/2006/relationships/customXml" Target="../ink/ink17.xml"/><Relationship Id="rId35" Type="http://schemas.openxmlformats.org/officeDocument/2006/relationships/image" Target="../media/image22.png"/><Relationship Id="rId43" Type="http://schemas.openxmlformats.org/officeDocument/2006/relationships/image" Target="../media/image26.png"/><Relationship Id="rId48" Type="http://schemas.openxmlformats.org/officeDocument/2006/relationships/customXml" Target="../ink/ink26.xml"/><Relationship Id="rId56" Type="http://schemas.openxmlformats.org/officeDocument/2006/relationships/customXml" Target="../ink/ink30.xml"/><Relationship Id="rId64" Type="http://schemas.openxmlformats.org/officeDocument/2006/relationships/customXml" Target="../ink/ink34.xml"/><Relationship Id="rId69" Type="http://schemas.openxmlformats.org/officeDocument/2006/relationships/image" Target="../media/image39.png"/><Relationship Id="rId77" Type="http://schemas.openxmlformats.org/officeDocument/2006/relationships/image" Target="../media/image43.png"/><Relationship Id="rId100" Type="http://schemas.openxmlformats.org/officeDocument/2006/relationships/customXml" Target="../ink/ink52.xml"/><Relationship Id="rId105" Type="http://schemas.openxmlformats.org/officeDocument/2006/relationships/image" Target="../media/image57.png"/><Relationship Id="rId113" Type="http://schemas.openxmlformats.org/officeDocument/2006/relationships/image" Target="../media/image61.png"/><Relationship Id="rId118" Type="http://schemas.openxmlformats.org/officeDocument/2006/relationships/customXml" Target="../ink/ink61.xml"/><Relationship Id="rId126" Type="http://schemas.openxmlformats.org/officeDocument/2006/relationships/customXml" Target="../ink/ink65.xml"/><Relationship Id="rId8" Type="http://schemas.openxmlformats.org/officeDocument/2006/relationships/customXml" Target="../ink/ink6.xml"/><Relationship Id="rId51" Type="http://schemas.openxmlformats.org/officeDocument/2006/relationships/image" Target="../media/image30.png"/><Relationship Id="rId72" Type="http://schemas.openxmlformats.org/officeDocument/2006/relationships/customXml" Target="../ink/ink38.xml"/><Relationship Id="rId80" Type="http://schemas.openxmlformats.org/officeDocument/2006/relationships/customXml" Target="../ink/ink42.xml"/><Relationship Id="rId85" Type="http://schemas.openxmlformats.org/officeDocument/2006/relationships/image" Target="../media/image47.png"/><Relationship Id="rId93" Type="http://schemas.openxmlformats.org/officeDocument/2006/relationships/image" Target="../media/image51.png"/><Relationship Id="rId98" Type="http://schemas.openxmlformats.org/officeDocument/2006/relationships/customXml" Target="../ink/ink51.xml"/><Relationship Id="rId121" Type="http://schemas.openxmlformats.org/officeDocument/2006/relationships/image" Target="../media/image65.png"/><Relationship Id="rId3" Type="http://schemas.openxmlformats.org/officeDocument/2006/relationships/image" Target="../media/image6.png"/><Relationship Id="rId12" Type="http://schemas.openxmlformats.org/officeDocument/2006/relationships/customXml" Target="../ink/ink8.xml"/><Relationship Id="rId17" Type="http://schemas.openxmlformats.org/officeDocument/2006/relationships/image" Target="../media/image13.png"/><Relationship Id="rId25" Type="http://schemas.openxmlformats.org/officeDocument/2006/relationships/image" Target="../media/image17.png"/><Relationship Id="rId33" Type="http://schemas.openxmlformats.org/officeDocument/2006/relationships/image" Target="../media/image21.png"/><Relationship Id="rId38" Type="http://schemas.openxmlformats.org/officeDocument/2006/relationships/customXml" Target="../ink/ink21.xml"/><Relationship Id="rId46" Type="http://schemas.openxmlformats.org/officeDocument/2006/relationships/customXml" Target="../ink/ink25.xml"/><Relationship Id="rId59" Type="http://schemas.openxmlformats.org/officeDocument/2006/relationships/image" Target="../media/image34.png"/><Relationship Id="rId67" Type="http://schemas.openxmlformats.org/officeDocument/2006/relationships/image" Target="../media/image38.png"/><Relationship Id="rId103" Type="http://schemas.openxmlformats.org/officeDocument/2006/relationships/image" Target="../media/image56.png"/><Relationship Id="rId108" Type="http://schemas.openxmlformats.org/officeDocument/2006/relationships/customXml" Target="../ink/ink56.xml"/><Relationship Id="rId116" Type="http://schemas.openxmlformats.org/officeDocument/2006/relationships/customXml" Target="../ink/ink60.xml"/><Relationship Id="rId124" Type="http://schemas.openxmlformats.org/officeDocument/2006/relationships/customXml" Target="../ink/ink64.xml"/><Relationship Id="rId129" Type="http://schemas.openxmlformats.org/officeDocument/2006/relationships/image" Target="../media/image69.png"/><Relationship Id="rId20" Type="http://schemas.openxmlformats.org/officeDocument/2006/relationships/customXml" Target="../ink/ink12.xml"/><Relationship Id="rId41" Type="http://schemas.openxmlformats.org/officeDocument/2006/relationships/image" Target="../media/image25.png"/><Relationship Id="rId54" Type="http://schemas.openxmlformats.org/officeDocument/2006/relationships/customXml" Target="../ink/ink29.xml"/><Relationship Id="rId62" Type="http://schemas.openxmlformats.org/officeDocument/2006/relationships/customXml" Target="../ink/ink33.xml"/><Relationship Id="rId70" Type="http://schemas.openxmlformats.org/officeDocument/2006/relationships/customXml" Target="../ink/ink37.xml"/><Relationship Id="rId75" Type="http://schemas.openxmlformats.org/officeDocument/2006/relationships/image" Target="../media/image42.png"/><Relationship Id="rId83" Type="http://schemas.openxmlformats.org/officeDocument/2006/relationships/image" Target="../media/image46.png"/><Relationship Id="rId88" Type="http://schemas.openxmlformats.org/officeDocument/2006/relationships/customXml" Target="../ink/ink46.xml"/><Relationship Id="rId91" Type="http://schemas.openxmlformats.org/officeDocument/2006/relationships/image" Target="../media/image50.png"/><Relationship Id="rId96" Type="http://schemas.openxmlformats.org/officeDocument/2006/relationships/customXml" Target="../ink/ink50.xml"/><Relationship Id="rId111"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customXml" Target="../ink/ink5.xml"/><Relationship Id="rId15" Type="http://schemas.openxmlformats.org/officeDocument/2006/relationships/image" Target="../media/image12.png"/><Relationship Id="rId23" Type="http://schemas.openxmlformats.org/officeDocument/2006/relationships/image" Target="../media/image16.png"/><Relationship Id="rId28" Type="http://schemas.openxmlformats.org/officeDocument/2006/relationships/customXml" Target="../ink/ink16.xml"/><Relationship Id="rId36" Type="http://schemas.openxmlformats.org/officeDocument/2006/relationships/customXml" Target="../ink/ink20.xml"/><Relationship Id="rId49" Type="http://schemas.openxmlformats.org/officeDocument/2006/relationships/image" Target="../media/image29.png"/><Relationship Id="rId57" Type="http://schemas.openxmlformats.org/officeDocument/2006/relationships/image" Target="../media/image33.png"/><Relationship Id="rId106" Type="http://schemas.openxmlformats.org/officeDocument/2006/relationships/customXml" Target="../ink/ink55.xml"/><Relationship Id="rId114" Type="http://schemas.openxmlformats.org/officeDocument/2006/relationships/customXml" Target="../ink/ink59.xml"/><Relationship Id="rId119" Type="http://schemas.openxmlformats.org/officeDocument/2006/relationships/image" Target="../media/image64.png"/><Relationship Id="rId127" Type="http://schemas.openxmlformats.org/officeDocument/2006/relationships/image" Target="../media/image68.png"/><Relationship Id="rId10" Type="http://schemas.openxmlformats.org/officeDocument/2006/relationships/customXml" Target="../ink/ink7.xml"/><Relationship Id="rId31" Type="http://schemas.openxmlformats.org/officeDocument/2006/relationships/image" Target="../media/image20.png"/><Relationship Id="rId44" Type="http://schemas.openxmlformats.org/officeDocument/2006/relationships/customXml" Target="../ink/ink24.xml"/><Relationship Id="rId52" Type="http://schemas.openxmlformats.org/officeDocument/2006/relationships/customXml" Target="../ink/ink28.xml"/><Relationship Id="rId60" Type="http://schemas.openxmlformats.org/officeDocument/2006/relationships/customXml" Target="../ink/ink32.xml"/><Relationship Id="rId65" Type="http://schemas.openxmlformats.org/officeDocument/2006/relationships/image" Target="../media/image37.png"/><Relationship Id="rId73" Type="http://schemas.openxmlformats.org/officeDocument/2006/relationships/image" Target="../media/image41.png"/><Relationship Id="rId78" Type="http://schemas.openxmlformats.org/officeDocument/2006/relationships/customXml" Target="../ink/ink41.xml"/><Relationship Id="rId81" Type="http://schemas.openxmlformats.org/officeDocument/2006/relationships/image" Target="../media/image45.png"/><Relationship Id="rId86" Type="http://schemas.openxmlformats.org/officeDocument/2006/relationships/customXml" Target="../ink/ink45.xml"/><Relationship Id="rId94" Type="http://schemas.openxmlformats.org/officeDocument/2006/relationships/customXml" Target="../ink/ink49.xml"/><Relationship Id="rId99" Type="http://schemas.openxmlformats.org/officeDocument/2006/relationships/image" Target="../media/image54.png"/><Relationship Id="rId101" Type="http://schemas.openxmlformats.org/officeDocument/2006/relationships/image" Target="../media/image55.png"/><Relationship Id="rId122" Type="http://schemas.openxmlformats.org/officeDocument/2006/relationships/customXml" Target="../ink/ink63.xml"/><Relationship Id="rId4" Type="http://schemas.openxmlformats.org/officeDocument/2006/relationships/customXml" Target="../ink/ink4.xml"/><Relationship Id="rId9" Type="http://schemas.openxmlformats.org/officeDocument/2006/relationships/image" Target="../media/image9.png"/><Relationship Id="rId13" Type="http://schemas.openxmlformats.org/officeDocument/2006/relationships/image" Target="../media/image11.png"/><Relationship Id="rId18" Type="http://schemas.openxmlformats.org/officeDocument/2006/relationships/customXml" Target="../ink/ink11.xml"/><Relationship Id="rId39" Type="http://schemas.openxmlformats.org/officeDocument/2006/relationships/image" Target="../media/image24.png"/><Relationship Id="rId109" Type="http://schemas.openxmlformats.org/officeDocument/2006/relationships/image" Target="../media/image59.png"/><Relationship Id="rId34" Type="http://schemas.openxmlformats.org/officeDocument/2006/relationships/customXml" Target="../ink/ink19.xml"/><Relationship Id="rId50" Type="http://schemas.openxmlformats.org/officeDocument/2006/relationships/customXml" Target="../ink/ink27.xml"/><Relationship Id="rId55" Type="http://schemas.openxmlformats.org/officeDocument/2006/relationships/image" Target="../media/image32.png"/><Relationship Id="rId76" Type="http://schemas.openxmlformats.org/officeDocument/2006/relationships/customXml" Target="../ink/ink40.xml"/><Relationship Id="rId97" Type="http://schemas.openxmlformats.org/officeDocument/2006/relationships/image" Target="../media/image53.png"/><Relationship Id="rId104" Type="http://schemas.openxmlformats.org/officeDocument/2006/relationships/customXml" Target="../ink/ink54.xml"/><Relationship Id="rId120" Type="http://schemas.openxmlformats.org/officeDocument/2006/relationships/customXml" Target="../ink/ink62.xml"/><Relationship Id="rId125" Type="http://schemas.openxmlformats.org/officeDocument/2006/relationships/image" Target="../media/image67.png"/><Relationship Id="rId7" Type="http://schemas.openxmlformats.org/officeDocument/2006/relationships/image" Target="../media/image8.png"/><Relationship Id="rId71" Type="http://schemas.openxmlformats.org/officeDocument/2006/relationships/image" Target="../media/image40.png"/><Relationship Id="rId92" Type="http://schemas.openxmlformats.org/officeDocument/2006/relationships/customXml" Target="../ink/ink48.xml"/><Relationship Id="rId2" Type="http://schemas.openxmlformats.org/officeDocument/2006/relationships/customXml" Target="../ink/ink3.xml"/><Relationship Id="rId29" Type="http://schemas.openxmlformats.org/officeDocument/2006/relationships/image" Target="../media/image19.png"/><Relationship Id="rId24" Type="http://schemas.openxmlformats.org/officeDocument/2006/relationships/customXml" Target="../ink/ink14.xml"/><Relationship Id="rId40" Type="http://schemas.openxmlformats.org/officeDocument/2006/relationships/customXml" Target="../ink/ink22.xml"/><Relationship Id="rId45" Type="http://schemas.openxmlformats.org/officeDocument/2006/relationships/image" Target="../media/image27.png"/><Relationship Id="rId66" Type="http://schemas.openxmlformats.org/officeDocument/2006/relationships/customXml" Target="../ink/ink35.xml"/><Relationship Id="rId87" Type="http://schemas.openxmlformats.org/officeDocument/2006/relationships/image" Target="../media/image48.png"/><Relationship Id="rId110" Type="http://schemas.openxmlformats.org/officeDocument/2006/relationships/customXml" Target="../ink/ink57.xml"/><Relationship Id="rId115" Type="http://schemas.openxmlformats.org/officeDocument/2006/relationships/image" Target="../media/image62.png"/><Relationship Id="rId61" Type="http://schemas.openxmlformats.org/officeDocument/2006/relationships/image" Target="../media/image35.png"/><Relationship Id="rId82" Type="http://schemas.openxmlformats.org/officeDocument/2006/relationships/customXml" Target="../ink/ink43.xml"/></Relationships>
</file>

<file path=ppt/slides/_rels/slide8.xml.rels><?xml version="1.0" encoding="UTF-8" standalone="yes"?>
<Relationships xmlns="http://schemas.openxmlformats.org/package/2006/relationships"><Relationship Id="rId3" Type="http://schemas.openxmlformats.org/officeDocument/2006/relationships/customXml" Target="../ink/ink67.xml"/><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customXml" Target="../ink/ink68.xml"/><Relationship Id="rId4" Type="http://schemas.openxmlformats.org/officeDocument/2006/relationships/image" Target="../media/image71.png"/></Relationships>
</file>

<file path=ppt/slides/_rels/slide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customXml" Target="../ink/ink74.xml"/><Relationship Id="rId18" Type="http://schemas.openxmlformats.org/officeDocument/2006/relationships/image" Target="../media/image1810.png"/><Relationship Id="rId26" Type="http://schemas.openxmlformats.org/officeDocument/2006/relationships/image" Target="../media/image220.png"/><Relationship Id="rId39" Type="http://schemas.openxmlformats.org/officeDocument/2006/relationships/customXml" Target="../ink/ink87.xml"/><Relationship Id="rId21" Type="http://schemas.openxmlformats.org/officeDocument/2006/relationships/customXml" Target="../ink/ink78.xml"/><Relationship Id="rId34" Type="http://schemas.openxmlformats.org/officeDocument/2006/relationships/image" Target="../media/image260.png"/><Relationship Id="rId42" Type="http://schemas.openxmlformats.org/officeDocument/2006/relationships/image" Target="../media/image300.png"/><Relationship Id="rId47" Type="http://schemas.openxmlformats.org/officeDocument/2006/relationships/customXml" Target="../ink/ink91.xml"/><Relationship Id="rId50" Type="http://schemas.openxmlformats.org/officeDocument/2006/relationships/image" Target="../media/image340.png"/><Relationship Id="rId55" Type="http://schemas.openxmlformats.org/officeDocument/2006/relationships/customXml" Target="../ink/ink95.xml"/><Relationship Id="rId63" Type="http://schemas.openxmlformats.org/officeDocument/2006/relationships/customXml" Target="../ink/ink99.xml"/><Relationship Id="rId7" Type="http://schemas.openxmlformats.org/officeDocument/2006/relationships/customXml" Target="../ink/ink71.xml"/><Relationship Id="rId2" Type="http://schemas.openxmlformats.org/officeDocument/2006/relationships/image" Target="../media/image77.png"/><Relationship Id="rId16" Type="http://schemas.openxmlformats.org/officeDocument/2006/relationships/image" Target="../media/image1710.png"/><Relationship Id="rId20" Type="http://schemas.openxmlformats.org/officeDocument/2006/relationships/image" Target="../media/image199.png"/><Relationship Id="rId29" Type="http://schemas.openxmlformats.org/officeDocument/2006/relationships/customXml" Target="../ink/ink82.xml"/><Relationship Id="rId41" Type="http://schemas.openxmlformats.org/officeDocument/2006/relationships/customXml" Target="../ink/ink88.xml"/><Relationship Id="rId54" Type="http://schemas.openxmlformats.org/officeDocument/2006/relationships/image" Target="../media/image360.png"/><Relationship Id="rId62" Type="http://schemas.openxmlformats.org/officeDocument/2006/relationships/image" Target="../media/image400.png"/><Relationship Id="rId1" Type="http://schemas.openxmlformats.org/officeDocument/2006/relationships/slideLayout" Target="../slideLayouts/slideLayout2.xml"/><Relationship Id="rId6" Type="http://schemas.openxmlformats.org/officeDocument/2006/relationships/image" Target="../media/image1210.png"/><Relationship Id="rId11" Type="http://schemas.openxmlformats.org/officeDocument/2006/relationships/customXml" Target="../ink/ink73.xml"/><Relationship Id="rId24" Type="http://schemas.openxmlformats.org/officeDocument/2006/relationships/image" Target="../media/image210.png"/><Relationship Id="rId32" Type="http://schemas.openxmlformats.org/officeDocument/2006/relationships/image" Target="../media/image250.png"/><Relationship Id="rId37" Type="http://schemas.openxmlformats.org/officeDocument/2006/relationships/customXml" Target="../ink/ink86.xml"/><Relationship Id="rId40" Type="http://schemas.openxmlformats.org/officeDocument/2006/relationships/image" Target="../media/image290.png"/><Relationship Id="rId45" Type="http://schemas.openxmlformats.org/officeDocument/2006/relationships/customXml" Target="../ink/ink90.xml"/><Relationship Id="rId53" Type="http://schemas.openxmlformats.org/officeDocument/2006/relationships/customXml" Target="../ink/ink94.xml"/><Relationship Id="rId58" Type="http://schemas.openxmlformats.org/officeDocument/2006/relationships/image" Target="../media/image380.png"/><Relationship Id="rId66" Type="http://schemas.openxmlformats.org/officeDocument/2006/relationships/image" Target="../media/image420.png"/><Relationship Id="rId5" Type="http://schemas.openxmlformats.org/officeDocument/2006/relationships/customXml" Target="../ink/ink70.xml"/><Relationship Id="rId15" Type="http://schemas.openxmlformats.org/officeDocument/2006/relationships/customXml" Target="../ink/ink75.xml"/><Relationship Id="rId23" Type="http://schemas.openxmlformats.org/officeDocument/2006/relationships/customXml" Target="../ink/ink79.xml"/><Relationship Id="rId28" Type="http://schemas.openxmlformats.org/officeDocument/2006/relationships/image" Target="../media/image230.png"/><Relationship Id="rId36" Type="http://schemas.openxmlformats.org/officeDocument/2006/relationships/image" Target="../media/image270.png"/><Relationship Id="rId49" Type="http://schemas.openxmlformats.org/officeDocument/2006/relationships/customXml" Target="../ink/ink92.xml"/><Relationship Id="rId57" Type="http://schemas.openxmlformats.org/officeDocument/2006/relationships/customXml" Target="../ink/ink96.xml"/><Relationship Id="rId61" Type="http://schemas.openxmlformats.org/officeDocument/2006/relationships/customXml" Target="../ink/ink98.xml"/><Relationship Id="rId10" Type="http://schemas.openxmlformats.org/officeDocument/2006/relationships/image" Target="../media/image1410.png"/><Relationship Id="rId19" Type="http://schemas.openxmlformats.org/officeDocument/2006/relationships/customXml" Target="../ink/ink77.xml"/><Relationship Id="rId31" Type="http://schemas.openxmlformats.org/officeDocument/2006/relationships/customXml" Target="../ink/ink83.xml"/><Relationship Id="rId44" Type="http://schemas.openxmlformats.org/officeDocument/2006/relationships/image" Target="../media/image310.png"/><Relationship Id="rId52" Type="http://schemas.openxmlformats.org/officeDocument/2006/relationships/image" Target="../media/image350.png"/><Relationship Id="rId60" Type="http://schemas.openxmlformats.org/officeDocument/2006/relationships/image" Target="../media/image390.png"/><Relationship Id="rId65" Type="http://schemas.openxmlformats.org/officeDocument/2006/relationships/customXml" Target="../ink/ink100.xml"/><Relationship Id="rId4" Type="http://schemas.openxmlformats.org/officeDocument/2006/relationships/image" Target="../media/image1110.png"/><Relationship Id="rId9" Type="http://schemas.openxmlformats.org/officeDocument/2006/relationships/customXml" Target="../ink/ink72.xml"/><Relationship Id="rId14" Type="http://schemas.openxmlformats.org/officeDocument/2006/relationships/image" Target="../media/image1610.png"/><Relationship Id="rId22" Type="http://schemas.openxmlformats.org/officeDocument/2006/relationships/image" Target="../media/image200.png"/><Relationship Id="rId27" Type="http://schemas.openxmlformats.org/officeDocument/2006/relationships/customXml" Target="../ink/ink81.xml"/><Relationship Id="rId30" Type="http://schemas.openxmlformats.org/officeDocument/2006/relationships/image" Target="../media/image240.png"/><Relationship Id="rId35" Type="http://schemas.openxmlformats.org/officeDocument/2006/relationships/customXml" Target="../ink/ink85.xml"/><Relationship Id="rId43" Type="http://schemas.openxmlformats.org/officeDocument/2006/relationships/customXml" Target="../ink/ink89.xml"/><Relationship Id="rId48" Type="http://schemas.openxmlformats.org/officeDocument/2006/relationships/image" Target="../media/image330.png"/><Relationship Id="rId56" Type="http://schemas.openxmlformats.org/officeDocument/2006/relationships/image" Target="../media/image370.png"/><Relationship Id="rId64" Type="http://schemas.openxmlformats.org/officeDocument/2006/relationships/image" Target="../media/image410.png"/><Relationship Id="rId8" Type="http://schemas.openxmlformats.org/officeDocument/2006/relationships/image" Target="../media/image1310.png"/><Relationship Id="rId51" Type="http://schemas.openxmlformats.org/officeDocument/2006/relationships/customXml" Target="../ink/ink93.xml"/><Relationship Id="rId3" Type="http://schemas.openxmlformats.org/officeDocument/2006/relationships/customXml" Target="../ink/ink69.xml"/><Relationship Id="rId12" Type="http://schemas.openxmlformats.org/officeDocument/2006/relationships/image" Target="../media/image1510.png"/><Relationship Id="rId17" Type="http://schemas.openxmlformats.org/officeDocument/2006/relationships/customXml" Target="../ink/ink76.xml"/><Relationship Id="rId25" Type="http://schemas.openxmlformats.org/officeDocument/2006/relationships/customXml" Target="../ink/ink80.xml"/><Relationship Id="rId33" Type="http://schemas.openxmlformats.org/officeDocument/2006/relationships/customXml" Target="../ink/ink84.xml"/><Relationship Id="rId38" Type="http://schemas.openxmlformats.org/officeDocument/2006/relationships/image" Target="../media/image280.png"/><Relationship Id="rId46" Type="http://schemas.openxmlformats.org/officeDocument/2006/relationships/image" Target="../media/image320.png"/><Relationship Id="rId59" Type="http://schemas.openxmlformats.org/officeDocument/2006/relationships/customXml" Target="../ink/ink97.xml"/></Relationships>
</file>

<file path=ppt/slides/_rels/slide13.xml.rels><?xml version="1.0" encoding="UTF-8" standalone="yes"?>
<Relationships xmlns="http://schemas.openxmlformats.org/package/2006/relationships"><Relationship Id="rId26" Type="http://schemas.openxmlformats.org/officeDocument/2006/relationships/image" Target="../media/image550.png"/><Relationship Id="rId21" Type="http://schemas.openxmlformats.org/officeDocument/2006/relationships/customXml" Target="../ink/ink110.xml"/><Relationship Id="rId34" Type="http://schemas.openxmlformats.org/officeDocument/2006/relationships/image" Target="../media/image590.png"/><Relationship Id="rId42" Type="http://schemas.openxmlformats.org/officeDocument/2006/relationships/image" Target="../media/image630.png"/><Relationship Id="rId47" Type="http://schemas.openxmlformats.org/officeDocument/2006/relationships/customXml" Target="../ink/ink123.xml"/><Relationship Id="rId50" Type="http://schemas.openxmlformats.org/officeDocument/2006/relationships/image" Target="../media/image670.png"/><Relationship Id="rId55" Type="http://schemas.openxmlformats.org/officeDocument/2006/relationships/customXml" Target="../ink/ink127.xml"/><Relationship Id="rId63" Type="http://schemas.openxmlformats.org/officeDocument/2006/relationships/customXml" Target="../ink/ink131.xml"/><Relationship Id="rId68" Type="http://schemas.openxmlformats.org/officeDocument/2006/relationships/image" Target="../media/image760.png"/><Relationship Id="rId76" Type="http://schemas.openxmlformats.org/officeDocument/2006/relationships/image" Target="../media/image80.png"/><Relationship Id="rId84" Type="http://schemas.openxmlformats.org/officeDocument/2006/relationships/image" Target="../media/image84.png"/><Relationship Id="rId89" Type="http://schemas.openxmlformats.org/officeDocument/2006/relationships/customXml" Target="../ink/ink144.xml"/><Relationship Id="rId97" Type="http://schemas.openxmlformats.org/officeDocument/2006/relationships/customXml" Target="../ink/ink148.xml"/><Relationship Id="rId7" Type="http://schemas.openxmlformats.org/officeDocument/2006/relationships/customXml" Target="../ink/ink103.xml"/><Relationship Id="rId71" Type="http://schemas.openxmlformats.org/officeDocument/2006/relationships/customXml" Target="../ink/ink135.xml"/><Relationship Id="rId92" Type="http://schemas.openxmlformats.org/officeDocument/2006/relationships/image" Target="../media/image88.png"/><Relationship Id="rId2" Type="http://schemas.openxmlformats.org/officeDocument/2006/relationships/image" Target="../media/image78.png"/><Relationship Id="rId16" Type="http://schemas.openxmlformats.org/officeDocument/2006/relationships/image" Target="../media/image500.png"/><Relationship Id="rId29" Type="http://schemas.openxmlformats.org/officeDocument/2006/relationships/customXml" Target="../ink/ink114.xml"/><Relationship Id="rId11" Type="http://schemas.openxmlformats.org/officeDocument/2006/relationships/customXml" Target="../ink/ink105.xml"/><Relationship Id="rId24" Type="http://schemas.openxmlformats.org/officeDocument/2006/relationships/image" Target="../media/image540.png"/><Relationship Id="rId32" Type="http://schemas.openxmlformats.org/officeDocument/2006/relationships/image" Target="../media/image580.png"/><Relationship Id="rId37" Type="http://schemas.openxmlformats.org/officeDocument/2006/relationships/customXml" Target="../ink/ink118.xml"/><Relationship Id="rId40" Type="http://schemas.openxmlformats.org/officeDocument/2006/relationships/image" Target="../media/image620.png"/><Relationship Id="rId45" Type="http://schemas.openxmlformats.org/officeDocument/2006/relationships/customXml" Target="../ink/ink122.xml"/><Relationship Id="rId53" Type="http://schemas.openxmlformats.org/officeDocument/2006/relationships/customXml" Target="../ink/ink126.xml"/><Relationship Id="rId58" Type="http://schemas.openxmlformats.org/officeDocument/2006/relationships/image" Target="../media/image710.png"/><Relationship Id="rId66" Type="http://schemas.openxmlformats.org/officeDocument/2006/relationships/image" Target="../media/image750.png"/><Relationship Id="rId74" Type="http://schemas.openxmlformats.org/officeDocument/2006/relationships/image" Target="../media/image79.png"/><Relationship Id="rId79" Type="http://schemas.openxmlformats.org/officeDocument/2006/relationships/customXml" Target="../ink/ink139.xml"/><Relationship Id="rId87" Type="http://schemas.openxmlformats.org/officeDocument/2006/relationships/customXml" Target="../ink/ink143.xml"/><Relationship Id="rId5" Type="http://schemas.openxmlformats.org/officeDocument/2006/relationships/customXml" Target="../ink/ink102.xml"/><Relationship Id="rId61" Type="http://schemas.openxmlformats.org/officeDocument/2006/relationships/customXml" Target="../ink/ink130.xml"/><Relationship Id="rId82" Type="http://schemas.openxmlformats.org/officeDocument/2006/relationships/image" Target="../media/image83.png"/><Relationship Id="rId90" Type="http://schemas.openxmlformats.org/officeDocument/2006/relationships/image" Target="../media/image87.png"/><Relationship Id="rId95" Type="http://schemas.openxmlformats.org/officeDocument/2006/relationships/customXml" Target="../ink/ink147.xml"/><Relationship Id="rId19" Type="http://schemas.openxmlformats.org/officeDocument/2006/relationships/customXml" Target="../ink/ink109.xml"/><Relationship Id="rId14" Type="http://schemas.openxmlformats.org/officeDocument/2006/relationships/image" Target="../media/image490.png"/><Relationship Id="rId22" Type="http://schemas.openxmlformats.org/officeDocument/2006/relationships/image" Target="../media/image530.png"/><Relationship Id="rId27" Type="http://schemas.openxmlformats.org/officeDocument/2006/relationships/customXml" Target="../ink/ink113.xml"/><Relationship Id="rId30" Type="http://schemas.openxmlformats.org/officeDocument/2006/relationships/image" Target="../media/image570.png"/><Relationship Id="rId35" Type="http://schemas.openxmlformats.org/officeDocument/2006/relationships/customXml" Target="../ink/ink117.xml"/><Relationship Id="rId43" Type="http://schemas.openxmlformats.org/officeDocument/2006/relationships/customXml" Target="../ink/ink121.xml"/><Relationship Id="rId48" Type="http://schemas.openxmlformats.org/officeDocument/2006/relationships/image" Target="../media/image660.png"/><Relationship Id="rId56" Type="http://schemas.openxmlformats.org/officeDocument/2006/relationships/image" Target="../media/image700.png"/><Relationship Id="rId64" Type="http://schemas.openxmlformats.org/officeDocument/2006/relationships/image" Target="../media/image740.png"/><Relationship Id="rId69" Type="http://schemas.openxmlformats.org/officeDocument/2006/relationships/customXml" Target="../ink/ink134.xml"/><Relationship Id="rId77" Type="http://schemas.openxmlformats.org/officeDocument/2006/relationships/customXml" Target="../ink/ink138.xml"/><Relationship Id="rId100" Type="http://schemas.openxmlformats.org/officeDocument/2006/relationships/image" Target="../media/image92.png"/><Relationship Id="rId8" Type="http://schemas.openxmlformats.org/officeDocument/2006/relationships/image" Target="../media/image460.png"/><Relationship Id="rId51" Type="http://schemas.openxmlformats.org/officeDocument/2006/relationships/customXml" Target="../ink/ink125.xml"/><Relationship Id="rId72" Type="http://schemas.openxmlformats.org/officeDocument/2006/relationships/image" Target="../media/image780.png"/><Relationship Id="rId80" Type="http://schemas.openxmlformats.org/officeDocument/2006/relationships/image" Target="../media/image82.png"/><Relationship Id="rId85" Type="http://schemas.openxmlformats.org/officeDocument/2006/relationships/customXml" Target="../ink/ink142.xml"/><Relationship Id="rId93" Type="http://schemas.openxmlformats.org/officeDocument/2006/relationships/customXml" Target="../ink/ink146.xml"/><Relationship Id="rId98" Type="http://schemas.openxmlformats.org/officeDocument/2006/relationships/image" Target="../media/image91.png"/><Relationship Id="rId3" Type="http://schemas.openxmlformats.org/officeDocument/2006/relationships/customXml" Target="../ink/ink101.xml"/><Relationship Id="rId12" Type="http://schemas.openxmlformats.org/officeDocument/2006/relationships/image" Target="../media/image480.png"/><Relationship Id="rId17" Type="http://schemas.openxmlformats.org/officeDocument/2006/relationships/customXml" Target="../ink/ink108.xml"/><Relationship Id="rId25" Type="http://schemas.openxmlformats.org/officeDocument/2006/relationships/customXml" Target="../ink/ink112.xml"/><Relationship Id="rId33" Type="http://schemas.openxmlformats.org/officeDocument/2006/relationships/customXml" Target="../ink/ink116.xml"/><Relationship Id="rId38" Type="http://schemas.openxmlformats.org/officeDocument/2006/relationships/image" Target="../media/image610.png"/><Relationship Id="rId46" Type="http://schemas.openxmlformats.org/officeDocument/2006/relationships/image" Target="../media/image650.png"/><Relationship Id="rId59" Type="http://schemas.openxmlformats.org/officeDocument/2006/relationships/customXml" Target="../ink/ink129.xml"/><Relationship Id="rId67" Type="http://schemas.openxmlformats.org/officeDocument/2006/relationships/customXml" Target="../ink/ink133.xml"/><Relationship Id="rId20" Type="http://schemas.openxmlformats.org/officeDocument/2006/relationships/image" Target="../media/image520.png"/><Relationship Id="rId41" Type="http://schemas.openxmlformats.org/officeDocument/2006/relationships/customXml" Target="../ink/ink120.xml"/><Relationship Id="rId54" Type="http://schemas.openxmlformats.org/officeDocument/2006/relationships/image" Target="../media/image690.png"/><Relationship Id="rId62" Type="http://schemas.openxmlformats.org/officeDocument/2006/relationships/image" Target="../media/image730.png"/><Relationship Id="rId70" Type="http://schemas.openxmlformats.org/officeDocument/2006/relationships/image" Target="../media/image770.png"/><Relationship Id="rId75" Type="http://schemas.openxmlformats.org/officeDocument/2006/relationships/customXml" Target="../ink/ink137.xml"/><Relationship Id="rId83" Type="http://schemas.openxmlformats.org/officeDocument/2006/relationships/customXml" Target="../ink/ink141.xml"/><Relationship Id="rId88" Type="http://schemas.openxmlformats.org/officeDocument/2006/relationships/image" Target="../media/image86.png"/><Relationship Id="rId91" Type="http://schemas.openxmlformats.org/officeDocument/2006/relationships/customXml" Target="../ink/ink145.xml"/><Relationship Id="rId96"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450.png"/><Relationship Id="rId15" Type="http://schemas.openxmlformats.org/officeDocument/2006/relationships/customXml" Target="../ink/ink107.xml"/><Relationship Id="rId23" Type="http://schemas.openxmlformats.org/officeDocument/2006/relationships/customXml" Target="../ink/ink111.xml"/><Relationship Id="rId28" Type="http://schemas.openxmlformats.org/officeDocument/2006/relationships/image" Target="../media/image560.png"/><Relationship Id="rId36" Type="http://schemas.openxmlformats.org/officeDocument/2006/relationships/image" Target="../media/image600.png"/><Relationship Id="rId49" Type="http://schemas.openxmlformats.org/officeDocument/2006/relationships/customXml" Target="../ink/ink124.xml"/><Relationship Id="rId57" Type="http://schemas.openxmlformats.org/officeDocument/2006/relationships/customXml" Target="../ink/ink128.xml"/><Relationship Id="rId10" Type="http://schemas.openxmlformats.org/officeDocument/2006/relationships/image" Target="../media/image470.png"/><Relationship Id="rId31" Type="http://schemas.openxmlformats.org/officeDocument/2006/relationships/customXml" Target="../ink/ink115.xml"/><Relationship Id="rId44" Type="http://schemas.openxmlformats.org/officeDocument/2006/relationships/image" Target="../media/image640.png"/><Relationship Id="rId52" Type="http://schemas.openxmlformats.org/officeDocument/2006/relationships/image" Target="../media/image680.png"/><Relationship Id="rId60" Type="http://schemas.openxmlformats.org/officeDocument/2006/relationships/image" Target="../media/image720.png"/><Relationship Id="rId65" Type="http://schemas.openxmlformats.org/officeDocument/2006/relationships/customXml" Target="../ink/ink132.xml"/><Relationship Id="rId73" Type="http://schemas.openxmlformats.org/officeDocument/2006/relationships/customXml" Target="../ink/ink136.xml"/><Relationship Id="rId78" Type="http://schemas.openxmlformats.org/officeDocument/2006/relationships/image" Target="../media/image81.png"/><Relationship Id="rId81" Type="http://schemas.openxmlformats.org/officeDocument/2006/relationships/customXml" Target="../ink/ink140.xml"/><Relationship Id="rId86" Type="http://schemas.openxmlformats.org/officeDocument/2006/relationships/image" Target="../media/image85.png"/><Relationship Id="rId94" Type="http://schemas.openxmlformats.org/officeDocument/2006/relationships/image" Target="../media/image89.png"/><Relationship Id="rId99" Type="http://schemas.openxmlformats.org/officeDocument/2006/relationships/customXml" Target="../ink/ink149.xml"/><Relationship Id="rId4" Type="http://schemas.openxmlformats.org/officeDocument/2006/relationships/image" Target="../media/image440.png"/><Relationship Id="rId9" Type="http://schemas.openxmlformats.org/officeDocument/2006/relationships/customXml" Target="../ink/ink104.xml"/><Relationship Id="rId13" Type="http://schemas.openxmlformats.org/officeDocument/2006/relationships/customXml" Target="../ink/ink106.xml"/><Relationship Id="rId18" Type="http://schemas.openxmlformats.org/officeDocument/2006/relationships/image" Target="../media/image510.png"/><Relationship Id="rId39" Type="http://schemas.openxmlformats.org/officeDocument/2006/relationships/customXml" Target="../ink/ink119.xml"/></Relationships>
</file>

<file path=ppt/slides/_rels/slide14.xml.rels><?xml version="1.0" encoding="UTF-8" standalone="yes"?>
<Relationships xmlns="http://schemas.openxmlformats.org/package/2006/relationships"><Relationship Id="rId13" Type="http://schemas.openxmlformats.org/officeDocument/2006/relationships/customXml" Target="../ink/ink155.xml"/><Relationship Id="rId18" Type="http://schemas.openxmlformats.org/officeDocument/2006/relationships/image" Target="../media/image101.png"/><Relationship Id="rId26" Type="http://schemas.openxmlformats.org/officeDocument/2006/relationships/image" Target="../media/image105.png"/><Relationship Id="rId39" Type="http://schemas.openxmlformats.org/officeDocument/2006/relationships/customXml" Target="../ink/ink168.xml"/><Relationship Id="rId21" Type="http://schemas.openxmlformats.org/officeDocument/2006/relationships/customXml" Target="../ink/ink159.xml"/><Relationship Id="rId34" Type="http://schemas.openxmlformats.org/officeDocument/2006/relationships/image" Target="../media/image109.png"/><Relationship Id="rId42" Type="http://schemas.openxmlformats.org/officeDocument/2006/relationships/image" Target="../media/image113.png"/><Relationship Id="rId47" Type="http://schemas.openxmlformats.org/officeDocument/2006/relationships/customXml" Target="../ink/ink172.xml"/><Relationship Id="rId50" Type="http://schemas.openxmlformats.org/officeDocument/2006/relationships/image" Target="../media/image117.png"/><Relationship Id="rId55" Type="http://schemas.openxmlformats.org/officeDocument/2006/relationships/customXml" Target="../ink/ink176.xml"/><Relationship Id="rId7" Type="http://schemas.openxmlformats.org/officeDocument/2006/relationships/customXml" Target="../ink/ink152.xml"/><Relationship Id="rId12" Type="http://schemas.openxmlformats.org/officeDocument/2006/relationships/image" Target="../media/image98.png"/><Relationship Id="rId17" Type="http://schemas.openxmlformats.org/officeDocument/2006/relationships/customXml" Target="../ink/ink157.xml"/><Relationship Id="rId25" Type="http://schemas.openxmlformats.org/officeDocument/2006/relationships/customXml" Target="../ink/ink161.xml"/><Relationship Id="rId33" Type="http://schemas.openxmlformats.org/officeDocument/2006/relationships/customXml" Target="../ink/ink165.xml"/><Relationship Id="rId38" Type="http://schemas.openxmlformats.org/officeDocument/2006/relationships/image" Target="../media/image111.png"/><Relationship Id="rId46" Type="http://schemas.openxmlformats.org/officeDocument/2006/relationships/image" Target="../media/image115.png"/><Relationship Id="rId2" Type="http://schemas.openxmlformats.org/officeDocument/2006/relationships/image" Target="../media/image93.png"/><Relationship Id="rId16" Type="http://schemas.openxmlformats.org/officeDocument/2006/relationships/image" Target="../media/image100.png"/><Relationship Id="rId20" Type="http://schemas.openxmlformats.org/officeDocument/2006/relationships/image" Target="../media/image102.png"/><Relationship Id="rId29" Type="http://schemas.openxmlformats.org/officeDocument/2006/relationships/customXml" Target="../ink/ink163.xml"/><Relationship Id="rId41" Type="http://schemas.openxmlformats.org/officeDocument/2006/relationships/customXml" Target="../ink/ink169.xml"/><Relationship Id="rId54" Type="http://schemas.openxmlformats.org/officeDocument/2006/relationships/image" Target="../media/image119.png"/><Relationship Id="rId1" Type="http://schemas.openxmlformats.org/officeDocument/2006/relationships/slideLayout" Target="../slideLayouts/slideLayout2.xml"/><Relationship Id="rId6" Type="http://schemas.openxmlformats.org/officeDocument/2006/relationships/image" Target="../media/image95.png"/><Relationship Id="rId11" Type="http://schemas.openxmlformats.org/officeDocument/2006/relationships/customXml" Target="../ink/ink154.xml"/><Relationship Id="rId24" Type="http://schemas.openxmlformats.org/officeDocument/2006/relationships/image" Target="../media/image104.png"/><Relationship Id="rId32" Type="http://schemas.openxmlformats.org/officeDocument/2006/relationships/image" Target="../media/image108.png"/><Relationship Id="rId37" Type="http://schemas.openxmlformats.org/officeDocument/2006/relationships/customXml" Target="../ink/ink167.xml"/><Relationship Id="rId40" Type="http://schemas.openxmlformats.org/officeDocument/2006/relationships/image" Target="../media/image112.png"/><Relationship Id="rId45" Type="http://schemas.openxmlformats.org/officeDocument/2006/relationships/customXml" Target="../ink/ink171.xml"/><Relationship Id="rId53" Type="http://schemas.openxmlformats.org/officeDocument/2006/relationships/customXml" Target="../ink/ink175.xml"/><Relationship Id="rId5" Type="http://schemas.openxmlformats.org/officeDocument/2006/relationships/customXml" Target="../ink/ink151.xml"/><Relationship Id="rId15" Type="http://schemas.openxmlformats.org/officeDocument/2006/relationships/customXml" Target="../ink/ink156.xml"/><Relationship Id="rId23" Type="http://schemas.openxmlformats.org/officeDocument/2006/relationships/customXml" Target="../ink/ink160.xml"/><Relationship Id="rId28" Type="http://schemas.openxmlformats.org/officeDocument/2006/relationships/image" Target="../media/image106.png"/><Relationship Id="rId36" Type="http://schemas.openxmlformats.org/officeDocument/2006/relationships/image" Target="../media/image110.png"/><Relationship Id="rId49" Type="http://schemas.openxmlformats.org/officeDocument/2006/relationships/customXml" Target="../ink/ink173.xml"/><Relationship Id="rId10" Type="http://schemas.openxmlformats.org/officeDocument/2006/relationships/image" Target="../media/image97.png"/><Relationship Id="rId19" Type="http://schemas.openxmlformats.org/officeDocument/2006/relationships/customXml" Target="../ink/ink158.xml"/><Relationship Id="rId31" Type="http://schemas.openxmlformats.org/officeDocument/2006/relationships/customXml" Target="../ink/ink164.xml"/><Relationship Id="rId44" Type="http://schemas.openxmlformats.org/officeDocument/2006/relationships/image" Target="../media/image114.png"/><Relationship Id="rId52" Type="http://schemas.openxmlformats.org/officeDocument/2006/relationships/image" Target="../media/image118.png"/><Relationship Id="rId4" Type="http://schemas.openxmlformats.org/officeDocument/2006/relationships/image" Target="../media/image94.png"/><Relationship Id="rId9" Type="http://schemas.openxmlformats.org/officeDocument/2006/relationships/customXml" Target="../ink/ink153.xml"/><Relationship Id="rId14" Type="http://schemas.openxmlformats.org/officeDocument/2006/relationships/image" Target="../media/image99.png"/><Relationship Id="rId22" Type="http://schemas.openxmlformats.org/officeDocument/2006/relationships/image" Target="../media/image103.png"/><Relationship Id="rId27" Type="http://schemas.openxmlformats.org/officeDocument/2006/relationships/customXml" Target="../ink/ink162.xml"/><Relationship Id="rId30" Type="http://schemas.openxmlformats.org/officeDocument/2006/relationships/image" Target="../media/image107.png"/><Relationship Id="rId35" Type="http://schemas.openxmlformats.org/officeDocument/2006/relationships/customXml" Target="../ink/ink166.xml"/><Relationship Id="rId43" Type="http://schemas.openxmlformats.org/officeDocument/2006/relationships/customXml" Target="../ink/ink170.xml"/><Relationship Id="rId48" Type="http://schemas.openxmlformats.org/officeDocument/2006/relationships/image" Target="../media/image116.png"/><Relationship Id="rId56" Type="http://schemas.openxmlformats.org/officeDocument/2006/relationships/image" Target="../media/image120.png"/><Relationship Id="rId8" Type="http://schemas.openxmlformats.org/officeDocument/2006/relationships/image" Target="../media/image96.png"/><Relationship Id="rId51" Type="http://schemas.openxmlformats.org/officeDocument/2006/relationships/customXml" Target="../ink/ink174.xml"/><Relationship Id="rId3" Type="http://schemas.openxmlformats.org/officeDocument/2006/relationships/customXml" Target="../ink/ink150.xml"/></Relationships>
</file>

<file path=ppt/slides/_rels/slide15.xml.rels><?xml version="1.0" encoding="UTF-8" standalone="yes"?>
<Relationships xmlns="http://schemas.openxmlformats.org/package/2006/relationships"><Relationship Id="rId26" Type="http://schemas.openxmlformats.org/officeDocument/2006/relationships/image" Target="../media/image133.png"/><Relationship Id="rId117" Type="http://schemas.openxmlformats.org/officeDocument/2006/relationships/customXml" Target="../ink/ink234.xml"/><Relationship Id="rId21" Type="http://schemas.openxmlformats.org/officeDocument/2006/relationships/customXml" Target="../ink/ink186.xml"/><Relationship Id="rId42" Type="http://schemas.openxmlformats.org/officeDocument/2006/relationships/image" Target="../media/image141.png"/><Relationship Id="rId47" Type="http://schemas.openxmlformats.org/officeDocument/2006/relationships/customXml" Target="../ink/ink199.xml"/><Relationship Id="rId63" Type="http://schemas.openxmlformats.org/officeDocument/2006/relationships/customXml" Target="../ink/ink207.xml"/><Relationship Id="rId68" Type="http://schemas.openxmlformats.org/officeDocument/2006/relationships/image" Target="../media/image154.png"/><Relationship Id="rId84" Type="http://schemas.openxmlformats.org/officeDocument/2006/relationships/image" Target="../media/image162.png"/><Relationship Id="rId89" Type="http://schemas.openxmlformats.org/officeDocument/2006/relationships/customXml" Target="../ink/ink220.xml"/><Relationship Id="rId112" Type="http://schemas.openxmlformats.org/officeDocument/2006/relationships/image" Target="../media/image176.png"/><Relationship Id="rId133" Type="http://schemas.openxmlformats.org/officeDocument/2006/relationships/customXml" Target="../ink/ink242.xml"/><Relationship Id="rId138" Type="http://schemas.openxmlformats.org/officeDocument/2006/relationships/image" Target="../media/image189.png"/><Relationship Id="rId154" Type="http://schemas.openxmlformats.org/officeDocument/2006/relationships/image" Target="../media/image197.png"/><Relationship Id="rId16" Type="http://schemas.openxmlformats.org/officeDocument/2006/relationships/image" Target="../media/image128.png"/><Relationship Id="rId107" Type="http://schemas.openxmlformats.org/officeDocument/2006/relationships/customXml" Target="../ink/ink229.xml"/><Relationship Id="rId11" Type="http://schemas.openxmlformats.org/officeDocument/2006/relationships/customXml" Target="../ink/ink181.xml"/><Relationship Id="rId32" Type="http://schemas.openxmlformats.org/officeDocument/2006/relationships/image" Target="../media/image136.png"/><Relationship Id="rId37" Type="http://schemas.openxmlformats.org/officeDocument/2006/relationships/customXml" Target="../ink/ink194.xml"/><Relationship Id="rId53" Type="http://schemas.openxmlformats.org/officeDocument/2006/relationships/customXml" Target="../ink/ink202.xml"/><Relationship Id="rId58" Type="http://schemas.openxmlformats.org/officeDocument/2006/relationships/image" Target="../media/image149.png"/><Relationship Id="rId74" Type="http://schemas.openxmlformats.org/officeDocument/2006/relationships/image" Target="../media/image157.png"/><Relationship Id="rId79" Type="http://schemas.openxmlformats.org/officeDocument/2006/relationships/customXml" Target="../ink/ink215.xml"/><Relationship Id="rId102" Type="http://schemas.openxmlformats.org/officeDocument/2006/relationships/image" Target="../media/image171.png"/><Relationship Id="rId123" Type="http://schemas.openxmlformats.org/officeDocument/2006/relationships/customXml" Target="../ink/ink237.xml"/><Relationship Id="rId128" Type="http://schemas.openxmlformats.org/officeDocument/2006/relationships/image" Target="../media/image184.png"/><Relationship Id="rId144" Type="http://schemas.openxmlformats.org/officeDocument/2006/relationships/image" Target="../media/image192.png"/><Relationship Id="rId149" Type="http://schemas.openxmlformats.org/officeDocument/2006/relationships/customXml" Target="../ink/ink250.xml"/><Relationship Id="rId5" Type="http://schemas.openxmlformats.org/officeDocument/2006/relationships/customXml" Target="../ink/ink178.xml"/><Relationship Id="rId90" Type="http://schemas.openxmlformats.org/officeDocument/2006/relationships/image" Target="../media/image165.png"/><Relationship Id="rId95" Type="http://schemas.openxmlformats.org/officeDocument/2006/relationships/customXml" Target="../ink/ink223.xml"/><Relationship Id="rId22" Type="http://schemas.openxmlformats.org/officeDocument/2006/relationships/image" Target="../media/image131.png"/><Relationship Id="rId27" Type="http://schemas.openxmlformats.org/officeDocument/2006/relationships/customXml" Target="../ink/ink189.xml"/><Relationship Id="rId43" Type="http://schemas.openxmlformats.org/officeDocument/2006/relationships/customXml" Target="../ink/ink197.xml"/><Relationship Id="rId48" Type="http://schemas.openxmlformats.org/officeDocument/2006/relationships/image" Target="../media/image144.png"/><Relationship Id="rId64" Type="http://schemas.openxmlformats.org/officeDocument/2006/relationships/image" Target="../media/image152.png"/><Relationship Id="rId69" Type="http://schemas.openxmlformats.org/officeDocument/2006/relationships/customXml" Target="../ink/ink210.xml"/><Relationship Id="rId113" Type="http://schemas.openxmlformats.org/officeDocument/2006/relationships/customXml" Target="../ink/ink232.xml"/><Relationship Id="rId118" Type="http://schemas.openxmlformats.org/officeDocument/2006/relationships/image" Target="../media/image179.png"/><Relationship Id="rId134" Type="http://schemas.openxmlformats.org/officeDocument/2006/relationships/image" Target="../media/image187.png"/><Relationship Id="rId139" Type="http://schemas.openxmlformats.org/officeDocument/2006/relationships/customXml" Target="../ink/ink245.xml"/><Relationship Id="rId80" Type="http://schemas.openxmlformats.org/officeDocument/2006/relationships/image" Target="../media/image160.png"/><Relationship Id="rId85" Type="http://schemas.openxmlformats.org/officeDocument/2006/relationships/customXml" Target="../ink/ink218.xml"/><Relationship Id="rId150" Type="http://schemas.openxmlformats.org/officeDocument/2006/relationships/image" Target="../media/image195.png"/><Relationship Id="rId155" Type="http://schemas.openxmlformats.org/officeDocument/2006/relationships/customXml" Target="../ink/ink253.xml"/><Relationship Id="rId12" Type="http://schemas.openxmlformats.org/officeDocument/2006/relationships/image" Target="../media/image126.png"/><Relationship Id="rId17" Type="http://schemas.openxmlformats.org/officeDocument/2006/relationships/customXml" Target="../ink/ink184.xml"/><Relationship Id="rId25" Type="http://schemas.openxmlformats.org/officeDocument/2006/relationships/customXml" Target="../ink/ink188.xml"/><Relationship Id="rId33" Type="http://schemas.openxmlformats.org/officeDocument/2006/relationships/customXml" Target="../ink/ink192.xml"/><Relationship Id="rId38" Type="http://schemas.openxmlformats.org/officeDocument/2006/relationships/image" Target="../media/image139.png"/><Relationship Id="rId46" Type="http://schemas.openxmlformats.org/officeDocument/2006/relationships/image" Target="../media/image143.png"/><Relationship Id="rId59" Type="http://schemas.openxmlformats.org/officeDocument/2006/relationships/customXml" Target="../ink/ink205.xml"/><Relationship Id="rId67" Type="http://schemas.openxmlformats.org/officeDocument/2006/relationships/customXml" Target="../ink/ink209.xml"/><Relationship Id="rId103" Type="http://schemas.openxmlformats.org/officeDocument/2006/relationships/customXml" Target="../ink/ink227.xml"/><Relationship Id="rId108" Type="http://schemas.openxmlformats.org/officeDocument/2006/relationships/image" Target="../media/image174.png"/><Relationship Id="rId116" Type="http://schemas.openxmlformats.org/officeDocument/2006/relationships/image" Target="../media/image178.png"/><Relationship Id="rId124" Type="http://schemas.openxmlformats.org/officeDocument/2006/relationships/image" Target="../media/image182.png"/><Relationship Id="rId129" Type="http://schemas.openxmlformats.org/officeDocument/2006/relationships/customXml" Target="../ink/ink240.xml"/><Relationship Id="rId137" Type="http://schemas.openxmlformats.org/officeDocument/2006/relationships/customXml" Target="../ink/ink244.xml"/><Relationship Id="rId20" Type="http://schemas.openxmlformats.org/officeDocument/2006/relationships/image" Target="../media/image130.png"/><Relationship Id="rId41" Type="http://schemas.openxmlformats.org/officeDocument/2006/relationships/customXml" Target="../ink/ink196.xml"/><Relationship Id="rId54" Type="http://schemas.openxmlformats.org/officeDocument/2006/relationships/image" Target="../media/image147.png"/><Relationship Id="rId62" Type="http://schemas.openxmlformats.org/officeDocument/2006/relationships/image" Target="../media/image151.png"/><Relationship Id="rId70" Type="http://schemas.openxmlformats.org/officeDocument/2006/relationships/image" Target="../media/image155.png"/><Relationship Id="rId75" Type="http://schemas.openxmlformats.org/officeDocument/2006/relationships/customXml" Target="../ink/ink213.xml"/><Relationship Id="rId83" Type="http://schemas.openxmlformats.org/officeDocument/2006/relationships/customXml" Target="../ink/ink217.xml"/><Relationship Id="rId88" Type="http://schemas.openxmlformats.org/officeDocument/2006/relationships/image" Target="../media/image164.png"/><Relationship Id="rId91" Type="http://schemas.openxmlformats.org/officeDocument/2006/relationships/customXml" Target="../ink/ink221.xml"/><Relationship Id="rId96" Type="http://schemas.openxmlformats.org/officeDocument/2006/relationships/image" Target="../media/image168.png"/><Relationship Id="rId111" Type="http://schemas.openxmlformats.org/officeDocument/2006/relationships/customXml" Target="../ink/ink231.xml"/><Relationship Id="rId132" Type="http://schemas.openxmlformats.org/officeDocument/2006/relationships/image" Target="../media/image186.png"/><Relationship Id="rId140" Type="http://schemas.openxmlformats.org/officeDocument/2006/relationships/image" Target="../media/image190.png"/><Relationship Id="rId145" Type="http://schemas.openxmlformats.org/officeDocument/2006/relationships/customXml" Target="../ink/ink248.xml"/><Relationship Id="rId153" Type="http://schemas.openxmlformats.org/officeDocument/2006/relationships/customXml" Target="../ink/ink252.xml"/><Relationship Id="rId1" Type="http://schemas.openxmlformats.org/officeDocument/2006/relationships/slideLayout" Target="../slideLayouts/slideLayout2.xml"/><Relationship Id="rId6" Type="http://schemas.openxmlformats.org/officeDocument/2006/relationships/image" Target="../media/image123.png"/><Relationship Id="rId15" Type="http://schemas.openxmlformats.org/officeDocument/2006/relationships/customXml" Target="../ink/ink183.xml"/><Relationship Id="rId23" Type="http://schemas.openxmlformats.org/officeDocument/2006/relationships/customXml" Target="../ink/ink187.xml"/><Relationship Id="rId28" Type="http://schemas.openxmlformats.org/officeDocument/2006/relationships/image" Target="../media/image134.png"/><Relationship Id="rId36" Type="http://schemas.openxmlformats.org/officeDocument/2006/relationships/image" Target="../media/image138.png"/><Relationship Id="rId49" Type="http://schemas.openxmlformats.org/officeDocument/2006/relationships/customXml" Target="../ink/ink200.xml"/><Relationship Id="rId57" Type="http://schemas.openxmlformats.org/officeDocument/2006/relationships/customXml" Target="../ink/ink204.xml"/><Relationship Id="rId106" Type="http://schemas.openxmlformats.org/officeDocument/2006/relationships/image" Target="../media/image173.png"/><Relationship Id="rId114" Type="http://schemas.openxmlformats.org/officeDocument/2006/relationships/image" Target="../media/image177.png"/><Relationship Id="rId119" Type="http://schemas.openxmlformats.org/officeDocument/2006/relationships/customXml" Target="../ink/ink235.xml"/><Relationship Id="rId127" Type="http://schemas.openxmlformats.org/officeDocument/2006/relationships/customXml" Target="../ink/ink239.xml"/><Relationship Id="rId10" Type="http://schemas.openxmlformats.org/officeDocument/2006/relationships/image" Target="../media/image125.png"/><Relationship Id="rId31" Type="http://schemas.openxmlformats.org/officeDocument/2006/relationships/customXml" Target="../ink/ink191.xml"/><Relationship Id="rId44" Type="http://schemas.openxmlformats.org/officeDocument/2006/relationships/image" Target="../media/image142.png"/><Relationship Id="rId52" Type="http://schemas.openxmlformats.org/officeDocument/2006/relationships/image" Target="../media/image146.png"/><Relationship Id="rId60" Type="http://schemas.openxmlformats.org/officeDocument/2006/relationships/image" Target="../media/image150.png"/><Relationship Id="rId65" Type="http://schemas.openxmlformats.org/officeDocument/2006/relationships/customXml" Target="../ink/ink208.xml"/><Relationship Id="rId73" Type="http://schemas.openxmlformats.org/officeDocument/2006/relationships/customXml" Target="../ink/ink212.xml"/><Relationship Id="rId78" Type="http://schemas.openxmlformats.org/officeDocument/2006/relationships/image" Target="../media/image159.png"/><Relationship Id="rId81" Type="http://schemas.openxmlformats.org/officeDocument/2006/relationships/customXml" Target="../ink/ink216.xml"/><Relationship Id="rId86" Type="http://schemas.openxmlformats.org/officeDocument/2006/relationships/image" Target="../media/image163.png"/><Relationship Id="rId94" Type="http://schemas.openxmlformats.org/officeDocument/2006/relationships/image" Target="../media/image167.png"/><Relationship Id="rId99" Type="http://schemas.openxmlformats.org/officeDocument/2006/relationships/customXml" Target="../ink/ink225.xml"/><Relationship Id="rId101" Type="http://schemas.openxmlformats.org/officeDocument/2006/relationships/customXml" Target="../ink/ink226.xml"/><Relationship Id="rId122" Type="http://schemas.openxmlformats.org/officeDocument/2006/relationships/image" Target="../media/image181.png"/><Relationship Id="rId130" Type="http://schemas.openxmlformats.org/officeDocument/2006/relationships/image" Target="../media/image185.png"/><Relationship Id="rId135" Type="http://schemas.openxmlformats.org/officeDocument/2006/relationships/customXml" Target="../ink/ink243.xml"/><Relationship Id="rId143" Type="http://schemas.openxmlformats.org/officeDocument/2006/relationships/customXml" Target="../ink/ink247.xml"/><Relationship Id="rId148" Type="http://schemas.openxmlformats.org/officeDocument/2006/relationships/image" Target="../media/image194.png"/><Relationship Id="rId151" Type="http://schemas.openxmlformats.org/officeDocument/2006/relationships/customXml" Target="../ink/ink251.xml"/><Relationship Id="rId156" Type="http://schemas.openxmlformats.org/officeDocument/2006/relationships/image" Target="../media/image198.png"/><Relationship Id="rId4" Type="http://schemas.openxmlformats.org/officeDocument/2006/relationships/image" Target="../media/image122.png"/><Relationship Id="rId9" Type="http://schemas.openxmlformats.org/officeDocument/2006/relationships/customXml" Target="../ink/ink180.xml"/><Relationship Id="rId13" Type="http://schemas.openxmlformats.org/officeDocument/2006/relationships/customXml" Target="../ink/ink182.xml"/><Relationship Id="rId18" Type="http://schemas.openxmlformats.org/officeDocument/2006/relationships/image" Target="../media/image129.png"/><Relationship Id="rId39" Type="http://schemas.openxmlformats.org/officeDocument/2006/relationships/customXml" Target="../ink/ink195.xml"/><Relationship Id="rId109" Type="http://schemas.openxmlformats.org/officeDocument/2006/relationships/customXml" Target="../ink/ink230.xml"/><Relationship Id="rId34" Type="http://schemas.openxmlformats.org/officeDocument/2006/relationships/image" Target="../media/image137.png"/><Relationship Id="rId50" Type="http://schemas.openxmlformats.org/officeDocument/2006/relationships/image" Target="../media/image145.png"/><Relationship Id="rId55" Type="http://schemas.openxmlformats.org/officeDocument/2006/relationships/customXml" Target="../ink/ink203.xml"/><Relationship Id="rId76" Type="http://schemas.openxmlformats.org/officeDocument/2006/relationships/image" Target="../media/image158.png"/><Relationship Id="rId97" Type="http://schemas.openxmlformats.org/officeDocument/2006/relationships/customXml" Target="../ink/ink224.xml"/><Relationship Id="rId104" Type="http://schemas.openxmlformats.org/officeDocument/2006/relationships/image" Target="../media/image172.png"/><Relationship Id="rId120" Type="http://schemas.openxmlformats.org/officeDocument/2006/relationships/image" Target="../media/image180.png"/><Relationship Id="rId125" Type="http://schemas.openxmlformats.org/officeDocument/2006/relationships/customXml" Target="../ink/ink238.xml"/><Relationship Id="rId141" Type="http://schemas.openxmlformats.org/officeDocument/2006/relationships/customXml" Target="../ink/ink246.xml"/><Relationship Id="rId146" Type="http://schemas.openxmlformats.org/officeDocument/2006/relationships/image" Target="../media/image193.png"/><Relationship Id="rId7" Type="http://schemas.openxmlformats.org/officeDocument/2006/relationships/customXml" Target="../ink/ink179.xml"/><Relationship Id="rId71" Type="http://schemas.openxmlformats.org/officeDocument/2006/relationships/customXml" Target="../ink/ink211.xml"/><Relationship Id="rId92" Type="http://schemas.openxmlformats.org/officeDocument/2006/relationships/image" Target="../media/image166.png"/><Relationship Id="rId2" Type="http://schemas.openxmlformats.org/officeDocument/2006/relationships/image" Target="../media/image121.png"/><Relationship Id="rId29" Type="http://schemas.openxmlformats.org/officeDocument/2006/relationships/customXml" Target="../ink/ink190.xml"/><Relationship Id="rId24" Type="http://schemas.openxmlformats.org/officeDocument/2006/relationships/image" Target="../media/image132.png"/><Relationship Id="rId40" Type="http://schemas.openxmlformats.org/officeDocument/2006/relationships/image" Target="../media/image140.png"/><Relationship Id="rId45" Type="http://schemas.openxmlformats.org/officeDocument/2006/relationships/customXml" Target="../ink/ink198.xml"/><Relationship Id="rId66" Type="http://schemas.openxmlformats.org/officeDocument/2006/relationships/image" Target="../media/image153.png"/><Relationship Id="rId87" Type="http://schemas.openxmlformats.org/officeDocument/2006/relationships/customXml" Target="../ink/ink219.xml"/><Relationship Id="rId110" Type="http://schemas.openxmlformats.org/officeDocument/2006/relationships/image" Target="../media/image175.png"/><Relationship Id="rId115" Type="http://schemas.openxmlformats.org/officeDocument/2006/relationships/customXml" Target="../ink/ink233.xml"/><Relationship Id="rId131" Type="http://schemas.openxmlformats.org/officeDocument/2006/relationships/customXml" Target="../ink/ink241.xml"/><Relationship Id="rId136" Type="http://schemas.openxmlformats.org/officeDocument/2006/relationships/image" Target="../media/image188.png"/><Relationship Id="rId61" Type="http://schemas.openxmlformats.org/officeDocument/2006/relationships/customXml" Target="../ink/ink206.xml"/><Relationship Id="rId82" Type="http://schemas.openxmlformats.org/officeDocument/2006/relationships/image" Target="../media/image161.png"/><Relationship Id="rId152" Type="http://schemas.openxmlformats.org/officeDocument/2006/relationships/image" Target="../media/image196.png"/><Relationship Id="rId19" Type="http://schemas.openxmlformats.org/officeDocument/2006/relationships/customXml" Target="../ink/ink185.xml"/><Relationship Id="rId14" Type="http://schemas.openxmlformats.org/officeDocument/2006/relationships/image" Target="../media/image127.png"/><Relationship Id="rId30" Type="http://schemas.openxmlformats.org/officeDocument/2006/relationships/image" Target="../media/image135.png"/><Relationship Id="rId35" Type="http://schemas.openxmlformats.org/officeDocument/2006/relationships/customXml" Target="../ink/ink193.xml"/><Relationship Id="rId56" Type="http://schemas.openxmlformats.org/officeDocument/2006/relationships/image" Target="../media/image148.png"/><Relationship Id="rId77" Type="http://schemas.openxmlformats.org/officeDocument/2006/relationships/customXml" Target="../ink/ink214.xml"/><Relationship Id="rId100" Type="http://schemas.openxmlformats.org/officeDocument/2006/relationships/image" Target="../media/image170.png"/><Relationship Id="rId105" Type="http://schemas.openxmlformats.org/officeDocument/2006/relationships/customXml" Target="../ink/ink228.xml"/><Relationship Id="rId126" Type="http://schemas.openxmlformats.org/officeDocument/2006/relationships/image" Target="../media/image183.png"/><Relationship Id="rId147" Type="http://schemas.openxmlformats.org/officeDocument/2006/relationships/customXml" Target="../ink/ink249.xml"/><Relationship Id="rId8" Type="http://schemas.openxmlformats.org/officeDocument/2006/relationships/image" Target="../media/image124.png"/><Relationship Id="rId51" Type="http://schemas.openxmlformats.org/officeDocument/2006/relationships/customXml" Target="../ink/ink201.xml"/><Relationship Id="rId72" Type="http://schemas.openxmlformats.org/officeDocument/2006/relationships/image" Target="../media/image156.png"/><Relationship Id="rId93" Type="http://schemas.openxmlformats.org/officeDocument/2006/relationships/customXml" Target="../ink/ink222.xml"/><Relationship Id="rId98" Type="http://schemas.openxmlformats.org/officeDocument/2006/relationships/image" Target="../media/image169.png"/><Relationship Id="rId121" Type="http://schemas.openxmlformats.org/officeDocument/2006/relationships/customXml" Target="../ink/ink236.xml"/><Relationship Id="rId142" Type="http://schemas.openxmlformats.org/officeDocument/2006/relationships/image" Target="../media/image191.png"/><Relationship Id="rId3" Type="http://schemas.openxmlformats.org/officeDocument/2006/relationships/customXml" Target="../ink/ink17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168E-2889-EB8C-92FA-7877BF03BF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794BC54-B250-3BBA-201F-0D64DA16973D}"/>
              </a:ext>
            </a:extLst>
          </p:cNvPr>
          <p:cNvSpPr txBox="1"/>
          <p:nvPr/>
        </p:nvSpPr>
        <p:spPr>
          <a:xfrm>
            <a:off x="1110996" y="2155966"/>
            <a:ext cx="9179052" cy="646331"/>
          </a:xfrm>
          <a:prstGeom prst="rect">
            <a:avLst/>
          </a:prstGeom>
          <a:noFill/>
        </p:spPr>
        <p:txBody>
          <a:bodyPr wrap="square">
            <a:spAutoFit/>
          </a:bodyPr>
          <a:lstStyle/>
          <a:p>
            <a:pPr algn="ctr">
              <a:buNone/>
            </a:pPr>
            <a:r>
              <a:rPr lang="en-US" sz="3600" dirty="0">
                <a:solidFill>
                  <a:schemeClr val="accent6">
                    <a:lumMod val="60000"/>
                    <a:lumOff val="40000"/>
                  </a:schemeClr>
                </a:solidFill>
              </a:rPr>
              <a:t>Creating and Using the API Key</a:t>
            </a:r>
          </a:p>
        </p:txBody>
      </p:sp>
    </p:spTree>
    <p:extLst>
      <p:ext uri="{BB962C8B-B14F-4D97-AF65-F5344CB8AC3E}">
        <p14:creationId xmlns:p14="http://schemas.microsoft.com/office/powerpoint/2010/main" val="1917880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B4BE1-51F7-56F8-E9C9-4F70901132B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EA1AEC1-F6FF-2799-AE98-8528BBFF12E4}"/>
              </a:ext>
            </a:extLst>
          </p:cNvPr>
          <p:cNvSpPr txBox="1"/>
          <p:nvPr/>
        </p:nvSpPr>
        <p:spPr>
          <a:xfrm>
            <a:off x="704088" y="1479310"/>
            <a:ext cx="9954006" cy="1938992"/>
          </a:xfrm>
          <a:prstGeom prst="rect">
            <a:avLst/>
          </a:prstGeom>
          <a:noFill/>
        </p:spPr>
        <p:txBody>
          <a:bodyPr wrap="square">
            <a:spAutoFit/>
          </a:bodyPr>
          <a:lstStyle/>
          <a:p>
            <a:r>
              <a:rPr lang="en-US" sz="2400" dirty="0">
                <a:solidFill>
                  <a:schemeClr val="accent6">
                    <a:lumMod val="60000"/>
                    <a:lumOff val="40000"/>
                  </a:schemeClr>
                </a:solidFill>
              </a:rPr>
              <a:t>In Oracle Cloud Infrastructure (OCI), you need an </a:t>
            </a:r>
            <a:r>
              <a:rPr lang="en-US" sz="2400" b="1" dirty="0">
                <a:solidFill>
                  <a:schemeClr val="accent6">
                    <a:lumMod val="60000"/>
                    <a:lumOff val="40000"/>
                  </a:schemeClr>
                </a:solidFill>
              </a:rPr>
              <a:t>API key</a:t>
            </a:r>
            <a:r>
              <a:rPr lang="en-US" sz="2400" dirty="0">
                <a:solidFill>
                  <a:schemeClr val="accent6">
                    <a:lumMod val="60000"/>
                    <a:lumOff val="40000"/>
                  </a:schemeClr>
                </a:solidFill>
              </a:rPr>
              <a:t> to securely connect</a:t>
            </a:r>
          </a:p>
          <a:p>
            <a:pPr marL="342900" indent="-342900">
              <a:buFont typeface="Arial" panose="020B0604020202020204" pitchFamily="34" charset="0"/>
              <a:buChar char="•"/>
            </a:pPr>
            <a:r>
              <a:rPr lang="en-US" sz="2400" dirty="0">
                <a:solidFill>
                  <a:schemeClr val="accent6">
                    <a:lumMod val="60000"/>
                    <a:lumOff val="40000"/>
                  </a:schemeClr>
                </a:solidFill>
              </a:rPr>
              <a:t>your external custom code (Python, etc.), </a:t>
            </a:r>
          </a:p>
          <a:p>
            <a:pPr marL="342900" indent="-342900">
              <a:buFont typeface="Arial" panose="020B0604020202020204" pitchFamily="34" charset="0"/>
              <a:buChar char="•"/>
            </a:pPr>
            <a:r>
              <a:rPr lang="en-US" sz="2400" dirty="0">
                <a:solidFill>
                  <a:schemeClr val="accent6">
                    <a:lumMod val="60000"/>
                    <a:lumOff val="40000"/>
                  </a:schemeClr>
                </a:solidFill>
              </a:rPr>
              <a:t>local software development kits (SDKs), or </a:t>
            </a:r>
          </a:p>
          <a:p>
            <a:pPr marL="342900" indent="-342900">
              <a:buFont typeface="Arial" panose="020B0604020202020204" pitchFamily="34" charset="0"/>
              <a:buChar char="•"/>
            </a:pPr>
            <a:r>
              <a:rPr lang="en-US" sz="2400" dirty="0">
                <a:solidFill>
                  <a:schemeClr val="accent6">
                    <a:lumMod val="60000"/>
                    <a:lumOff val="40000"/>
                  </a:schemeClr>
                </a:solidFill>
              </a:rPr>
              <a:t>the OCI Command Line Interface (CLI) </a:t>
            </a:r>
          </a:p>
          <a:p>
            <a:r>
              <a:rPr lang="en-US" sz="2400" dirty="0">
                <a:solidFill>
                  <a:schemeClr val="accent6">
                    <a:lumMod val="60000"/>
                    <a:lumOff val="40000"/>
                  </a:schemeClr>
                </a:solidFill>
              </a:rPr>
              <a:t>to your cloud account.</a:t>
            </a:r>
          </a:p>
        </p:txBody>
      </p:sp>
    </p:spTree>
    <p:extLst>
      <p:ext uri="{BB962C8B-B14F-4D97-AF65-F5344CB8AC3E}">
        <p14:creationId xmlns:p14="http://schemas.microsoft.com/office/powerpoint/2010/main" val="484012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04D77-811B-33DF-948B-86DF45660CF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9CC6BE0-4395-84DC-C8A5-932214B6E5C3}"/>
              </a:ext>
            </a:extLst>
          </p:cNvPr>
          <p:cNvSpPr txBox="1"/>
          <p:nvPr/>
        </p:nvSpPr>
        <p:spPr>
          <a:xfrm>
            <a:off x="630936" y="500902"/>
            <a:ext cx="10991088" cy="5632311"/>
          </a:xfrm>
          <a:prstGeom prst="rect">
            <a:avLst/>
          </a:prstGeom>
          <a:noFill/>
        </p:spPr>
        <p:txBody>
          <a:bodyPr wrap="square">
            <a:spAutoFit/>
          </a:bodyPr>
          <a:lstStyle/>
          <a:p>
            <a:r>
              <a:rPr lang="en-US" sz="2400" b="1" dirty="0">
                <a:solidFill>
                  <a:schemeClr val="accent6">
                    <a:lumMod val="60000"/>
                    <a:lumOff val="40000"/>
                  </a:schemeClr>
                </a:solidFill>
              </a:rPr>
              <a:t>Why You Need It</a:t>
            </a:r>
          </a:p>
          <a:p>
            <a:pPr marL="342900" indent="-342900">
              <a:buFont typeface="Arial" panose="020B0604020202020204" pitchFamily="34" charset="0"/>
              <a:buChar char="•"/>
            </a:pPr>
            <a:r>
              <a:rPr lang="en-US" sz="2400" b="1" dirty="0">
                <a:solidFill>
                  <a:schemeClr val="accent6">
                    <a:lumMod val="60000"/>
                    <a:lumOff val="40000"/>
                  </a:schemeClr>
                </a:solidFill>
              </a:rPr>
              <a:t>Secure Authentication (No Passwords):</a:t>
            </a:r>
            <a:r>
              <a:rPr lang="en-US" sz="2400" dirty="0">
                <a:solidFill>
                  <a:schemeClr val="accent6">
                    <a:lumMod val="60000"/>
                    <a:lumOff val="40000"/>
                  </a:schemeClr>
                </a:solidFill>
              </a:rPr>
              <a:t> When writing code (such as a Python script calling the OCI Language service), passing your human login password over the web is highly insecure. Instead, OCI uses an asymmetric </a:t>
            </a:r>
            <a:r>
              <a:rPr lang="en-US" sz="2400" b="1" dirty="0">
                <a:solidFill>
                  <a:schemeClr val="accent6">
                    <a:lumMod val="60000"/>
                    <a:lumOff val="40000"/>
                  </a:schemeClr>
                </a:solidFill>
              </a:rPr>
              <a:t>RSA Key Pair</a:t>
            </a:r>
            <a:r>
              <a:rPr lang="en-US" sz="2400" dirty="0">
                <a:solidFill>
                  <a:schemeClr val="accent6">
                    <a:lumMod val="60000"/>
                    <a:lumOff val="40000"/>
                  </a:schemeClr>
                </a:solidFill>
              </a:rPr>
              <a:t> (a Private Key kept on your computer and a Public Key uploaded to OCI).</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Cryptographic Signing:</a:t>
            </a:r>
            <a:r>
              <a:rPr lang="en-US" sz="2400" dirty="0">
                <a:solidFill>
                  <a:schemeClr val="accent6">
                    <a:lumMod val="60000"/>
                    <a:lumOff val="40000"/>
                  </a:schemeClr>
                </a:solidFill>
              </a:rPr>
              <a:t> Your local application code uses your private key to cryptographically "sign" every single API request it sends. When Oracle receives the request, it verifies the signature against the uploaded public key to confirm that the request genuinely came from you. </a:t>
            </a:r>
          </a:p>
          <a:p>
            <a:pPr marL="342900" indent="-342900">
              <a:buFont typeface="Arial" panose="020B0604020202020204" pitchFamily="34" charset="0"/>
              <a:buChar char="•"/>
            </a:pPr>
            <a:endParaRPr lang="en-US" sz="2400" dirty="0">
              <a:solidFill>
                <a:schemeClr val="accent6">
                  <a:lumMod val="60000"/>
                  <a:lumOff val="40000"/>
                </a:schemeClr>
              </a:solidFill>
            </a:endParaRPr>
          </a:p>
          <a:p>
            <a:pPr marL="342900" indent="-342900">
              <a:buFont typeface="Arial" panose="020B0604020202020204" pitchFamily="34" charset="0"/>
              <a:buChar char="•"/>
            </a:pPr>
            <a:r>
              <a:rPr lang="en-US" sz="2400" b="1" dirty="0">
                <a:solidFill>
                  <a:schemeClr val="accent6">
                    <a:lumMod val="60000"/>
                    <a:lumOff val="40000"/>
                  </a:schemeClr>
                </a:solidFill>
              </a:rPr>
              <a:t>Identity &amp; Permissions Enforcement:</a:t>
            </a:r>
            <a:r>
              <a:rPr lang="en-US" sz="2400" dirty="0">
                <a:solidFill>
                  <a:schemeClr val="accent6">
                    <a:lumMod val="60000"/>
                    <a:lumOff val="40000"/>
                  </a:schemeClr>
                </a:solidFill>
              </a:rPr>
              <a:t> The API key maps the code directly to your OCI User profile. This allows the Identity and Access Management (IAM) framework to confirm that you have the approved permissions to access resources, like extracting text or saving files to a bucket.</a:t>
            </a:r>
          </a:p>
        </p:txBody>
      </p:sp>
    </p:spTree>
    <p:extLst>
      <p:ext uri="{BB962C8B-B14F-4D97-AF65-F5344CB8AC3E}">
        <p14:creationId xmlns:p14="http://schemas.microsoft.com/office/powerpoint/2010/main" val="4265701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1702-55C3-06B7-80B3-C1335041494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B2F200B-2B59-2D8B-5981-554FF0CF10EB}"/>
              </a:ext>
            </a:extLst>
          </p:cNvPr>
          <p:cNvSpPr txBox="1"/>
          <p:nvPr/>
        </p:nvSpPr>
        <p:spPr>
          <a:xfrm>
            <a:off x="1506474" y="1351508"/>
            <a:ext cx="9179052" cy="4893647"/>
          </a:xfrm>
          <a:prstGeom prst="rect">
            <a:avLst/>
          </a:prstGeom>
          <a:noFill/>
        </p:spPr>
        <p:txBody>
          <a:bodyPr wrap="square">
            <a:spAutoFit/>
          </a:bodyPr>
          <a:lstStyle/>
          <a:p>
            <a:r>
              <a:rPr lang="en-US" sz="2400" b="1" u="sng" dirty="0">
                <a:solidFill>
                  <a:schemeClr val="accent6">
                    <a:lumMod val="60000"/>
                    <a:lumOff val="40000"/>
                  </a:schemeClr>
                </a:solidFill>
              </a:rPr>
              <a:t>General Steps</a:t>
            </a:r>
            <a:endParaRPr lang="en-US" sz="2400" u="sng" dirty="0">
              <a:solidFill>
                <a:schemeClr val="accent6">
                  <a:lumMod val="60000"/>
                  <a:lumOff val="40000"/>
                </a:schemeClr>
              </a:solidFill>
            </a:endParaRPr>
          </a:p>
          <a:p>
            <a:endParaRPr lang="en-US" sz="2400" b="1" dirty="0">
              <a:solidFill>
                <a:schemeClr val="accent6">
                  <a:lumMod val="60000"/>
                  <a:lumOff val="40000"/>
                </a:schemeClr>
              </a:solidFill>
            </a:endParaRPr>
          </a:p>
          <a:p>
            <a:r>
              <a:rPr lang="en-US" sz="2400" dirty="0">
                <a:solidFill>
                  <a:schemeClr val="accent6">
                    <a:lumMod val="60000"/>
                    <a:lumOff val="40000"/>
                  </a:schemeClr>
                </a:solidFill>
              </a:rPr>
              <a:t>1) Navigate to Profile → User Settings → API Keys</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2) Generate -&gt; API RSA Key Pair</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3) Download the </a:t>
            </a:r>
            <a:r>
              <a:rPr lang="en-US" sz="2400" b="1" dirty="0">
                <a:solidFill>
                  <a:schemeClr val="accent6">
                    <a:lumMod val="60000"/>
                    <a:lumOff val="40000"/>
                  </a:schemeClr>
                </a:solidFill>
              </a:rPr>
              <a:t>private</a:t>
            </a:r>
            <a:r>
              <a:rPr lang="en-US" sz="2400" dirty="0">
                <a:solidFill>
                  <a:schemeClr val="accent6">
                    <a:lumMod val="60000"/>
                    <a:lumOff val="40000"/>
                  </a:schemeClr>
                </a:solidFill>
              </a:rPr>
              <a:t> key:</a:t>
            </a:r>
          </a:p>
          <a:p>
            <a:pPr marL="342900" indent="-342900">
              <a:buFont typeface="Arial" panose="020B0604020202020204" pitchFamily="34" charset="0"/>
              <a:buChar char="•"/>
            </a:pPr>
            <a:r>
              <a:rPr lang="en-US" sz="2400" dirty="0">
                <a:solidFill>
                  <a:schemeClr val="accent6">
                    <a:lumMod val="60000"/>
                    <a:lumOff val="40000"/>
                  </a:schemeClr>
                </a:solidFill>
              </a:rPr>
              <a:t>Create a </a:t>
            </a:r>
            <a:r>
              <a:rPr lang="en-US" sz="2400" b="1" u="sng" dirty="0">
                <a:solidFill>
                  <a:schemeClr val="accent6">
                    <a:lumMod val="60000"/>
                    <a:lumOff val="40000"/>
                  </a:schemeClr>
                </a:solidFill>
              </a:rPr>
              <a:t>config</a:t>
            </a:r>
            <a:r>
              <a:rPr lang="en-US" sz="2400" dirty="0">
                <a:solidFill>
                  <a:schemeClr val="accent6">
                    <a:lumMod val="60000"/>
                    <a:lumOff val="40000"/>
                  </a:schemeClr>
                </a:solidFill>
              </a:rPr>
              <a:t> file as described in the OCI instruction</a:t>
            </a:r>
          </a:p>
          <a:p>
            <a:pPr marL="342900" indent="-342900">
              <a:buFont typeface="Arial" panose="020B0604020202020204" pitchFamily="34" charset="0"/>
              <a:buChar char="•"/>
            </a:pPr>
            <a:r>
              <a:rPr lang="en-US" sz="2400" dirty="0">
                <a:solidFill>
                  <a:schemeClr val="accent6">
                    <a:lumMod val="60000"/>
                    <a:lumOff val="40000"/>
                  </a:schemeClr>
                </a:solidFill>
              </a:rPr>
              <a:t>Your </a:t>
            </a:r>
            <a:r>
              <a:rPr lang="en-US" sz="2400" b="1" u="sng" dirty="0" err="1">
                <a:solidFill>
                  <a:schemeClr val="accent6">
                    <a:lumMod val="60000"/>
                    <a:lumOff val="40000"/>
                  </a:schemeClr>
                </a:solidFill>
              </a:rPr>
              <a:t>private.pem</a:t>
            </a:r>
            <a:r>
              <a:rPr lang="en-US" sz="2400" b="1" u="sng" dirty="0">
                <a:solidFill>
                  <a:schemeClr val="accent6">
                    <a:lumMod val="60000"/>
                    <a:lumOff val="40000"/>
                  </a:schemeClr>
                </a:solidFill>
              </a:rPr>
              <a:t> </a:t>
            </a:r>
            <a:r>
              <a:rPr lang="en-US" sz="2400" dirty="0">
                <a:solidFill>
                  <a:schemeClr val="accent6">
                    <a:lumMod val="60000"/>
                    <a:lumOff val="40000"/>
                  </a:schemeClr>
                </a:solidFill>
              </a:rPr>
              <a:t>would get added here</a:t>
            </a:r>
          </a:p>
          <a:p>
            <a:pPr marL="342900" indent="-342900">
              <a:buFont typeface="Arial" panose="020B0604020202020204" pitchFamily="34" charset="0"/>
              <a:buChar char="•"/>
            </a:pPr>
            <a:endParaRPr lang="en-US" sz="2400" dirty="0">
              <a:solidFill>
                <a:schemeClr val="accent6">
                  <a:lumMod val="60000"/>
                  <a:lumOff val="40000"/>
                </a:schemeClr>
              </a:solidFill>
            </a:endParaRPr>
          </a:p>
          <a:p>
            <a:r>
              <a:rPr lang="en-US" sz="2400" dirty="0">
                <a:solidFill>
                  <a:schemeClr val="accent6">
                    <a:lumMod val="60000"/>
                    <a:lumOff val="40000"/>
                  </a:schemeClr>
                </a:solidFill>
              </a:rPr>
              <a:t>4) Put above files in a special directory</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5) Test the API key through the python code</a:t>
            </a:r>
          </a:p>
        </p:txBody>
      </p:sp>
    </p:spTree>
    <p:extLst>
      <p:ext uri="{BB962C8B-B14F-4D97-AF65-F5344CB8AC3E}">
        <p14:creationId xmlns:p14="http://schemas.microsoft.com/office/powerpoint/2010/main" val="2604592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09C3-3B38-B83F-142B-7036570EBAD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F4970B3-B0BC-9747-618C-10BE1FFE5F6B}"/>
              </a:ext>
            </a:extLst>
          </p:cNvPr>
          <p:cNvPicPr>
            <a:picLocks noChangeAspect="1"/>
          </p:cNvPicPr>
          <p:nvPr/>
        </p:nvPicPr>
        <p:blipFill>
          <a:blip r:embed="rId2"/>
          <a:stretch>
            <a:fillRect/>
          </a:stretch>
        </p:blipFill>
        <p:spPr>
          <a:xfrm>
            <a:off x="0" y="2057399"/>
            <a:ext cx="11973588" cy="4563809"/>
          </a:xfrm>
          <a:prstGeom prst="rect">
            <a:avLst/>
          </a:prstGeom>
        </p:spPr>
      </p:pic>
      <p:grpSp>
        <p:nvGrpSpPr>
          <p:cNvPr id="7" name="Group 6">
            <a:extLst>
              <a:ext uri="{FF2B5EF4-FFF2-40B4-BE49-F238E27FC236}">
                <a16:creationId xmlns:a16="http://schemas.microsoft.com/office/drawing/2014/main" id="{7939608E-B510-F899-0DF6-7208DE1C2735}"/>
              </a:ext>
            </a:extLst>
          </p:cNvPr>
          <p:cNvGrpSpPr/>
          <p:nvPr/>
        </p:nvGrpSpPr>
        <p:grpSpPr>
          <a:xfrm>
            <a:off x="9252144" y="4691376"/>
            <a:ext cx="1967760" cy="439560"/>
            <a:chOff x="9252144" y="4691376"/>
            <a:chExt cx="1967760" cy="43956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2CC54CE-13D8-C26F-C637-8BCE21DAFC28}"/>
                    </a:ext>
                  </a:extLst>
                </p14:cNvPr>
                <p14:cNvContentPartPr/>
                <p14:nvPr/>
              </p14:nvContentPartPr>
              <p14:xfrm>
                <a:off x="9252144" y="4818456"/>
                <a:ext cx="1620000" cy="312480"/>
              </p14:xfrm>
            </p:contentPart>
          </mc:Choice>
          <mc:Fallback xmlns="">
            <p:pic>
              <p:nvPicPr>
                <p:cNvPr id="4" name="Ink 3">
                  <a:extLst>
                    <a:ext uri="{FF2B5EF4-FFF2-40B4-BE49-F238E27FC236}">
                      <a16:creationId xmlns:a16="http://schemas.microsoft.com/office/drawing/2014/main" id="{12CC54CE-13D8-C26F-C637-8BCE21DAFC28}"/>
                    </a:ext>
                  </a:extLst>
                </p:cNvPr>
                <p:cNvPicPr/>
                <p:nvPr/>
              </p:nvPicPr>
              <p:blipFill>
                <a:blip r:embed="rId4"/>
                <a:stretch>
                  <a:fillRect/>
                </a:stretch>
              </p:blipFill>
              <p:spPr>
                <a:xfrm>
                  <a:off x="9234144" y="4800816"/>
                  <a:ext cx="165564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CF7AB9F1-810E-84BF-D18F-2BF245C81D40}"/>
                    </a:ext>
                  </a:extLst>
                </p14:cNvPr>
                <p14:cNvContentPartPr/>
                <p14:nvPr/>
              </p14:nvContentPartPr>
              <p14:xfrm>
                <a:off x="11002464" y="4691376"/>
                <a:ext cx="217440" cy="153720"/>
              </p14:xfrm>
            </p:contentPart>
          </mc:Choice>
          <mc:Fallback xmlns="">
            <p:pic>
              <p:nvPicPr>
                <p:cNvPr id="6" name="Ink 5">
                  <a:extLst>
                    <a:ext uri="{FF2B5EF4-FFF2-40B4-BE49-F238E27FC236}">
                      <a16:creationId xmlns:a16="http://schemas.microsoft.com/office/drawing/2014/main" id="{CF7AB9F1-810E-84BF-D18F-2BF245C81D40}"/>
                    </a:ext>
                  </a:extLst>
                </p:cNvPr>
                <p:cNvPicPr/>
                <p:nvPr/>
              </p:nvPicPr>
              <p:blipFill>
                <a:blip r:embed="rId6"/>
                <a:stretch>
                  <a:fillRect/>
                </a:stretch>
              </p:blipFill>
              <p:spPr>
                <a:xfrm>
                  <a:off x="10984824" y="4673736"/>
                  <a:ext cx="253080" cy="189360"/>
                </a:xfrm>
                <a:prstGeom prst="rect">
                  <a:avLst/>
                </a:prstGeom>
              </p:spPr>
            </p:pic>
          </mc:Fallback>
        </mc:AlternateContent>
      </p:grpSp>
    </p:spTree>
    <p:extLst>
      <p:ext uri="{BB962C8B-B14F-4D97-AF65-F5344CB8AC3E}">
        <p14:creationId xmlns:p14="http://schemas.microsoft.com/office/powerpoint/2010/main" val="853685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16535-DFFC-E3EF-3F61-893E5714CAA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AA45723-78D9-B4BF-9707-E5F4CB64823E}"/>
              </a:ext>
            </a:extLst>
          </p:cNvPr>
          <p:cNvPicPr>
            <a:picLocks noChangeAspect="1"/>
          </p:cNvPicPr>
          <p:nvPr/>
        </p:nvPicPr>
        <p:blipFill>
          <a:blip r:embed="rId2"/>
          <a:stretch>
            <a:fillRect/>
          </a:stretch>
        </p:blipFill>
        <p:spPr>
          <a:xfrm>
            <a:off x="118228" y="1015158"/>
            <a:ext cx="11955543" cy="5687219"/>
          </a:xfrm>
          <a:prstGeom prst="rect">
            <a:avLst/>
          </a:prstGeom>
        </p:spPr>
      </p:pic>
    </p:spTree>
    <p:extLst>
      <p:ext uri="{BB962C8B-B14F-4D97-AF65-F5344CB8AC3E}">
        <p14:creationId xmlns:p14="http://schemas.microsoft.com/office/powerpoint/2010/main" val="2169493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2E8CF-684B-B7D8-CF11-1EFF197729BC}"/>
            </a:ext>
          </a:extLst>
        </p:cNvPr>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1E44659E-1E25-96EA-0AEB-A1E00D20C01A}"/>
                  </a:ext>
                </a:extLst>
              </p14:cNvPr>
              <p14:cNvContentPartPr/>
              <p14:nvPr/>
            </p14:nvContentPartPr>
            <p14:xfrm>
              <a:off x="5065704" y="4324896"/>
              <a:ext cx="360" cy="360"/>
            </p14:xfrm>
          </p:contentPart>
        </mc:Choice>
        <mc:Fallback xmlns="">
          <p:pic>
            <p:nvPicPr>
              <p:cNvPr id="2" name="Ink 1">
                <a:extLst>
                  <a:ext uri="{FF2B5EF4-FFF2-40B4-BE49-F238E27FC236}">
                    <a16:creationId xmlns:a16="http://schemas.microsoft.com/office/drawing/2014/main" id="{1E44659E-1E25-96EA-0AEB-A1E00D20C01A}"/>
                  </a:ext>
                </a:extLst>
              </p:cNvPr>
              <p:cNvPicPr/>
              <p:nvPr/>
            </p:nvPicPr>
            <p:blipFill>
              <a:blip r:embed="rId3"/>
              <a:stretch>
                <a:fillRect/>
              </a:stretch>
            </p:blipFill>
            <p:spPr>
              <a:xfrm>
                <a:off x="5047704" y="4307256"/>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32C367DC-50F3-A2C4-FBDA-E41827DEA3D2}"/>
                  </a:ext>
                </a:extLst>
              </p14:cNvPr>
              <p14:cNvContentPartPr/>
              <p14:nvPr/>
            </p14:nvContentPartPr>
            <p14:xfrm>
              <a:off x="5138784" y="3895056"/>
              <a:ext cx="360" cy="360"/>
            </p14:xfrm>
          </p:contentPart>
        </mc:Choice>
        <mc:Fallback xmlns="">
          <p:pic>
            <p:nvPicPr>
              <p:cNvPr id="4" name="Ink 3">
                <a:extLst>
                  <a:ext uri="{FF2B5EF4-FFF2-40B4-BE49-F238E27FC236}">
                    <a16:creationId xmlns:a16="http://schemas.microsoft.com/office/drawing/2014/main" id="{32C367DC-50F3-A2C4-FBDA-E41827DEA3D2}"/>
                  </a:ext>
                </a:extLst>
              </p:cNvPr>
              <p:cNvPicPr/>
              <p:nvPr/>
            </p:nvPicPr>
            <p:blipFill>
              <a:blip r:embed="rId3"/>
              <a:stretch>
                <a:fillRect/>
              </a:stretch>
            </p:blipFill>
            <p:spPr>
              <a:xfrm>
                <a:off x="5121144" y="3877416"/>
                <a:ext cx="36000" cy="36000"/>
              </a:xfrm>
              <a:prstGeom prst="rect">
                <a:avLst/>
              </a:prstGeom>
            </p:spPr>
          </p:pic>
        </mc:Fallback>
      </mc:AlternateContent>
      <p:pic>
        <p:nvPicPr>
          <p:cNvPr id="6" name="Picture 5">
            <a:extLst>
              <a:ext uri="{FF2B5EF4-FFF2-40B4-BE49-F238E27FC236}">
                <a16:creationId xmlns:a16="http://schemas.microsoft.com/office/drawing/2014/main" id="{64248AC3-62E9-0DB6-57F5-96DF0FEC037F}"/>
              </a:ext>
            </a:extLst>
          </p:cNvPr>
          <p:cNvPicPr>
            <a:picLocks noChangeAspect="1"/>
          </p:cNvPicPr>
          <p:nvPr/>
        </p:nvPicPr>
        <p:blipFill>
          <a:blip r:embed="rId5"/>
          <a:stretch>
            <a:fillRect/>
          </a:stretch>
        </p:blipFill>
        <p:spPr>
          <a:xfrm>
            <a:off x="155448" y="905799"/>
            <a:ext cx="11679936" cy="5952201"/>
          </a:xfrm>
          <a:prstGeom prst="rect">
            <a:avLst/>
          </a:prstGeom>
        </p:spPr>
      </p:pic>
      <p:grpSp>
        <p:nvGrpSpPr>
          <p:cNvPr id="11" name="Group 10">
            <a:extLst>
              <a:ext uri="{FF2B5EF4-FFF2-40B4-BE49-F238E27FC236}">
                <a16:creationId xmlns:a16="http://schemas.microsoft.com/office/drawing/2014/main" id="{3AEAFE1B-43B6-BF92-E297-952B9972B7A1}"/>
              </a:ext>
            </a:extLst>
          </p:cNvPr>
          <p:cNvGrpSpPr/>
          <p:nvPr/>
        </p:nvGrpSpPr>
        <p:grpSpPr>
          <a:xfrm>
            <a:off x="2629584" y="2741616"/>
            <a:ext cx="763920" cy="361080"/>
            <a:chOff x="2629584" y="2741616"/>
            <a:chExt cx="763920" cy="361080"/>
          </a:xfrm>
        </p:grpSpPr>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3EDDF62D-AC9C-E5A3-86F5-F59618101037}"/>
                    </a:ext>
                  </a:extLst>
                </p14:cNvPr>
                <p14:cNvContentPartPr/>
                <p14:nvPr/>
              </p14:nvContentPartPr>
              <p14:xfrm>
                <a:off x="2629584" y="2741616"/>
                <a:ext cx="244080" cy="172440"/>
              </p14:xfrm>
            </p:contentPart>
          </mc:Choice>
          <mc:Fallback xmlns="">
            <p:pic>
              <p:nvPicPr>
                <p:cNvPr id="8" name="Ink 7">
                  <a:extLst>
                    <a:ext uri="{FF2B5EF4-FFF2-40B4-BE49-F238E27FC236}">
                      <a16:creationId xmlns:a16="http://schemas.microsoft.com/office/drawing/2014/main" id="{3EDDF62D-AC9C-E5A3-86F5-F59618101037}"/>
                    </a:ext>
                  </a:extLst>
                </p:cNvPr>
                <p:cNvPicPr/>
                <p:nvPr/>
              </p:nvPicPr>
              <p:blipFill>
                <a:blip r:embed="rId7"/>
                <a:stretch>
                  <a:fillRect/>
                </a:stretch>
              </p:blipFill>
              <p:spPr>
                <a:xfrm>
                  <a:off x="2593584" y="2705976"/>
                  <a:ext cx="3157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5D79B573-942B-0148-CC7D-B62EC47CBFE9}"/>
                    </a:ext>
                  </a:extLst>
                </p14:cNvPr>
                <p14:cNvContentPartPr/>
                <p14:nvPr/>
              </p14:nvContentPartPr>
              <p14:xfrm>
                <a:off x="3195504" y="2867616"/>
                <a:ext cx="16920" cy="121680"/>
              </p14:xfrm>
            </p:contentPart>
          </mc:Choice>
          <mc:Fallback xmlns="">
            <p:pic>
              <p:nvPicPr>
                <p:cNvPr id="9" name="Ink 8">
                  <a:extLst>
                    <a:ext uri="{FF2B5EF4-FFF2-40B4-BE49-F238E27FC236}">
                      <a16:creationId xmlns:a16="http://schemas.microsoft.com/office/drawing/2014/main" id="{5D79B573-942B-0148-CC7D-B62EC47CBFE9}"/>
                    </a:ext>
                  </a:extLst>
                </p:cNvPr>
                <p:cNvPicPr/>
                <p:nvPr/>
              </p:nvPicPr>
              <p:blipFill>
                <a:blip r:embed="rId9"/>
                <a:stretch>
                  <a:fillRect/>
                </a:stretch>
              </p:blipFill>
              <p:spPr>
                <a:xfrm>
                  <a:off x="3159504" y="2831616"/>
                  <a:ext cx="885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B8F1BEFE-7DA7-78D8-DC38-2449CBA54D40}"/>
                    </a:ext>
                  </a:extLst>
                </p14:cNvPr>
                <p14:cNvContentPartPr/>
                <p14:nvPr/>
              </p14:nvContentPartPr>
              <p14:xfrm>
                <a:off x="3016584" y="2767896"/>
                <a:ext cx="376920" cy="334800"/>
              </p14:xfrm>
            </p:contentPart>
          </mc:Choice>
          <mc:Fallback xmlns="">
            <p:pic>
              <p:nvPicPr>
                <p:cNvPr id="10" name="Ink 9">
                  <a:extLst>
                    <a:ext uri="{FF2B5EF4-FFF2-40B4-BE49-F238E27FC236}">
                      <a16:creationId xmlns:a16="http://schemas.microsoft.com/office/drawing/2014/main" id="{B8F1BEFE-7DA7-78D8-DC38-2449CBA54D40}"/>
                    </a:ext>
                  </a:extLst>
                </p:cNvPr>
                <p:cNvPicPr/>
                <p:nvPr/>
              </p:nvPicPr>
              <p:blipFill>
                <a:blip r:embed="rId11"/>
                <a:stretch>
                  <a:fillRect/>
                </a:stretch>
              </p:blipFill>
              <p:spPr>
                <a:xfrm>
                  <a:off x="2980944" y="2731896"/>
                  <a:ext cx="448560" cy="406440"/>
                </a:xfrm>
                <a:prstGeom prst="rect">
                  <a:avLst/>
                </a:prstGeom>
              </p:spPr>
            </p:pic>
          </mc:Fallback>
        </mc:AlternateContent>
      </p:grpSp>
      <p:grpSp>
        <p:nvGrpSpPr>
          <p:cNvPr id="26" name="Group 25">
            <a:extLst>
              <a:ext uri="{FF2B5EF4-FFF2-40B4-BE49-F238E27FC236}">
                <a16:creationId xmlns:a16="http://schemas.microsoft.com/office/drawing/2014/main" id="{3C57245C-D6D1-3061-3D38-C7FA7758D3AB}"/>
              </a:ext>
            </a:extLst>
          </p:cNvPr>
          <p:cNvGrpSpPr/>
          <p:nvPr/>
        </p:nvGrpSpPr>
        <p:grpSpPr>
          <a:xfrm>
            <a:off x="2363544" y="3999816"/>
            <a:ext cx="3483360" cy="472320"/>
            <a:chOff x="2363544" y="3999816"/>
            <a:chExt cx="3483360" cy="472320"/>
          </a:xfrm>
        </p:grpSpPr>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9785AA3F-3329-4615-E790-EB7939140949}"/>
                    </a:ext>
                  </a:extLst>
                </p14:cNvPr>
                <p14:cNvContentPartPr/>
                <p14:nvPr/>
              </p14:nvContentPartPr>
              <p14:xfrm>
                <a:off x="2363544" y="4173336"/>
                <a:ext cx="250200" cy="175680"/>
              </p14:xfrm>
            </p:contentPart>
          </mc:Choice>
          <mc:Fallback xmlns="">
            <p:pic>
              <p:nvPicPr>
                <p:cNvPr id="12" name="Ink 11">
                  <a:extLst>
                    <a:ext uri="{FF2B5EF4-FFF2-40B4-BE49-F238E27FC236}">
                      <a16:creationId xmlns:a16="http://schemas.microsoft.com/office/drawing/2014/main" id="{9785AA3F-3329-4615-E790-EB7939140949}"/>
                    </a:ext>
                  </a:extLst>
                </p:cNvPr>
                <p:cNvPicPr/>
                <p:nvPr/>
              </p:nvPicPr>
              <p:blipFill>
                <a:blip r:embed="rId13"/>
                <a:stretch>
                  <a:fillRect/>
                </a:stretch>
              </p:blipFill>
              <p:spPr>
                <a:xfrm>
                  <a:off x="2327904" y="4137696"/>
                  <a:ext cx="3218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F2DC44E0-F9D7-29D3-AEE8-C35BFF7362F0}"/>
                    </a:ext>
                  </a:extLst>
                </p14:cNvPr>
                <p14:cNvContentPartPr/>
                <p14:nvPr/>
              </p14:nvContentPartPr>
              <p14:xfrm>
                <a:off x="2831904" y="4266216"/>
                <a:ext cx="218520" cy="134280"/>
              </p14:xfrm>
            </p:contentPart>
          </mc:Choice>
          <mc:Fallback xmlns="">
            <p:pic>
              <p:nvPicPr>
                <p:cNvPr id="13" name="Ink 12">
                  <a:extLst>
                    <a:ext uri="{FF2B5EF4-FFF2-40B4-BE49-F238E27FC236}">
                      <a16:creationId xmlns:a16="http://schemas.microsoft.com/office/drawing/2014/main" id="{F2DC44E0-F9D7-29D3-AEE8-C35BFF7362F0}"/>
                    </a:ext>
                  </a:extLst>
                </p:cNvPr>
                <p:cNvPicPr/>
                <p:nvPr/>
              </p:nvPicPr>
              <p:blipFill>
                <a:blip r:embed="rId15"/>
                <a:stretch>
                  <a:fillRect/>
                </a:stretch>
              </p:blipFill>
              <p:spPr>
                <a:xfrm>
                  <a:off x="2795904" y="4230216"/>
                  <a:ext cx="2901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9E051481-817F-8A6F-E0D0-AE3C6CDB0043}"/>
                    </a:ext>
                  </a:extLst>
                </p14:cNvPr>
                <p14:cNvContentPartPr/>
                <p14:nvPr/>
              </p14:nvContentPartPr>
              <p14:xfrm>
                <a:off x="2748744" y="4122936"/>
                <a:ext cx="434520" cy="349200"/>
              </p14:xfrm>
            </p:contentPart>
          </mc:Choice>
          <mc:Fallback xmlns="">
            <p:pic>
              <p:nvPicPr>
                <p:cNvPr id="14" name="Ink 13">
                  <a:extLst>
                    <a:ext uri="{FF2B5EF4-FFF2-40B4-BE49-F238E27FC236}">
                      <a16:creationId xmlns:a16="http://schemas.microsoft.com/office/drawing/2014/main" id="{9E051481-817F-8A6F-E0D0-AE3C6CDB0043}"/>
                    </a:ext>
                  </a:extLst>
                </p:cNvPr>
                <p:cNvPicPr/>
                <p:nvPr/>
              </p:nvPicPr>
              <p:blipFill>
                <a:blip r:embed="rId17"/>
                <a:stretch>
                  <a:fillRect/>
                </a:stretch>
              </p:blipFill>
              <p:spPr>
                <a:xfrm>
                  <a:off x="2713104" y="4086936"/>
                  <a:ext cx="506160" cy="420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A8065D01-B9AE-0BB3-3234-A7D3F90F5F3F}"/>
                    </a:ext>
                  </a:extLst>
                </p14:cNvPr>
                <p14:cNvContentPartPr/>
                <p14:nvPr/>
              </p14:nvContentPartPr>
              <p14:xfrm>
                <a:off x="3420864" y="4203576"/>
                <a:ext cx="269280" cy="155160"/>
              </p14:xfrm>
            </p:contentPart>
          </mc:Choice>
          <mc:Fallback xmlns="">
            <p:pic>
              <p:nvPicPr>
                <p:cNvPr id="16" name="Ink 15">
                  <a:extLst>
                    <a:ext uri="{FF2B5EF4-FFF2-40B4-BE49-F238E27FC236}">
                      <a16:creationId xmlns:a16="http://schemas.microsoft.com/office/drawing/2014/main" id="{A8065D01-B9AE-0BB3-3234-A7D3F90F5F3F}"/>
                    </a:ext>
                  </a:extLst>
                </p:cNvPr>
                <p:cNvPicPr/>
                <p:nvPr/>
              </p:nvPicPr>
              <p:blipFill>
                <a:blip r:embed="rId19"/>
                <a:stretch>
                  <a:fillRect/>
                </a:stretch>
              </p:blipFill>
              <p:spPr>
                <a:xfrm>
                  <a:off x="3385224" y="4167936"/>
                  <a:ext cx="34092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1B0EB372-D96E-4715-9F38-1DA6EF935827}"/>
                    </a:ext>
                  </a:extLst>
                </p14:cNvPr>
                <p14:cNvContentPartPr/>
                <p14:nvPr/>
              </p14:nvContentPartPr>
              <p14:xfrm>
                <a:off x="3707424" y="4059216"/>
                <a:ext cx="80640" cy="296640"/>
              </p14:xfrm>
            </p:contentPart>
          </mc:Choice>
          <mc:Fallback xmlns="">
            <p:pic>
              <p:nvPicPr>
                <p:cNvPr id="17" name="Ink 16">
                  <a:extLst>
                    <a:ext uri="{FF2B5EF4-FFF2-40B4-BE49-F238E27FC236}">
                      <a16:creationId xmlns:a16="http://schemas.microsoft.com/office/drawing/2014/main" id="{1B0EB372-D96E-4715-9F38-1DA6EF935827}"/>
                    </a:ext>
                  </a:extLst>
                </p:cNvPr>
                <p:cNvPicPr/>
                <p:nvPr/>
              </p:nvPicPr>
              <p:blipFill>
                <a:blip r:embed="rId21"/>
                <a:stretch>
                  <a:fillRect/>
                </a:stretch>
              </p:blipFill>
              <p:spPr>
                <a:xfrm>
                  <a:off x="3671784" y="4023576"/>
                  <a:ext cx="152280" cy="368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Ink 17">
                  <a:extLst>
                    <a:ext uri="{FF2B5EF4-FFF2-40B4-BE49-F238E27FC236}">
                      <a16:creationId xmlns:a16="http://schemas.microsoft.com/office/drawing/2014/main" id="{80BD4233-53CE-9D8A-62EF-9F6F9ED152CA}"/>
                    </a:ext>
                  </a:extLst>
                </p14:cNvPr>
                <p14:cNvContentPartPr/>
                <p14:nvPr/>
              </p14:nvContentPartPr>
              <p14:xfrm>
                <a:off x="3918024" y="4261536"/>
                <a:ext cx="37800" cy="100800"/>
              </p14:xfrm>
            </p:contentPart>
          </mc:Choice>
          <mc:Fallback xmlns="">
            <p:pic>
              <p:nvPicPr>
                <p:cNvPr id="18" name="Ink 17">
                  <a:extLst>
                    <a:ext uri="{FF2B5EF4-FFF2-40B4-BE49-F238E27FC236}">
                      <a16:creationId xmlns:a16="http://schemas.microsoft.com/office/drawing/2014/main" id="{80BD4233-53CE-9D8A-62EF-9F6F9ED152CA}"/>
                    </a:ext>
                  </a:extLst>
                </p:cNvPr>
                <p:cNvPicPr/>
                <p:nvPr/>
              </p:nvPicPr>
              <p:blipFill>
                <a:blip r:embed="rId23"/>
                <a:stretch>
                  <a:fillRect/>
                </a:stretch>
              </p:blipFill>
              <p:spPr>
                <a:xfrm>
                  <a:off x="3882024" y="4225536"/>
                  <a:ext cx="10944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C5E0D720-9789-2542-FA34-94165EE9958D}"/>
                    </a:ext>
                  </a:extLst>
                </p14:cNvPr>
                <p14:cNvContentPartPr/>
                <p14:nvPr/>
              </p14:nvContentPartPr>
              <p14:xfrm>
                <a:off x="3903264" y="4170816"/>
                <a:ext cx="13320" cy="34920"/>
              </p14:xfrm>
            </p:contentPart>
          </mc:Choice>
          <mc:Fallback xmlns="">
            <p:pic>
              <p:nvPicPr>
                <p:cNvPr id="19" name="Ink 18">
                  <a:extLst>
                    <a:ext uri="{FF2B5EF4-FFF2-40B4-BE49-F238E27FC236}">
                      <a16:creationId xmlns:a16="http://schemas.microsoft.com/office/drawing/2014/main" id="{C5E0D720-9789-2542-FA34-94165EE9958D}"/>
                    </a:ext>
                  </a:extLst>
                </p:cNvPr>
                <p:cNvPicPr/>
                <p:nvPr/>
              </p:nvPicPr>
              <p:blipFill>
                <a:blip r:embed="rId25"/>
                <a:stretch>
                  <a:fillRect/>
                </a:stretch>
              </p:blipFill>
              <p:spPr>
                <a:xfrm>
                  <a:off x="3867264" y="4134816"/>
                  <a:ext cx="8496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EFF8E538-543A-8924-9571-18CA02399616}"/>
                    </a:ext>
                  </a:extLst>
                </p14:cNvPr>
                <p14:cNvContentPartPr/>
                <p14:nvPr/>
              </p14:nvContentPartPr>
              <p14:xfrm>
                <a:off x="4035024" y="4228056"/>
                <a:ext cx="154800" cy="113400"/>
              </p14:xfrm>
            </p:contentPart>
          </mc:Choice>
          <mc:Fallback xmlns="">
            <p:pic>
              <p:nvPicPr>
                <p:cNvPr id="20" name="Ink 19">
                  <a:extLst>
                    <a:ext uri="{FF2B5EF4-FFF2-40B4-BE49-F238E27FC236}">
                      <a16:creationId xmlns:a16="http://schemas.microsoft.com/office/drawing/2014/main" id="{EFF8E538-543A-8924-9571-18CA02399616}"/>
                    </a:ext>
                  </a:extLst>
                </p:cNvPr>
                <p:cNvPicPr/>
                <p:nvPr/>
              </p:nvPicPr>
              <p:blipFill>
                <a:blip r:embed="rId27"/>
                <a:stretch>
                  <a:fillRect/>
                </a:stretch>
              </p:blipFill>
              <p:spPr>
                <a:xfrm>
                  <a:off x="3999384" y="4192056"/>
                  <a:ext cx="2264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7B3BC4F6-0489-2F0E-A816-9E809BEC8E49}"/>
                    </a:ext>
                  </a:extLst>
                </p14:cNvPr>
                <p14:cNvContentPartPr/>
                <p14:nvPr/>
              </p14:nvContentPartPr>
              <p14:xfrm>
                <a:off x="4189824" y="4007736"/>
                <a:ext cx="281880" cy="299520"/>
              </p14:xfrm>
            </p:contentPart>
          </mc:Choice>
          <mc:Fallback xmlns="">
            <p:pic>
              <p:nvPicPr>
                <p:cNvPr id="21" name="Ink 20">
                  <a:extLst>
                    <a:ext uri="{FF2B5EF4-FFF2-40B4-BE49-F238E27FC236}">
                      <a16:creationId xmlns:a16="http://schemas.microsoft.com/office/drawing/2014/main" id="{7B3BC4F6-0489-2F0E-A816-9E809BEC8E49}"/>
                    </a:ext>
                  </a:extLst>
                </p:cNvPr>
                <p:cNvPicPr/>
                <p:nvPr/>
              </p:nvPicPr>
              <p:blipFill>
                <a:blip r:embed="rId29"/>
                <a:stretch>
                  <a:fillRect/>
                </a:stretch>
              </p:blipFill>
              <p:spPr>
                <a:xfrm>
                  <a:off x="4153824" y="3972096"/>
                  <a:ext cx="35352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4947C974-D712-35E9-A938-B8830196A4B0}"/>
                    </a:ext>
                  </a:extLst>
                </p14:cNvPr>
                <p14:cNvContentPartPr/>
                <p14:nvPr/>
              </p14:nvContentPartPr>
              <p14:xfrm>
                <a:off x="4713984" y="3999816"/>
                <a:ext cx="316080" cy="286920"/>
              </p14:xfrm>
            </p:contentPart>
          </mc:Choice>
          <mc:Fallback xmlns="">
            <p:pic>
              <p:nvPicPr>
                <p:cNvPr id="22" name="Ink 21">
                  <a:extLst>
                    <a:ext uri="{FF2B5EF4-FFF2-40B4-BE49-F238E27FC236}">
                      <a16:creationId xmlns:a16="http://schemas.microsoft.com/office/drawing/2014/main" id="{4947C974-D712-35E9-A938-B8830196A4B0}"/>
                    </a:ext>
                  </a:extLst>
                </p:cNvPr>
                <p:cNvPicPr/>
                <p:nvPr/>
              </p:nvPicPr>
              <p:blipFill>
                <a:blip r:embed="rId31"/>
                <a:stretch>
                  <a:fillRect/>
                </a:stretch>
              </p:blipFill>
              <p:spPr>
                <a:xfrm>
                  <a:off x="4678344" y="3964176"/>
                  <a:ext cx="38772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AA3E0019-FF02-B395-3DE5-5E9ABDE5D490}"/>
                    </a:ext>
                  </a:extLst>
                </p14:cNvPr>
                <p14:cNvContentPartPr/>
                <p14:nvPr/>
              </p14:nvContentPartPr>
              <p14:xfrm>
                <a:off x="5130504" y="4132296"/>
                <a:ext cx="174240" cy="126000"/>
              </p14:xfrm>
            </p:contentPart>
          </mc:Choice>
          <mc:Fallback xmlns="">
            <p:pic>
              <p:nvPicPr>
                <p:cNvPr id="23" name="Ink 22">
                  <a:extLst>
                    <a:ext uri="{FF2B5EF4-FFF2-40B4-BE49-F238E27FC236}">
                      <a16:creationId xmlns:a16="http://schemas.microsoft.com/office/drawing/2014/main" id="{AA3E0019-FF02-B395-3DE5-5E9ABDE5D490}"/>
                    </a:ext>
                  </a:extLst>
                </p:cNvPr>
                <p:cNvPicPr/>
                <p:nvPr/>
              </p:nvPicPr>
              <p:blipFill>
                <a:blip r:embed="rId33"/>
                <a:stretch>
                  <a:fillRect/>
                </a:stretch>
              </p:blipFill>
              <p:spPr>
                <a:xfrm>
                  <a:off x="5094504" y="4096656"/>
                  <a:ext cx="2458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6D439FD5-6F87-923B-7DAB-41C91EE6DD66}"/>
                    </a:ext>
                  </a:extLst>
                </p14:cNvPr>
                <p14:cNvContentPartPr/>
                <p14:nvPr/>
              </p14:nvContentPartPr>
              <p14:xfrm>
                <a:off x="5333904" y="4078296"/>
                <a:ext cx="278640" cy="162000"/>
              </p14:xfrm>
            </p:contentPart>
          </mc:Choice>
          <mc:Fallback xmlns="">
            <p:pic>
              <p:nvPicPr>
                <p:cNvPr id="24" name="Ink 23">
                  <a:extLst>
                    <a:ext uri="{FF2B5EF4-FFF2-40B4-BE49-F238E27FC236}">
                      <a16:creationId xmlns:a16="http://schemas.microsoft.com/office/drawing/2014/main" id="{6D439FD5-6F87-923B-7DAB-41C91EE6DD66}"/>
                    </a:ext>
                  </a:extLst>
                </p:cNvPr>
                <p:cNvPicPr/>
                <p:nvPr/>
              </p:nvPicPr>
              <p:blipFill>
                <a:blip r:embed="rId35"/>
                <a:stretch>
                  <a:fillRect/>
                </a:stretch>
              </p:blipFill>
              <p:spPr>
                <a:xfrm>
                  <a:off x="5297904" y="4042656"/>
                  <a:ext cx="3502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F71E95F6-C080-8212-43AF-DF94C8283677}"/>
                    </a:ext>
                  </a:extLst>
                </p14:cNvPr>
                <p14:cNvContentPartPr/>
                <p14:nvPr/>
              </p14:nvContentPartPr>
              <p14:xfrm>
                <a:off x="5644944" y="4161096"/>
                <a:ext cx="201960" cy="101160"/>
              </p14:xfrm>
            </p:contentPart>
          </mc:Choice>
          <mc:Fallback xmlns="">
            <p:pic>
              <p:nvPicPr>
                <p:cNvPr id="25" name="Ink 24">
                  <a:extLst>
                    <a:ext uri="{FF2B5EF4-FFF2-40B4-BE49-F238E27FC236}">
                      <a16:creationId xmlns:a16="http://schemas.microsoft.com/office/drawing/2014/main" id="{F71E95F6-C080-8212-43AF-DF94C8283677}"/>
                    </a:ext>
                  </a:extLst>
                </p:cNvPr>
                <p:cNvPicPr/>
                <p:nvPr/>
              </p:nvPicPr>
              <p:blipFill>
                <a:blip r:embed="rId37"/>
                <a:stretch>
                  <a:fillRect/>
                </a:stretch>
              </p:blipFill>
              <p:spPr>
                <a:xfrm>
                  <a:off x="5608944" y="4125096"/>
                  <a:ext cx="273600" cy="172800"/>
                </a:xfrm>
                <a:prstGeom prst="rect">
                  <a:avLst/>
                </a:prstGeom>
              </p:spPr>
            </p:pic>
          </mc:Fallback>
        </mc:AlternateContent>
      </p:grpSp>
      <p:grpSp>
        <p:nvGrpSpPr>
          <p:cNvPr id="29" name="Group 28">
            <a:extLst>
              <a:ext uri="{FF2B5EF4-FFF2-40B4-BE49-F238E27FC236}">
                <a16:creationId xmlns:a16="http://schemas.microsoft.com/office/drawing/2014/main" id="{8EF1EA08-5C03-3146-C55B-6368EC73F48E}"/>
              </a:ext>
            </a:extLst>
          </p:cNvPr>
          <p:cNvGrpSpPr/>
          <p:nvPr/>
        </p:nvGrpSpPr>
        <p:grpSpPr>
          <a:xfrm>
            <a:off x="3111624" y="5381496"/>
            <a:ext cx="411480" cy="457560"/>
            <a:chOff x="3111624" y="5381496"/>
            <a:chExt cx="411480" cy="457560"/>
          </a:xfrm>
        </p:grpSpPr>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EDA3D8AF-8F8D-58E7-5564-2CF72A4D1C40}"/>
                    </a:ext>
                  </a:extLst>
                </p14:cNvPr>
                <p14:cNvContentPartPr/>
                <p14:nvPr/>
              </p14:nvContentPartPr>
              <p14:xfrm>
                <a:off x="3204864" y="5515776"/>
                <a:ext cx="230040" cy="174960"/>
              </p14:xfrm>
            </p:contentPart>
          </mc:Choice>
          <mc:Fallback xmlns="">
            <p:pic>
              <p:nvPicPr>
                <p:cNvPr id="27" name="Ink 26">
                  <a:extLst>
                    <a:ext uri="{FF2B5EF4-FFF2-40B4-BE49-F238E27FC236}">
                      <a16:creationId xmlns:a16="http://schemas.microsoft.com/office/drawing/2014/main" id="{EDA3D8AF-8F8D-58E7-5564-2CF72A4D1C40}"/>
                    </a:ext>
                  </a:extLst>
                </p:cNvPr>
                <p:cNvPicPr/>
                <p:nvPr/>
              </p:nvPicPr>
              <p:blipFill>
                <a:blip r:embed="rId39"/>
                <a:stretch>
                  <a:fillRect/>
                </a:stretch>
              </p:blipFill>
              <p:spPr>
                <a:xfrm>
                  <a:off x="3168864" y="5479776"/>
                  <a:ext cx="3016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3EEBF872-1225-9A20-E18C-CC7BC743B5DF}"/>
                    </a:ext>
                  </a:extLst>
                </p14:cNvPr>
                <p14:cNvContentPartPr/>
                <p14:nvPr/>
              </p14:nvContentPartPr>
              <p14:xfrm>
                <a:off x="3111624" y="5381496"/>
                <a:ext cx="411480" cy="457560"/>
              </p14:xfrm>
            </p:contentPart>
          </mc:Choice>
          <mc:Fallback xmlns="">
            <p:pic>
              <p:nvPicPr>
                <p:cNvPr id="28" name="Ink 27">
                  <a:extLst>
                    <a:ext uri="{FF2B5EF4-FFF2-40B4-BE49-F238E27FC236}">
                      <a16:creationId xmlns:a16="http://schemas.microsoft.com/office/drawing/2014/main" id="{3EEBF872-1225-9A20-E18C-CC7BC743B5DF}"/>
                    </a:ext>
                  </a:extLst>
                </p:cNvPr>
                <p:cNvPicPr/>
                <p:nvPr/>
              </p:nvPicPr>
              <p:blipFill>
                <a:blip r:embed="rId41"/>
                <a:stretch>
                  <a:fillRect/>
                </a:stretch>
              </p:blipFill>
              <p:spPr>
                <a:xfrm>
                  <a:off x="3075624" y="5345496"/>
                  <a:ext cx="483120" cy="529200"/>
                </a:xfrm>
                <a:prstGeom prst="rect">
                  <a:avLst/>
                </a:prstGeom>
              </p:spPr>
            </p:pic>
          </mc:Fallback>
        </mc:AlternateContent>
      </p:grpSp>
      <p:grpSp>
        <p:nvGrpSpPr>
          <p:cNvPr id="35" name="Group 34">
            <a:extLst>
              <a:ext uri="{FF2B5EF4-FFF2-40B4-BE49-F238E27FC236}">
                <a16:creationId xmlns:a16="http://schemas.microsoft.com/office/drawing/2014/main" id="{1605BF66-7E9C-AC00-4546-434354CAC773}"/>
              </a:ext>
            </a:extLst>
          </p:cNvPr>
          <p:cNvGrpSpPr/>
          <p:nvPr/>
        </p:nvGrpSpPr>
        <p:grpSpPr>
          <a:xfrm>
            <a:off x="3727584" y="5401296"/>
            <a:ext cx="948240" cy="316800"/>
            <a:chOff x="3727584" y="5401296"/>
            <a:chExt cx="948240" cy="316800"/>
          </a:xfrm>
        </p:grpSpPr>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6B58A5C6-A10A-531E-0178-85A793D981E1}"/>
                    </a:ext>
                  </a:extLst>
                </p14:cNvPr>
                <p14:cNvContentPartPr/>
                <p14:nvPr/>
              </p14:nvContentPartPr>
              <p14:xfrm>
                <a:off x="3727584" y="5474736"/>
                <a:ext cx="225360" cy="18720"/>
              </p14:xfrm>
            </p:contentPart>
          </mc:Choice>
          <mc:Fallback xmlns="">
            <p:pic>
              <p:nvPicPr>
                <p:cNvPr id="30" name="Ink 29">
                  <a:extLst>
                    <a:ext uri="{FF2B5EF4-FFF2-40B4-BE49-F238E27FC236}">
                      <a16:creationId xmlns:a16="http://schemas.microsoft.com/office/drawing/2014/main" id="{6B58A5C6-A10A-531E-0178-85A793D981E1}"/>
                    </a:ext>
                  </a:extLst>
                </p:cNvPr>
                <p:cNvPicPr/>
                <p:nvPr/>
              </p:nvPicPr>
              <p:blipFill>
                <a:blip r:embed="rId43"/>
                <a:stretch>
                  <a:fillRect/>
                </a:stretch>
              </p:blipFill>
              <p:spPr>
                <a:xfrm>
                  <a:off x="3691584" y="5439096"/>
                  <a:ext cx="29700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5EF19493-64DB-1966-1D88-223BDAA7C286}"/>
                    </a:ext>
                  </a:extLst>
                </p14:cNvPr>
                <p14:cNvContentPartPr/>
                <p14:nvPr/>
              </p14:nvContentPartPr>
              <p14:xfrm>
                <a:off x="3845304" y="5498136"/>
                <a:ext cx="49320" cy="219960"/>
              </p14:xfrm>
            </p:contentPart>
          </mc:Choice>
          <mc:Fallback xmlns="">
            <p:pic>
              <p:nvPicPr>
                <p:cNvPr id="31" name="Ink 30">
                  <a:extLst>
                    <a:ext uri="{FF2B5EF4-FFF2-40B4-BE49-F238E27FC236}">
                      <a16:creationId xmlns:a16="http://schemas.microsoft.com/office/drawing/2014/main" id="{5EF19493-64DB-1966-1D88-223BDAA7C286}"/>
                    </a:ext>
                  </a:extLst>
                </p:cNvPr>
                <p:cNvPicPr/>
                <p:nvPr/>
              </p:nvPicPr>
              <p:blipFill>
                <a:blip r:embed="rId45"/>
                <a:stretch>
                  <a:fillRect/>
                </a:stretch>
              </p:blipFill>
              <p:spPr>
                <a:xfrm>
                  <a:off x="3809304" y="5462496"/>
                  <a:ext cx="12096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A9F7473F-EE8F-6BF9-D258-1F877832551F}"/>
                    </a:ext>
                  </a:extLst>
                </p14:cNvPr>
                <p14:cNvContentPartPr/>
                <p14:nvPr/>
              </p14:nvContentPartPr>
              <p14:xfrm>
                <a:off x="4037184" y="5413896"/>
                <a:ext cx="359280" cy="254160"/>
              </p14:xfrm>
            </p:contentPart>
          </mc:Choice>
          <mc:Fallback xmlns="">
            <p:pic>
              <p:nvPicPr>
                <p:cNvPr id="32" name="Ink 31">
                  <a:extLst>
                    <a:ext uri="{FF2B5EF4-FFF2-40B4-BE49-F238E27FC236}">
                      <a16:creationId xmlns:a16="http://schemas.microsoft.com/office/drawing/2014/main" id="{A9F7473F-EE8F-6BF9-D258-1F877832551F}"/>
                    </a:ext>
                  </a:extLst>
                </p:cNvPr>
                <p:cNvPicPr/>
                <p:nvPr/>
              </p:nvPicPr>
              <p:blipFill>
                <a:blip r:embed="rId47"/>
                <a:stretch>
                  <a:fillRect/>
                </a:stretch>
              </p:blipFill>
              <p:spPr>
                <a:xfrm>
                  <a:off x="4001544" y="5377896"/>
                  <a:ext cx="4309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3" name="Ink 32">
                  <a:extLst>
                    <a:ext uri="{FF2B5EF4-FFF2-40B4-BE49-F238E27FC236}">
                      <a16:creationId xmlns:a16="http://schemas.microsoft.com/office/drawing/2014/main" id="{C2D4B471-A052-0977-C1EC-8B9054AA614A}"/>
                    </a:ext>
                  </a:extLst>
                </p14:cNvPr>
                <p14:cNvContentPartPr/>
                <p14:nvPr/>
              </p14:nvContentPartPr>
              <p14:xfrm>
                <a:off x="4337784" y="5401296"/>
                <a:ext cx="27720" cy="24840"/>
              </p14:xfrm>
            </p:contentPart>
          </mc:Choice>
          <mc:Fallback xmlns="">
            <p:pic>
              <p:nvPicPr>
                <p:cNvPr id="33" name="Ink 32">
                  <a:extLst>
                    <a:ext uri="{FF2B5EF4-FFF2-40B4-BE49-F238E27FC236}">
                      <a16:creationId xmlns:a16="http://schemas.microsoft.com/office/drawing/2014/main" id="{C2D4B471-A052-0977-C1EC-8B9054AA614A}"/>
                    </a:ext>
                  </a:extLst>
                </p:cNvPr>
                <p:cNvPicPr/>
                <p:nvPr/>
              </p:nvPicPr>
              <p:blipFill>
                <a:blip r:embed="rId49"/>
                <a:stretch>
                  <a:fillRect/>
                </a:stretch>
              </p:blipFill>
              <p:spPr>
                <a:xfrm>
                  <a:off x="4302144" y="5365296"/>
                  <a:ext cx="9936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4" name="Ink 33">
                  <a:extLst>
                    <a:ext uri="{FF2B5EF4-FFF2-40B4-BE49-F238E27FC236}">
                      <a16:creationId xmlns:a16="http://schemas.microsoft.com/office/drawing/2014/main" id="{5404C960-C4F8-7EBF-9324-3D01A8BEAA0D}"/>
                    </a:ext>
                  </a:extLst>
                </p14:cNvPr>
                <p14:cNvContentPartPr/>
                <p14:nvPr/>
              </p14:nvContentPartPr>
              <p14:xfrm>
                <a:off x="4500504" y="5548896"/>
                <a:ext cx="175320" cy="131400"/>
              </p14:xfrm>
            </p:contentPart>
          </mc:Choice>
          <mc:Fallback xmlns="">
            <p:pic>
              <p:nvPicPr>
                <p:cNvPr id="34" name="Ink 33">
                  <a:extLst>
                    <a:ext uri="{FF2B5EF4-FFF2-40B4-BE49-F238E27FC236}">
                      <a16:creationId xmlns:a16="http://schemas.microsoft.com/office/drawing/2014/main" id="{5404C960-C4F8-7EBF-9324-3D01A8BEAA0D}"/>
                    </a:ext>
                  </a:extLst>
                </p:cNvPr>
                <p:cNvPicPr/>
                <p:nvPr/>
              </p:nvPicPr>
              <p:blipFill>
                <a:blip r:embed="rId51"/>
                <a:stretch>
                  <a:fillRect/>
                </a:stretch>
              </p:blipFill>
              <p:spPr>
                <a:xfrm>
                  <a:off x="4464864" y="5513256"/>
                  <a:ext cx="246960" cy="203040"/>
                </a:xfrm>
                <a:prstGeom prst="rect">
                  <a:avLst/>
                </a:prstGeom>
              </p:spPr>
            </p:pic>
          </mc:Fallback>
        </mc:AlternateContent>
      </p:grpSp>
      <p:grpSp>
        <p:nvGrpSpPr>
          <p:cNvPr id="41" name="Group 40">
            <a:extLst>
              <a:ext uri="{FF2B5EF4-FFF2-40B4-BE49-F238E27FC236}">
                <a16:creationId xmlns:a16="http://schemas.microsoft.com/office/drawing/2014/main" id="{C0F2172F-6EB7-4378-55AE-E8F407D17A84}"/>
              </a:ext>
            </a:extLst>
          </p:cNvPr>
          <p:cNvGrpSpPr/>
          <p:nvPr/>
        </p:nvGrpSpPr>
        <p:grpSpPr>
          <a:xfrm>
            <a:off x="5239944" y="5394816"/>
            <a:ext cx="729720" cy="284760"/>
            <a:chOff x="5239944" y="5394816"/>
            <a:chExt cx="729720" cy="284760"/>
          </a:xfrm>
        </p:grpSpPr>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9DD13AAE-4996-BA0B-E03C-C361623B8F81}"/>
                    </a:ext>
                  </a:extLst>
                </p14:cNvPr>
                <p14:cNvContentPartPr/>
                <p14:nvPr/>
              </p14:nvContentPartPr>
              <p14:xfrm>
                <a:off x="5239944" y="5568336"/>
                <a:ext cx="338760" cy="111240"/>
              </p14:xfrm>
            </p:contentPart>
          </mc:Choice>
          <mc:Fallback xmlns="">
            <p:pic>
              <p:nvPicPr>
                <p:cNvPr id="36" name="Ink 35">
                  <a:extLst>
                    <a:ext uri="{FF2B5EF4-FFF2-40B4-BE49-F238E27FC236}">
                      <a16:creationId xmlns:a16="http://schemas.microsoft.com/office/drawing/2014/main" id="{9DD13AAE-4996-BA0B-E03C-C361623B8F81}"/>
                    </a:ext>
                  </a:extLst>
                </p:cNvPr>
                <p:cNvPicPr/>
                <p:nvPr/>
              </p:nvPicPr>
              <p:blipFill>
                <a:blip r:embed="rId53"/>
                <a:stretch>
                  <a:fillRect/>
                </a:stretch>
              </p:blipFill>
              <p:spPr>
                <a:xfrm>
                  <a:off x="5203944" y="5532696"/>
                  <a:ext cx="41040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B6792646-8248-B9A9-B6B7-11817A70AD9D}"/>
                    </a:ext>
                  </a:extLst>
                </p14:cNvPr>
                <p14:cNvContentPartPr/>
                <p14:nvPr/>
              </p14:nvContentPartPr>
              <p14:xfrm>
                <a:off x="5650704" y="5569056"/>
                <a:ext cx="36000" cy="92520"/>
              </p14:xfrm>
            </p:contentPart>
          </mc:Choice>
          <mc:Fallback xmlns="">
            <p:pic>
              <p:nvPicPr>
                <p:cNvPr id="37" name="Ink 36">
                  <a:extLst>
                    <a:ext uri="{FF2B5EF4-FFF2-40B4-BE49-F238E27FC236}">
                      <a16:creationId xmlns:a16="http://schemas.microsoft.com/office/drawing/2014/main" id="{B6792646-8248-B9A9-B6B7-11817A70AD9D}"/>
                    </a:ext>
                  </a:extLst>
                </p:cNvPr>
                <p:cNvPicPr/>
                <p:nvPr/>
              </p:nvPicPr>
              <p:blipFill>
                <a:blip r:embed="rId55"/>
                <a:stretch>
                  <a:fillRect/>
                </a:stretch>
              </p:blipFill>
              <p:spPr>
                <a:xfrm>
                  <a:off x="5615064" y="5533056"/>
                  <a:ext cx="10764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5E56C2D1-E71A-7918-1913-D0D22ACC6D99}"/>
                    </a:ext>
                  </a:extLst>
                </p14:cNvPr>
                <p14:cNvContentPartPr/>
                <p14:nvPr/>
              </p14:nvContentPartPr>
              <p14:xfrm>
                <a:off x="5648904" y="5428656"/>
                <a:ext cx="12240" cy="62640"/>
              </p14:xfrm>
            </p:contentPart>
          </mc:Choice>
          <mc:Fallback xmlns="">
            <p:pic>
              <p:nvPicPr>
                <p:cNvPr id="38" name="Ink 37">
                  <a:extLst>
                    <a:ext uri="{FF2B5EF4-FFF2-40B4-BE49-F238E27FC236}">
                      <a16:creationId xmlns:a16="http://schemas.microsoft.com/office/drawing/2014/main" id="{5E56C2D1-E71A-7918-1913-D0D22ACC6D99}"/>
                    </a:ext>
                  </a:extLst>
                </p:cNvPr>
                <p:cNvPicPr/>
                <p:nvPr/>
              </p:nvPicPr>
              <p:blipFill>
                <a:blip r:embed="rId57"/>
                <a:stretch>
                  <a:fillRect/>
                </a:stretch>
              </p:blipFill>
              <p:spPr>
                <a:xfrm>
                  <a:off x="5612904" y="5392656"/>
                  <a:ext cx="83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D2872B8D-3CED-7FD2-8060-3E1E49DB8652}"/>
                    </a:ext>
                  </a:extLst>
                </p14:cNvPr>
                <p14:cNvContentPartPr/>
                <p14:nvPr/>
              </p14:nvContentPartPr>
              <p14:xfrm>
                <a:off x="5773464" y="5398416"/>
                <a:ext cx="32760" cy="270000"/>
              </p14:xfrm>
            </p:contentPart>
          </mc:Choice>
          <mc:Fallback xmlns="">
            <p:pic>
              <p:nvPicPr>
                <p:cNvPr id="39" name="Ink 38">
                  <a:extLst>
                    <a:ext uri="{FF2B5EF4-FFF2-40B4-BE49-F238E27FC236}">
                      <a16:creationId xmlns:a16="http://schemas.microsoft.com/office/drawing/2014/main" id="{D2872B8D-3CED-7FD2-8060-3E1E49DB8652}"/>
                    </a:ext>
                  </a:extLst>
                </p:cNvPr>
                <p:cNvPicPr/>
                <p:nvPr/>
              </p:nvPicPr>
              <p:blipFill>
                <a:blip r:embed="rId59"/>
                <a:stretch>
                  <a:fillRect/>
                </a:stretch>
              </p:blipFill>
              <p:spPr>
                <a:xfrm>
                  <a:off x="5737824" y="5362416"/>
                  <a:ext cx="10440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ECDB4F36-4AE8-9665-29FF-599AEAE6E0ED}"/>
                    </a:ext>
                  </a:extLst>
                </p14:cNvPr>
                <p14:cNvContentPartPr/>
                <p14:nvPr/>
              </p14:nvContentPartPr>
              <p14:xfrm>
                <a:off x="5882904" y="5394816"/>
                <a:ext cx="86760" cy="282240"/>
              </p14:xfrm>
            </p:contentPart>
          </mc:Choice>
          <mc:Fallback xmlns="">
            <p:pic>
              <p:nvPicPr>
                <p:cNvPr id="40" name="Ink 39">
                  <a:extLst>
                    <a:ext uri="{FF2B5EF4-FFF2-40B4-BE49-F238E27FC236}">
                      <a16:creationId xmlns:a16="http://schemas.microsoft.com/office/drawing/2014/main" id="{ECDB4F36-4AE8-9665-29FF-599AEAE6E0ED}"/>
                    </a:ext>
                  </a:extLst>
                </p:cNvPr>
                <p:cNvPicPr/>
                <p:nvPr/>
              </p:nvPicPr>
              <p:blipFill>
                <a:blip r:embed="rId61"/>
                <a:stretch>
                  <a:fillRect/>
                </a:stretch>
              </p:blipFill>
              <p:spPr>
                <a:xfrm>
                  <a:off x="5846904" y="5358816"/>
                  <a:ext cx="158400" cy="353880"/>
                </a:xfrm>
                <a:prstGeom prst="rect">
                  <a:avLst/>
                </a:prstGeom>
              </p:spPr>
            </p:pic>
          </mc:Fallback>
        </mc:AlternateContent>
      </p:grpSp>
      <p:grpSp>
        <p:nvGrpSpPr>
          <p:cNvPr id="49" name="Group 48">
            <a:extLst>
              <a:ext uri="{FF2B5EF4-FFF2-40B4-BE49-F238E27FC236}">
                <a16:creationId xmlns:a16="http://schemas.microsoft.com/office/drawing/2014/main" id="{78AB72B4-E7FC-DF49-8EB1-D66783BA63B3}"/>
              </a:ext>
            </a:extLst>
          </p:cNvPr>
          <p:cNvGrpSpPr/>
          <p:nvPr/>
        </p:nvGrpSpPr>
        <p:grpSpPr>
          <a:xfrm>
            <a:off x="6291504" y="5275656"/>
            <a:ext cx="1904400" cy="382320"/>
            <a:chOff x="6291504" y="5275656"/>
            <a:chExt cx="1904400" cy="382320"/>
          </a:xfrm>
        </p:grpSpPr>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C4265E39-454A-329A-BF2B-434273E8064F}"/>
                    </a:ext>
                  </a:extLst>
                </p14:cNvPr>
                <p14:cNvContentPartPr/>
                <p14:nvPr/>
              </p14:nvContentPartPr>
              <p14:xfrm>
                <a:off x="6291504" y="5317056"/>
                <a:ext cx="269280" cy="336600"/>
              </p14:xfrm>
            </p:contentPart>
          </mc:Choice>
          <mc:Fallback xmlns="">
            <p:pic>
              <p:nvPicPr>
                <p:cNvPr id="42" name="Ink 41">
                  <a:extLst>
                    <a:ext uri="{FF2B5EF4-FFF2-40B4-BE49-F238E27FC236}">
                      <a16:creationId xmlns:a16="http://schemas.microsoft.com/office/drawing/2014/main" id="{C4265E39-454A-329A-BF2B-434273E8064F}"/>
                    </a:ext>
                  </a:extLst>
                </p:cNvPr>
                <p:cNvPicPr/>
                <p:nvPr/>
              </p:nvPicPr>
              <p:blipFill>
                <a:blip r:embed="rId63"/>
                <a:stretch>
                  <a:fillRect/>
                </a:stretch>
              </p:blipFill>
              <p:spPr>
                <a:xfrm>
                  <a:off x="6255504" y="5281056"/>
                  <a:ext cx="34092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21EB00A-2E5B-9084-94B8-5BF0822C832C}"/>
                    </a:ext>
                  </a:extLst>
                </p14:cNvPr>
                <p14:cNvContentPartPr/>
                <p14:nvPr/>
              </p14:nvContentPartPr>
              <p14:xfrm>
                <a:off x="6593184" y="5524416"/>
                <a:ext cx="165960" cy="133560"/>
              </p14:xfrm>
            </p:contentPart>
          </mc:Choice>
          <mc:Fallback xmlns="">
            <p:pic>
              <p:nvPicPr>
                <p:cNvPr id="43" name="Ink 42">
                  <a:extLst>
                    <a:ext uri="{FF2B5EF4-FFF2-40B4-BE49-F238E27FC236}">
                      <a16:creationId xmlns:a16="http://schemas.microsoft.com/office/drawing/2014/main" id="{C21EB00A-2E5B-9084-94B8-5BF0822C832C}"/>
                    </a:ext>
                  </a:extLst>
                </p:cNvPr>
                <p:cNvPicPr/>
                <p:nvPr/>
              </p:nvPicPr>
              <p:blipFill>
                <a:blip r:embed="rId65"/>
                <a:stretch>
                  <a:fillRect/>
                </a:stretch>
              </p:blipFill>
              <p:spPr>
                <a:xfrm>
                  <a:off x="6557544" y="5488776"/>
                  <a:ext cx="2376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67F36B5E-9424-B06C-E75B-CFA2CD21EC14}"/>
                    </a:ext>
                  </a:extLst>
                </p14:cNvPr>
                <p14:cNvContentPartPr/>
                <p14:nvPr/>
              </p14:nvContentPartPr>
              <p14:xfrm>
                <a:off x="6878664" y="5490576"/>
                <a:ext cx="510480" cy="154080"/>
              </p14:xfrm>
            </p:contentPart>
          </mc:Choice>
          <mc:Fallback xmlns="">
            <p:pic>
              <p:nvPicPr>
                <p:cNvPr id="44" name="Ink 43">
                  <a:extLst>
                    <a:ext uri="{FF2B5EF4-FFF2-40B4-BE49-F238E27FC236}">
                      <a16:creationId xmlns:a16="http://schemas.microsoft.com/office/drawing/2014/main" id="{67F36B5E-9424-B06C-E75B-CFA2CD21EC14}"/>
                    </a:ext>
                  </a:extLst>
                </p:cNvPr>
                <p:cNvPicPr/>
                <p:nvPr/>
              </p:nvPicPr>
              <p:blipFill>
                <a:blip r:embed="rId67"/>
                <a:stretch>
                  <a:fillRect/>
                </a:stretch>
              </p:blipFill>
              <p:spPr>
                <a:xfrm>
                  <a:off x="6843024" y="5454936"/>
                  <a:ext cx="5821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1BEED0C5-D31C-3523-931F-7BA5C1FA9126}"/>
                    </a:ext>
                  </a:extLst>
                </p14:cNvPr>
                <p14:cNvContentPartPr/>
                <p14:nvPr/>
              </p14:nvContentPartPr>
              <p14:xfrm>
                <a:off x="7463664" y="5300496"/>
                <a:ext cx="21240" cy="321480"/>
              </p14:xfrm>
            </p:contentPart>
          </mc:Choice>
          <mc:Fallback xmlns="">
            <p:pic>
              <p:nvPicPr>
                <p:cNvPr id="45" name="Ink 44">
                  <a:extLst>
                    <a:ext uri="{FF2B5EF4-FFF2-40B4-BE49-F238E27FC236}">
                      <a16:creationId xmlns:a16="http://schemas.microsoft.com/office/drawing/2014/main" id="{1BEED0C5-D31C-3523-931F-7BA5C1FA9126}"/>
                    </a:ext>
                  </a:extLst>
                </p:cNvPr>
                <p:cNvPicPr/>
                <p:nvPr/>
              </p:nvPicPr>
              <p:blipFill>
                <a:blip r:embed="rId69"/>
                <a:stretch>
                  <a:fillRect/>
                </a:stretch>
              </p:blipFill>
              <p:spPr>
                <a:xfrm>
                  <a:off x="7427664" y="5264496"/>
                  <a:ext cx="9288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AEAE0A71-F135-1158-CBB8-063094CF3374}"/>
                    </a:ext>
                  </a:extLst>
                </p14:cNvPr>
                <p14:cNvContentPartPr/>
                <p14:nvPr/>
              </p14:nvContentPartPr>
              <p14:xfrm>
                <a:off x="7565544" y="5512176"/>
                <a:ext cx="110160" cy="116280"/>
              </p14:xfrm>
            </p:contentPart>
          </mc:Choice>
          <mc:Fallback xmlns="">
            <p:pic>
              <p:nvPicPr>
                <p:cNvPr id="46" name="Ink 45">
                  <a:extLst>
                    <a:ext uri="{FF2B5EF4-FFF2-40B4-BE49-F238E27FC236}">
                      <a16:creationId xmlns:a16="http://schemas.microsoft.com/office/drawing/2014/main" id="{AEAE0A71-F135-1158-CBB8-063094CF3374}"/>
                    </a:ext>
                  </a:extLst>
                </p:cNvPr>
                <p:cNvPicPr/>
                <p:nvPr/>
              </p:nvPicPr>
              <p:blipFill>
                <a:blip r:embed="rId71"/>
                <a:stretch>
                  <a:fillRect/>
                </a:stretch>
              </p:blipFill>
              <p:spPr>
                <a:xfrm>
                  <a:off x="7529904" y="5476176"/>
                  <a:ext cx="18180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025A824C-42A5-F8AE-9379-F30A74D07332}"/>
                    </a:ext>
                  </a:extLst>
                </p14:cNvPr>
                <p14:cNvContentPartPr/>
                <p14:nvPr/>
              </p14:nvContentPartPr>
              <p14:xfrm>
                <a:off x="7718544" y="5537376"/>
                <a:ext cx="140400" cy="110160"/>
              </p14:xfrm>
            </p:contentPart>
          </mc:Choice>
          <mc:Fallback xmlns="">
            <p:pic>
              <p:nvPicPr>
                <p:cNvPr id="47" name="Ink 46">
                  <a:extLst>
                    <a:ext uri="{FF2B5EF4-FFF2-40B4-BE49-F238E27FC236}">
                      <a16:creationId xmlns:a16="http://schemas.microsoft.com/office/drawing/2014/main" id="{025A824C-42A5-F8AE-9379-F30A74D07332}"/>
                    </a:ext>
                  </a:extLst>
                </p:cNvPr>
                <p:cNvPicPr/>
                <p:nvPr/>
              </p:nvPicPr>
              <p:blipFill>
                <a:blip r:embed="rId73"/>
                <a:stretch>
                  <a:fillRect/>
                </a:stretch>
              </p:blipFill>
              <p:spPr>
                <a:xfrm>
                  <a:off x="7682904" y="5501736"/>
                  <a:ext cx="21204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931191A0-1843-BF73-D4FC-AC887B8B6D05}"/>
                    </a:ext>
                  </a:extLst>
                </p14:cNvPr>
                <p14:cNvContentPartPr/>
                <p14:nvPr/>
              </p14:nvContentPartPr>
              <p14:xfrm>
                <a:off x="7933464" y="5275656"/>
                <a:ext cx="262440" cy="359280"/>
              </p14:xfrm>
            </p:contentPart>
          </mc:Choice>
          <mc:Fallback xmlns="">
            <p:pic>
              <p:nvPicPr>
                <p:cNvPr id="48" name="Ink 47">
                  <a:extLst>
                    <a:ext uri="{FF2B5EF4-FFF2-40B4-BE49-F238E27FC236}">
                      <a16:creationId xmlns:a16="http://schemas.microsoft.com/office/drawing/2014/main" id="{931191A0-1843-BF73-D4FC-AC887B8B6D05}"/>
                    </a:ext>
                  </a:extLst>
                </p:cNvPr>
                <p:cNvPicPr/>
                <p:nvPr/>
              </p:nvPicPr>
              <p:blipFill>
                <a:blip r:embed="rId75"/>
                <a:stretch>
                  <a:fillRect/>
                </a:stretch>
              </p:blipFill>
              <p:spPr>
                <a:xfrm>
                  <a:off x="7897464" y="5239656"/>
                  <a:ext cx="334080" cy="430920"/>
                </a:xfrm>
                <a:prstGeom prst="rect">
                  <a:avLst/>
                </a:prstGeom>
              </p:spPr>
            </p:pic>
          </mc:Fallback>
        </mc:AlternateContent>
      </p:grpSp>
      <p:grpSp>
        <p:nvGrpSpPr>
          <p:cNvPr id="53" name="Group 52">
            <a:extLst>
              <a:ext uri="{FF2B5EF4-FFF2-40B4-BE49-F238E27FC236}">
                <a16:creationId xmlns:a16="http://schemas.microsoft.com/office/drawing/2014/main" id="{E22FE936-58B9-55D9-3C95-5542159227AB}"/>
              </a:ext>
            </a:extLst>
          </p:cNvPr>
          <p:cNvGrpSpPr/>
          <p:nvPr/>
        </p:nvGrpSpPr>
        <p:grpSpPr>
          <a:xfrm>
            <a:off x="8502984" y="5279256"/>
            <a:ext cx="690840" cy="313920"/>
            <a:chOff x="8502984" y="5279256"/>
            <a:chExt cx="690840" cy="313920"/>
          </a:xfrm>
        </p:grpSpPr>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8A2F9FFB-251D-3AF4-B8DE-7F6545AE0207}"/>
                    </a:ext>
                  </a:extLst>
                </p14:cNvPr>
                <p14:cNvContentPartPr/>
                <p14:nvPr/>
              </p14:nvContentPartPr>
              <p14:xfrm>
                <a:off x="8575344" y="5303376"/>
                <a:ext cx="41040" cy="289800"/>
              </p14:xfrm>
            </p:contentPart>
          </mc:Choice>
          <mc:Fallback xmlns="">
            <p:pic>
              <p:nvPicPr>
                <p:cNvPr id="50" name="Ink 49">
                  <a:extLst>
                    <a:ext uri="{FF2B5EF4-FFF2-40B4-BE49-F238E27FC236}">
                      <a16:creationId xmlns:a16="http://schemas.microsoft.com/office/drawing/2014/main" id="{8A2F9FFB-251D-3AF4-B8DE-7F6545AE0207}"/>
                    </a:ext>
                  </a:extLst>
                </p:cNvPr>
                <p:cNvPicPr/>
                <p:nvPr/>
              </p:nvPicPr>
              <p:blipFill>
                <a:blip r:embed="rId77"/>
                <a:stretch>
                  <a:fillRect/>
                </a:stretch>
              </p:blipFill>
              <p:spPr>
                <a:xfrm>
                  <a:off x="8539344" y="5267736"/>
                  <a:ext cx="112680" cy="36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F114827D-0121-1AFA-60FC-F5024759060C}"/>
                    </a:ext>
                  </a:extLst>
                </p14:cNvPr>
                <p14:cNvContentPartPr/>
                <p14:nvPr/>
              </p14:nvContentPartPr>
              <p14:xfrm>
                <a:off x="8502984" y="5279256"/>
                <a:ext cx="403560" cy="286200"/>
              </p14:xfrm>
            </p:contentPart>
          </mc:Choice>
          <mc:Fallback xmlns="">
            <p:pic>
              <p:nvPicPr>
                <p:cNvPr id="51" name="Ink 50">
                  <a:extLst>
                    <a:ext uri="{FF2B5EF4-FFF2-40B4-BE49-F238E27FC236}">
                      <a16:creationId xmlns:a16="http://schemas.microsoft.com/office/drawing/2014/main" id="{F114827D-0121-1AFA-60FC-F5024759060C}"/>
                    </a:ext>
                  </a:extLst>
                </p:cNvPr>
                <p:cNvPicPr/>
                <p:nvPr/>
              </p:nvPicPr>
              <p:blipFill>
                <a:blip r:embed="rId79"/>
                <a:stretch>
                  <a:fillRect/>
                </a:stretch>
              </p:blipFill>
              <p:spPr>
                <a:xfrm>
                  <a:off x="8467344" y="5243256"/>
                  <a:ext cx="47520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7895EDFF-2E57-F9EC-613D-567C1B35B55C}"/>
                    </a:ext>
                  </a:extLst>
                </p14:cNvPr>
                <p14:cNvContentPartPr/>
                <p14:nvPr/>
              </p14:nvContentPartPr>
              <p14:xfrm>
                <a:off x="8986104" y="5450976"/>
                <a:ext cx="207720" cy="112320"/>
              </p14:xfrm>
            </p:contentPart>
          </mc:Choice>
          <mc:Fallback xmlns="">
            <p:pic>
              <p:nvPicPr>
                <p:cNvPr id="52" name="Ink 51">
                  <a:extLst>
                    <a:ext uri="{FF2B5EF4-FFF2-40B4-BE49-F238E27FC236}">
                      <a16:creationId xmlns:a16="http://schemas.microsoft.com/office/drawing/2014/main" id="{7895EDFF-2E57-F9EC-613D-567C1B35B55C}"/>
                    </a:ext>
                  </a:extLst>
                </p:cNvPr>
                <p:cNvPicPr/>
                <p:nvPr/>
              </p:nvPicPr>
              <p:blipFill>
                <a:blip r:embed="rId81"/>
                <a:stretch>
                  <a:fillRect/>
                </a:stretch>
              </p:blipFill>
              <p:spPr>
                <a:xfrm>
                  <a:off x="8950464" y="5415336"/>
                  <a:ext cx="279360" cy="183960"/>
                </a:xfrm>
                <a:prstGeom prst="rect">
                  <a:avLst/>
                </a:prstGeom>
              </p:spPr>
            </p:pic>
          </mc:Fallback>
        </mc:AlternateContent>
      </p:grpSp>
      <p:grpSp>
        <p:nvGrpSpPr>
          <p:cNvPr id="64" name="Group 63">
            <a:extLst>
              <a:ext uri="{FF2B5EF4-FFF2-40B4-BE49-F238E27FC236}">
                <a16:creationId xmlns:a16="http://schemas.microsoft.com/office/drawing/2014/main" id="{9EEE40F1-2A02-2B61-DA3D-239132FC3C83}"/>
              </a:ext>
            </a:extLst>
          </p:cNvPr>
          <p:cNvGrpSpPr/>
          <p:nvPr/>
        </p:nvGrpSpPr>
        <p:grpSpPr>
          <a:xfrm>
            <a:off x="9530064" y="5215896"/>
            <a:ext cx="993240" cy="323280"/>
            <a:chOff x="9530064" y="5215896"/>
            <a:chExt cx="993240" cy="323280"/>
          </a:xfrm>
        </p:grpSpPr>
        <mc:AlternateContent xmlns:mc="http://schemas.openxmlformats.org/markup-compatibility/2006" xmlns:p14="http://schemas.microsoft.com/office/powerpoint/2010/main">
          <mc:Choice Requires="p14">
            <p:contentPart p14:bwMode="auto" r:id="rId82">
              <p14:nvContentPartPr>
                <p14:cNvPr id="54" name="Ink 53">
                  <a:extLst>
                    <a:ext uri="{FF2B5EF4-FFF2-40B4-BE49-F238E27FC236}">
                      <a16:creationId xmlns:a16="http://schemas.microsoft.com/office/drawing/2014/main" id="{B076525D-44BA-C511-8741-B8CD1948D958}"/>
                    </a:ext>
                  </a:extLst>
                </p14:cNvPr>
                <p14:cNvContentPartPr/>
                <p14:nvPr/>
              </p14:nvContentPartPr>
              <p14:xfrm>
                <a:off x="9530064" y="5225976"/>
                <a:ext cx="275760" cy="313200"/>
              </p14:xfrm>
            </p:contentPart>
          </mc:Choice>
          <mc:Fallback xmlns="">
            <p:pic>
              <p:nvPicPr>
                <p:cNvPr id="54" name="Ink 53">
                  <a:extLst>
                    <a:ext uri="{FF2B5EF4-FFF2-40B4-BE49-F238E27FC236}">
                      <a16:creationId xmlns:a16="http://schemas.microsoft.com/office/drawing/2014/main" id="{B076525D-44BA-C511-8741-B8CD1948D958}"/>
                    </a:ext>
                  </a:extLst>
                </p:cNvPr>
                <p:cNvPicPr/>
                <p:nvPr/>
              </p:nvPicPr>
              <p:blipFill>
                <a:blip r:embed="rId83"/>
                <a:stretch>
                  <a:fillRect/>
                </a:stretch>
              </p:blipFill>
              <p:spPr>
                <a:xfrm>
                  <a:off x="9494424" y="5189976"/>
                  <a:ext cx="347400" cy="384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35890450-457F-F090-76FC-0B06A8BC9759}"/>
                    </a:ext>
                  </a:extLst>
                </p14:cNvPr>
                <p14:cNvContentPartPr/>
                <p14:nvPr/>
              </p14:nvContentPartPr>
              <p14:xfrm>
                <a:off x="9593424" y="5360976"/>
                <a:ext cx="172080" cy="49320"/>
              </p14:xfrm>
            </p:contentPart>
          </mc:Choice>
          <mc:Fallback xmlns="">
            <p:pic>
              <p:nvPicPr>
                <p:cNvPr id="55" name="Ink 54">
                  <a:extLst>
                    <a:ext uri="{FF2B5EF4-FFF2-40B4-BE49-F238E27FC236}">
                      <a16:creationId xmlns:a16="http://schemas.microsoft.com/office/drawing/2014/main" id="{35890450-457F-F090-76FC-0B06A8BC9759}"/>
                    </a:ext>
                  </a:extLst>
                </p:cNvPr>
                <p:cNvPicPr/>
                <p:nvPr/>
              </p:nvPicPr>
              <p:blipFill>
                <a:blip r:embed="rId85"/>
                <a:stretch>
                  <a:fillRect/>
                </a:stretch>
              </p:blipFill>
              <p:spPr>
                <a:xfrm>
                  <a:off x="9557784" y="5324976"/>
                  <a:ext cx="24372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BF36D35D-779A-27D2-E3AF-72310B55F91E}"/>
                    </a:ext>
                  </a:extLst>
                </p14:cNvPr>
                <p14:cNvContentPartPr/>
                <p14:nvPr/>
              </p14:nvContentPartPr>
              <p14:xfrm>
                <a:off x="9933264" y="5215896"/>
                <a:ext cx="231840" cy="263880"/>
              </p14:xfrm>
            </p:contentPart>
          </mc:Choice>
          <mc:Fallback xmlns="">
            <p:pic>
              <p:nvPicPr>
                <p:cNvPr id="56" name="Ink 55">
                  <a:extLst>
                    <a:ext uri="{FF2B5EF4-FFF2-40B4-BE49-F238E27FC236}">
                      <a16:creationId xmlns:a16="http://schemas.microsoft.com/office/drawing/2014/main" id="{BF36D35D-779A-27D2-E3AF-72310B55F91E}"/>
                    </a:ext>
                  </a:extLst>
                </p:cNvPr>
                <p:cNvPicPr/>
                <p:nvPr/>
              </p:nvPicPr>
              <p:blipFill>
                <a:blip r:embed="rId87"/>
                <a:stretch>
                  <a:fillRect/>
                </a:stretch>
              </p:blipFill>
              <p:spPr>
                <a:xfrm>
                  <a:off x="9897624" y="5179896"/>
                  <a:ext cx="30348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7" name="Ink 56">
                  <a:extLst>
                    <a:ext uri="{FF2B5EF4-FFF2-40B4-BE49-F238E27FC236}">
                      <a16:creationId xmlns:a16="http://schemas.microsoft.com/office/drawing/2014/main" id="{4A919421-ADF8-00C8-2356-21DC15C45D96}"/>
                    </a:ext>
                  </a:extLst>
                </p14:cNvPr>
                <p14:cNvContentPartPr/>
                <p14:nvPr/>
              </p14:nvContentPartPr>
              <p14:xfrm>
                <a:off x="10375344" y="5295816"/>
                <a:ext cx="36720" cy="151920"/>
              </p14:xfrm>
            </p:contentPart>
          </mc:Choice>
          <mc:Fallback xmlns="">
            <p:pic>
              <p:nvPicPr>
                <p:cNvPr id="57" name="Ink 56">
                  <a:extLst>
                    <a:ext uri="{FF2B5EF4-FFF2-40B4-BE49-F238E27FC236}">
                      <a16:creationId xmlns:a16="http://schemas.microsoft.com/office/drawing/2014/main" id="{4A919421-ADF8-00C8-2356-21DC15C45D96}"/>
                    </a:ext>
                  </a:extLst>
                </p:cNvPr>
                <p:cNvPicPr/>
                <p:nvPr/>
              </p:nvPicPr>
              <p:blipFill>
                <a:blip r:embed="rId89"/>
                <a:stretch>
                  <a:fillRect/>
                </a:stretch>
              </p:blipFill>
              <p:spPr>
                <a:xfrm>
                  <a:off x="10339704" y="5259816"/>
                  <a:ext cx="10836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8" name="Ink 57">
                  <a:extLst>
                    <a:ext uri="{FF2B5EF4-FFF2-40B4-BE49-F238E27FC236}">
                      <a16:creationId xmlns:a16="http://schemas.microsoft.com/office/drawing/2014/main" id="{F89763E2-4734-A8AF-DC76-708E5D4B78B1}"/>
                    </a:ext>
                  </a:extLst>
                </p14:cNvPr>
                <p14:cNvContentPartPr/>
                <p14:nvPr/>
              </p14:nvContentPartPr>
              <p14:xfrm>
                <a:off x="10251144" y="5254056"/>
                <a:ext cx="230400" cy="22680"/>
              </p14:xfrm>
            </p:contentPart>
          </mc:Choice>
          <mc:Fallback xmlns="">
            <p:pic>
              <p:nvPicPr>
                <p:cNvPr id="58" name="Ink 57">
                  <a:extLst>
                    <a:ext uri="{FF2B5EF4-FFF2-40B4-BE49-F238E27FC236}">
                      <a16:creationId xmlns:a16="http://schemas.microsoft.com/office/drawing/2014/main" id="{F89763E2-4734-A8AF-DC76-708E5D4B78B1}"/>
                    </a:ext>
                  </a:extLst>
                </p:cNvPr>
                <p:cNvPicPr/>
                <p:nvPr/>
              </p:nvPicPr>
              <p:blipFill>
                <a:blip r:embed="rId91"/>
                <a:stretch>
                  <a:fillRect/>
                </a:stretch>
              </p:blipFill>
              <p:spPr>
                <a:xfrm>
                  <a:off x="10215144" y="5218416"/>
                  <a:ext cx="30204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9" name="Ink 58">
                  <a:extLst>
                    <a:ext uri="{FF2B5EF4-FFF2-40B4-BE49-F238E27FC236}">
                      <a16:creationId xmlns:a16="http://schemas.microsoft.com/office/drawing/2014/main" id="{7D1492D1-612C-0A98-5405-F104FA90AC77}"/>
                    </a:ext>
                  </a:extLst>
                </p14:cNvPr>
                <p14:cNvContentPartPr/>
                <p14:nvPr/>
              </p14:nvContentPartPr>
              <p14:xfrm>
                <a:off x="10264104" y="5515056"/>
                <a:ext cx="259200" cy="15840"/>
              </p14:xfrm>
            </p:contentPart>
          </mc:Choice>
          <mc:Fallback xmlns="">
            <p:pic>
              <p:nvPicPr>
                <p:cNvPr id="59" name="Ink 58">
                  <a:extLst>
                    <a:ext uri="{FF2B5EF4-FFF2-40B4-BE49-F238E27FC236}">
                      <a16:creationId xmlns:a16="http://schemas.microsoft.com/office/drawing/2014/main" id="{7D1492D1-612C-0A98-5405-F104FA90AC77}"/>
                    </a:ext>
                  </a:extLst>
                </p:cNvPr>
                <p:cNvPicPr/>
                <p:nvPr/>
              </p:nvPicPr>
              <p:blipFill>
                <a:blip r:embed="rId93"/>
                <a:stretch>
                  <a:fillRect/>
                </a:stretch>
              </p:blipFill>
              <p:spPr>
                <a:xfrm>
                  <a:off x="10228104" y="5479056"/>
                  <a:ext cx="330840" cy="87480"/>
                </a:xfrm>
                <a:prstGeom prst="rect">
                  <a:avLst/>
                </a:prstGeom>
              </p:spPr>
            </p:pic>
          </mc:Fallback>
        </mc:AlternateContent>
      </p:grpSp>
      <p:grpSp>
        <p:nvGrpSpPr>
          <p:cNvPr id="63" name="Group 62">
            <a:extLst>
              <a:ext uri="{FF2B5EF4-FFF2-40B4-BE49-F238E27FC236}">
                <a16:creationId xmlns:a16="http://schemas.microsoft.com/office/drawing/2014/main" id="{C3A7450D-5787-8076-1B18-9AEBDC22FF2A}"/>
              </a:ext>
            </a:extLst>
          </p:cNvPr>
          <p:cNvGrpSpPr/>
          <p:nvPr/>
        </p:nvGrpSpPr>
        <p:grpSpPr>
          <a:xfrm>
            <a:off x="10871424" y="5273496"/>
            <a:ext cx="659520" cy="371160"/>
            <a:chOff x="10871424" y="5273496"/>
            <a:chExt cx="659520" cy="371160"/>
          </a:xfrm>
        </p:grpSpPr>
        <mc:AlternateContent xmlns:mc="http://schemas.openxmlformats.org/markup-compatibility/2006" xmlns:p14="http://schemas.microsoft.com/office/powerpoint/2010/main">
          <mc:Choice Requires="p14">
            <p:contentPart p14:bwMode="auto" r:id="rId94">
              <p14:nvContentPartPr>
                <p14:cNvPr id="60" name="Ink 59">
                  <a:extLst>
                    <a:ext uri="{FF2B5EF4-FFF2-40B4-BE49-F238E27FC236}">
                      <a16:creationId xmlns:a16="http://schemas.microsoft.com/office/drawing/2014/main" id="{32E41BDA-CBE2-126A-B272-E3ED743C29B3}"/>
                    </a:ext>
                  </a:extLst>
                </p14:cNvPr>
                <p14:cNvContentPartPr/>
                <p14:nvPr/>
              </p14:nvContentPartPr>
              <p14:xfrm>
                <a:off x="10871424" y="5273496"/>
                <a:ext cx="266040" cy="218520"/>
              </p14:xfrm>
            </p:contentPart>
          </mc:Choice>
          <mc:Fallback xmlns="">
            <p:pic>
              <p:nvPicPr>
                <p:cNvPr id="60" name="Ink 59">
                  <a:extLst>
                    <a:ext uri="{FF2B5EF4-FFF2-40B4-BE49-F238E27FC236}">
                      <a16:creationId xmlns:a16="http://schemas.microsoft.com/office/drawing/2014/main" id="{32E41BDA-CBE2-126A-B272-E3ED743C29B3}"/>
                    </a:ext>
                  </a:extLst>
                </p:cNvPr>
                <p:cNvPicPr/>
                <p:nvPr/>
              </p:nvPicPr>
              <p:blipFill>
                <a:blip r:embed="rId95"/>
                <a:stretch>
                  <a:fillRect/>
                </a:stretch>
              </p:blipFill>
              <p:spPr>
                <a:xfrm>
                  <a:off x="10835424" y="5237856"/>
                  <a:ext cx="33768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1" name="Ink 60">
                  <a:extLst>
                    <a:ext uri="{FF2B5EF4-FFF2-40B4-BE49-F238E27FC236}">
                      <a16:creationId xmlns:a16="http://schemas.microsoft.com/office/drawing/2014/main" id="{C8F55DC6-606E-9016-BADF-11FE85A7DF6A}"/>
                    </a:ext>
                  </a:extLst>
                </p14:cNvPr>
                <p14:cNvContentPartPr/>
                <p14:nvPr/>
              </p14:nvContentPartPr>
              <p14:xfrm>
                <a:off x="11159784" y="5387256"/>
                <a:ext cx="113400" cy="106920"/>
              </p14:xfrm>
            </p:contentPart>
          </mc:Choice>
          <mc:Fallback xmlns="">
            <p:pic>
              <p:nvPicPr>
                <p:cNvPr id="61" name="Ink 60">
                  <a:extLst>
                    <a:ext uri="{FF2B5EF4-FFF2-40B4-BE49-F238E27FC236}">
                      <a16:creationId xmlns:a16="http://schemas.microsoft.com/office/drawing/2014/main" id="{C8F55DC6-606E-9016-BADF-11FE85A7DF6A}"/>
                    </a:ext>
                  </a:extLst>
                </p:cNvPr>
                <p:cNvPicPr/>
                <p:nvPr/>
              </p:nvPicPr>
              <p:blipFill>
                <a:blip r:embed="rId97"/>
                <a:stretch>
                  <a:fillRect/>
                </a:stretch>
              </p:blipFill>
              <p:spPr>
                <a:xfrm>
                  <a:off x="11123784" y="5351616"/>
                  <a:ext cx="1850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2" name="Ink 61">
                  <a:extLst>
                    <a:ext uri="{FF2B5EF4-FFF2-40B4-BE49-F238E27FC236}">
                      <a16:creationId xmlns:a16="http://schemas.microsoft.com/office/drawing/2014/main" id="{F4498BC8-D889-84B3-6D94-75D3B5763AC0}"/>
                    </a:ext>
                  </a:extLst>
                </p14:cNvPr>
                <p14:cNvContentPartPr/>
                <p14:nvPr/>
              </p14:nvContentPartPr>
              <p14:xfrm>
                <a:off x="11236464" y="5376816"/>
                <a:ext cx="294480" cy="267840"/>
              </p14:xfrm>
            </p:contentPart>
          </mc:Choice>
          <mc:Fallback xmlns="">
            <p:pic>
              <p:nvPicPr>
                <p:cNvPr id="62" name="Ink 61">
                  <a:extLst>
                    <a:ext uri="{FF2B5EF4-FFF2-40B4-BE49-F238E27FC236}">
                      <a16:creationId xmlns:a16="http://schemas.microsoft.com/office/drawing/2014/main" id="{F4498BC8-D889-84B3-6D94-75D3B5763AC0}"/>
                    </a:ext>
                  </a:extLst>
                </p:cNvPr>
                <p:cNvPicPr/>
                <p:nvPr/>
              </p:nvPicPr>
              <p:blipFill>
                <a:blip r:embed="rId99"/>
                <a:stretch>
                  <a:fillRect/>
                </a:stretch>
              </p:blipFill>
              <p:spPr>
                <a:xfrm>
                  <a:off x="11200464" y="5341176"/>
                  <a:ext cx="366120" cy="339480"/>
                </a:xfrm>
                <a:prstGeom prst="rect">
                  <a:avLst/>
                </a:prstGeom>
              </p:spPr>
            </p:pic>
          </mc:Fallback>
        </mc:AlternateContent>
      </p:grpSp>
      <p:grpSp>
        <p:nvGrpSpPr>
          <p:cNvPr id="83" name="Group 82">
            <a:extLst>
              <a:ext uri="{FF2B5EF4-FFF2-40B4-BE49-F238E27FC236}">
                <a16:creationId xmlns:a16="http://schemas.microsoft.com/office/drawing/2014/main" id="{0A716D09-C783-5756-191F-DF6575DA2C56}"/>
              </a:ext>
            </a:extLst>
          </p:cNvPr>
          <p:cNvGrpSpPr/>
          <p:nvPr/>
        </p:nvGrpSpPr>
        <p:grpSpPr>
          <a:xfrm>
            <a:off x="7985664" y="5950296"/>
            <a:ext cx="3062520" cy="710640"/>
            <a:chOff x="7985664" y="5950296"/>
            <a:chExt cx="3062520" cy="710640"/>
          </a:xfrm>
        </p:grpSpPr>
        <mc:AlternateContent xmlns:mc="http://schemas.openxmlformats.org/markup-compatibility/2006" xmlns:p14="http://schemas.microsoft.com/office/powerpoint/2010/main">
          <mc:Choice Requires="p14">
            <p:contentPart p14:bwMode="auto" r:id="rId100">
              <p14:nvContentPartPr>
                <p14:cNvPr id="65" name="Ink 64">
                  <a:extLst>
                    <a:ext uri="{FF2B5EF4-FFF2-40B4-BE49-F238E27FC236}">
                      <a16:creationId xmlns:a16="http://schemas.microsoft.com/office/drawing/2014/main" id="{44C39A0F-05A1-A10D-A742-1D4A0C7A1687}"/>
                    </a:ext>
                  </a:extLst>
                </p14:cNvPr>
                <p14:cNvContentPartPr/>
                <p14:nvPr/>
              </p14:nvContentPartPr>
              <p14:xfrm>
                <a:off x="9822024" y="6061896"/>
                <a:ext cx="1148040" cy="173160"/>
              </p14:xfrm>
            </p:contentPart>
          </mc:Choice>
          <mc:Fallback xmlns="">
            <p:pic>
              <p:nvPicPr>
                <p:cNvPr id="65" name="Ink 64">
                  <a:extLst>
                    <a:ext uri="{FF2B5EF4-FFF2-40B4-BE49-F238E27FC236}">
                      <a16:creationId xmlns:a16="http://schemas.microsoft.com/office/drawing/2014/main" id="{44C39A0F-05A1-A10D-A742-1D4A0C7A1687}"/>
                    </a:ext>
                  </a:extLst>
                </p:cNvPr>
                <p:cNvPicPr/>
                <p:nvPr/>
              </p:nvPicPr>
              <p:blipFill>
                <a:blip r:embed="rId101"/>
                <a:stretch>
                  <a:fillRect/>
                </a:stretch>
              </p:blipFill>
              <p:spPr>
                <a:xfrm>
                  <a:off x="9786384" y="6026256"/>
                  <a:ext cx="121968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6" name="Ink 65">
                  <a:extLst>
                    <a:ext uri="{FF2B5EF4-FFF2-40B4-BE49-F238E27FC236}">
                      <a16:creationId xmlns:a16="http://schemas.microsoft.com/office/drawing/2014/main" id="{56C971E4-1532-D8FD-F252-00C7BC9E47A7}"/>
                    </a:ext>
                  </a:extLst>
                </p14:cNvPr>
                <p14:cNvContentPartPr/>
                <p14:nvPr/>
              </p14:nvContentPartPr>
              <p14:xfrm>
                <a:off x="10873224" y="6086376"/>
                <a:ext cx="174960" cy="194040"/>
              </p14:xfrm>
            </p:contentPart>
          </mc:Choice>
          <mc:Fallback xmlns="">
            <p:pic>
              <p:nvPicPr>
                <p:cNvPr id="66" name="Ink 65">
                  <a:extLst>
                    <a:ext uri="{FF2B5EF4-FFF2-40B4-BE49-F238E27FC236}">
                      <a16:creationId xmlns:a16="http://schemas.microsoft.com/office/drawing/2014/main" id="{56C971E4-1532-D8FD-F252-00C7BC9E47A7}"/>
                    </a:ext>
                  </a:extLst>
                </p:cNvPr>
                <p:cNvPicPr/>
                <p:nvPr/>
              </p:nvPicPr>
              <p:blipFill>
                <a:blip r:embed="rId103"/>
                <a:stretch>
                  <a:fillRect/>
                </a:stretch>
              </p:blipFill>
              <p:spPr>
                <a:xfrm>
                  <a:off x="10837224" y="6050376"/>
                  <a:ext cx="2466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7" name="Ink 66">
                  <a:extLst>
                    <a:ext uri="{FF2B5EF4-FFF2-40B4-BE49-F238E27FC236}">
                      <a16:creationId xmlns:a16="http://schemas.microsoft.com/office/drawing/2014/main" id="{8EF50090-B528-077F-2043-F3CF4E14B855}"/>
                    </a:ext>
                  </a:extLst>
                </p14:cNvPr>
                <p14:cNvContentPartPr/>
                <p14:nvPr/>
              </p14:nvContentPartPr>
              <p14:xfrm>
                <a:off x="9185904" y="6051456"/>
                <a:ext cx="176040" cy="184320"/>
              </p14:xfrm>
            </p:contentPart>
          </mc:Choice>
          <mc:Fallback xmlns="">
            <p:pic>
              <p:nvPicPr>
                <p:cNvPr id="67" name="Ink 66">
                  <a:extLst>
                    <a:ext uri="{FF2B5EF4-FFF2-40B4-BE49-F238E27FC236}">
                      <a16:creationId xmlns:a16="http://schemas.microsoft.com/office/drawing/2014/main" id="{8EF50090-B528-077F-2043-F3CF4E14B855}"/>
                    </a:ext>
                  </a:extLst>
                </p:cNvPr>
                <p:cNvPicPr/>
                <p:nvPr/>
              </p:nvPicPr>
              <p:blipFill>
                <a:blip r:embed="rId105"/>
                <a:stretch>
                  <a:fillRect/>
                </a:stretch>
              </p:blipFill>
              <p:spPr>
                <a:xfrm>
                  <a:off x="9150264" y="6015816"/>
                  <a:ext cx="247680" cy="2559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8" name="Ink 67">
                  <a:extLst>
                    <a:ext uri="{FF2B5EF4-FFF2-40B4-BE49-F238E27FC236}">
                      <a16:creationId xmlns:a16="http://schemas.microsoft.com/office/drawing/2014/main" id="{9CA56E2A-3783-292D-CBE0-05A6B089DA35}"/>
                    </a:ext>
                  </a:extLst>
                </p14:cNvPr>
                <p14:cNvContentPartPr/>
                <p14:nvPr/>
              </p14:nvContentPartPr>
              <p14:xfrm>
                <a:off x="9103104" y="5950296"/>
                <a:ext cx="398880" cy="399960"/>
              </p14:xfrm>
            </p:contentPart>
          </mc:Choice>
          <mc:Fallback xmlns="">
            <p:pic>
              <p:nvPicPr>
                <p:cNvPr id="68" name="Ink 67">
                  <a:extLst>
                    <a:ext uri="{FF2B5EF4-FFF2-40B4-BE49-F238E27FC236}">
                      <a16:creationId xmlns:a16="http://schemas.microsoft.com/office/drawing/2014/main" id="{9CA56E2A-3783-292D-CBE0-05A6B089DA35}"/>
                    </a:ext>
                  </a:extLst>
                </p:cNvPr>
                <p:cNvPicPr/>
                <p:nvPr/>
              </p:nvPicPr>
              <p:blipFill>
                <a:blip r:embed="rId107"/>
                <a:stretch>
                  <a:fillRect/>
                </a:stretch>
              </p:blipFill>
              <p:spPr>
                <a:xfrm>
                  <a:off x="9067104" y="5914656"/>
                  <a:ext cx="470520" cy="471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1" name="Ink 70">
                  <a:extLst>
                    <a:ext uri="{FF2B5EF4-FFF2-40B4-BE49-F238E27FC236}">
                      <a16:creationId xmlns:a16="http://schemas.microsoft.com/office/drawing/2014/main" id="{39FE893F-DDA3-3415-92C4-7C5EC2A4B9F9}"/>
                    </a:ext>
                  </a:extLst>
                </p14:cNvPr>
                <p14:cNvContentPartPr/>
                <p14:nvPr/>
              </p14:nvContentPartPr>
              <p14:xfrm>
                <a:off x="7985664" y="6480936"/>
                <a:ext cx="267120" cy="150120"/>
              </p14:xfrm>
            </p:contentPart>
          </mc:Choice>
          <mc:Fallback xmlns="">
            <p:pic>
              <p:nvPicPr>
                <p:cNvPr id="71" name="Ink 70">
                  <a:extLst>
                    <a:ext uri="{FF2B5EF4-FFF2-40B4-BE49-F238E27FC236}">
                      <a16:creationId xmlns:a16="http://schemas.microsoft.com/office/drawing/2014/main" id="{39FE893F-DDA3-3415-92C4-7C5EC2A4B9F9}"/>
                    </a:ext>
                  </a:extLst>
                </p:cNvPr>
                <p:cNvPicPr/>
                <p:nvPr/>
              </p:nvPicPr>
              <p:blipFill>
                <a:blip r:embed="rId109"/>
                <a:stretch>
                  <a:fillRect/>
                </a:stretch>
              </p:blipFill>
              <p:spPr>
                <a:xfrm>
                  <a:off x="7950024" y="6445296"/>
                  <a:ext cx="338760" cy="22176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2" name="Ink 71">
                  <a:extLst>
                    <a:ext uri="{FF2B5EF4-FFF2-40B4-BE49-F238E27FC236}">
                      <a16:creationId xmlns:a16="http://schemas.microsoft.com/office/drawing/2014/main" id="{79B65495-3A90-E12F-D3F1-5B91A5DA0991}"/>
                    </a:ext>
                  </a:extLst>
                </p14:cNvPr>
                <p14:cNvContentPartPr/>
                <p14:nvPr/>
              </p14:nvContentPartPr>
              <p14:xfrm>
                <a:off x="8278344" y="6361416"/>
                <a:ext cx="61560" cy="277200"/>
              </p14:xfrm>
            </p:contentPart>
          </mc:Choice>
          <mc:Fallback xmlns="">
            <p:pic>
              <p:nvPicPr>
                <p:cNvPr id="72" name="Ink 71">
                  <a:extLst>
                    <a:ext uri="{FF2B5EF4-FFF2-40B4-BE49-F238E27FC236}">
                      <a16:creationId xmlns:a16="http://schemas.microsoft.com/office/drawing/2014/main" id="{79B65495-3A90-E12F-D3F1-5B91A5DA0991}"/>
                    </a:ext>
                  </a:extLst>
                </p:cNvPr>
                <p:cNvPicPr/>
                <p:nvPr/>
              </p:nvPicPr>
              <p:blipFill>
                <a:blip r:embed="rId111"/>
                <a:stretch>
                  <a:fillRect/>
                </a:stretch>
              </p:blipFill>
              <p:spPr>
                <a:xfrm>
                  <a:off x="8242344" y="6325776"/>
                  <a:ext cx="133200" cy="348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3" name="Ink 72">
                  <a:extLst>
                    <a:ext uri="{FF2B5EF4-FFF2-40B4-BE49-F238E27FC236}">
                      <a16:creationId xmlns:a16="http://schemas.microsoft.com/office/drawing/2014/main" id="{049AEFFA-7740-3C9F-E7F7-E282ECD011C0}"/>
                    </a:ext>
                  </a:extLst>
                </p14:cNvPr>
                <p14:cNvContentPartPr/>
                <p14:nvPr/>
              </p14:nvContentPartPr>
              <p14:xfrm>
                <a:off x="8430264" y="6523776"/>
                <a:ext cx="32040" cy="96480"/>
              </p14:xfrm>
            </p:contentPart>
          </mc:Choice>
          <mc:Fallback xmlns="">
            <p:pic>
              <p:nvPicPr>
                <p:cNvPr id="73" name="Ink 72">
                  <a:extLst>
                    <a:ext uri="{FF2B5EF4-FFF2-40B4-BE49-F238E27FC236}">
                      <a16:creationId xmlns:a16="http://schemas.microsoft.com/office/drawing/2014/main" id="{049AEFFA-7740-3C9F-E7F7-E282ECD011C0}"/>
                    </a:ext>
                  </a:extLst>
                </p:cNvPr>
                <p:cNvPicPr/>
                <p:nvPr/>
              </p:nvPicPr>
              <p:blipFill>
                <a:blip r:embed="rId113"/>
                <a:stretch>
                  <a:fillRect/>
                </a:stretch>
              </p:blipFill>
              <p:spPr>
                <a:xfrm>
                  <a:off x="8394624" y="6487776"/>
                  <a:ext cx="10368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4" name="Ink 73">
                  <a:extLst>
                    <a:ext uri="{FF2B5EF4-FFF2-40B4-BE49-F238E27FC236}">
                      <a16:creationId xmlns:a16="http://schemas.microsoft.com/office/drawing/2014/main" id="{FFAEE621-AE1E-8883-FC64-DE9BDF0C9C42}"/>
                    </a:ext>
                  </a:extLst>
                </p14:cNvPr>
                <p14:cNvContentPartPr/>
                <p14:nvPr/>
              </p14:nvContentPartPr>
              <p14:xfrm>
                <a:off x="8451504" y="6440616"/>
                <a:ext cx="5760" cy="24480"/>
              </p14:xfrm>
            </p:contentPart>
          </mc:Choice>
          <mc:Fallback xmlns="">
            <p:pic>
              <p:nvPicPr>
                <p:cNvPr id="74" name="Ink 73">
                  <a:extLst>
                    <a:ext uri="{FF2B5EF4-FFF2-40B4-BE49-F238E27FC236}">
                      <a16:creationId xmlns:a16="http://schemas.microsoft.com/office/drawing/2014/main" id="{FFAEE621-AE1E-8883-FC64-DE9BDF0C9C42}"/>
                    </a:ext>
                  </a:extLst>
                </p:cNvPr>
                <p:cNvPicPr/>
                <p:nvPr/>
              </p:nvPicPr>
              <p:blipFill>
                <a:blip r:embed="rId115"/>
                <a:stretch>
                  <a:fillRect/>
                </a:stretch>
              </p:blipFill>
              <p:spPr>
                <a:xfrm>
                  <a:off x="8415504" y="6404976"/>
                  <a:ext cx="774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5" name="Ink 74">
                  <a:extLst>
                    <a:ext uri="{FF2B5EF4-FFF2-40B4-BE49-F238E27FC236}">
                      <a16:creationId xmlns:a16="http://schemas.microsoft.com/office/drawing/2014/main" id="{2D0AB38E-010E-619A-44C5-4798880ED077}"/>
                    </a:ext>
                  </a:extLst>
                </p14:cNvPr>
                <p14:cNvContentPartPr/>
                <p14:nvPr/>
              </p14:nvContentPartPr>
              <p14:xfrm>
                <a:off x="8546544" y="6497856"/>
                <a:ext cx="154800" cy="163080"/>
              </p14:xfrm>
            </p:contentPart>
          </mc:Choice>
          <mc:Fallback xmlns="">
            <p:pic>
              <p:nvPicPr>
                <p:cNvPr id="75" name="Ink 74">
                  <a:extLst>
                    <a:ext uri="{FF2B5EF4-FFF2-40B4-BE49-F238E27FC236}">
                      <a16:creationId xmlns:a16="http://schemas.microsoft.com/office/drawing/2014/main" id="{2D0AB38E-010E-619A-44C5-4798880ED077}"/>
                    </a:ext>
                  </a:extLst>
                </p:cNvPr>
                <p:cNvPicPr/>
                <p:nvPr/>
              </p:nvPicPr>
              <p:blipFill>
                <a:blip r:embed="rId117"/>
                <a:stretch>
                  <a:fillRect/>
                </a:stretch>
              </p:blipFill>
              <p:spPr>
                <a:xfrm>
                  <a:off x="8510544" y="6461856"/>
                  <a:ext cx="2264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6" name="Ink 75">
                  <a:extLst>
                    <a:ext uri="{FF2B5EF4-FFF2-40B4-BE49-F238E27FC236}">
                      <a16:creationId xmlns:a16="http://schemas.microsoft.com/office/drawing/2014/main" id="{8C9FEF97-7285-9120-1267-CB6362174367}"/>
                    </a:ext>
                  </a:extLst>
                </p14:cNvPr>
                <p14:cNvContentPartPr/>
                <p14:nvPr/>
              </p14:nvContentPartPr>
              <p14:xfrm>
                <a:off x="8722584" y="6365016"/>
                <a:ext cx="326160" cy="280080"/>
              </p14:xfrm>
            </p:contentPart>
          </mc:Choice>
          <mc:Fallback xmlns="">
            <p:pic>
              <p:nvPicPr>
                <p:cNvPr id="76" name="Ink 75">
                  <a:extLst>
                    <a:ext uri="{FF2B5EF4-FFF2-40B4-BE49-F238E27FC236}">
                      <a16:creationId xmlns:a16="http://schemas.microsoft.com/office/drawing/2014/main" id="{8C9FEF97-7285-9120-1267-CB6362174367}"/>
                    </a:ext>
                  </a:extLst>
                </p:cNvPr>
                <p:cNvPicPr/>
                <p:nvPr/>
              </p:nvPicPr>
              <p:blipFill>
                <a:blip r:embed="rId119"/>
                <a:stretch>
                  <a:fillRect/>
                </a:stretch>
              </p:blipFill>
              <p:spPr>
                <a:xfrm>
                  <a:off x="8686584" y="6329016"/>
                  <a:ext cx="39780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7" name="Ink 76">
                  <a:extLst>
                    <a:ext uri="{FF2B5EF4-FFF2-40B4-BE49-F238E27FC236}">
                      <a16:creationId xmlns:a16="http://schemas.microsoft.com/office/drawing/2014/main" id="{0A36840F-4140-DD28-D923-9E33159F356B}"/>
                    </a:ext>
                  </a:extLst>
                </p14:cNvPr>
                <p14:cNvContentPartPr/>
                <p14:nvPr/>
              </p14:nvContentPartPr>
              <p14:xfrm>
                <a:off x="9345384" y="6439176"/>
                <a:ext cx="207000" cy="192600"/>
              </p14:xfrm>
            </p:contentPart>
          </mc:Choice>
          <mc:Fallback xmlns="">
            <p:pic>
              <p:nvPicPr>
                <p:cNvPr id="77" name="Ink 76">
                  <a:extLst>
                    <a:ext uri="{FF2B5EF4-FFF2-40B4-BE49-F238E27FC236}">
                      <a16:creationId xmlns:a16="http://schemas.microsoft.com/office/drawing/2014/main" id="{0A36840F-4140-DD28-D923-9E33159F356B}"/>
                    </a:ext>
                  </a:extLst>
                </p:cNvPr>
                <p:cNvPicPr/>
                <p:nvPr/>
              </p:nvPicPr>
              <p:blipFill>
                <a:blip r:embed="rId121"/>
                <a:stretch>
                  <a:fillRect/>
                </a:stretch>
              </p:blipFill>
              <p:spPr>
                <a:xfrm>
                  <a:off x="9309384" y="6403536"/>
                  <a:ext cx="27864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FD2E6460-C398-0362-A93A-8C9BF4401AEB}"/>
                    </a:ext>
                  </a:extLst>
                </p14:cNvPr>
                <p14:cNvContentPartPr/>
                <p14:nvPr/>
              </p14:nvContentPartPr>
              <p14:xfrm>
                <a:off x="9315144" y="6413256"/>
                <a:ext cx="236160" cy="233280"/>
              </p14:xfrm>
            </p:contentPart>
          </mc:Choice>
          <mc:Fallback xmlns="">
            <p:pic>
              <p:nvPicPr>
                <p:cNvPr id="79" name="Ink 78">
                  <a:extLst>
                    <a:ext uri="{FF2B5EF4-FFF2-40B4-BE49-F238E27FC236}">
                      <a16:creationId xmlns:a16="http://schemas.microsoft.com/office/drawing/2014/main" id="{FD2E6460-C398-0362-A93A-8C9BF4401AEB}"/>
                    </a:ext>
                  </a:extLst>
                </p:cNvPr>
                <p:cNvPicPr/>
                <p:nvPr/>
              </p:nvPicPr>
              <p:blipFill>
                <a:blip r:embed="rId123"/>
                <a:stretch>
                  <a:fillRect/>
                </a:stretch>
              </p:blipFill>
              <p:spPr>
                <a:xfrm>
                  <a:off x="9279504" y="6377616"/>
                  <a:ext cx="30780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0" name="Ink 79">
                  <a:extLst>
                    <a:ext uri="{FF2B5EF4-FFF2-40B4-BE49-F238E27FC236}">
                      <a16:creationId xmlns:a16="http://schemas.microsoft.com/office/drawing/2014/main" id="{729EED83-9EC4-25F8-0689-CE9EB28F1FA5}"/>
                    </a:ext>
                  </a:extLst>
                </p14:cNvPr>
                <p14:cNvContentPartPr/>
                <p14:nvPr/>
              </p14:nvContentPartPr>
              <p14:xfrm>
                <a:off x="9358344" y="6506856"/>
                <a:ext cx="191880" cy="10080"/>
              </p14:xfrm>
            </p:contentPart>
          </mc:Choice>
          <mc:Fallback xmlns="">
            <p:pic>
              <p:nvPicPr>
                <p:cNvPr id="80" name="Ink 79">
                  <a:extLst>
                    <a:ext uri="{FF2B5EF4-FFF2-40B4-BE49-F238E27FC236}">
                      <a16:creationId xmlns:a16="http://schemas.microsoft.com/office/drawing/2014/main" id="{729EED83-9EC4-25F8-0689-CE9EB28F1FA5}"/>
                    </a:ext>
                  </a:extLst>
                </p:cNvPr>
                <p:cNvPicPr/>
                <p:nvPr/>
              </p:nvPicPr>
              <p:blipFill>
                <a:blip r:embed="rId125"/>
                <a:stretch>
                  <a:fillRect/>
                </a:stretch>
              </p:blipFill>
              <p:spPr>
                <a:xfrm>
                  <a:off x="9322704" y="6470856"/>
                  <a:ext cx="2635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1" name="Ink 80">
                  <a:extLst>
                    <a:ext uri="{FF2B5EF4-FFF2-40B4-BE49-F238E27FC236}">
                      <a16:creationId xmlns:a16="http://schemas.microsoft.com/office/drawing/2014/main" id="{F911BCAB-4C5B-3E15-E6DC-921A93975F1C}"/>
                    </a:ext>
                  </a:extLst>
                </p14:cNvPr>
                <p14:cNvContentPartPr/>
                <p14:nvPr/>
              </p14:nvContentPartPr>
              <p14:xfrm>
                <a:off x="9657864" y="6358536"/>
                <a:ext cx="138240" cy="279000"/>
              </p14:xfrm>
            </p:contentPart>
          </mc:Choice>
          <mc:Fallback xmlns="">
            <p:pic>
              <p:nvPicPr>
                <p:cNvPr id="81" name="Ink 80">
                  <a:extLst>
                    <a:ext uri="{FF2B5EF4-FFF2-40B4-BE49-F238E27FC236}">
                      <a16:creationId xmlns:a16="http://schemas.microsoft.com/office/drawing/2014/main" id="{F911BCAB-4C5B-3E15-E6DC-921A93975F1C}"/>
                    </a:ext>
                  </a:extLst>
                </p:cNvPr>
                <p:cNvPicPr/>
                <p:nvPr/>
              </p:nvPicPr>
              <p:blipFill>
                <a:blip r:embed="rId127"/>
                <a:stretch>
                  <a:fillRect/>
                </a:stretch>
              </p:blipFill>
              <p:spPr>
                <a:xfrm>
                  <a:off x="9621864" y="6322896"/>
                  <a:ext cx="20988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2" name="Ink 81">
                  <a:extLst>
                    <a:ext uri="{FF2B5EF4-FFF2-40B4-BE49-F238E27FC236}">
                      <a16:creationId xmlns:a16="http://schemas.microsoft.com/office/drawing/2014/main" id="{7A45FFD1-87FE-CDFF-4C15-254B4188FB5A}"/>
                    </a:ext>
                  </a:extLst>
                </p14:cNvPr>
                <p14:cNvContentPartPr/>
                <p14:nvPr/>
              </p14:nvContentPartPr>
              <p14:xfrm>
                <a:off x="9822024" y="6360696"/>
                <a:ext cx="207360" cy="282960"/>
              </p14:xfrm>
            </p:contentPart>
          </mc:Choice>
          <mc:Fallback xmlns="">
            <p:pic>
              <p:nvPicPr>
                <p:cNvPr id="82" name="Ink 81">
                  <a:extLst>
                    <a:ext uri="{FF2B5EF4-FFF2-40B4-BE49-F238E27FC236}">
                      <a16:creationId xmlns:a16="http://schemas.microsoft.com/office/drawing/2014/main" id="{7A45FFD1-87FE-CDFF-4C15-254B4188FB5A}"/>
                    </a:ext>
                  </a:extLst>
                </p:cNvPr>
                <p:cNvPicPr/>
                <p:nvPr/>
              </p:nvPicPr>
              <p:blipFill>
                <a:blip r:embed="rId129"/>
                <a:stretch>
                  <a:fillRect/>
                </a:stretch>
              </p:blipFill>
              <p:spPr>
                <a:xfrm>
                  <a:off x="9786024" y="6325056"/>
                  <a:ext cx="279000" cy="354600"/>
                </a:xfrm>
                <a:prstGeom prst="rect">
                  <a:avLst/>
                </a:prstGeom>
              </p:spPr>
            </p:pic>
          </mc:Fallback>
        </mc:AlternateContent>
      </p:grpSp>
    </p:spTree>
    <p:extLst>
      <p:ext uri="{BB962C8B-B14F-4D97-AF65-F5344CB8AC3E}">
        <p14:creationId xmlns:p14="http://schemas.microsoft.com/office/powerpoint/2010/main" val="2855566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4DCD-9EBE-157E-F84C-81F37BA2230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286ED03-809D-0662-8266-E0F6A5B01FC5}"/>
              </a:ext>
            </a:extLst>
          </p:cNvPr>
          <p:cNvPicPr>
            <a:picLocks noChangeAspect="1"/>
          </p:cNvPicPr>
          <p:nvPr/>
        </p:nvPicPr>
        <p:blipFill>
          <a:blip r:embed="rId2"/>
          <a:stretch>
            <a:fillRect/>
          </a:stretch>
        </p:blipFill>
        <p:spPr>
          <a:xfrm>
            <a:off x="0" y="1574289"/>
            <a:ext cx="12192000" cy="3709422"/>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4EB4BB6-5B42-F87E-B9F3-5D7C3A05FD83}"/>
                  </a:ext>
                </a:extLst>
              </p14:cNvPr>
              <p14:cNvContentPartPr/>
              <p14:nvPr/>
            </p14:nvContentPartPr>
            <p14:xfrm>
              <a:off x="10449504" y="2698776"/>
              <a:ext cx="485280" cy="34200"/>
            </p14:xfrm>
          </p:contentPart>
        </mc:Choice>
        <mc:Fallback xmlns="">
          <p:pic>
            <p:nvPicPr>
              <p:cNvPr id="2" name="Ink 1">
                <a:extLst>
                  <a:ext uri="{FF2B5EF4-FFF2-40B4-BE49-F238E27FC236}">
                    <a16:creationId xmlns:a16="http://schemas.microsoft.com/office/drawing/2014/main" id="{04EB4BB6-5B42-F87E-B9F3-5D7C3A05FD83}"/>
                  </a:ext>
                </a:extLst>
              </p:cNvPr>
              <p:cNvPicPr/>
              <p:nvPr/>
            </p:nvPicPr>
            <p:blipFill>
              <a:blip r:embed="rId4"/>
              <a:stretch>
                <a:fillRect/>
              </a:stretch>
            </p:blipFill>
            <p:spPr>
              <a:xfrm>
                <a:off x="10413504" y="2662776"/>
                <a:ext cx="55692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86DBB60D-CCF7-EA45-4F95-31903CC6935C}"/>
                  </a:ext>
                </a:extLst>
              </p14:cNvPr>
              <p14:cNvContentPartPr/>
              <p14:nvPr/>
            </p14:nvContentPartPr>
            <p14:xfrm>
              <a:off x="312264" y="2845296"/>
              <a:ext cx="752760" cy="16200"/>
            </p14:xfrm>
          </p:contentPart>
        </mc:Choice>
        <mc:Fallback xmlns="">
          <p:pic>
            <p:nvPicPr>
              <p:cNvPr id="4" name="Ink 3">
                <a:extLst>
                  <a:ext uri="{FF2B5EF4-FFF2-40B4-BE49-F238E27FC236}">
                    <a16:creationId xmlns:a16="http://schemas.microsoft.com/office/drawing/2014/main" id="{86DBB60D-CCF7-EA45-4F95-31903CC6935C}"/>
                  </a:ext>
                </a:extLst>
              </p:cNvPr>
              <p:cNvPicPr/>
              <p:nvPr/>
            </p:nvPicPr>
            <p:blipFill>
              <a:blip r:embed="rId6"/>
              <a:stretch>
                <a:fillRect/>
              </a:stretch>
            </p:blipFill>
            <p:spPr>
              <a:xfrm>
                <a:off x="276264" y="2809656"/>
                <a:ext cx="824400" cy="87840"/>
              </a:xfrm>
              <a:prstGeom prst="rect">
                <a:avLst/>
              </a:prstGeom>
            </p:spPr>
          </p:pic>
        </mc:Fallback>
      </mc:AlternateContent>
    </p:spTree>
    <p:extLst>
      <p:ext uri="{BB962C8B-B14F-4D97-AF65-F5344CB8AC3E}">
        <p14:creationId xmlns:p14="http://schemas.microsoft.com/office/powerpoint/2010/main" val="86894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3A034-D9D8-1C0E-1C8D-85E975B933F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3710076-63FB-B79C-927A-E35AFFDE3147}"/>
              </a:ext>
            </a:extLst>
          </p:cNvPr>
          <p:cNvSpPr txBox="1"/>
          <p:nvPr/>
        </p:nvSpPr>
        <p:spPr>
          <a:xfrm>
            <a:off x="128016" y="146303"/>
            <a:ext cx="10844784" cy="4762842"/>
          </a:xfrm>
          <a:prstGeom prst="rect">
            <a:avLst/>
          </a:prstGeom>
          <a:noFill/>
        </p:spPr>
        <p:txBody>
          <a:bodyPr wrap="square">
            <a:spAutoFit/>
          </a:bodyPr>
          <a:lstStyle/>
          <a:p>
            <a:pPr>
              <a:spcBef>
                <a:spcPts val="900"/>
              </a:spcBef>
              <a:spcAft>
                <a:spcPts val="600"/>
              </a:spcAft>
            </a:pPr>
            <a:r>
              <a:rPr lang="en-US" sz="2400" b="1" u="none" strike="noStrike" dirty="0">
                <a:solidFill>
                  <a:schemeClr val="accent6">
                    <a:lumMod val="60000"/>
                    <a:lumOff val="40000"/>
                  </a:schemeClr>
                </a:solidFill>
                <a:effectLst/>
              </a:rPr>
              <a:t>On Windows:</a:t>
            </a:r>
          </a:p>
          <a:p>
            <a:pPr marL="457200" indent="-457200">
              <a:spcBef>
                <a:spcPts val="900"/>
              </a:spcBef>
              <a:spcAft>
                <a:spcPts val="600"/>
              </a:spcAft>
              <a:buAutoNum type="arabicPeriod"/>
            </a:pPr>
            <a:r>
              <a:rPr lang="en-US" sz="2400" b="0" u="none" strike="noStrike" dirty="0">
                <a:solidFill>
                  <a:schemeClr val="accent6">
                    <a:lumMod val="60000"/>
                    <a:lumOff val="40000"/>
                  </a:schemeClr>
                </a:solidFill>
                <a:effectLst/>
              </a:rPr>
              <a:t>Create a directory named .</a:t>
            </a:r>
            <a:r>
              <a:rPr lang="en-US" sz="2400" b="0" u="none" strike="noStrike" dirty="0" err="1">
                <a:solidFill>
                  <a:schemeClr val="accent6">
                    <a:lumMod val="60000"/>
                    <a:lumOff val="40000"/>
                  </a:schemeClr>
                </a:solidFill>
                <a:effectLst/>
              </a:rPr>
              <a:t>oci</a:t>
            </a:r>
            <a:r>
              <a:rPr lang="en-US" sz="2400" b="0" u="none" strike="noStrike" dirty="0">
                <a:solidFill>
                  <a:schemeClr val="accent6">
                    <a:lumMod val="60000"/>
                    <a:lumOff val="40000"/>
                  </a:schemeClr>
                </a:solidFill>
                <a:effectLst/>
              </a:rPr>
              <a:t> inside your user profile folder </a:t>
            </a:r>
          </a:p>
          <a:p>
            <a:pPr>
              <a:spcBef>
                <a:spcPts val="900"/>
              </a:spcBef>
              <a:spcAft>
                <a:spcPts val="600"/>
              </a:spcAft>
            </a:pPr>
            <a:r>
              <a:rPr lang="en-US" sz="2400" b="0" u="none" strike="noStrike" dirty="0">
                <a:solidFill>
                  <a:schemeClr val="accent6">
                    <a:lumMod val="60000"/>
                    <a:lumOff val="40000"/>
                  </a:schemeClr>
                </a:solidFill>
                <a:effectLst/>
              </a:rPr>
              <a:t>(e.g., C:\Users\YourName\.oci).</a:t>
            </a:r>
          </a:p>
          <a:p>
            <a:pPr>
              <a:spcBef>
                <a:spcPts val="900"/>
              </a:spcBef>
              <a:spcAft>
                <a:spcPts val="600"/>
              </a:spcAft>
            </a:pPr>
            <a:endParaRPr lang="en-US" sz="2400" dirty="0">
              <a:solidFill>
                <a:schemeClr val="accent6">
                  <a:lumMod val="60000"/>
                  <a:lumOff val="40000"/>
                </a:schemeClr>
              </a:solidFill>
            </a:endParaRPr>
          </a:p>
          <a:p>
            <a:pPr>
              <a:spcBef>
                <a:spcPts val="900"/>
              </a:spcBef>
              <a:spcAft>
                <a:spcPts val="600"/>
              </a:spcAft>
            </a:pPr>
            <a:r>
              <a:rPr lang="en-US" sz="2400" b="0" u="none" strike="noStrike" dirty="0">
                <a:solidFill>
                  <a:schemeClr val="accent6">
                    <a:lumMod val="60000"/>
                    <a:lumOff val="40000"/>
                  </a:schemeClr>
                </a:solidFill>
                <a:effectLst/>
              </a:rPr>
              <a:t>2. Move the </a:t>
            </a:r>
            <a:r>
              <a:rPr lang="en-US" sz="2400" b="0" u="none" strike="noStrike" dirty="0" err="1">
                <a:solidFill>
                  <a:schemeClr val="accent6">
                    <a:lumMod val="60000"/>
                    <a:lumOff val="40000"/>
                  </a:schemeClr>
                </a:solidFill>
                <a:effectLst/>
              </a:rPr>
              <a:t>your_key.pem</a:t>
            </a:r>
            <a:r>
              <a:rPr lang="en-US" sz="2400" b="0" u="none" strike="noStrike" dirty="0">
                <a:solidFill>
                  <a:schemeClr val="accent6">
                    <a:lumMod val="60000"/>
                    <a:lumOff val="40000"/>
                  </a:schemeClr>
                </a:solidFill>
                <a:effectLst/>
              </a:rPr>
              <a:t> in this </a:t>
            </a:r>
            <a:r>
              <a:rPr lang="en-US" sz="2400" b="1" u="none" strike="noStrike" dirty="0">
                <a:solidFill>
                  <a:schemeClr val="accent6">
                    <a:lumMod val="60000"/>
                    <a:lumOff val="40000"/>
                  </a:schemeClr>
                </a:solidFill>
                <a:effectLst/>
              </a:rPr>
              <a:t>.</a:t>
            </a:r>
            <a:r>
              <a:rPr lang="en-US" sz="2400" b="1" u="none" strike="noStrike" dirty="0" err="1">
                <a:solidFill>
                  <a:schemeClr val="accent6">
                    <a:lumMod val="60000"/>
                    <a:lumOff val="40000"/>
                  </a:schemeClr>
                </a:solidFill>
                <a:effectLst/>
              </a:rPr>
              <a:t>oci</a:t>
            </a:r>
            <a:r>
              <a:rPr lang="en-US" sz="2400" b="0" u="none" strike="noStrike" dirty="0">
                <a:solidFill>
                  <a:schemeClr val="accent6">
                    <a:lumMod val="60000"/>
                    <a:lumOff val="40000"/>
                  </a:schemeClr>
                </a:solidFill>
                <a:effectLst/>
              </a:rPr>
              <a:t> directory</a:t>
            </a:r>
          </a:p>
          <a:p>
            <a:pPr>
              <a:spcBef>
                <a:spcPts val="900"/>
              </a:spcBef>
              <a:spcAft>
                <a:spcPts val="600"/>
              </a:spcAft>
            </a:pPr>
            <a:endParaRPr lang="en-US" sz="2400" dirty="0">
              <a:solidFill>
                <a:schemeClr val="accent6">
                  <a:lumMod val="60000"/>
                  <a:lumOff val="40000"/>
                </a:schemeClr>
              </a:solidFill>
            </a:endParaRPr>
          </a:p>
          <a:p>
            <a:pPr>
              <a:spcBef>
                <a:spcPts val="900"/>
              </a:spcBef>
              <a:spcAft>
                <a:spcPts val="600"/>
              </a:spcAft>
            </a:pPr>
            <a:r>
              <a:rPr lang="en-US" sz="2400" b="0" u="none" strike="noStrike" dirty="0">
                <a:solidFill>
                  <a:schemeClr val="accent6">
                    <a:lumMod val="60000"/>
                    <a:lumOff val="40000"/>
                  </a:schemeClr>
                </a:solidFill>
                <a:effectLst/>
              </a:rPr>
              <a:t>3. Save your copied configuration block into a text file named </a:t>
            </a:r>
            <a:r>
              <a:rPr lang="en-US" sz="2400" b="1" u="sng" strike="noStrike" dirty="0">
                <a:solidFill>
                  <a:schemeClr val="accent6">
                    <a:lumMod val="60000"/>
                    <a:lumOff val="40000"/>
                  </a:schemeClr>
                </a:solidFill>
                <a:effectLst/>
              </a:rPr>
              <a:t>config</a:t>
            </a:r>
            <a:r>
              <a:rPr lang="en-US" sz="2400" b="0" u="none" strike="noStrike" dirty="0">
                <a:solidFill>
                  <a:schemeClr val="accent6">
                    <a:lumMod val="60000"/>
                    <a:lumOff val="40000"/>
                  </a:schemeClr>
                </a:solidFill>
                <a:effectLst/>
              </a:rPr>
              <a:t> inside that folder.</a:t>
            </a:r>
          </a:p>
          <a:p>
            <a:pPr>
              <a:spcBef>
                <a:spcPts val="900"/>
              </a:spcBef>
              <a:spcAft>
                <a:spcPts val="600"/>
              </a:spcAft>
            </a:pPr>
            <a:r>
              <a:rPr lang="en-US" sz="2400" dirty="0">
                <a:solidFill>
                  <a:schemeClr val="accent6">
                    <a:lumMod val="60000"/>
                    <a:lumOff val="40000"/>
                  </a:schemeClr>
                </a:solidFill>
              </a:rPr>
              <a:t>4</a:t>
            </a:r>
            <a:r>
              <a:rPr lang="en-US" sz="2400" b="0" u="none" strike="noStrike" dirty="0">
                <a:solidFill>
                  <a:schemeClr val="accent6">
                    <a:lumMod val="60000"/>
                    <a:lumOff val="40000"/>
                  </a:schemeClr>
                </a:solidFill>
                <a:effectLst/>
              </a:rPr>
              <a:t>. In </a:t>
            </a:r>
            <a:r>
              <a:rPr lang="en-US" sz="2400" b="1" u="none" strike="noStrike" dirty="0">
                <a:solidFill>
                  <a:schemeClr val="accent6">
                    <a:lumMod val="60000"/>
                    <a:lumOff val="40000"/>
                  </a:schemeClr>
                </a:solidFill>
                <a:effectLst/>
              </a:rPr>
              <a:t>config</a:t>
            </a:r>
            <a:r>
              <a:rPr lang="en-US" sz="2400" b="0" u="none" strike="noStrike" dirty="0">
                <a:solidFill>
                  <a:schemeClr val="accent6">
                    <a:lumMod val="60000"/>
                    <a:lumOff val="40000"/>
                  </a:schemeClr>
                </a:solidFill>
                <a:effectLst/>
              </a:rPr>
              <a:t> file, change the </a:t>
            </a:r>
            <a:r>
              <a:rPr lang="en-US" sz="2400" b="1" u="none" strike="noStrike" dirty="0" err="1">
                <a:solidFill>
                  <a:schemeClr val="accent6">
                    <a:lumMod val="60000"/>
                    <a:lumOff val="40000"/>
                  </a:schemeClr>
                </a:solidFill>
                <a:effectLst/>
              </a:rPr>
              <a:t>key_file</a:t>
            </a:r>
            <a:r>
              <a:rPr lang="en-US" sz="2400" b="0" u="none" strike="noStrike" dirty="0">
                <a:solidFill>
                  <a:schemeClr val="accent6">
                    <a:lumMod val="60000"/>
                    <a:lumOff val="40000"/>
                  </a:schemeClr>
                </a:solidFill>
                <a:effectLst/>
              </a:rPr>
              <a:t> to path of your key file: </a:t>
            </a:r>
            <a:r>
              <a:rPr lang="en-US" sz="2400" b="0" u="none" strike="noStrike" dirty="0" err="1">
                <a:solidFill>
                  <a:schemeClr val="accent6">
                    <a:lumMod val="60000"/>
                    <a:lumOff val="40000"/>
                  </a:schemeClr>
                </a:solidFill>
                <a:effectLst/>
              </a:rPr>
              <a:t>key_file</a:t>
            </a:r>
            <a:r>
              <a:rPr lang="en-US" sz="2400" b="0" u="none" strike="noStrike" dirty="0">
                <a:solidFill>
                  <a:schemeClr val="accent6">
                    <a:lumMod val="60000"/>
                    <a:lumOff val="40000"/>
                  </a:schemeClr>
                </a:solidFill>
                <a:effectLst/>
              </a:rPr>
              <a:t>=C:\Users\YourName\.oci\your_key.pem</a:t>
            </a:r>
          </a:p>
        </p:txBody>
      </p:sp>
      <p:pic>
        <p:nvPicPr>
          <p:cNvPr id="9" name="Picture 8">
            <a:extLst>
              <a:ext uri="{FF2B5EF4-FFF2-40B4-BE49-F238E27FC236}">
                <a16:creationId xmlns:a16="http://schemas.microsoft.com/office/drawing/2014/main" id="{3D49BA73-4DE5-BAB1-BFFC-8286605F8022}"/>
              </a:ext>
            </a:extLst>
          </p:cNvPr>
          <p:cNvPicPr>
            <a:picLocks noChangeAspect="1"/>
          </p:cNvPicPr>
          <p:nvPr/>
        </p:nvPicPr>
        <p:blipFill>
          <a:blip r:embed="rId2"/>
          <a:stretch>
            <a:fillRect/>
          </a:stretch>
        </p:blipFill>
        <p:spPr>
          <a:xfrm>
            <a:off x="378403" y="4800601"/>
            <a:ext cx="11295662" cy="1911096"/>
          </a:xfrm>
          <a:prstGeom prst="rect">
            <a:avLst/>
          </a:prstGeom>
        </p:spPr>
      </p:pic>
      <p:pic>
        <p:nvPicPr>
          <p:cNvPr id="6" name="Picture 5">
            <a:extLst>
              <a:ext uri="{FF2B5EF4-FFF2-40B4-BE49-F238E27FC236}">
                <a16:creationId xmlns:a16="http://schemas.microsoft.com/office/drawing/2014/main" id="{EA07CD6C-C235-365E-8247-41C6DD022158}"/>
              </a:ext>
            </a:extLst>
          </p:cNvPr>
          <p:cNvPicPr>
            <a:picLocks noChangeAspect="1"/>
          </p:cNvPicPr>
          <p:nvPr/>
        </p:nvPicPr>
        <p:blipFill>
          <a:blip r:embed="rId3"/>
          <a:stretch>
            <a:fillRect/>
          </a:stretch>
        </p:blipFill>
        <p:spPr>
          <a:xfrm>
            <a:off x="6009107" y="1143001"/>
            <a:ext cx="6192037" cy="2395728"/>
          </a:xfrm>
          <a:prstGeom prst="rect">
            <a:avLst/>
          </a:prstGeom>
        </p:spPr>
      </p:pic>
    </p:spTree>
    <p:extLst>
      <p:ext uri="{BB962C8B-B14F-4D97-AF65-F5344CB8AC3E}">
        <p14:creationId xmlns:p14="http://schemas.microsoft.com/office/powerpoint/2010/main" val="3345667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2742-3BD3-4DE0-2691-AAD82DB22D3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E6C356-6E4E-EF14-1641-3256108A6D4F}"/>
              </a:ext>
            </a:extLst>
          </p:cNvPr>
          <p:cNvPicPr>
            <a:picLocks noChangeAspect="1"/>
          </p:cNvPicPr>
          <p:nvPr/>
        </p:nvPicPr>
        <p:blipFill>
          <a:blip r:embed="rId2"/>
          <a:stretch>
            <a:fillRect/>
          </a:stretch>
        </p:blipFill>
        <p:spPr>
          <a:xfrm>
            <a:off x="2411656" y="1069848"/>
            <a:ext cx="7368688" cy="4059602"/>
          </a:xfrm>
          <a:prstGeom prst="rect">
            <a:avLst/>
          </a:prstGeom>
        </p:spPr>
      </p:pic>
    </p:spTree>
    <p:extLst>
      <p:ext uri="{BB962C8B-B14F-4D97-AF65-F5344CB8AC3E}">
        <p14:creationId xmlns:p14="http://schemas.microsoft.com/office/powerpoint/2010/main" val="3722617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8C77D-92E3-5545-4C91-EED0E3650B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672FACC-9D7B-7EC5-E4E2-831419C4472E}"/>
              </a:ext>
            </a:extLst>
          </p:cNvPr>
          <p:cNvPicPr>
            <a:picLocks noChangeAspect="1"/>
          </p:cNvPicPr>
          <p:nvPr/>
        </p:nvPicPr>
        <p:blipFill>
          <a:blip r:embed="rId2"/>
          <a:stretch>
            <a:fillRect/>
          </a:stretch>
        </p:blipFill>
        <p:spPr>
          <a:xfrm>
            <a:off x="2660904" y="679157"/>
            <a:ext cx="4889661" cy="4146072"/>
          </a:xfrm>
          <a:prstGeom prst="rect">
            <a:avLst/>
          </a:prstGeom>
        </p:spPr>
      </p:pic>
    </p:spTree>
    <p:extLst>
      <p:ext uri="{BB962C8B-B14F-4D97-AF65-F5344CB8AC3E}">
        <p14:creationId xmlns:p14="http://schemas.microsoft.com/office/powerpoint/2010/main" val="3120942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67F79-DB5A-DEC6-BABB-E9A14DF63FE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38D841C-F36E-CE85-ACAE-2920B263DAE3}"/>
              </a:ext>
            </a:extLst>
          </p:cNvPr>
          <p:cNvPicPr>
            <a:picLocks noChangeAspect="1"/>
          </p:cNvPicPr>
          <p:nvPr/>
        </p:nvPicPr>
        <p:blipFill>
          <a:blip r:embed="rId2"/>
          <a:stretch>
            <a:fillRect/>
          </a:stretch>
        </p:blipFill>
        <p:spPr>
          <a:xfrm>
            <a:off x="0" y="0"/>
            <a:ext cx="8432800"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74F2FA93-986E-511B-8246-D54042B83D91}"/>
                  </a:ext>
                </a:extLst>
              </p14:cNvPr>
              <p14:cNvContentPartPr/>
              <p14:nvPr/>
            </p14:nvContentPartPr>
            <p14:xfrm>
              <a:off x="5067144" y="1882656"/>
              <a:ext cx="348120" cy="258840"/>
            </p14:xfrm>
          </p:contentPart>
        </mc:Choice>
        <mc:Fallback xmlns="">
          <p:pic>
            <p:nvPicPr>
              <p:cNvPr id="6" name="Ink 5">
                <a:extLst>
                  <a:ext uri="{FF2B5EF4-FFF2-40B4-BE49-F238E27FC236}">
                    <a16:creationId xmlns:a16="http://schemas.microsoft.com/office/drawing/2014/main" id="{74F2FA93-986E-511B-8246-D54042B83D91}"/>
                  </a:ext>
                </a:extLst>
              </p:cNvPr>
              <p:cNvPicPr/>
              <p:nvPr/>
            </p:nvPicPr>
            <p:blipFill>
              <a:blip r:embed="rId4"/>
              <a:stretch>
                <a:fillRect/>
              </a:stretch>
            </p:blipFill>
            <p:spPr>
              <a:xfrm>
                <a:off x="5049504" y="1864656"/>
                <a:ext cx="383760" cy="294480"/>
              </a:xfrm>
              <a:prstGeom prst="rect">
                <a:avLst/>
              </a:prstGeom>
            </p:spPr>
          </p:pic>
        </mc:Fallback>
      </mc:AlternateContent>
      <p:grpSp>
        <p:nvGrpSpPr>
          <p:cNvPr id="31" name="Group 30">
            <a:extLst>
              <a:ext uri="{FF2B5EF4-FFF2-40B4-BE49-F238E27FC236}">
                <a16:creationId xmlns:a16="http://schemas.microsoft.com/office/drawing/2014/main" id="{FCE23330-1529-A3F4-4057-C00C5C4BBE38}"/>
              </a:ext>
            </a:extLst>
          </p:cNvPr>
          <p:cNvGrpSpPr/>
          <p:nvPr/>
        </p:nvGrpSpPr>
        <p:grpSpPr>
          <a:xfrm>
            <a:off x="5836104" y="445536"/>
            <a:ext cx="3514680" cy="811440"/>
            <a:chOff x="5836104" y="445536"/>
            <a:chExt cx="3514680" cy="811440"/>
          </a:xfrm>
        </p:grpSpPr>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2A0BBCB2-00F7-5C67-5357-B83714E0FF2A}"/>
                    </a:ext>
                  </a:extLst>
                </p14:cNvPr>
                <p14:cNvContentPartPr/>
                <p14:nvPr/>
              </p14:nvContentPartPr>
              <p14:xfrm>
                <a:off x="5836104" y="520056"/>
                <a:ext cx="274320" cy="224280"/>
              </p14:xfrm>
            </p:contentPart>
          </mc:Choice>
          <mc:Fallback xmlns="">
            <p:pic>
              <p:nvPicPr>
                <p:cNvPr id="7" name="Ink 6">
                  <a:extLst>
                    <a:ext uri="{FF2B5EF4-FFF2-40B4-BE49-F238E27FC236}">
                      <a16:creationId xmlns:a16="http://schemas.microsoft.com/office/drawing/2014/main" id="{2A0BBCB2-00F7-5C67-5357-B83714E0FF2A}"/>
                    </a:ext>
                  </a:extLst>
                </p:cNvPr>
                <p:cNvPicPr/>
                <p:nvPr/>
              </p:nvPicPr>
              <p:blipFill>
                <a:blip r:embed="rId6"/>
                <a:stretch>
                  <a:fillRect/>
                </a:stretch>
              </p:blipFill>
              <p:spPr>
                <a:xfrm>
                  <a:off x="5818104" y="502056"/>
                  <a:ext cx="3099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B5B10183-D7C1-DEC6-C342-B1AB7ECE51E7}"/>
                    </a:ext>
                  </a:extLst>
                </p14:cNvPr>
                <p14:cNvContentPartPr/>
                <p14:nvPr/>
              </p14:nvContentPartPr>
              <p14:xfrm>
                <a:off x="6150744" y="605376"/>
                <a:ext cx="232200" cy="132120"/>
              </p14:xfrm>
            </p:contentPart>
          </mc:Choice>
          <mc:Fallback xmlns="">
            <p:pic>
              <p:nvPicPr>
                <p:cNvPr id="8" name="Ink 7">
                  <a:extLst>
                    <a:ext uri="{FF2B5EF4-FFF2-40B4-BE49-F238E27FC236}">
                      <a16:creationId xmlns:a16="http://schemas.microsoft.com/office/drawing/2014/main" id="{B5B10183-D7C1-DEC6-C342-B1AB7ECE51E7}"/>
                    </a:ext>
                  </a:extLst>
                </p:cNvPr>
                <p:cNvPicPr/>
                <p:nvPr/>
              </p:nvPicPr>
              <p:blipFill>
                <a:blip r:embed="rId8"/>
                <a:stretch>
                  <a:fillRect/>
                </a:stretch>
              </p:blipFill>
              <p:spPr>
                <a:xfrm>
                  <a:off x="6132744" y="587376"/>
                  <a:ext cx="26784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32B10168-DA5A-D887-F242-ED64E3791238}"/>
                    </a:ext>
                  </a:extLst>
                </p14:cNvPr>
                <p14:cNvContentPartPr/>
                <p14:nvPr/>
              </p14:nvContentPartPr>
              <p14:xfrm>
                <a:off x="6415704" y="492696"/>
                <a:ext cx="201960" cy="238320"/>
              </p14:xfrm>
            </p:contentPart>
          </mc:Choice>
          <mc:Fallback xmlns="">
            <p:pic>
              <p:nvPicPr>
                <p:cNvPr id="9" name="Ink 8">
                  <a:extLst>
                    <a:ext uri="{FF2B5EF4-FFF2-40B4-BE49-F238E27FC236}">
                      <a16:creationId xmlns:a16="http://schemas.microsoft.com/office/drawing/2014/main" id="{32B10168-DA5A-D887-F242-ED64E3791238}"/>
                    </a:ext>
                  </a:extLst>
                </p:cNvPr>
                <p:cNvPicPr/>
                <p:nvPr/>
              </p:nvPicPr>
              <p:blipFill>
                <a:blip r:embed="rId10"/>
                <a:stretch>
                  <a:fillRect/>
                </a:stretch>
              </p:blipFill>
              <p:spPr>
                <a:xfrm>
                  <a:off x="6398064" y="474696"/>
                  <a:ext cx="23760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3C7321C9-68EE-910D-A0B8-F16211289BCC}"/>
                    </a:ext>
                  </a:extLst>
                </p14:cNvPr>
                <p14:cNvContentPartPr/>
                <p14:nvPr/>
              </p14:nvContentPartPr>
              <p14:xfrm>
                <a:off x="6421464" y="637416"/>
                <a:ext cx="151920" cy="38520"/>
              </p14:xfrm>
            </p:contentPart>
          </mc:Choice>
          <mc:Fallback xmlns="">
            <p:pic>
              <p:nvPicPr>
                <p:cNvPr id="10" name="Ink 9">
                  <a:extLst>
                    <a:ext uri="{FF2B5EF4-FFF2-40B4-BE49-F238E27FC236}">
                      <a16:creationId xmlns:a16="http://schemas.microsoft.com/office/drawing/2014/main" id="{3C7321C9-68EE-910D-A0B8-F16211289BCC}"/>
                    </a:ext>
                  </a:extLst>
                </p:cNvPr>
                <p:cNvPicPr/>
                <p:nvPr/>
              </p:nvPicPr>
              <p:blipFill>
                <a:blip r:embed="rId12"/>
                <a:stretch>
                  <a:fillRect/>
                </a:stretch>
              </p:blipFill>
              <p:spPr>
                <a:xfrm>
                  <a:off x="6403824" y="619776"/>
                  <a:ext cx="1875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E4EFAE30-1926-7726-F19C-1178D73EB9F4}"/>
                    </a:ext>
                  </a:extLst>
                </p14:cNvPr>
                <p14:cNvContentPartPr/>
                <p14:nvPr/>
              </p14:nvContentPartPr>
              <p14:xfrm>
                <a:off x="7087464" y="561096"/>
                <a:ext cx="295920" cy="348480"/>
              </p14:xfrm>
            </p:contentPart>
          </mc:Choice>
          <mc:Fallback xmlns="">
            <p:pic>
              <p:nvPicPr>
                <p:cNvPr id="11" name="Ink 10">
                  <a:extLst>
                    <a:ext uri="{FF2B5EF4-FFF2-40B4-BE49-F238E27FC236}">
                      <a16:creationId xmlns:a16="http://schemas.microsoft.com/office/drawing/2014/main" id="{E4EFAE30-1926-7726-F19C-1178D73EB9F4}"/>
                    </a:ext>
                  </a:extLst>
                </p:cNvPr>
                <p:cNvPicPr/>
                <p:nvPr/>
              </p:nvPicPr>
              <p:blipFill>
                <a:blip r:embed="rId14"/>
                <a:stretch>
                  <a:fillRect/>
                </a:stretch>
              </p:blipFill>
              <p:spPr>
                <a:xfrm>
                  <a:off x="7069464" y="543456"/>
                  <a:ext cx="3315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86553042-EB8D-2ACB-B923-C69FB9723287}"/>
                    </a:ext>
                  </a:extLst>
                </p14:cNvPr>
                <p14:cNvContentPartPr/>
                <p14:nvPr/>
              </p14:nvContentPartPr>
              <p14:xfrm>
                <a:off x="7471584" y="590616"/>
                <a:ext cx="213480" cy="148680"/>
              </p14:xfrm>
            </p:contentPart>
          </mc:Choice>
          <mc:Fallback xmlns="">
            <p:pic>
              <p:nvPicPr>
                <p:cNvPr id="12" name="Ink 11">
                  <a:extLst>
                    <a:ext uri="{FF2B5EF4-FFF2-40B4-BE49-F238E27FC236}">
                      <a16:creationId xmlns:a16="http://schemas.microsoft.com/office/drawing/2014/main" id="{86553042-EB8D-2ACB-B923-C69FB9723287}"/>
                    </a:ext>
                  </a:extLst>
                </p:cNvPr>
                <p:cNvPicPr/>
                <p:nvPr/>
              </p:nvPicPr>
              <p:blipFill>
                <a:blip r:embed="rId16"/>
                <a:stretch>
                  <a:fillRect/>
                </a:stretch>
              </p:blipFill>
              <p:spPr>
                <a:xfrm>
                  <a:off x="7453584" y="572616"/>
                  <a:ext cx="2491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C80E44C2-D48A-8622-8034-07F23056CB0D}"/>
                    </a:ext>
                  </a:extLst>
                </p14:cNvPr>
                <p14:cNvContentPartPr/>
                <p14:nvPr/>
              </p14:nvContentPartPr>
              <p14:xfrm>
                <a:off x="7692624" y="601416"/>
                <a:ext cx="192600" cy="145080"/>
              </p14:xfrm>
            </p:contentPart>
          </mc:Choice>
          <mc:Fallback xmlns="">
            <p:pic>
              <p:nvPicPr>
                <p:cNvPr id="13" name="Ink 12">
                  <a:extLst>
                    <a:ext uri="{FF2B5EF4-FFF2-40B4-BE49-F238E27FC236}">
                      <a16:creationId xmlns:a16="http://schemas.microsoft.com/office/drawing/2014/main" id="{C80E44C2-D48A-8622-8034-07F23056CB0D}"/>
                    </a:ext>
                  </a:extLst>
                </p:cNvPr>
                <p:cNvPicPr/>
                <p:nvPr/>
              </p:nvPicPr>
              <p:blipFill>
                <a:blip r:embed="rId18"/>
                <a:stretch>
                  <a:fillRect/>
                </a:stretch>
              </p:blipFill>
              <p:spPr>
                <a:xfrm>
                  <a:off x="7674984" y="583776"/>
                  <a:ext cx="2282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156EEB64-7DD0-449A-5E11-C3B0F0EC439D}"/>
                    </a:ext>
                  </a:extLst>
                </p14:cNvPr>
                <p14:cNvContentPartPr/>
                <p14:nvPr/>
              </p14:nvContentPartPr>
              <p14:xfrm>
                <a:off x="7933464" y="445536"/>
                <a:ext cx="167040" cy="505080"/>
              </p14:xfrm>
            </p:contentPart>
          </mc:Choice>
          <mc:Fallback xmlns="">
            <p:pic>
              <p:nvPicPr>
                <p:cNvPr id="16" name="Ink 15">
                  <a:extLst>
                    <a:ext uri="{FF2B5EF4-FFF2-40B4-BE49-F238E27FC236}">
                      <a16:creationId xmlns:a16="http://schemas.microsoft.com/office/drawing/2014/main" id="{156EEB64-7DD0-449A-5E11-C3B0F0EC439D}"/>
                    </a:ext>
                  </a:extLst>
                </p:cNvPr>
                <p:cNvPicPr/>
                <p:nvPr/>
              </p:nvPicPr>
              <p:blipFill>
                <a:blip r:embed="rId20"/>
                <a:stretch>
                  <a:fillRect/>
                </a:stretch>
              </p:blipFill>
              <p:spPr>
                <a:xfrm>
                  <a:off x="7915824" y="427536"/>
                  <a:ext cx="202680" cy="54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034BDFE1-CF0E-66D6-444B-30BD75367EE7}"/>
                    </a:ext>
                  </a:extLst>
                </p14:cNvPr>
                <p14:cNvContentPartPr/>
                <p14:nvPr/>
              </p14:nvContentPartPr>
              <p14:xfrm>
                <a:off x="7929144" y="609696"/>
                <a:ext cx="575640" cy="133560"/>
              </p14:xfrm>
            </p:contentPart>
          </mc:Choice>
          <mc:Fallback xmlns="">
            <p:pic>
              <p:nvPicPr>
                <p:cNvPr id="18" name="Ink 17">
                  <a:extLst>
                    <a:ext uri="{FF2B5EF4-FFF2-40B4-BE49-F238E27FC236}">
                      <a16:creationId xmlns:a16="http://schemas.microsoft.com/office/drawing/2014/main" id="{034BDFE1-CF0E-66D6-444B-30BD75367EE7}"/>
                    </a:ext>
                  </a:extLst>
                </p:cNvPr>
                <p:cNvPicPr/>
                <p:nvPr/>
              </p:nvPicPr>
              <p:blipFill>
                <a:blip r:embed="rId22"/>
                <a:stretch>
                  <a:fillRect/>
                </a:stretch>
              </p:blipFill>
              <p:spPr>
                <a:xfrm>
                  <a:off x="7911504" y="592056"/>
                  <a:ext cx="61128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35A62A8F-6E08-11D3-4E57-A9FFCC701475}"/>
                    </a:ext>
                  </a:extLst>
                </p14:cNvPr>
                <p14:cNvContentPartPr/>
                <p14:nvPr/>
              </p14:nvContentPartPr>
              <p14:xfrm>
                <a:off x="8556264" y="613296"/>
                <a:ext cx="382680" cy="136440"/>
              </p14:xfrm>
            </p:contentPart>
          </mc:Choice>
          <mc:Fallback xmlns="">
            <p:pic>
              <p:nvPicPr>
                <p:cNvPr id="19" name="Ink 18">
                  <a:extLst>
                    <a:ext uri="{FF2B5EF4-FFF2-40B4-BE49-F238E27FC236}">
                      <a16:creationId xmlns:a16="http://schemas.microsoft.com/office/drawing/2014/main" id="{35A62A8F-6E08-11D3-4E57-A9FFCC701475}"/>
                    </a:ext>
                  </a:extLst>
                </p:cNvPr>
                <p:cNvPicPr/>
                <p:nvPr/>
              </p:nvPicPr>
              <p:blipFill>
                <a:blip r:embed="rId24"/>
                <a:stretch>
                  <a:fillRect/>
                </a:stretch>
              </p:blipFill>
              <p:spPr>
                <a:xfrm>
                  <a:off x="8538264" y="595656"/>
                  <a:ext cx="4183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9893C990-3F38-FCAD-16A2-817C735696D4}"/>
                    </a:ext>
                  </a:extLst>
                </p14:cNvPr>
                <p14:cNvContentPartPr/>
                <p14:nvPr/>
              </p14:nvContentPartPr>
              <p14:xfrm>
                <a:off x="6822144" y="1078416"/>
                <a:ext cx="385200" cy="178560"/>
              </p14:xfrm>
            </p:contentPart>
          </mc:Choice>
          <mc:Fallback xmlns="">
            <p:pic>
              <p:nvPicPr>
                <p:cNvPr id="21" name="Ink 20">
                  <a:extLst>
                    <a:ext uri="{FF2B5EF4-FFF2-40B4-BE49-F238E27FC236}">
                      <a16:creationId xmlns:a16="http://schemas.microsoft.com/office/drawing/2014/main" id="{9893C990-3F38-FCAD-16A2-817C735696D4}"/>
                    </a:ext>
                  </a:extLst>
                </p:cNvPr>
                <p:cNvPicPr/>
                <p:nvPr/>
              </p:nvPicPr>
              <p:blipFill>
                <a:blip r:embed="rId26"/>
                <a:stretch>
                  <a:fillRect/>
                </a:stretch>
              </p:blipFill>
              <p:spPr>
                <a:xfrm>
                  <a:off x="6804504" y="1060776"/>
                  <a:ext cx="420840" cy="214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B9610F50-38C7-3F01-0D32-DD15D6333350}"/>
                    </a:ext>
                  </a:extLst>
                </p14:cNvPr>
                <p14:cNvContentPartPr/>
                <p14:nvPr/>
              </p14:nvContentPartPr>
              <p14:xfrm>
                <a:off x="7275384" y="1097136"/>
                <a:ext cx="272880" cy="141480"/>
              </p14:xfrm>
            </p:contentPart>
          </mc:Choice>
          <mc:Fallback xmlns="">
            <p:pic>
              <p:nvPicPr>
                <p:cNvPr id="22" name="Ink 21">
                  <a:extLst>
                    <a:ext uri="{FF2B5EF4-FFF2-40B4-BE49-F238E27FC236}">
                      <a16:creationId xmlns:a16="http://schemas.microsoft.com/office/drawing/2014/main" id="{B9610F50-38C7-3F01-0D32-DD15D6333350}"/>
                    </a:ext>
                  </a:extLst>
                </p:cNvPr>
                <p:cNvPicPr/>
                <p:nvPr/>
              </p:nvPicPr>
              <p:blipFill>
                <a:blip r:embed="rId28"/>
                <a:stretch>
                  <a:fillRect/>
                </a:stretch>
              </p:blipFill>
              <p:spPr>
                <a:xfrm>
                  <a:off x="7257384" y="1079136"/>
                  <a:ext cx="3085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19F9BDBC-2452-F9B3-F50D-6E8A05FBDECF}"/>
                    </a:ext>
                  </a:extLst>
                </p14:cNvPr>
                <p14:cNvContentPartPr/>
                <p14:nvPr/>
              </p14:nvContentPartPr>
              <p14:xfrm>
                <a:off x="7574184" y="1094256"/>
                <a:ext cx="229320" cy="136800"/>
              </p14:xfrm>
            </p:contentPart>
          </mc:Choice>
          <mc:Fallback xmlns="">
            <p:pic>
              <p:nvPicPr>
                <p:cNvPr id="23" name="Ink 22">
                  <a:extLst>
                    <a:ext uri="{FF2B5EF4-FFF2-40B4-BE49-F238E27FC236}">
                      <a16:creationId xmlns:a16="http://schemas.microsoft.com/office/drawing/2014/main" id="{19F9BDBC-2452-F9B3-F50D-6E8A05FBDECF}"/>
                    </a:ext>
                  </a:extLst>
                </p:cNvPr>
                <p:cNvPicPr/>
                <p:nvPr/>
              </p:nvPicPr>
              <p:blipFill>
                <a:blip r:embed="rId30"/>
                <a:stretch>
                  <a:fillRect/>
                </a:stretch>
              </p:blipFill>
              <p:spPr>
                <a:xfrm>
                  <a:off x="7556544" y="1076256"/>
                  <a:ext cx="2649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728F1DEC-2DF0-3B0C-58FF-AF8FC5893F0C}"/>
                    </a:ext>
                  </a:extLst>
                </p14:cNvPr>
                <p14:cNvContentPartPr/>
                <p14:nvPr/>
              </p14:nvContentPartPr>
              <p14:xfrm>
                <a:off x="7874784" y="956736"/>
                <a:ext cx="90720" cy="297720"/>
              </p14:xfrm>
            </p:contentPart>
          </mc:Choice>
          <mc:Fallback xmlns="">
            <p:pic>
              <p:nvPicPr>
                <p:cNvPr id="24" name="Ink 23">
                  <a:extLst>
                    <a:ext uri="{FF2B5EF4-FFF2-40B4-BE49-F238E27FC236}">
                      <a16:creationId xmlns:a16="http://schemas.microsoft.com/office/drawing/2014/main" id="{728F1DEC-2DF0-3B0C-58FF-AF8FC5893F0C}"/>
                    </a:ext>
                  </a:extLst>
                </p:cNvPr>
                <p:cNvPicPr/>
                <p:nvPr/>
              </p:nvPicPr>
              <p:blipFill>
                <a:blip r:embed="rId32"/>
                <a:stretch>
                  <a:fillRect/>
                </a:stretch>
              </p:blipFill>
              <p:spPr>
                <a:xfrm>
                  <a:off x="7857144" y="938736"/>
                  <a:ext cx="12636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Ink 24">
                  <a:extLst>
                    <a:ext uri="{FF2B5EF4-FFF2-40B4-BE49-F238E27FC236}">
                      <a16:creationId xmlns:a16="http://schemas.microsoft.com/office/drawing/2014/main" id="{B2BBFFF7-9A21-9803-6694-28F47464A99E}"/>
                    </a:ext>
                  </a:extLst>
                </p14:cNvPr>
                <p14:cNvContentPartPr/>
                <p14:nvPr/>
              </p14:nvContentPartPr>
              <p14:xfrm>
                <a:off x="7817904" y="1122696"/>
                <a:ext cx="209880" cy="61560"/>
              </p14:xfrm>
            </p:contentPart>
          </mc:Choice>
          <mc:Fallback xmlns="">
            <p:pic>
              <p:nvPicPr>
                <p:cNvPr id="25" name="Ink 24">
                  <a:extLst>
                    <a:ext uri="{FF2B5EF4-FFF2-40B4-BE49-F238E27FC236}">
                      <a16:creationId xmlns:a16="http://schemas.microsoft.com/office/drawing/2014/main" id="{B2BBFFF7-9A21-9803-6694-28F47464A99E}"/>
                    </a:ext>
                  </a:extLst>
                </p:cNvPr>
                <p:cNvPicPr/>
                <p:nvPr/>
              </p:nvPicPr>
              <p:blipFill>
                <a:blip r:embed="rId34"/>
                <a:stretch>
                  <a:fillRect/>
                </a:stretch>
              </p:blipFill>
              <p:spPr>
                <a:xfrm>
                  <a:off x="7799904" y="1105056"/>
                  <a:ext cx="2455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Ink 25">
                  <a:extLst>
                    <a:ext uri="{FF2B5EF4-FFF2-40B4-BE49-F238E27FC236}">
                      <a16:creationId xmlns:a16="http://schemas.microsoft.com/office/drawing/2014/main" id="{CC53B6E3-D00A-A0EE-3DD2-7E50ED43DD99}"/>
                    </a:ext>
                  </a:extLst>
                </p14:cNvPr>
                <p14:cNvContentPartPr/>
                <p14:nvPr/>
              </p14:nvContentPartPr>
              <p14:xfrm>
                <a:off x="8137584" y="1098936"/>
                <a:ext cx="44280" cy="123840"/>
              </p14:xfrm>
            </p:contentPart>
          </mc:Choice>
          <mc:Fallback xmlns="">
            <p:pic>
              <p:nvPicPr>
                <p:cNvPr id="26" name="Ink 25">
                  <a:extLst>
                    <a:ext uri="{FF2B5EF4-FFF2-40B4-BE49-F238E27FC236}">
                      <a16:creationId xmlns:a16="http://schemas.microsoft.com/office/drawing/2014/main" id="{CC53B6E3-D00A-A0EE-3DD2-7E50ED43DD99}"/>
                    </a:ext>
                  </a:extLst>
                </p:cNvPr>
                <p:cNvPicPr/>
                <p:nvPr/>
              </p:nvPicPr>
              <p:blipFill>
                <a:blip r:embed="rId36"/>
                <a:stretch>
                  <a:fillRect/>
                </a:stretch>
              </p:blipFill>
              <p:spPr>
                <a:xfrm>
                  <a:off x="8119584" y="1080936"/>
                  <a:ext cx="799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46B40C2C-25D4-EA1A-25E3-4E9A6EFEBFF0}"/>
                    </a:ext>
                  </a:extLst>
                </p14:cNvPr>
                <p14:cNvContentPartPr/>
                <p14:nvPr/>
              </p14:nvContentPartPr>
              <p14:xfrm>
                <a:off x="8129664" y="1014696"/>
                <a:ext cx="25560" cy="30960"/>
              </p14:xfrm>
            </p:contentPart>
          </mc:Choice>
          <mc:Fallback xmlns="">
            <p:pic>
              <p:nvPicPr>
                <p:cNvPr id="27" name="Ink 26">
                  <a:extLst>
                    <a:ext uri="{FF2B5EF4-FFF2-40B4-BE49-F238E27FC236}">
                      <a16:creationId xmlns:a16="http://schemas.microsoft.com/office/drawing/2014/main" id="{46B40C2C-25D4-EA1A-25E3-4E9A6EFEBFF0}"/>
                    </a:ext>
                  </a:extLst>
                </p:cNvPr>
                <p:cNvPicPr/>
                <p:nvPr/>
              </p:nvPicPr>
              <p:blipFill>
                <a:blip r:embed="rId38"/>
                <a:stretch>
                  <a:fillRect/>
                </a:stretch>
              </p:blipFill>
              <p:spPr>
                <a:xfrm>
                  <a:off x="8111664" y="996696"/>
                  <a:ext cx="612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8" name="Ink 27">
                  <a:extLst>
                    <a:ext uri="{FF2B5EF4-FFF2-40B4-BE49-F238E27FC236}">
                      <a16:creationId xmlns:a16="http://schemas.microsoft.com/office/drawing/2014/main" id="{A69177AB-78B3-2460-ECCD-16014D8F4D56}"/>
                    </a:ext>
                  </a:extLst>
                </p14:cNvPr>
                <p14:cNvContentPartPr/>
                <p14:nvPr/>
              </p14:nvContentPartPr>
              <p14:xfrm>
                <a:off x="8301024" y="1085256"/>
                <a:ext cx="251280" cy="155880"/>
              </p14:xfrm>
            </p:contentPart>
          </mc:Choice>
          <mc:Fallback xmlns="">
            <p:pic>
              <p:nvPicPr>
                <p:cNvPr id="28" name="Ink 27">
                  <a:extLst>
                    <a:ext uri="{FF2B5EF4-FFF2-40B4-BE49-F238E27FC236}">
                      <a16:creationId xmlns:a16="http://schemas.microsoft.com/office/drawing/2014/main" id="{A69177AB-78B3-2460-ECCD-16014D8F4D56}"/>
                    </a:ext>
                  </a:extLst>
                </p:cNvPr>
                <p:cNvPicPr/>
                <p:nvPr/>
              </p:nvPicPr>
              <p:blipFill>
                <a:blip r:embed="rId40"/>
                <a:stretch>
                  <a:fillRect/>
                </a:stretch>
              </p:blipFill>
              <p:spPr>
                <a:xfrm>
                  <a:off x="8283024" y="1067616"/>
                  <a:ext cx="2869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9" name="Ink 28">
                  <a:extLst>
                    <a:ext uri="{FF2B5EF4-FFF2-40B4-BE49-F238E27FC236}">
                      <a16:creationId xmlns:a16="http://schemas.microsoft.com/office/drawing/2014/main" id="{D4F8E768-AD20-6A92-8582-FEFF91D08941}"/>
                    </a:ext>
                  </a:extLst>
                </p14:cNvPr>
                <p14:cNvContentPartPr/>
                <p14:nvPr/>
              </p14:nvContentPartPr>
              <p14:xfrm>
                <a:off x="8589024" y="923616"/>
                <a:ext cx="614520" cy="280800"/>
              </p14:xfrm>
            </p:contentPart>
          </mc:Choice>
          <mc:Fallback xmlns="">
            <p:pic>
              <p:nvPicPr>
                <p:cNvPr id="29" name="Ink 28">
                  <a:extLst>
                    <a:ext uri="{FF2B5EF4-FFF2-40B4-BE49-F238E27FC236}">
                      <a16:creationId xmlns:a16="http://schemas.microsoft.com/office/drawing/2014/main" id="{D4F8E768-AD20-6A92-8582-FEFF91D08941}"/>
                    </a:ext>
                  </a:extLst>
                </p:cNvPr>
                <p:cNvPicPr/>
                <p:nvPr/>
              </p:nvPicPr>
              <p:blipFill>
                <a:blip r:embed="rId42"/>
                <a:stretch>
                  <a:fillRect/>
                </a:stretch>
              </p:blipFill>
              <p:spPr>
                <a:xfrm>
                  <a:off x="8571384" y="905976"/>
                  <a:ext cx="65016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0" name="Ink 29">
                  <a:extLst>
                    <a:ext uri="{FF2B5EF4-FFF2-40B4-BE49-F238E27FC236}">
                      <a16:creationId xmlns:a16="http://schemas.microsoft.com/office/drawing/2014/main" id="{28BABF98-EBCE-E5E8-1D36-B6F582B955A9}"/>
                    </a:ext>
                  </a:extLst>
                </p14:cNvPr>
                <p14:cNvContentPartPr/>
                <p14:nvPr/>
              </p14:nvContentPartPr>
              <p14:xfrm>
                <a:off x="9145224" y="1042776"/>
                <a:ext cx="205560" cy="45720"/>
              </p14:xfrm>
            </p:contentPart>
          </mc:Choice>
          <mc:Fallback xmlns="">
            <p:pic>
              <p:nvPicPr>
                <p:cNvPr id="30" name="Ink 29">
                  <a:extLst>
                    <a:ext uri="{FF2B5EF4-FFF2-40B4-BE49-F238E27FC236}">
                      <a16:creationId xmlns:a16="http://schemas.microsoft.com/office/drawing/2014/main" id="{28BABF98-EBCE-E5E8-1D36-B6F582B955A9}"/>
                    </a:ext>
                  </a:extLst>
                </p:cNvPr>
                <p:cNvPicPr/>
                <p:nvPr/>
              </p:nvPicPr>
              <p:blipFill>
                <a:blip r:embed="rId44"/>
                <a:stretch>
                  <a:fillRect/>
                </a:stretch>
              </p:blipFill>
              <p:spPr>
                <a:xfrm>
                  <a:off x="9127224" y="1024776"/>
                  <a:ext cx="241200" cy="81360"/>
                </a:xfrm>
                <a:prstGeom prst="rect">
                  <a:avLst/>
                </a:prstGeom>
              </p:spPr>
            </p:pic>
          </mc:Fallback>
        </mc:AlternateContent>
      </p:grpSp>
      <p:grpSp>
        <p:nvGrpSpPr>
          <p:cNvPr id="41" name="Group 40">
            <a:extLst>
              <a:ext uri="{FF2B5EF4-FFF2-40B4-BE49-F238E27FC236}">
                <a16:creationId xmlns:a16="http://schemas.microsoft.com/office/drawing/2014/main" id="{3AE950ED-72C8-B4F5-B1AD-3C7D7B2B6E8A}"/>
              </a:ext>
            </a:extLst>
          </p:cNvPr>
          <p:cNvGrpSpPr/>
          <p:nvPr/>
        </p:nvGrpSpPr>
        <p:grpSpPr>
          <a:xfrm>
            <a:off x="9689184" y="817776"/>
            <a:ext cx="1853280" cy="572040"/>
            <a:chOff x="9689184" y="817776"/>
            <a:chExt cx="1853280" cy="572040"/>
          </a:xfrm>
        </p:grpSpPr>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8154749B-8447-6E6A-2470-4606B48BFB03}"/>
                    </a:ext>
                  </a:extLst>
                </p14:cNvPr>
                <p14:cNvContentPartPr/>
                <p14:nvPr/>
              </p14:nvContentPartPr>
              <p14:xfrm>
                <a:off x="9689184" y="817776"/>
                <a:ext cx="328320" cy="421560"/>
              </p14:xfrm>
            </p:contentPart>
          </mc:Choice>
          <mc:Fallback xmlns="">
            <p:pic>
              <p:nvPicPr>
                <p:cNvPr id="32" name="Ink 31">
                  <a:extLst>
                    <a:ext uri="{FF2B5EF4-FFF2-40B4-BE49-F238E27FC236}">
                      <a16:creationId xmlns:a16="http://schemas.microsoft.com/office/drawing/2014/main" id="{8154749B-8447-6E6A-2470-4606B48BFB03}"/>
                    </a:ext>
                  </a:extLst>
                </p:cNvPr>
                <p:cNvPicPr/>
                <p:nvPr/>
              </p:nvPicPr>
              <p:blipFill>
                <a:blip r:embed="rId46"/>
                <a:stretch>
                  <a:fillRect/>
                </a:stretch>
              </p:blipFill>
              <p:spPr>
                <a:xfrm>
                  <a:off x="9671184" y="800136"/>
                  <a:ext cx="363960" cy="4572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8160FADF-1BF0-E91D-31C2-E26178FC5B56}"/>
                    </a:ext>
                  </a:extLst>
                </p14:cNvPr>
                <p14:cNvContentPartPr/>
                <p14:nvPr/>
              </p14:nvContentPartPr>
              <p14:xfrm>
                <a:off x="9768024" y="1114776"/>
                <a:ext cx="186120" cy="57240"/>
              </p14:xfrm>
            </p:contentPart>
          </mc:Choice>
          <mc:Fallback xmlns="">
            <p:pic>
              <p:nvPicPr>
                <p:cNvPr id="33" name="Ink 32">
                  <a:extLst>
                    <a:ext uri="{FF2B5EF4-FFF2-40B4-BE49-F238E27FC236}">
                      <a16:creationId xmlns:a16="http://schemas.microsoft.com/office/drawing/2014/main" id="{8160FADF-1BF0-E91D-31C2-E26178FC5B56}"/>
                    </a:ext>
                  </a:extLst>
                </p:cNvPr>
                <p:cNvPicPr/>
                <p:nvPr/>
              </p:nvPicPr>
              <p:blipFill>
                <a:blip r:embed="rId48"/>
                <a:stretch>
                  <a:fillRect/>
                </a:stretch>
              </p:blipFill>
              <p:spPr>
                <a:xfrm>
                  <a:off x="9750384" y="1096776"/>
                  <a:ext cx="22176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0EC18741-6310-72D3-2364-8E39175BE74E}"/>
                    </a:ext>
                  </a:extLst>
                </p14:cNvPr>
                <p14:cNvContentPartPr/>
                <p14:nvPr/>
              </p14:nvContentPartPr>
              <p14:xfrm>
                <a:off x="10158264" y="1039176"/>
                <a:ext cx="145080" cy="146160"/>
              </p14:xfrm>
            </p:contentPart>
          </mc:Choice>
          <mc:Fallback xmlns="">
            <p:pic>
              <p:nvPicPr>
                <p:cNvPr id="34" name="Ink 33">
                  <a:extLst>
                    <a:ext uri="{FF2B5EF4-FFF2-40B4-BE49-F238E27FC236}">
                      <a16:creationId xmlns:a16="http://schemas.microsoft.com/office/drawing/2014/main" id="{0EC18741-6310-72D3-2364-8E39175BE74E}"/>
                    </a:ext>
                  </a:extLst>
                </p:cNvPr>
                <p:cNvPicPr/>
                <p:nvPr/>
              </p:nvPicPr>
              <p:blipFill>
                <a:blip r:embed="rId50"/>
                <a:stretch>
                  <a:fillRect/>
                </a:stretch>
              </p:blipFill>
              <p:spPr>
                <a:xfrm>
                  <a:off x="10140624" y="1021536"/>
                  <a:ext cx="180720" cy="1818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23986734-D199-F66C-8C42-82BF6E9B3DCD}"/>
                    </a:ext>
                  </a:extLst>
                </p14:cNvPr>
                <p14:cNvContentPartPr/>
                <p14:nvPr/>
              </p14:nvContentPartPr>
              <p14:xfrm>
                <a:off x="10334304" y="1098576"/>
                <a:ext cx="205200" cy="86400"/>
              </p14:xfrm>
            </p:contentPart>
          </mc:Choice>
          <mc:Fallback xmlns="">
            <p:pic>
              <p:nvPicPr>
                <p:cNvPr id="35" name="Ink 34">
                  <a:extLst>
                    <a:ext uri="{FF2B5EF4-FFF2-40B4-BE49-F238E27FC236}">
                      <a16:creationId xmlns:a16="http://schemas.microsoft.com/office/drawing/2014/main" id="{23986734-D199-F66C-8C42-82BF6E9B3DCD}"/>
                    </a:ext>
                  </a:extLst>
                </p:cNvPr>
                <p:cNvPicPr/>
                <p:nvPr/>
              </p:nvPicPr>
              <p:blipFill>
                <a:blip r:embed="rId52"/>
                <a:stretch>
                  <a:fillRect/>
                </a:stretch>
              </p:blipFill>
              <p:spPr>
                <a:xfrm>
                  <a:off x="10316664" y="1080936"/>
                  <a:ext cx="2408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D255B2D3-0B83-98B0-2EFD-5F61AA752D53}"/>
                    </a:ext>
                  </a:extLst>
                </p14:cNvPr>
                <p14:cNvContentPartPr/>
                <p14:nvPr/>
              </p14:nvContentPartPr>
              <p14:xfrm>
                <a:off x="10612944" y="931536"/>
                <a:ext cx="45360" cy="259920"/>
              </p14:xfrm>
            </p:contentPart>
          </mc:Choice>
          <mc:Fallback xmlns="">
            <p:pic>
              <p:nvPicPr>
                <p:cNvPr id="36" name="Ink 35">
                  <a:extLst>
                    <a:ext uri="{FF2B5EF4-FFF2-40B4-BE49-F238E27FC236}">
                      <a16:creationId xmlns:a16="http://schemas.microsoft.com/office/drawing/2014/main" id="{D255B2D3-0B83-98B0-2EFD-5F61AA752D53}"/>
                    </a:ext>
                  </a:extLst>
                </p:cNvPr>
                <p:cNvPicPr/>
                <p:nvPr/>
              </p:nvPicPr>
              <p:blipFill>
                <a:blip r:embed="rId54"/>
                <a:stretch>
                  <a:fillRect/>
                </a:stretch>
              </p:blipFill>
              <p:spPr>
                <a:xfrm>
                  <a:off x="10594944" y="913896"/>
                  <a:ext cx="8100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EC2BCD4F-EAC6-79D3-C933-6535FCB84659}"/>
                    </a:ext>
                  </a:extLst>
                </p14:cNvPr>
                <p14:cNvContentPartPr/>
                <p14:nvPr/>
              </p14:nvContentPartPr>
              <p14:xfrm>
                <a:off x="10561104" y="1078416"/>
                <a:ext cx="365760" cy="311400"/>
              </p14:xfrm>
            </p:contentPart>
          </mc:Choice>
          <mc:Fallback xmlns="">
            <p:pic>
              <p:nvPicPr>
                <p:cNvPr id="37" name="Ink 36">
                  <a:extLst>
                    <a:ext uri="{FF2B5EF4-FFF2-40B4-BE49-F238E27FC236}">
                      <a16:creationId xmlns:a16="http://schemas.microsoft.com/office/drawing/2014/main" id="{EC2BCD4F-EAC6-79D3-C933-6535FCB84659}"/>
                    </a:ext>
                  </a:extLst>
                </p:cNvPr>
                <p:cNvPicPr/>
                <p:nvPr/>
              </p:nvPicPr>
              <p:blipFill>
                <a:blip r:embed="rId56"/>
                <a:stretch>
                  <a:fillRect/>
                </a:stretch>
              </p:blipFill>
              <p:spPr>
                <a:xfrm>
                  <a:off x="10543104" y="1060416"/>
                  <a:ext cx="4014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48DAF9B1-D901-40B8-E1AB-D615DB9D0B45}"/>
                    </a:ext>
                  </a:extLst>
                </p14:cNvPr>
                <p14:cNvContentPartPr/>
                <p14:nvPr/>
              </p14:nvContentPartPr>
              <p14:xfrm>
                <a:off x="10944144" y="1098216"/>
                <a:ext cx="356760" cy="159120"/>
              </p14:xfrm>
            </p:contentPart>
          </mc:Choice>
          <mc:Fallback xmlns="">
            <p:pic>
              <p:nvPicPr>
                <p:cNvPr id="38" name="Ink 37">
                  <a:extLst>
                    <a:ext uri="{FF2B5EF4-FFF2-40B4-BE49-F238E27FC236}">
                      <a16:creationId xmlns:a16="http://schemas.microsoft.com/office/drawing/2014/main" id="{48DAF9B1-D901-40B8-E1AB-D615DB9D0B45}"/>
                    </a:ext>
                  </a:extLst>
                </p:cNvPr>
                <p:cNvPicPr/>
                <p:nvPr/>
              </p:nvPicPr>
              <p:blipFill>
                <a:blip r:embed="rId58"/>
                <a:stretch>
                  <a:fillRect/>
                </a:stretch>
              </p:blipFill>
              <p:spPr>
                <a:xfrm>
                  <a:off x="10926504" y="1080216"/>
                  <a:ext cx="3924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0B2D68D9-33C7-6139-A9BB-7B6926B9AF13}"/>
                    </a:ext>
                  </a:extLst>
                </p14:cNvPr>
                <p14:cNvContentPartPr/>
                <p14:nvPr/>
              </p14:nvContentPartPr>
              <p14:xfrm>
                <a:off x="11284704" y="987696"/>
                <a:ext cx="32040" cy="26280"/>
              </p14:xfrm>
            </p:contentPart>
          </mc:Choice>
          <mc:Fallback xmlns="">
            <p:pic>
              <p:nvPicPr>
                <p:cNvPr id="39" name="Ink 38">
                  <a:extLst>
                    <a:ext uri="{FF2B5EF4-FFF2-40B4-BE49-F238E27FC236}">
                      <a16:creationId xmlns:a16="http://schemas.microsoft.com/office/drawing/2014/main" id="{0B2D68D9-33C7-6139-A9BB-7B6926B9AF13}"/>
                    </a:ext>
                  </a:extLst>
                </p:cNvPr>
                <p:cNvPicPr/>
                <p:nvPr/>
              </p:nvPicPr>
              <p:blipFill>
                <a:blip r:embed="rId60"/>
                <a:stretch>
                  <a:fillRect/>
                </a:stretch>
              </p:blipFill>
              <p:spPr>
                <a:xfrm>
                  <a:off x="11267064" y="969696"/>
                  <a:ext cx="6768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17113350-FF45-15F1-12D0-D8711660F947}"/>
                    </a:ext>
                  </a:extLst>
                </p14:cNvPr>
                <p14:cNvContentPartPr/>
                <p14:nvPr/>
              </p14:nvContentPartPr>
              <p14:xfrm>
                <a:off x="11424024" y="1084896"/>
                <a:ext cx="118440" cy="111960"/>
              </p14:xfrm>
            </p:contentPart>
          </mc:Choice>
          <mc:Fallback xmlns="">
            <p:pic>
              <p:nvPicPr>
                <p:cNvPr id="40" name="Ink 39">
                  <a:extLst>
                    <a:ext uri="{FF2B5EF4-FFF2-40B4-BE49-F238E27FC236}">
                      <a16:creationId xmlns:a16="http://schemas.microsoft.com/office/drawing/2014/main" id="{17113350-FF45-15F1-12D0-D8711660F947}"/>
                    </a:ext>
                  </a:extLst>
                </p:cNvPr>
                <p:cNvPicPr/>
                <p:nvPr/>
              </p:nvPicPr>
              <p:blipFill>
                <a:blip r:embed="rId62"/>
                <a:stretch>
                  <a:fillRect/>
                </a:stretch>
              </p:blipFill>
              <p:spPr>
                <a:xfrm>
                  <a:off x="11406024" y="1067256"/>
                  <a:ext cx="154080" cy="14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43" name="Ink 42">
                <a:extLst>
                  <a:ext uri="{FF2B5EF4-FFF2-40B4-BE49-F238E27FC236}">
                    <a16:creationId xmlns:a16="http://schemas.microsoft.com/office/drawing/2014/main" id="{C072F655-9CC6-E48A-4A36-972F7CEBCBA6}"/>
                  </a:ext>
                </a:extLst>
              </p14:cNvPr>
              <p14:cNvContentPartPr/>
              <p14:nvPr/>
            </p14:nvContentPartPr>
            <p14:xfrm>
              <a:off x="6477264" y="6420816"/>
              <a:ext cx="383400" cy="253440"/>
            </p14:xfrm>
          </p:contentPart>
        </mc:Choice>
        <mc:Fallback xmlns="">
          <p:pic>
            <p:nvPicPr>
              <p:cNvPr id="43" name="Ink 42">
                <a:extLst>
                  <a:ext uri="{FF2B5EF4-FFF2-40B4-BE49-F238E27FC236}">
                    <a16:creationId xmlns:a16="http://schemas.microsoft.com/office/drawing/2014/main" id="{C072F655-9CC6-E48A-4A36-972F7CEBCBA6}"/>
                  </a:ext>
                </a:extLst>
              </p:cNvPr>
              <p:cNvPicPr/>
              <p:nvPr/>
            </p:nvPicPr>
            <p:blipFill>
              <a:blip r:embed="rId64"/>
              <a:stretch>
                <a:fillRect/>
              </a:stretch>
            </p:blipFill>
            <p:spPr>
              <a:xfrm>
                <a:off x="6459264" y="6403176"/>
                <a:ext cx="419040" cy="289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4" name="Ink 43">
                <a:extLst>
                  <a:ext uri="{FF2B5EF4-FFF2-40B4-BE49-F238E27FC236}">
                    <a16:creationId xmlns:a16="http://schemas.microsoft.com/office/drawing/2014/main" id="{72730ABB-F5DF-4EF1-D431-8308DA276827}"/>
                  </a:ext>
                </a:extLst>
              </p14:cNvPr>
              <p14:cNvContentPartPr/>
              <p14:nvPr/>
            </p14:nvContentPartPr>
            <p14:xfrm>
              <a:off x="2306304" y="6016896"/>
              <a:ext cx="280800" cy="163080"/>
            </p14:xfrm>
          </p:contentPart>
        </mc:Choice>
        <mc:Fallback xmlns="">
          <p:pic>
            <p:nvPicPr>
              <p:cNvPr id="44" name="Ink 43">
                <a:extLst>
                  <a:ext uri="{FF2B5EF4-FFF2-40B4-BE49-F238E27FC236}">
                    <a16:creationId xmlns:a16="http://schemas.microsoft.com/office/drawing/2014/main" id="{72730ABB-F5DF-4EF1-D431-8308DA276827}"/>
                  </a:ext>
                </a:extLst>
              </p:cNvPr>
              <p:cNvPicPr/>
              <p:nvPr/>
            </p:nvPicPr>
            <p:blipFill>
              <a:blip r:embed="rId66"/>
              <a:stretch>
                <a:fillRect/>
              </a:stretch>
            </p:blipFill>
            <p:spPr>
              <a:xfrm>
                <a:off x="2288664" y="5999256"/>
                <a:ext cx="316440" cy="198720"/>
              </a:xfrm>
              <a:prstGeom prst="rect">
                <a:avLst/>
              </a:prstGeom>
            </p:spPr>
          </p:pic>
        </mc:Fallback>
      </mc:AlternateContent>
    </p:spTree>
    <p:extLst>
      <p:ext uri="{BB962C8B-B14F-4D97-AF65-F5344CB8AC3E}">
        <p14:creationId xmlns:p14="http://schemas.microsoft.com/office/powerpoint/2010/main" val="1570011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C95F-7D99-498E-ED3E-14517A9C42A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003D35-B2AA-EFA9-7241-04BA5D819DC0}"/>
              </a:ext>
            </a:extLst>
          </p:cNvPr>
          <p:cNvPicPr>
            <a:picLocks noChangeAspect="1"/>
          </p:cNvPicPr>
          <p:nvPr/>
        </p:nvPicPr>
        <p:blipFill>
          <a:blip r:embed="rId2"/>
          <a:stretch>
            <a:fillRect/>
          </a:stretch>
        </p:blipFill>
        <p:spPr>
          <a:xfrm>
            <a:off x="2361828" y="0"/>
            <a:ext cx="4999463" cy="6858000"/>
          </a:xfrm>
          <a:prstGeom prst="rect">
            <a:avLst/>
          </a:prstGeom>
        </p:spPr>
      </p:pic>
      <p:grpSp>
        <p:nvGrpSpPr>
          <p:cNvPr id="13" name="Group 12">
            <a:extLst>
              <a:ext uri="{FF2B5EF4-FFF2-40B4-BE49-F238E27FC236}">
                <a16:creationId xmlns:a16="http://schemas.microsoft.com/office/drawing/2014/main" id="{8BE9C535-D1D1-E037-D0DE-FE88A68E4887}"/>
              </a:ext>
            </a:extLst>
          </p:cNvPr>
          <p:cNvGrpSpPr/>
          <p:nvPr/>
        </p:nvGrpSpPr>
        <p:grpSpPr>
          <a:xfrm>
            <a:off x="6348024" y="3655656"/>
            <a:ext cx="1275840" cy="381240"/>
            <a:chOff x="6348024" y="3655656"/>
            <a:chExt cx="1275840" cy="38124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A1454D6-55AF-1F20-9173-D2D9B8E61260}"/>
                    </a:ext>
                  </a:extLst>
                </p14:cNvPr>
                <p14:cNvContentPartPr/>
                <p14:nvPr/>
              </p14:nvContentPartPr>
              <p14:xfrm>
                <a:off x="6348024" y="3917376"/>
                <a:ext cx="358920" cy="119520"/>
              </p14:xfrm>
            </p:contentPart>
          </mc:Choice>
          <mc:Fallback xmlns="">
            <p:pic>
              <p:nvPicPr>
                <p:cNvPr id="4" name="Ink 3">
                  <a:extLst>
                    <a:ext uri="{FF2B5EF4-FFF2-40B4-BE49-F238E27FC236}">
                      <a16:creationId xmlns:a16="http://schemas.microsoft.com/office/drawing/2014/main" id="{4A1454D6-55AF-1F20-9173-D2D9B8E61260}"/>
                    </a:ext>
                  </a:extLst>
                </p:cNvPr>
                <p:cNvPicPr/>
                <p:nvPr/>
              </p:nvPicPr>
              <p:blipFill>
                <a:blip r:embed="rId4"/>
                <a:stretch>
                  <a:fillRect/>
                </a:stretch>
              </p:blipFill>
              <p:spPr>
                <a:xfrm>
                  <a:off x="6330024" y="3899736"/>
                  <a:ext cx="39456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9E9776E-4D94-0528-C188-8296DB151A4E}"/>
                    </a:ext>
                  </a:extLst>
                </p14:cNvPr>
                <p14:cNvContentPartPr/>
                <p14:nvPr/>
              </p14:nvContentPartPr>
              <p14:xfrm>
                <a:off x="6663744" y="3868416"/>
                <a:ext cx="148320" cy="134640"/>
              </p14:xfrm>
            </p:contentPart>
          </mc:Choice>
          <mc:Fallback xmlns="">
            <p:pic>
              <p:nvPicPr>
                <p:cNvPr id="5" name="Ink 4">
                  <a:extLst>
                    <a:ext uri="{FF2B5EF4-FFF2-40B4-BE49-F238E27FC236}">
                      <a16:creationId xmlns:a16="http://schemas.microsoft.com/office/drawing/2014/main" id="{89E9776E-4D94-0528-C188-8296DB151A4E}"/>
                    </a:ext>
                  </a:extLst>
                </p:cNvPr>
                <p:cNvPicPr/>
                <p:nvPr/>
              </p:nvPicPr>
              <p:blipFill>
                <a:blip r:embed="rId6"/>
                <a:stretch>
                  <a:fillRect/>
                </a:stretch>
              </p:blipFill>
              <p:spPr>
                <a:xfrm>
                  <a:off x="6646104" y="3850776"/>
                  <a:ext cx="18396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C171845-1633-FDEB-B1A6-66C6B2B30E3E}"/>
                    </a:ext>
                  </a:extLst>
                </p14:cNvPr>
                <p14:cNvContentPartPr/>
                <p14:nvPr/>
              </p14:nvContentPartPr>
              <p14:xfrm>
                <a:off x="6954264" y="3722616"/>
                <a:ext cx="183600" cy="222120"/>
              </p14:xfrm>
            </p:contentPart>
          </mc:Choice>
          <mc:Fallback xmlns="">
            <p:pic>
              <p:nvPicPr>
                <p:cNvPr id="7" name="Ink 6">
                  <a:extLst>
                    <a:ext uri="{FF2B5EF4-FFF2-40B4-BE49-F238E27FC236}">
                      <a16:creationId xmlns:a16="http://schemas.microsoft.com/office/drawing/2014/main" id="{EC171845-1633-FDEB-B1A6-66C6B2B30E3E}"/>
                    </a:ext>
                  </a:extLst>
                </p:cNvPr>
                <p:cNvPicPr/>
                <p:nvPr/>
              </p:nvPicPr>
              <p:blipFill>
                <a:blip r:embed="rId8"/>
                <a:stretch>
                  <a:fillRect/>
                </a:stretch>
              </p:blipFill>
              <p:spPr>
                <a:xfrm>
                  <a:off x="6936264" y="3704976"/>
                  <a:ext cx="21924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16BDF1AF-B8A8-EED3-4A0C-91ED07A5506C}"/>
                    </a:ext>
                  </a:extLst>
                </p14:cNvPr>
                <p14:cNvContentPartPr/>
                <p14:nvPr/>
              </p14:nvContentPartPr>
              <p14:xfrm>
                <a:off x="6953544" y="3837456"/>
                <a:ext cx="133200" cy="24120"/>
              </p14:xfrm>
            </p:contentPart>
          </mc:Choice>
          <mc:Fallback xmlns="">
            <p:pic>
              <p:nvPicPr>
                <p:cNvPr id="8" name="Ink 7">
                  <a:extLst>
                    <a:ext uri="{FF2B5EF4-FFF2-40B4-BE49-F238E27FC236}">
                      <a16:creationId xmlns:a16="http://schemas.microsoft.com/office/drawing/2014/main" id="{16BDF1AF-B8A8-EED3-4A0C-91ED07A5506C}"/>
                    </a:ext>
                  </a:extLst>
                </p:cNvPr>
                <p:cNvPicPr/>
                <p:nvPr/>
              </p:nvPicPr>
              <p:blipFill>
                <a:blip r:embed="rId10"/>
                <a:stretch>
                  <a:fillRect/>
                </a:stretch>
              </p:blipFill>
              <p:spPr>
                <a:xfrm>
                  <a:off x="6935904" y="3819816"/>
                  <a:ext cx="1688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768C23DC-AF34-37CD-B525-A4A2DD8F9FC0}"/>
                    </a:ext>
                  </a:extLst>
                </p14:cNvPr>
                <p14:cNvContentPartPr/>
                <p14:nvPr/>
              </p14:nvContentPartPr>
              <p14:xfrm>
                <a:off x="7118424" y="3655656"/>
                <a:ext cx="149400" cy="260280"/>
              </p14:xfrm>
            </p:contentPart>
          </mc:Choice>
          <mc:Fallback xmlns="">
            <p:pic>
              <p:nvPicPr>
                <p:cNvPr id="9" name="Ink 8">
                  <a:extLst>
                    <a:ext uri="{FF2B5EF4-FFF2-40B4-BE49-F238E27FC236}">
                      <a16:creationId xmlns:a16="http://schemas.microsoft.com/office/drawing/2014/main" id="{768C23DC-AF34-37CD-B525-A4A2DD8F9FC0}"/>
                    </a:ext>
                  </a:extLst>
                </p:cNvPr>
                <p:cNvPicPr/>
                <p:nvPr/>
              </p:nvPicPr>
              <p:blipFill>
                <a:blip r:embed="rId12"/>
                <a:stretch>
                  <a:fillRect/>
                </a:stretch>
              </p:blipFill>
              <p:spPr>
                <a:xfrm>
                  <a:off x="7100424" y="3638016"/>
                  <a:ext cx="185040" cy="295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42CDFE32-32AC-0EFD-4172-0A27AF960BCC}"/>
                    </a:ext>
                  </a:extLst>
                </p14:cNvPr>
                <p14:cNvContentPartPr/>
                <p14:nvPr/>
              </p14:nvContentPartPr>
              <p14:xfrm>
                <a:off x="7319664" y="3818736"/>
                <a:ext cx="11160" cy="56520"/>
              </p14:xfrm>
            </p:contentPart>
          </mc:Choice>
          <mc:Fallback xmlns="">
            <p:pic>
              <p:nvPicPr>
                <p:cNvPr id="10" name="Ink 9">
                  <a:extLst>
                    <a:ext uri="{FF2B5EF4-FFF2-40B4-BE49-F238E27FC236}">
                      <a16:creationId xmlns:a16="http://schemas.microsoft.com/office/drawing/2014/main" id="{42CDFE32-32AC-0EFD-4172-0A27AF960BCC}"/>
                    </a:ext>
                  </a:extLst>
                </p:cNvPr>
                <p:cNvPicPr/>
                <p:nvPr/>
              </p:nvPicPr>
              <p:blipFill>
                <a:blip r:embed="rId14"/>
                <a:stretch>
                  <a:fillRect/>
                </a:stretch>
              </p:blipFill>
              <p:spPr>
                <a:xfrm>
                  <a:off x="7301664" y="3800736"/>
                  <a:ext cx="4680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F9C05A50-84FB-FF18-37FB-8080CE038BC9}"/>
                    </a:ext>
                  </a:extLst>
                </p14:cNvPr>
                <p14:cNvContentPartPr/>
                <p14:nvPr/>
              </p14:nvContentPartPr>
              <p14:xfrm>
                <a:off x="7343064" y="3752496"/>
                <a:ext cx="2520" cy="4680"/>
              </p14:xfrm>
            </p:contentPart>
          </mc:Choice>
          <mc:Fallback xmlns="">
            <p:pic>
              <p:nvPicPr>
                <p:cNvPr id="11" name="Ink 10">
                  <a:extLst>
                    <a:ext uri="{FF2B5EF4-FFF2-40B4-BE49-F238E27FC236}">
                      <a16:creationId xmlns:a16="http://schemas.microsoft.com/office/drawing/2014/main" id="{F9C05A50-84FB-FF18-37FB-8080CE038BC9}"/>
                    </a:ext>
                  </a:extLst>
                </p:cNvPr>
                <p:cNvPicPr/>
                <p:nvPr/>
              </p:nvPicPr>
              <p:blipFill>
                <a:blip r:embed="rId16"/>
                <a:stretch>
                  <a:fillRect/>
                </a:stretch>
              </p:blipFill>
              <p:spPr>
                <a:xfrm>
                  <a:off x="7325424" y="3734496"/>
                  <a:ext cx="3816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31DC7FB2-14CF-5CD5-4E8F-DB376FFADC5C}"/>
                    </a:ext>
                  </a:extLst>
                </p14:cNvPr>
                <p14:cNvContentPartPr/>
                <p14:nvPr/>
              </p14:nvContentPartPr>
              <p14:xfrm>
                <a:off x="7444584" y="3814416"/>
                <a:ext cx="179280" cy="112320"/>
              </p14:xfrm>
            </p:contentPart>
          </mc:Choice>
          <mc:Fallback xmlns="">
            <p:pic>
              <p:nvPicPr>
                <p:cNvPr id="12" name="Ink 11">
                  <a:extLst>
                    <a:ext uri="{FF2B5EF4-FFF2-40B4-BE49-F238E27FC236}">
                      <a16:creationId xmlns:a16="http://schemas.microsoft.com/office/drawing/2014/main" id="{31DC7FB2-14CF-5CD5-4E8F-DB376FFADC5C}"/>
                    </a:ext>
                  </a:extLst>
                </p:cNvPr>
                <p:cNvPicPr/>
                <p:nvPr/>
              </p:nvPicPr>
              <p:blipFill>
                <a:blip r:embed="rId18"/>
                <a:stretch>
                  <a:fillRect/>
                </a:stretch>
              </p:blipFill>
              <p:spPr>
                <a:xfrm>
                  <a:off x="7426584" y="3796776"/>
                  <a:ext cx="214920" cy="147960"/>
                </a:xfrm>
                <a:prstGeom prst="rect">
                  <a:avLst/>
                </a:prstGeom>
              </p:spPr>
            </p:pic>
          </mc:Fallback>
        </mc:AlternateContent>
      </p:grpSp>
      <p:grpSp>
        <p:nvGrpSpPr>
          <p:cNvPr id="21" name="Group 20">
            <a:extLst>
              <a:ext uri="{FF2B5EF4-FFF2-40B4-BE49-F238E27FC236}">
                <a16:creationId xmlns:a16="http://schemas.microsoft.com/office/drawing/2014/main" id="{FF5E2255-4304-A6C8-28F7-531DF02AE960}"/>
              </a:ext>
            </a:extLst>
          </p:cNvPr>
          <p:cNvGrpSpPr/>
          <p:nvPr/>
        </p:nvGrpSpPr>
        <p:grpSpPr>
          <a:xfrm>
            <a:off x="7986024" y="3728016"/>
            <a:ext cx="329040" cy="240840"/>
            <a:chOff x="7986024" y="3728016"/>
            <a:chExt cx="329040" cy="240840"/>
          </a:xfrm>
        </p:grpSpPr>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02B6BB61-06D2-4C97-F531-F11B464F1072}"/>
                    </a:ext>
                  </a:extLst>
                </p14:cNvPr>
                <p14:cNvContentPartPr/>
                <p14:nvPr/>
              </p14:nvContentPartPr>
              <p14:xfrm>
                <a:off x="7994664" y="3818016"/>
                <a:ext cx="21240" cy="116280"/>
              </p14:xfrm>
            </p:contentPart>
          </mc:Choice>
          <mc:Fallback xmlns="">
            <p:pic>
              <p:nvPicPr>
                <p:cNvPr id="14" name="Ink 13">
                  <a:extLst>
                    <a:ext uri="{FF2B5EF4-FFF2-40B4-BE49-F238E27FC236}">
                      <a16:creationId xmlns:a16="http://schemas.microsoft.com/office/drawing/2014/main" id="{02B6BB61-06D2-4C97-F531-F11B464F1072}"/>
                    </a:ext>
                  </a:extLst>
                </p:cNvPr>
                <p:cNvPicPr/>
                <p:nvPr/>
              </p:nvPicPr>
              <p:blipFill>
                <a:blip r:embed="rId20"/>
                <a:stretch>
                  <a:fillRect/>
                </a:stretch>
              </p:blipFill>
              <p:spPr>
                <a:xfrm>
                  <a:off x="7976664" y="3800016"/>
                  <a:ext cx="56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3A74606A-CAFF-4FFC-839A-D38794992EDB}"/>
                    </a:ext>
                  </a:extLst>
                </p14:cNvPr>
                <p14:cNvContentPartPr/>
                <p14:nvPr/>
              </p14:nvContentPartPr>
              <p14:xfrm>
                <a:off x="7986024" y="3728016"/>
                <a:ext cx="360" cy="27000"/>
              </p14:xfrm>
            </p:contentPart>
          </mc:Choice>
          <mc:Fallback xmlns="">
            <p:pic>
              <p:nvPicPr>
                <p:cNvPr id="15" name="Ink 14">
                  <a:extLst>
                    <a:ext uri="{FF2B5EF4-FFF2-40B4-BE49-F238E27FC236}">
                      <a16:creationId xmlns:a16="http://schemas.microsoft.com/office/drawing/2014/main" id="{3A74606A-CAFF-4FFC-839A-D38794992EDB}"/>
                    </a:ext>
                  </a:extLst>
                </p:cNvPr>
                <p:cNvPicPr/>
                <p:nvPr/>
              </p:nvPicPr>
              <p:blipFill>
                <a:blip r:embed="rId22"/>
                <a:stretch>
                  <a:fillRect/>
                </a:stretch>
              </p:blipFill>
              <p:spPr>
                <a:xfrm>
                  <a:off x="7968024" y="3710376"/>
                  <a:ext cx="3600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38564FB3-806A-70A9-90F5-35AD35B63CA3}"/>
                    </a:ext>
                  </a:extLst>
                </p14:cNvPr>
                <p14:cNvContentPartPr/>
                <p14:nvPr/>
              </p14:nvContentPartPr>
              <p14:xfrm>
                <a:off x="8134344" y="3835296"/>
                <a:ext cx="180720" cy="133560"/>
              </p14:xfrm>
            </p:contentPart>
          </mc:Choice>
          <mc:Fallback xmlns="">
            <p:pic>
              <p:nvPicPr>
                <p:cNvPr id="16" name="Ink 15">
                  <a:extLst>
                    <a:ext uri="{FF2B5EF4-FFF2-40B4-BE49-F238E27FC236}">
                      <a16:creationId xmlns:a16="http://schemas.microsoft.com/office/drawing/2014/main" id="{38564FB3-806A-70A9-90F5-35AD35B63CA3}"/>
                    </a:ext>
                  </a:extLst>
                </p:cNvPr>
                <p:cNvPicPr/>
                <p:nvPr/>
              </p:nvPicPr>
              <p:blipFill>
                <a:blip r:embed="rId24"/>
                <a:stretch>
                  <a:fillRect/>
                </a:stretch>
              </p:blipFill>
              <p:spPr>
                <a:xfrm>
                  <a:off x="8116704" y="3817296"/>
                  <a:ext cx="216360" cy="169200"/>
                </a:xfrm>
                <a:prstGeom prst="rect">
                  <a:avLst/>
                </a:prstGeom>
              </p:spPr>
            </p:pic>
          </mc:Fallback>
        </mc:AlternateContent>
      </p:grpSp>
      <p:grpSp>
        <p:nvGrpSpPr>
          <p:cNvPr id="20" name="Group 19">
            <a:extLst>
              <a:ext uri="{FF2B5EF4-FFF2-40B4-BE49-F238E27FC236}">
                <a16:creationId xmlns:a16="http://schemas.microsoft.com/office/drawing/2014/main" id="{05B652C8-DAFD-12C4-73BF-B892D8D8D773}"/>
              </a:ext>
            </a:extLst>
          </p:cNvPr>
          <p:cNvGrpSpPr/>
          <p:nvPr/>
        </p:nvGrpSpPr>
        <p:grpSpPr>
          <a:xfrm>
            <a:off x="8582184" y="3731616"/>
            <a:ext cx="583920" cy="281160"/>
            <a:chOff x="8582184" y="3731616"/>
            <a:chExt cx="583920" cy="281160"/>
          </a:xfrm>
        </p:grpSpPr>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4A765BFD-043C-9903-3168-26FF0CF3D3B0}"/>
                    </a:ext>
                  </a:extLst>
                </p14:cNvPr>
                <p14:cNvContentPartPr/>
                <p14:nvPr/>
              </p14:nvContentPartPr>
              <p14:xfrm>
                <a:off x="8667504" y="3731616"/>
                <a:ext cx="29880" cy="255600"/>
              </p14:xfrm>
            </p:contentPart>
          </mc:Choice>
          <mc:Fallback xmlns="">
            <p:pic>
              <p:nvPicPr>
                <p:cNvPr id="17" name="Ink 16">
                  <a:extLst>
                    <a:ext uri="{FF2B5EF4-FFF2-40B4-BE49-F238E27FC236}">
                      <a16:creationId xmlns:a16="http://schemas.microsoft.com/office/drawing/2014/main" id="{4A765BFD-043C-9903-3168-26FF0CF3D3B0}"/>
                    </a:ext>
                  </a:extLst>
                </p:cNvPr>
                <p:cNvPicPr/>
                <p:nvPr/>
              </p:nvPicPr>
              <p:blipFill>
                <a:blip r:embed="rId26"/>
                <a:stretch>
                  <a:fillRect/>
                </a:stretch>
              </p:blipFill>
              <p:spPr>
                <a:xfrm>
                  <a:off x="8649504" y="3713976"/>
                  <a:ext cx="6552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40CF5BCC-BED2-DC78-BF00-F61B9D985874}"/>
                    </a:ext>
                  </a:extLst>
                </p14:cNvPr>
                <p14:cNvContentPartPr/>
                <p14:nvPr/>
              </p14:nvContentPartPr>
              <p14:xfrm>
                <a:off x="8582184" y="3734856"/>
                <a:ext cx="333000" cy="234360"/>
              </p14:xfrm>
            </p:contentPart>
          </mc:Choice>
          <mc:Fallback xmlns="">
            <p:pic>
              <p:nvPicPr>
                <p:cNvPr id="18" name="Ink 17">
                  <a:extLst>
                    <a:ext uri="{FF2B5EF4-FFF2-40B4-BE49-F238E27FC236}">
                      <a16:creationId xmlns:a16="http://schemas.microsoft.com/office/drawing/2014/main" id="{40CF5BCC-BED2-DC78-BF00-F61B9D985874}"/>
                    </a:ext>
                  </a:extLst>
                </p:cNvPr>
                <p:cNvPicPr/>
                <p:nvPr/>
              </p:nvPicPr>
              <p:blipFill>
                <a:blip r:embed="rId28"/>
                <a:stretch>
                  <a:fillRect/>
                </a:stretch>
              </p:blipFill>
              <p:spPr>
                <a:xfrm>
                  <a:off x="8564544" y="3717216"/>
                  <a:ext cx="3686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2096688E-8066-731A-FCC9-83AF5C93C901}"/>
                    </a:ext>
                  </a:extLst>
                </p14:cNvPr>
                <p14:cNvContentPartPr/>
                <p14:nvPr/>
              </p14:nvContentPartPr>
              <p14:xfrm>
                <a:off x="9006264" y="3892536"/>
                <a:ext cx="159840" cy="120240"/>
              </p14:xfrm>
            </p:contentPart>
          </mc:Choice>
          <mc:Fallback xmlns="">
            <p:pic>
              <p:nvPicPr>
                <p:cNvPr id="19" name="Ink 18">
                  <a:extLst>
                    <a:ext uri="{FF2B5EF4-FFF2-40B4-BE49-F238E27FC236}">
                      <a16:creationId xmlns:a16="http://schemas.microsoft.com/office/drawing/2014/main" id="{2096688E-8066-731A-FCC9-83AF5C93C901}"/>
                    </a:ext>
                  </a:extLst>
                </p:cNvPr>
                <p:cNvPicPr/>
                <p:nvPr/>
              </p:nvPicPr>
              <p:blipFill>
                <a:blip r:embed="rId30"/>
                <a:stretch>
                  <a:fillRect/>
                </a:stretch>
              </p:blipFill>
              <p:spPr>
                <a:xfrm>
                  <a:off x="8988624" y="3874536"/>
                  <a:ext cx="195480" cy="155880"/>
                </a:xfrm>
                <a:prstGeom prst="rect">
                  <a:avLst/>
                </a:prstGeom>
              </p:spPr>
            </p:pic>
          </mc:Fallback>
        </mc:AlternateContent>
      </p:grpSp>
      <p:grpSp>
        <p:nvGrpSpPr>
          <p:cNvPr id="31" name="Group 30">
            <a:extLst>
              <a:ext uri="{FF2B5EF4-FFF2-40B4-BE49-F238E27FC236}">
                <a16:creationId xmlns:a16="http://schemas.microsoft.com/office/drawing/2014/main" id="{C81EAEED-BC0F-D4BA-BB1B-CCBA5E8950B9}"/>
              </a:ext>
            </a:extLst>
          </p:cNvPr>
          <p:cNvGrpSpPr/>
          <p:nvPr/>
        </p:nvGrpSpPr>
        <p:grpSpPr>
          <a:xfrm>
            <a:off x="7032744" y="4105296"/>
            <a:ext cx="1203480" cy="401760"/>
            <a:chOff x="7032744" y="4105296"/>
            <a:chExt cx="1203480" cy="401760"/>
          </a:xfrm>
        </p:grpSpPr>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D8E30D47-B598-6395-A440-329BD2D3B295}"/>
                    </a:ext>
                  </a:extLst>
                </p14:cNvPr>
                <p14:cNvContentPartPr/>
                <p14:nvPr/>
              </p14:nvContentPartPr>
              <p14:xfrm>
                <a:off x="7032744" y="4105296"/>
                <a:ext cx="207000" cy="245520"/>
              </p14:xfrm>
            </p:contentPart>
          </mc:Choice>
          <mc:Fallback xmlns="">
            <p:pic>
              <p:nvPicPr>
                <p:cNvPr id="22" name="Ink 21">
                  <a:extLst>
                    <a:ext uri="{FF2B5EF4-FFF2-40B4-BE49-F238E27FC236}">
                      <a16:creationId xmlns:a16="http://schemas.microsoft.com/office/drawing/2014/main" id="{D8E30D47-B598-6395-A440-329BD2D3B295}"/>
                    </a:ext>
                  </a:extLst>
                </p:cNvPr>
                <p:cNvPicPr/>
                <p:nvPr/>
              </p:nvPicPr>
              <p:blipFill>
                <a:blip r:embed="rId32"/>
                <a:stretch>
                  <a:fillRect/>
                </a:stretch>
              </p:blipFill>
              <p:spPr>
                <a:xfrm>
                  <a:off x="7015104" y="4087296"/>
                  <a:ext cx="24264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178B57D8-A242-1FAA-A6D1-78046B61AB32}"/>
                    </a:ext>
                  </a:extLst>
                </p14:cNvPr>
                <p14:cNvContentPartPr/>
                <p14:nvPr/>
              </p14:nvContentPartPr>
              <p14:xfrm>
                <a:off x="7042824" y="4284216"/>
                <a:ext cx="161640" cy="10800"/>
              </p14:xfrm>
            </p:contentPart>
          </mc:Choice>
          <mc:Fallback xmlns="">
            <p:pic>
              <p:nvPicPr>
                <p:cNvPr id="23" name="Ink 22">
                  <a:extLst>
                    <a:ext uri="{FF2B5EF4-FFF2-40B4-BE49-F238E27FC236}">
                      <a16:creationId xmlns:a16="http://schemas.microsoft.com/office/drawing/2014/main" id="{178B57D8-A242-1FAA-A6D1-78046B61AB32}"/>
                    </a:ext>
                  </a:extLst>
                </p:cNvPr>
                <p:cNvPicPr/>
                <p:nvPr/>
              </p:nvPicPr>
              <p:blipFill>
                <a:blip r:embed="rId34"/>
                <a:stretch>
                  <a:fillRect/>
                </a:stretch>
              </p:blipFill>
              <p:spPr>
                <a:xfrm>
                  <a:off x="7024824" y="4266576"/>
                  <a:ext cx="197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4A624D08-88DE-A3EE-D4F7-00EB63BD2D5D}"/>
                    </a:ext>
                  </a:extLst>
                </p14:cNvPr>
                <p14:cNvContentPartPr/>
                <p14:nvPr/>
              </p14:nvContentPartPr>
              <p14:xfrm>
                <a:off x="7279344" y="4256856"/>
                <a:ext cx="152640" cy="111600"/>
              </p14:xfrm>
            </p:contentPart>
          </mc:Choice>
          <mc:Fallback xmlns="">
            <p:pic>
              <p:nvPicPr>
                <p:cNvPr id="25" name="Ink 24">
                  <a:extLst>
                    <a:ext uri="{FF2B5EF4-FFF2-40B4-BE49-F238E27FC236}">
                      <a16:creationId xmlns:a16="http://schemas.microsoft.com/office/drawing/2014/main" id="{4A624D08-88DE-A3EE-D4F7-00EB63BD2D5D}"/>
                    </a:ext>
                  </a:extLst>
                </p:cNvPr>
                <p:cNvPicPr/>
                <p:nvPr/>
              </p:nvPicPr>
              <p:blipFill>
                <a:blip r:embed="rId36"/>
                <a:stretch>
                  <a:fillRect/>
                </a:stretch>
              </p:blipFill>
              <p:spPr>
                <a:xfrm>
                  <a:off x="7261344" y="4239216"/>
                  <a:ext cx="1882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E9B0B137-1362-338C-FA2C-5FEBBFFDB151}"/>
                    </a:ext>
                  </a:extLst>
                </p14:cNvPr>
                <p14:cNvContentPartPr/>
                <p14:nvPr/>
              </p14:nvContentPartPr>
              <p14:xfrm>
                <a:off x="7496064" y="4285296"/>
                <a:ext cx="169200" cy="221760"/>
              </p14:xfrm>
            </p:contentPart>
          </mc:Choice>
          <mc:Fallback xmlns="">
            <p:pic>
              <p:nvPicPr>
                <p:cNvPr id="26" name="Ink 25">
                  <a:extLst>
                    <a:ext uri="{FF2B5EF4-FFF2-40B4-BE49-F238E27FC236}">
                      <a16:creationId xmlns:a16="http://schemas.microsoft.com/office/drawing/2014/main" id="{E9B0B137-1362-338C-FA2C-5FEBBFFDB151}"/>
                    </a:ext>
                  </a:extLst>
                </p:cNvPr>
                <p:cNvPicPr/>
                <p:nvPr/>
              </p:nvPicPr>
              <p:blipFill>
                <a:blip r:embed="rId38"/>
                <a:stretch>
                  <a:fillRect/>
                </a:stretch>
              </p:blipFill>
              <p:spPr>
                <a:xfrm>
                  <a:off x="7478424" y="4267656"/>
                  <a:ext cx="2048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7" name="Ink 26">
                  <a:extLst>
                    <a:ext uri="{FF2B5EF4-FFF2-40B4-BE49-F238E27FC236}">
                      <a16:creationId xmlns:a16="http://schemas.microsoft.com/office/drawing/2014/main" id="{ADF7A7AC-E9C0-546F-591E-8BF5F0A373DF}"/>
                    </a:ext>
                  </a:extLst>
                </p14:cNvPr>
                <p14:cNvContentPartPr/>
                <p14:nvPr/>
              </p14:nvContentPartPr>
              <p14:xfrm>
                <a:off x="7733304" y="4297896"/>
                <a:ext cx="101160" cy="85320"/>
              </p14:xfrm>
            </p:contentPart>
          </mc:Choice>
          <mc:Fallback xmlns="">
            <p:pic>
              <p:nvPicPr>
                <p:cNvPr id="27" name="Ink 26">
                  <a:extLst>
                    <a:ext uri="{FF2B5EF4-FFF2-40B4-BE49-F238E27FC236}">
                      <a16:creationId xmlns:a16="http://schemas.microsoft.com/office/drawing/2014/main" id="{ADF7A7AC-E9C0-546F-591E-8BF5F0A373DF}"/>
                    </a:ext>
                  </a:extLst>
                </p:cNvPr>
                <p:cNvPicPr/>
                <p:nvPr/>
              </p:nvPicPr>
              <p:blipFill>
                <a:blip r:embed="rId40"/>
                <a:stretch>
                  <a:fillRect/>
                </a:stretch>
              </p:blipFill>
              <p:spPr>
                <a:xfrm>
                  <a:off x="7715304" y="4279896"/>
                  <a:ext cx="136800" cy="1209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8" name="Ink 27">
                  <a:extLst>
                    <a:ext uri="{FF2B5EF4-FFF2-40B4-BE49-F238E27FC236}">
                      <a16:creationId xmlns:a16="http://schemas.microsoft.com/office/drawing/2014/main" id="{61A76F66-8B02-E38A-FF3C-2660C379E7AF}"/>
                    </a:ext>
                  </a:extLst>
                </p14:cNvPr>
                <p14:cNvContentPartPr/>
                <p14:nvPr/>
              </p14:nvContentPartPr>
              <p14:xfrm>
                <a:off x="7874424" y="4294296"/>
                <a:ext cx="84240" cy="83880"/>
              </p14:xfrm>
            </p:contentPart>
          </mc:Choice>
          <mc:Fallback xmlns="">
            <p:pic>
              <p:nvPicPr>
                <p:cNvPr id="28" name="Ink 27">
                  <a:extLst>
                    <a:ext uri="{FF2B5EF4-FFF2-40B4-BE49-F238E27FC236}">
                      <a16:creationId xmlns:a16="http://schemas.microsoft.com/office/drawing/2014/main" id="{61A76F66-8B02-E38A-FF3C-2660C379E7AF}"/>
                    </a:ext>
                  </a:extLst>
                </p:cNvPr>
                <p:cNvPicPr/>
                <p:nvPr/>
              </p:nvPicPr>
              <p:blipFill>
                <a:blip r:embed="rId42"/>
                <a:stretch>
                  <a:fillRect/>
                </a:stretch>
              </p:blipFill>
              <p:spPr>
                <a:xfrm>
                  <a:off x="7856424" y="4276656"/>
                  <a:ext cx="1198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27969CCD-6695-92D0-1DAA-5FE81FF273BE}"/>
                    </a:ext>
                  </a:extLst>
                </p14:cNvPr>
                <p14:cNvContentPartPr/>
                <p14:nvPr/>
              </p14:nvContentPartPr>
              <p14:xfrm>
                <a:off x="8025264" y="4198176"/>
                <a:ext cx="137520" cy="171720"/>
              </p14:xfrm>
            </p:contentPart>
          </mc:Choice>
          <mc:Fallback xmlns="">
            <p:pic>
              <p:nvPicPr>
                <p:cNvPr id="29" name="Ink 28">
                  <a:extLst>
                    <a:ext uri="{FF2B5EF4-FFF2-40B4-BE49-F238E27FC236}">
                      <a16:creationId xmlns:a16="http://schemas.microsoft.com/office/drawing/2014/main" id="{27969CCD-6695-92D0-1DAA-5FE81FF273BE}"/>
                    </a:ext>
                  </a:extLst>
                </p:cNvPr>
                <p:cNvPicPr/>
                <p:nvPr/>
              </p:nvPicPr>
              <p:blipFill>
                <a:blip r:embed="rId44"/>
                <a:stretch>
                  <a:fillRect/>
                </a:stretch>
              </p:blipFill>
              <p:spPr>
                <a:xfrm>
                  <a:off x="8007624" y="4180176"/>
                  <a:ext cx="17316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96439A00-05E1-6E23-3B22-08FA5670C56D}"/>
                    </a:ext>
                  </a:extLst>
                </p14:cNvPr>
                <p14:cNvContentPartPr/>
                <p14:nvPr/>
              </p14:nvContentPartPr>
              <p14:xfrm>
                <a:off x="8031024" y="4266576"/>
                <a:ext cx="205200" cy="23400"/>
              </p14:xfrm>
            </p:contentPart>
          </mc:Choice>
          <mc:Fallback xmlns="">
            <p:pic>
              <p:nvPicPr>
                <p:cNvPr id="30" name="Ink 29">
                  <a:extLst>
                    <a:ext uri="{FF2B5EF4-FFF2-40B4-BE49-F238E27FC236}">
                      <a16:creationId xmlns:a16="http://schemas.microsoft.com/office/drawing/2014/main" id="{96439A00-05E1-6E23-3B22-08FA5670C56D}"/>
                    </a:ext>
                  </a:extLst>
                </p:cNvPr>
                <p:cNvPicPr/>
                <p:nvPr/>
              </p:nvPicPr>
              <p:blipFill>
                <a:blip r:embed="rId46"/>
                <a:stretch>
                  <a:fillRect/>
                </a:stretch>
              </p:blipFill>
              <p:spPr>
                <a:xfrm>
                  <a:off x="8013024" y="4248936"/>
                  <a:ext cx="240840" cy="59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04FBF9D9-682F-C69D-2BF0-8940AF6AEF24}"/>
                  </a:ext>
                </a:extLst>
              </p14:cNvPr>
              <p14:cNvContentPartPr/>
              <p14:nvPr/>
            </p14:nvContentPartPr>
            <p14:xfrm>
              <a:off x="4548024" y="4271976"/>
              <a:ext cx="1790280" cy="30960"/>
            </p14:xfrm>
          </p:contentPart>
        </mc:Choice>
        <mc:Fallback xmlns="">
          <p:pic>
            <p:nvPicPr>
              <p:cNvPr id="32" name="Ink 31">
                <a:extLst>
                  <a:ext uri="{FF2B5EF4-FFF2-40B4-BE49-F238E27FC236}">
                    <a16:creationId xmlns:a16="http://schemas.microsoft.com/office/drawing/2014/main" id="{04FBF9D9-682F-C69D-2BF0-8940AF6AEF24}"/>
                  </a:ext>
                </a:extLst>
              </p:cNvPr>
              <p:cNvPicPr/>
              <p:nvPr/>
            </p:nvPicPr>
            <p:blipFill>
              <a:blip r:embed="rId48"/>
              <a:stretch>
                <a:fillRect/>
              </a:stretch>
            </p:blipFill>
            <p:spPr>
              <a:xfrm>
                <a:off x="4530384" y="4254336"/>
                <a:ext cx="182592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3" name="Ink 32">
                <a:extLst>
                  <a:ext uri="{FF2B5EF4-FFF2-40B4-BE49-F238E27FC236}">
                    <a16:creationId xmlns:a16="http://schemas.microsoft.com/office/drawing/2014/main" id="{FEBF5C09-FB69-FC66-E2A1-7493E80B1C5A}"/>
                  </a:ext>
                </a:extLst>
              </p14:cNvPr>
              <p14:cNvContentPartPr/>
              <p14:nvPr/>
            </p14:nvContentPartPr>
            <p14:xfrm>
              <a:off x="7030224" y="3294576"/>
              <a:ext cx="277200" cy="57240"/>
            </p14:xfrm>
          </p:contentPart>
        </mc:Choice>
        <mc:Fallback xmlns="">
          <p:pic>
            <p:nvPicPr>
              <p:cNvPr id="33" name="Ink 32">
                <a:extLst>
                  <a:ext uri="{FF2B5EF4-FFF2-40B4-BE49-F238E27FC236}">
                    <a16:creationId xmlns:a16="http://schemas.microsoft.com/office/drawing/2014/main" id="{FEBF5C09-FB69-FC66-E2A1-7493E80B1C5A}"/>
                  </a:ext>
                </a:extLst>
              </p:cNvPr>
              <p:cNvPicPr/>
              <p:nvPr/>
            </p:nvPicPr>
            <p:blipFill>
              <a:blip r:embed="rId50"/>
              <a:stretch>
                <a:fillRect/>
              </a:stretch>
            </p:blipFill>
            <p:spPr>
              <a:xfrm>
                <a:off x="7012584" y="3276936"/>
                <a:ext cx="31284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930AE946-B2B8-7845-5E74-89C47E083C64}"/>
                  </a:ext>
                </a:extLst>
              </p14:cNvPr>
              <p14:cNvContentPartPr/>
              <p14:nvPr/>
            </p14:nvContentPartPr>
            <p14:xfrm>
              <a:off x="7259544" y="3256416"/>
              <a:ext cx="159840" cy="87120"/>
            </p14:xfrm>
          </p:contentPart>
        </mc:Choice>
        <mc:Fallback xmlns="">
          <p:pic>
            <p:nvPicPr>
              <p:cNvPr id="34" name="Ink 33">
                <a:extLst>
                  <a:ext uri="{FF2B5EF4-FFF2-40B4-BE49-F238E27FC236}">
                    <a16:creationId xmlns:a16="http://schemas.microsoft.com/office/drawing/2014/main" id="{930AE946-B2B8-7845-5E74-89C47E083C64}"/>
                  </a:ext>
                </a:extLst>
              </p:cNvPr>
              <p:cNvPicPr/>
              <p:nvPr/>
            </p:nvPicPr>
            <p:blipFill>
              <a:blip r:embed="rId52"/>
              <a:stretch>
                <a:fillRect/>
              </a:stretch>
            </p:blipFill>
            <p:spPr>
              <a:xfrm>
                <a:off x="7241544" y="3238416"/>
                <a:ext cx="195480" cy="122760"/>
              </a:xfrm>
              <a:prstGeom prst="rect">
                <a:avLst/>
              </a:prstGeom>
            </p:spPr>
          </p:pic>
        </mc:Fallback>
      </mc:AlternateContent>
      <p:grpSp>
        <p:nvGrpSpPr>
          <p:cNvPr id="60" name="Group 59">
            <a:extLst>
              <a:ext uri="{FF2B5EF4-FFF2-40B4-BE49-F238E27FC236}">
                <a16:creationId xmlns:a16="http://schemas.microsoft.com/office/drawing/2014/main" id="{F5608DA9-F4E5-D531-7DDA-905E7B6475CE}"/>
              </a:ext>
            </a:extLst>
          </p:cNvPr>
          <p:cNvGrpSpPr/>
          <p:nvPr/>
        </p:nvGrpSpPr>
        <p:grpSpPr>
          <a:xfrm>
            <a:off x="7653384" y="3116016"/>
            <a:ext cx="1143360" cy="275760"/>
            <a:chOff x="7653384" y="3116016"/>
            <a:chExt cx="1143360" cy="275760"/>
          </a:xfrm>
        </p:grpSpPr>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F42A4A34-6FEF-C48A-513A-E0BC3254CF16}"/>
                    </a:ext>
                  </a:extLst>
                </p14:cNvPr>
                <p14:cNvContentPartPr/>
                <p14:nvPr/>
              </p14:nvContentPartPr>
              <p14:xfrm>
                <a:off x="7653384" y="3116016"/>
                <a:ext cx="162000" cy="196560"/>
              </p14:xfrm>
            </p:contentPart>
          </mc:Choice>
          <mc:Fallback xmlns="">
            <p:pic>
              <p:nvPicPr>
                <p:cNvPr id="35" name="Ink 34">
                  <a:extLst>
                    <a:ext uri="{FF2B5EF4-FFF2-40B4-BE49-F238E27FC236}">
                      <a16:creationId xmlns:a16="http://schemas.microsoft.com/office/drawing/2014/main" id="{F42A4A34-6FEF-C48A-513A-E0BC3254CF16}"/>
                    </a:ext>
                  </a:extLst>
                </p:cNvPr>
                <p:cNvPicPr/>
                <p:nvPr/>
              </p:nvPicPr>
              <p:blipFill>
                <a:blip r:embed="rId54"/>
                <a:stretch>
                  <a:fillRect/>
                </a:stretch>
              </p:blipFill>
              <p:spPr>
                <a:xfrm>
                  <a:off x="7635384" y="3098016"/>
                  <a:ext cx="1976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6" name="Ink 35">
                  <a:extLst>
                    <a:ext uri="{FF2B5EF4-FFF2-40B4-BE49-F238E27FC236}">
                      <a16:creationId xmlns:a16="http://schemas.microsoft.com/office/drawing/2014/main" id="{FAAB9CBD-2A81-FBE3-4BF5-8F8DDD50B159}"/>
                    </a:ext>
                  </a:extLst>
                </p14:cNvPr>
                <p14:cNvContentPartPr/>
                <p14:nvPr/>
              </p14:nvContentPartPr>
              <p14:xfrm>
                <a:off x="7823664" y="3144096"/>
                <a:ext cx="167400" cy="156960"/>
              </p14:xfrm>
            </p:contentPart>
          </mc:Choice>
          <mc:Fallback xmlns="">
            <p:pic>
              <p:nvPicPr>
                <p:cNvPr id="36" name="Ink 35">
                  <a:extLst>
                    <a:ext uri="{FF2B5EF4-FFF2-40B4-BE49-F238E27FC236}">
                      <a16:creationId xmlns:a16="http://schemas.microsoft.com/office/drawing/2014/main" id="{FAAB9CBD-2A81-FBE3-4BF5-8F8DDD50B159}"/>
                    </a:ext>
                  </a:extLst>
                </p:cNvPr>
                <p:cNvPicPr/>
                <p:nvPr/>
              </p:nvPicPr>
              <p:blipFill>
                <a:blip r:embed="rId56"/>
                <a:stretch>
                  <a:fillRect/>
                </a:stretch>
              </p:blipFill>
              <p:spPr>
                <a:xfrm>
                  <a:off x="7806024" y="3126096"/>
                  <a:ext cx="20304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7" name="Ink 36">
                  <a:extLst>
                    <a:ext uri="{FF2B5EF4-FFF2-40B4-BE49-F238E27FC236}">
                      <a16:creationId xmlns:a16="http://schemas.microsoft.com/office/drawing/2014/main" id="{9D39AA86-C9C1-B7BB-5A86-5F49B7FBCA34}"/>
                    </a:ext>
                  </a:extLst>
                </p14:cNvPr>
                <p14:cNvContentPartPr/>
                <p14:nvPr/>
              </p14:nvContentPartPr>
              <p14:xfrm>
                <a:off x="8150904" y="3260376"/>
                <a:ext cx="8280" cy="19080"/>
              </p14:xfrm>
            </p:contentPart>
          </mc:Choice>
          <mc:Fallback xmlns="">
            <p:pic>
              <p:nvPicPr>
                <p:cNvPr id="37" name="Ink 36">
                  <a:extLst>
                    <a:ext uri="{FF2B5EF4-FFF2-40B4-BE49-F238E27FC236}">
                      <a16:creationId xmlns:a16="http://schemas.microsoft.com/office/drawing/2014/main" id="{9D39AA86-C9C1-B7BB-5A86-5F49B7FBCA34}"/>
                    </a:ext>
                  </a:extLst>
                </p:cNvPr>
                <p:cNvPicPr/>
                <p:nvPr/>
              </p:nvPicPr>
              <p:blipFill>
                <a:blip r:embed="rId58"/>
                <a:stretch>
                  <a:fillRect/>
                </a:stretch>
              </p:blipFill>
              <p:spPr>
                <a:xfrm>
                  <a:off x="8132904" y="3242736"/>
                  <a:ext cx="4392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18854AD9-6E02-8342-A34A-4C9C3BF9B95F}"/>
                    </a:ext>
                  </a:extLst>
                </p14:cNvPr>
                <p14:cNvContentPartPr/>
                <p14:nvPr/>
              </p14:nvContentPartPr>
              <p14:xfrm>
                <a:off x="8259264" y="3139776"/>
                <a:ext cx="239400" cy="147960"/>
              </p14:xfrm>
            </p:contentPart>
          </mc:Choice>
          <mc:Fallback xmlns="">
            <p:pic>
              <p:nvPicPr>
                <p:cNvPr id="39" name="Ink 38">
                  <a:extLst>
                    <a:ext uri="{FF2B5EF4-FFF2-40B4-BE49-F238E27FC236}">
                      <a16:creationId xmlns:a16="http://schemas.microsoft.com/office/drawing/2014/main" id="{18854AD9-6E02-8342-A34A-4C9C3BF9B95F}"/>
                    </a:ext>
                  </a:extLst>
                </p:cNvPr>
                <p:cNvPicPr/>
                <p:nvPr/>
              </p:nvPicPr>
              <p:blipFill>
                <a:blip r:embed="rId60"/>
                <a:stretch>
                  <a:fillRect/>
                </a:stretch>
              </p:blipFill>
              <p:spPr>
                <a:xfrm>
                  <a:off x="8241624" y="3121776"/>
                  <a:ext cx="2750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EEDE7A30-3F6F-EC88-E155-133C8DAF2D7F}"/>
                    </a:ext>
                  </a:extLst>
                </p14:cNvPr>
                <p14:cNvContentPartPr/>
                <p14:nvPr/>
              </p14:nvContentPartPr>
              <p14:xfrm>
                <a:off x="8527104" y="3121056"/>
                <a:ext cx="259560" cy="270720"/>
              </p14:xfrm>
            </p:contentPart>
          </mc:Choice>
          <mc:Fallback xmlns="">
            <p:pic>
              <p:nvPicPr>
                <p:cNvPr id="40" name="Ink 39">
                  <a:extLst>
                    <a:ext uri="{FF2B5EF4-FFF2-40B4-BE49-F238E27FC236}">
                      <a16:creationId xmlns:a16="http://schemas.microsoft.com/office/drawing/2014/main" id="{EEDE7A30-3F6F-EC88-E155-133C8DAF2D7F}"/>
                    </a:ext>
                  </a:extLst>
                </p:cNvPr>
                <p:cNvPicPr/>
                <p:nvPr/>
              </p:nvPicPr>
              <p:blipFill>
                <a:blip r:embed="rId62"/>
                <a:stretch>
                  <a:fillRect/>
                </a:stretch>
              </p:blipFill>
              <p:spPr>
                <a:xfrm>
                  <a:off x="8509104" y="3103056"/>
                  <a:ext cx="29520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E33433D3-8746-5B53-473B-70CA7F7BCBFC}"/>
                    </a:ext>
                  </a:extLst>
                </p14:cNvPr>
                <p14:cNvContentPartPr/>
                <p14:nvPr/>
              </p14:nvContentPartPr>
              <p14:xfrm>
                <a:off x="8654184" y="3118176"/>
                <a:ext cx="19440" cy="24480"/>
              </p14:xfrm>
            </p:contentPart>
          </mc:Choice>
          <mc:Fallback xmlns="">
            <p:pic>
              <p:nvPicPr>
                <p:cNvPr id="41" name="Ink 40">
                  <a:extLst>
                    <a:ext uri="{FF2B5EF4-FFF2-40B4-BE49-F238E27FC236}">
                      <a16:creationId xmlns:a16="http://schemas.microsoft.com/office/drawing/2014/main" id="{E33433D3-8746-5B53-473B-70CA7F7BCBFC}"/>
                    </a:ext>
                  </a:extLst>
                </p:cNvPr>
                <p:cNvPicPr/>
                <p:nvPr/>
              </p:nvPicPr>
              <p:blipFill>
                <a:blip r:embed="rId64"/>
                <a:stretch>
                  <a:fillRect/>
                </a:stretch>
              </p:blipFill>
              <p:spPr>
                <a:xfrm>
                  <a:off x="8636184" y="3100536"/>
                  <a:ext cx="550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A5DB5CAE-70DA-A58A-54CA-F25897F1597B}"/>
                    </a:ext>
                  </a:extLst>
                </p14:cNvPr>
                <p14:cNvContentPartPr/>
                <p14:nvPr/>
              </p14:nvContentPartPr>
              <p14:xfrm>
                <a:off x="8794584" y="3319056"/>
                <a:ext cx="2160" cy="12960"/>
              </p14:xfrm>
            </p:contentPart>
          </mc:Choice>
          <mc:Fallback xmlns="">
            <p:pic>
              <p:nvPicPr>
                <p:cNvPr id="42" name="Ink 41">
                  <a:extLst>
                    <a:ext uri="{FF2B5EF4-FFF2-40B4-BE49-F238E27FC236}">
                      <a16:creationId xmlns:a16="http://schemas.microsoft.com/office/drawing/2014/main" id="{A5DB5CAE-70DA-A58A-54CA-F25897F1597B}"/>
                    </a:ext>
                  </a:extLst>
                </p:cNvPr>
                <p:cNvPicPr/>
                <p:nvPr/>
              </p:nvPicPr>
              <p:blipFill>
                <a:blip r:embed="rId66"/>
                <a:stretch>
                  <a:fillRect/>
                </a:stretch>
              </p:blipFill>
              <p:spPr>
                <a:xfrm>
                  <a:off x="8776944" y="3301416"/>
                  <a:ext cx="37800" cy="48600"/>
                </a:xfrm>
                <a:prstGeom prst="rect">
                  <a:avLst/>
                </a:prstGeom>
              </p:spPr>
            </p:pic>
          </mc:Fallback>
        </mc:AlternateContent>
      </p:grpSp>
      <p:grpSp>
        <p:nvGrpSpPr>
          <p:cNvPr id="59" name="Group 58">
            <a:extLst>
              <a:ext uri="{FF2B5EF4-FFF2-40B4-BE49-F238E27FC236}">
                <a16:creationId xmlns:a16="http://schemas.microsoft.com/office/drawing/2014/main" id="{12835176-FEF7-1D75-7FD9-1DBE4CA49E61}"/>
              </a:ext>
            </a:extLst>
          </p:cNvPr>
          <p:cNvGrpSpPr/>
          <p:nvPr/>
        </p:nvGrpSpPr>
        <p:grpSpPr>
          <a:xfrm>
            <a:off x="9158544" y="3173976"/>
            <a:ext cx="847080" cy="143280"/>
            <a:chOff x="9158544" y="3173976"/>
            <a:chExt cx="847080" cy="143280"/>
          </a:xfrm>
        </p:grpSpPr>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D9E3223A-B5A8-C9E6-4F2C-BC4B2BDDA865}"/>
                    </a:ext>
                  </a:extLst>
                </p14:cNvPr>
                <p14:cNvContentPartPr/>
                <p14:nvPr/>
              </p14:nvContentPartPr>
              <p14:xfrm>
                <a:off x="9158544" y="3173976"/>
                <a:ext cx="194040" cy="126720"/>
              </p14:xfrm>
            </p:contentPart>
          </mc:Choice>
          <mc:Fallback xmlns="">
            <p:pic>
              <p:nvPicPr>
                <p:cNvPr id="43" name="Ink 42">
                  <a:extLst>
                    <a:ext uri="{FF2B5EF4-FFF2-40B4-BE49-F238E27FC236}">
                      <a16:creationId xmlns:a16="http://schemas.microsoft.com/office/drawing/2014/main" id="{D9E3223A-B5A8-C9E6-4F2C-BC4B2BDDA865}"/>
                    </a:ext>
                  </a:extLst>
                </p:cNvPr>
                <p:cNvPicPr/>
                <p:nvPr/>
              </p:nvPicPr>
              <p:blipFill>
                <a:blip r:embed="rId68"/>
                <a:stretch>
                  <a:fillRect/>
                </a:stretch>
              </p:blipFill>
              <p:spPr>
                <a:xfrm>
                  <a:off x="9140544" y="3156336"/>
                  <a:ext cx="22968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669EE264-81A6-7E01-F2D0-E261DA7CBDD7}"/>
                    </a:ext>
                  </a:extLst>
                </p14:cNvPr>
                <p14:cNvContentPartPr/>
                <p14:nvPr/>
              </p14:nvContentPartPr>
              <p14:xfrm>
                <a:off x="9399024" y="3213576"/>
                <a:ext cx="209520" cy="89280"/>
              </p14:xfrm>
            </p:contentPart>
          </mc:Choice>
          <mc:Fallback xmlns="">
            <p:pic>
              <p:nvPicPr>
                <p:cNvPr id="44" name="Ink 43">
                  <a:extLst>
                    <a:ext uri="{FF2B5EF4-FFF2-40B4-BE49-F238E27FC236}">
                      <a16:creationId xmlns:a16="http://schemas.microsoft.com/office/drawing/2014/main" id="{669EE264-81A6-7E01-F2D0-E261DA7CBDD7}"/>
                    </a:ext>
                  </a:extLst>
                </p:cNvPr>
                <p:cNvPicPr/>
                <p:nvPr/>
              </p:nvPicPr>
              <p:blipFill>
                <a:blip r:embed="rId70"/>
                <a:stretch>
                  <a:fillRect/>
                </a:stretch>
              </p:blipFill>
              <p:spPr>
                <a:xfrm>
                  <a:off x="9381024" y="3195576"/>
                  <a:ext cx="2451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7E3025EC-E993-7404-9E1F-BA8B6A469BB4}"/>
                    </a:ext>
                  </a:extLst>
                </p14:cNvPr>
                <p14:cNvContentPartPr/>
                <p14:nvPr/>
              </p14:nvContentPartPr>
              <p14:xfrm>
                <a:off x="9613584" y="3199176"/>
                <a:ext cx="199440" cy="97920"/>
              </p14:xfrm>
            </p:contentPart>
          </mc:Choice>
          <mc:Fallback xmlns="">
            <p:pic>
              <p:nvPicPr>
                <p:cNvPr id="45" name="Ink 44">
                  <a:extLst>
                    <a:ext uri="{FF2B5EF4-FFF2-40B4-BE49-F238E27FC236}">
                      <a16:creationId xmlns:a16="http://schemas.microsoft.com/office/drawing/2014/main" id="{7E3025EC-E993-7404-9E1F-BA8B6A469BB4}"/>
                    </a:ext>
                  </a:extLst>
                </p:cNvPr>
                <p:cNvPicPr/>
                <p:nvPr/>
              </p:nvPicPr>
              <p:blipFill>
                <a:blip r:embed="rId72"/>
                <a:stretch>
                  <a:fillRect/>
                </a:stretch>
              </p:blipFill>
              <p:spPr>
                <a:xfrm>
                  <a:off x="9595584" y="3181536"/>
                  <a:ext cx="23508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583E0B36-84E0-9AC7-9E95-0E48B938BEB7}"/>
                    </a:ext>
                  </a:extLst>
                </p14:cNvPr>
                <p14:cNvContentPartPr/>
                <p14:nvPr/>
              </p14:nvContentPartPr>
              <p14:xfrm>
                <a:off x="9811584" y="3237336"/>
                <a:ext cx="194040" cy="79920"/>
              </p14:xfrm>
            </p:contentPart>
          </mc:Choice>
          <mc:Fallback xmlns="">
            <p:pic>
              <p:nvPicPr>
                <p:cNvPr id="46" name="Ink 45">
                  <a:extLst>
                    <a:ext uri="{FF2B5EF4-FFF2-40B4-BE49-F238E27FC236}">
                      <a16:creationId xmlns:a16="http://schemas.microsoft.com/office/drawing/2014/main" id="{583E0B36-84E0-9AC7-9E95-0E48B938BEB7}"/>
                    </a:ext>
                  </a:extLst>
                </p:cNvPr>
                <p:cNvPicPr/>
                <p:nvPr/>
              </p:nvPicPr>
              <p:blipFill>
                <a:blip r:embed="rId74"/>
                <a:stretch>
                  <a:fillRect/>
                </a:stretch>
              </p:blipFill>
              <p:spPr>
                <a:xfrm>
                  <a:off x="9793944" y="3219336"/>
                  <a:ext cx="229680" cy="115560"/>
                </a:xfrm>
                <a:prstGeom prst="rect">
                  <a:avLst/>
                </a:prstGeom>
              </p:spPr>
            </p:pic>
          </mc:Fallback>
        </mc:AlternateContent>
      </p:grpSp>
      <p:grpSp>
        <p:nvGrpSpPr>
          <p:cNvPr id="58" name="Group 57">
            <a:extLst>
              <a:ext uri="{FF2B5EF4-FFF2-40B4-BE49-F238E27FC236}">
                <a16:creationId xmlns:a16="http://schemas.microsoft.com/office/drawing/2014/main" id="{3A9CEB71-3B0D-8DD2-D312-C42F509C1B08}"/>
              </a:ext>
            </a:extLst>
          </p:cNvPr>
          <p:cNvGrpSpPr/>
          <p:nvPr/>
        </p:nvGrpSpPr>
        <p:grpSpPr>
          <a:xfrm>
            <a:off x="10379304" y="3081816"/>
            <a:ext cx="284760" cy="241200"/>
            <a:chOff x="10379304" y="3081816"/>
            <a:chExt cx="284760" cy="241200"/>
          </a:xfrm>
        </p:grpSpPr>
        <mc:AlternateContent xmlns:mc="http://schemas.openxmlformats.org/markup-compatibility/2006" xmlns:p14="http://schemas.microsoft.com/office/powerpoint/2010/main">
          <mc:Choice Requires="p14">
            <p:contentPart p14:bwMode="auto" r:id="rId75">
              <p14:nvContentPartPr>
                <p14:cNvPr id="47" name="Ink 46">
                  <a:extLst>
                    <a:ext uri="{FF2B5EF4-FFF2-40B4-BE49-F238E27FC236}">
                      <a16:creationId xmlns:a16="http://schemas.microsoft.com/office/drawing/2014/main" id="{A02FC205-CEAF-D2A4-BB99-BE53E9D0352C}"/>
                    </a:ext>
                  </a:extLst>
                </p14:cNvPr>
                <p14:cNvContentPartPr/>
                <p14:nvPr/>
              </p14:nvContentPartPr>
              <p14:xfrm>
                <a:off x="10379304" y="3244896"/>
                <a:ext cx="25200" cy="78120"/>
              </p14:xfrm>
            </p:contentPart>
          </mc:Choice>
          <mc:Fallback xmlns="">
            <p:pic>
              <p:nvPicPr>
                <p:cNvPr id="47" name="Ink 46">
                  <a:extLst>
                    <a:ext uri="{FF2B5EF4-FFF2-40B4-BE49-F238E27FC236}">
                      <a16:creationId xmlns:a16="http://schemas.microsoft.com/office/drawing/2014/main" id="{A02FC205-CEAF-D2A4-BB99-BE53E9D0352C}"/>
                    </a:ext>
                  </a:extLst>
                </p:cNvPr>
                <p:cNvPicPr/>
                <p:nvPr/>
              </p:nvPicPr>
              <p:blipFill>
                <a:blip r:embed="rId76"/>
                <a:stretch>
                  <a:fillRect/>
                </a:stretch>
              </p:blipFill>
              <p:spPr>
                <a:xfrm>
                  <a:off x="10361664" y="3227256"/>
                  <a:ext cx="608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8" name="Ink 47">
                  <a:extLst>
                    <a:ext uri="{FF2B5EF4-FFF2-40B4-BE49-F238E27FC236}">
                      <a16:creationId xmlns:a16="http://schemas.microsoft.com/office/drawing/2014/main" id="{78D4EACD-1278-D816-F584-CCD1335BBCD9}"/>
                    </a:ext>
                  </a:extLst>
                </p14:cNvPr>
                <p14:cNvContentPartPr/>
                <p14:nvPr/>
              </p14:nvContentPartPr>
              <p14:xfrm>
                <a:off x="10386144" y="3115656"/>
                <a:ext cx="4320" cy="34200"/>
              </p14:xfrm>
            </p:contentPart>
          </mc:Choice>
          <mc:Fallback xmlns="">
            <p:pic>
              <p:nvPicPr>
                <p:cNvPr id="48" name="Ink 47">
                  <a:extLst>
                    <a:ext uri="{FF2B5EF4-FFF2-40B4-BE49-F238E27FC236}">
                      <a16:creationId xmlns:a16="http://schemas.microsoft.com/office/drawing/2014/main" id="{78D4EACD-1278-D816-F584-CCD1335BBCD9}"/>
                    </a:ext>
                  </a:extLst>
                </p:cNvPr>
                <p:cNvPicPr/>
                <p:nvPr/>
              </p:nvPicPr>
              <p:blipFill>
                <a:blip r:embed="rId78"/>
                <a:stretch>
                  <a:fillRect/>
                </a:stretch>
              </p:blipFill>
              <p:spPr>
                <a:xfrm>
                  <a:off x="10368504" y="3097656"/>
                  <a:ext cx="3996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9" name="Ink 48">
                  <a:extLst>
                    <a:ext uri="{FF2B5EF4-FFF2-40B4-BE49-F238E27FC236}">
                      <a16:creationId xmlns:a16="http://schemas.microsoft.com/office/drawing/2014/main" id="{27DCD871-287F-583D-A2B2-233D3040DBBF}"/>
                    </a:ext>
                  </a:extLst>
                </p14:cNvPr>
                <p14:cNvContentPartPr/>
                <p14:nvPr/>
              </p14:nvContentPartPr>
              <p14:xfrm>
                <a:off x="10588824" y="3081816"/>
                <a:ext cx="23040" cy="216000"/>
              </p14:xfrm>
            </p:contentPart>
          </mc:Choice>
          <mc:Fallback xmlns="">
            <p:pic>
              <p:nvPicPr>
                <p:cNvPr id="49" name="Ink 48">
                  <a:extLst>
                    <a:ext uri="{FF2B5EF4-FFF2-40B4-BE49-F238E27FC236}">
                      <a16:creationId xmlns:a16="http://schemas.microsoft.com/office/drawing/2014/main" id="{27DCD871-287F-583D-A2B2-233D3040DBBF}"/>
                    </a:ext>
                  </a:extLst>
                </p:cNvPr>
                <p:cNvPicPr/>
                <p:nvPr/>
              </p:nvPicPr>
              <p:blipFill>
                <a:blip r:embed="rId80"/>
                <a:stretch>
                  <a:fillRect/>
                </a:stretch>
              </p:blipFill>
              <p:spPr>
                <a:xfrm>
                  <a:off x="10570824" y="3063816"/>
                  <a:ext cx="586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0" name="Ink 49">
                  <a:extLst>
                    <a:ext uri="{FF2B5EF4-FFF2-40B4-BE49-F238E27FC236}">
                      <a16:creationId xmlns:a16="http://schemas.microsoft.com/office/drawing/2014/main" id="{7B695E29-394C-2C0F-57F2-6E9B4CB6C4CC}"/>
                    </a:ext>
                  </a:extLst>
                </p14:cNvPr>
                <p14:cNvContentPartPr/>
                <p14:nvPr/>
              </p14:nvContentPartPr>
              <p14:xfrm>
                <a:off x="10510704" y="3198456"/>
                <a:ext cx="153360" cy="28080"/>
              </p14:xfrm>
            </p:contentPart>
          </mc:Choice>
          <mc:Fallback xmlns="">
            <p:pic>
              <p:nvPicPr>
                <p:cNvPr id="50" name="Ink 49">
                  <a:extLst>
                    <a:ext uri="{FF2B5EF4-FFF2-40B4-BE49-F238E27FC236}">
                      <a16:creationId xmlns:a16="http://schemas.microsoft.com/office/drawing/2014/main" id="{7B695E29-394C-2C0F-57F2-6E9B4CB6C4CC}"/>
                    </a:ext>
                  </a:extLst>
                </p:cNvPr>
                <p:cNvPicPr/>
                <p:nvPr/>
              </p:nvPicPr>
              <p:blipFill>
                <a:blip r:embed="rId82"/>
                <a:stretch>
                  <a:fillRect/>
                </a:stretch>
              </p:blipFill>
              <p:spPr>
                <a:xfrm>
                  <a:off x="10492704" y="3180456"/>
                  <a:ext cx="189000" cy="63720"/>
                </a:xfrm>
                <a:prstGeom prst="rect">
                  <a:avLst/>
                </a:prstGeom>
              </p:spPr>
            </p:pic>
          </mc:Fallback>
        </mc:AlternateContent>
      </p:grpSp>
      <p:grpSp>
        <p:nvGrpSpPr>
          <p:cNvPr id="57" name="Group 56">
            <a:extLst>
              <a:ext uri="{FF2B5EF4-FFF2-40B4-BE49-F238E27FC236}">
                <a16:creationId xmlns:a16="http://schemas.microsoft.com/office/drawing/2014/main" id="{CD2984D0-DE08-56F2-7C26-5839335838CE}"/>
              </a:ext>
            </a:extLst>
          </p:cNvPr>
          <p:cNvGrpSpPr/>
          <p:nvPr/>
        </p:nvGrpSpPr>
        <p:grpSpPr>
          <a:xfrm>
            <a:off x="11031984" y="3120696"/>
            <a:ext cx="339120" cy="220320"/>
            <a:chOff x="11031984" y="3120696"/>
            <a:chExt cx="339120" cy="220320"/>
          </a:xfrm>
        </p:grpSpPr>
        <mc:AlternateContent xmlns:mc="http://schemas.openxmlformats.org/markup-compatibility/2006" xmlns:p14="http://schemas.microsoft.com/office/powerpoint/2010/main">
          <mc:Choice Requires="p14">
            <p:contentPart p14:bwMode="auto" r:id="rId83">
              <p14:nvContentPartPr>
                <p14:cNvPr id="51" name="Ink 50">
                  <a:extLst>
                    <a:ext uri="{FF2B5EF4-FFF2-40B4-BE49-F238E27FC236}">
                      <a16:creationId xmlns:a16="http://schemas.microsoft.com/office/drawing/2014/main" id="{7234979A-FD91-E7E7-17D3-D36A81A6386F}"/>
                    </a:ext>
                  </a:extLst>
                </p14:cNvPr>
                <p14:cNvContentPartPr/>
                <p14:nvPr/>
              </p14:nvContentPartPr>
              <p14:xfrm>
                <a:off x="11031984" y="3236976"/>
                <a:ext cx="55440" cy="78840"/>
              </p14:xfrm>
            </p:contentPart>
          </mc:Choice>
          <mc:Fallback xmlns="">
            <p:pic>
              <p:nvPicPr>
                <p:cNvPr id="51" name="Ink 50">
                  <a:extLst>
                    <a:ext uri="{FF2B5EF4-FFF2-40B4-BE49-F238E27FC236}">
                      <a16:creationId xmlns:a16="http://schemas.microsoft.com/office/drawing/2014/main" id="{7234979A-FD91-E7E7-17D3-D36A81A6386F}"/>
                    </a:ext>
                  </a:extLst>
                </p:cNvPr>
                <p:cNvPicPr/>
                <p:nvPr/>
              </p:nvPicPr>
              <p:blipFill>
                <a:blip r:embed="rId84"/>
                <a:stretch>
                  <a:fillRect/>
                </a:stretch>
              </p:blipFill>
              <p:spPr>
                <a:xfrm>
                  <a:off x="11014344" y="3218976"/>
                  <a:ext cx="91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2" name="Ink 51">
                  <a:extLst>
                    <a:ext uri="{FF2B5EF4-FFF2-40B4-BE49-F238E27FC236}">
                      <a16:creationId xmlns:a16="http://schemas.microsoft.com/office/drawing/2014/main" id="{92AD1EFD-8F15-DB63-8C22-DECF689CD6A4}"/>
                    </a:ext>
                  </a:extLst>
                </p14:cNvPr>
                <p14:cNvContentPartPr/>
                <p14:nvPr/>
              </p14:nvContentPartPr>
              <p14:xfrm>
                <a:off x="11088144" y="3120696"/>
                <a:ext cx="14760" cy="16920"/>
              </p14:xfrm>
            </p:contentPart>
          </mc:Choice>
          <mc:Fallback xmlns="">
            <p:pic>
              <p:nvPicPr>
                <p:cNvPr id="52" name="Ink 51">
                  <a:extLst>
                    <a:ext uri="{FF2B5EF4-FFF2-40B4-BE49-F238E27FC236}">
                      <a16:creationId xmlns:a16="http://schemas.microsoft.com/office/drawing/2014/main" id="{92AD1EFD-8F15-DB63-8C22-DECF689CD6A4}"/>
                    </a:ext>
                  </a:extLst>
                </p:cNvPr>
                <p:cNvPicPr/>
                <p:nvPr/>
              </p:nvPicPr>
              <p:blipFill>
                <a:blip r:embed="rId86"/>
                <a:stretch>
                  <a:fillRect/>
                </a:stretch>
              </p:blipFill>
              <p:spPr>
                <a:xfrm>
                  <a:off x="11070504" y="3102696"/>
                  <a:ext cx="504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3" name="Ink 52">
                  <a:extLst>
                    <a:ext uri="{FF2B5EF4-FFF2-40B4-BE49-F238E27FC236}">
                      <a16:creationId xmlns:a16="http://schemas.microsoft.com/office/drawing/2014/main" id="{ED9E37F1-FE9F-F5F5-FDEE-29A22B6AC7BC}"/>
                    </a:ext>
                  </a:extLst>
                </p14:cNvPr>
                <p14:cNvContentPartPr/>
                <p14:nvPr/>
              </p14:nvContentPartPr>
              <p14:xfrm>
                <a:off x="11221704" y="3219336"/>
                <a:ext cx="149400" cy="121680"/>
              </p14:xfrm>
            </p:contentPart>
          </mc:Choice>
          <mc:Fallback xmlns="">
            <p:pic>
              <p:nvPicPr>
                <p:cNvPr id="53" name="Ink 52">
                  <a:extLst>
                    <a:ext uri="{FF2B5EF4-FFF2-40B4-BE49-F238E27FC236}">
                      <a16:creationId xmlns:a16="http://schemas.microsoft.com/office/drawing/2014/main" id="{ED9E37F1-FE9F-F5F5-FDEE-29A22B6AC7BC}"/>
                    </a:ext>
                  </a:extLst>
                </p:cNvPr>
                <p:cNvPicPr/>
                <p:nvPr/>
              </p:nvPicPr>
              <p:blipFill>
                <a:blip r:embed="rId88"/>
                <a:stretch>
                  <a:fillRect/>
                </a:stretch>
              </p:blipFill>
              <p:spPr>
                <a:xfrm>
                  <a:off x="11204064" y="3201336"/>
                  <a:ext cx="185040" cy="157320"/>
                </a:xfrm>
                <a:prstGeom prst="rect">
                  <a:avLst/>
                </a:prstGeom>
              </p:spPr>
            </p:pic>
          </mc:Fallback>
        </mc:AlternateContent>
      </p:grpSp>
      <p:grpSp>
        <p:nvGrpSpPr>
          <p:cNvPr id="65" name="Group 64">
            <a:extLst>
              <a:ext uri="{FF2B5EF4-FFF2-40B4-BE49-F238E27FC236}">
                <a16:creationId xmlns:a16="http://schemas.microsoft.com/office/drawing/2014/main" id="{8BBF53B0-2D42-C90C-450C-66EEBE7CB6DF}"/>
              </a:ext>
            </a:extLst>
          </p:cNvPr>
          <p:cNvGrpSpPr/>
          <p:nvPr/>
        </p:nvGrpSpPr>
        <p:grpSpPr>
          <a:xfrm>
            <a:off x="10283544" y="3537216"/>
            <a:ext cx="682920" cy="331200"/>
            <a:chOff x="10283544" y="3537216"/>
            <a:chExt cx="682920" cy="331200"/>
          </a:xfrm>
        </p:grpSpPr>
        <mc:AlternateContent xmlns:mc="http://schemas.openxmlformats.org/markup-compatibility/2006" xmlns:p14="http://schemas.microsoft.com/office/powerpoint/2010/main">
          <mc:Choice Requires="p14">
            <p:contentPart p14:bwMode="auto" r:id="rId89">
              <p14:nvContentPartPr>
                <p14:cNvPr id="54" name="Ink 53">
                  <a:extLst>
                    <a:ext uri="{FF2B5EF4-FFF2-40B4-BE49-F238E27FC236}">
                      <a16:creationId xmlns:a16="http://schemas.microsoft.com/office/drawing/2014/main" id="{A9C103A1-39C2-A209-FA4C-2949CD067F91}"/>
                    </a:ext>
                  </a:extLst>
                </p14:cNvPr>
                <p14:cNvContentPartPr/>
                <p14:nvPr/>
              </p14:nvContentPartPr>
              <p14:xfrm>
                <a:off x="10530504" y="3572136"/>
                <a:ext cx="37080" cy="193320"/>
              </p14:xfrm>
            </p:contentPart>
          </mc:Choice>
          <mc:Fallback xmlns="">
            <p:pic>
              <p:nvPicPr>
                <p:cNvPr id="54" name="Ink 53">
                  <a:extLst>
                    <a:ext uri="{FF2B5EF4-FFF2-40B4-BE49-F238E27FC236}">
                      <a16:creationId xmlns:a16="http://schemas.microsoft.com/office/drawing/2014/main" id="{A9C103A1-39C2-A209-FA4C-2949CD067F91}"/>
                    </a:ext>
                  </a:extLst>
                </p:cNvPr>
                <p:cNvPicPr/>
                <p:nvPr/>
              </p:nvPicPr>
              <p:blipFill>
                <a:blip r:embed="rId90"/>
                <a:stretch>
                  <a:fillRect/>
                </a:stretch>
              </p:blipFill>
              <p:spPr>
                <a:xfrm>
                  <a:off x="10512504" y="3554136"/>
                  <a:ext cx="7272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5" name="Ink 54">
                  <a:extLst>
                    <a:ext uri="{FF2B5EF4-FFF2-40B4-BE49-F238E27FC236}">
                      <a16:creationId xmlns:a16="http://schemas.microsoft.com/office/drawing/2014/main" id="{1BA9289E-9B74-0DAB-80B7-9F954F207DEB}"/>
                    </a:ext>
                  </a:extLst>
                </p14:cNvPr>
                <p14:cNvContentPartPr/>
                <p14:nvPr/>
              </p14:nvContentPartPr>
              <p14:xfrm>
                <a:off x="10472904" y="3667536"/>
                <a:ext cx="309240" cy="7200"/>
              </p14:xfrm>
            </p:contentPart>
          </mc:Choice>
          <mc:Fallback xmlns="">
            <p:pic>
              <p:nvPicPr>
                <p:cNvPr id="55" name="Ink 54">
                  <a:extLst>
                    <a:ext uri="{FF2B5EF4-FFF2-40B4-BE49-F238E27FC236}">
                      <a16:creationId xmlns:a16="http://schemas.microsoft.com/office/drawing/2014/main" id="{1BA9289E-9B74-0DAB-80B7-9F954F207DEB}"/>
                    </a:ext>
                  </a:extLst>
                </p:cNvPr>
                <p:cNvPicPr/>
                <p:nvPr/>
              </p:nvPicPr>
              <p:blipFill>
                <a:blip r:embed="rId92"/>
                <a:stretch>
                  <a:fillRect/>
                </a:stretch>
              </p:blipFill>
              <p:spPr>
                <a:xfrm>
                  <a:off x="10454904" y="3649896"/>
                  <a:ext cx="34488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1" name="Ink 60">
                  <a:extLst>
                    <a:ext uri="{FF2B5EF4-FFF2-40B4-BE49-F238E27FC236}">
                      <a16:creationId xmlns:a16="http://schemas.microsoft.com/office/drawing/2014/main" id="{27A09CF6-3DB9-92B5-018C-68E20A0419F2}"/>
                    </a:ext>
                  </a:extLst>
                </p14:cNvPr>
                <p14:cNvContentPartPr/>
                <p14:nvPr/>
              </p14:nvContentPartPr>
              <p14:xfrm>
                <a:off x="10418544" y="3680136"/>
                <a:ext cx="260280" cy="30600"/>
              </p14:xfrm>
            </p:contentPart>
          </mc:Choice>
          <mc:Fallback xmlns="">
            <p:pic>
              <p:nvPicPr>
                <p:cNvPr id="61" name="Ink 60">
                  <a:extLst>
                    <a:ext uri="{FF2B5EF4-FFF2-40B4-BE49-F238E27FC236}">
                      <a16:creationId xmlns:a16="http://schemas.microsoft.com/office/drawing/2014/main" id="{27A09CF6-3DB9-92B5-018C-68E20A0419F2}"/>
                    </a:ext>
                  </a:extLst>
                </p:cNvPr>
                <p:cNvPicPr/>
                <p:nvPr/>
              </p:nvPicPr>
              <p:blipFill>
                <a:blip r:embed="rId94"/>
                <a:stretch>
                  <a:fillRect/>
                </a:stretch>
              </p:blipFill>
              <p:spPr>
                <a:xfrm>
                  <a:off x="10400904" y="3662136"/>
                  <a:ext cx="29592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2" name="Ink 61">
                  <a:extLst>
                    <a:ext uri="{FF2B5EF4-FFF2-40B4-BE49-F238E27FC236}">
                      <a16:creationId xmlns:a16="http://schemas.microsoft.com/office/drawing/2014/main" id="{08EA836D-05E3-7706-D74D-4BDEA73CFCE3}"/>
                    </a:ext>
                  </a:extLst>
                </p14:cNvPr>
                <p14:cNvContentPartPr/>
                <p14:nvPr/>
              </p14:nvContentPartPr>
              <p14:xfrm>
                <a:off x="10545624" y="3587976"/>
                <a:ext cx="18000" cy="225720"/>
              </p14:xfrm>
            </p:contentPart>
          </mc:Choice>
          <mc:Fallback xmlns="">
            <p:pic>
              <p:nvPicPr>
                <p:cNvPr id="62" name="Ink 61">
                  <a:extLst>
                    <a:ext uri="{FF2B5EF4-FFF2-40B4-BE49-F238E27FC236}">
                      <a16:creationId xmlns:a16="http://schemas.microsoft.com/office/drawing/2014/main" id="{08EA836D-05E3-7706-D74D-4BDEA73CFCE3}"/>
                    </a:ext>
                  </a:extLst>
                </p:cNvPr>
                <p:cNvPicPr/>
                <p:nvPr/>
              </p:nvPicPr>
              <p:blipFill>
                <a:blip r:embed="rId96"/>
                <a:stretch>
                  <a:fillRect/>
                </a:stretch>
              </p:blipFill>
              <p:spPr>
                <a:xfrm>
                  <a:off x="10527624" y="3570336"/>
                  <a:ext cx="536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3" name="Ink 62">
                  <a:extLst>
                    <a:ext uri="{FF2B5EF4-FFF2-40B4-BE49-F238E27FC236}">
                      <a16:creationId xmlns:a16="http://schemas.microsoft.com/office/drawing/2014/main" id="{7CA1A700-23B8-E7A4-BB52-FEC08A28A6E7}"/>
                    </a:ext>
                  </a:extLst>
                </p14:cNvPr>
                <p14:cNvContentPartPr/>
                <p14:nvPr/>
              </p14:nvContentPartPr>
              <p14:xfrm>
                <a:off x="10416744" y="3675816"/>
                <a:ext cx="338040" cy="48240"/>
              </p14:xfrm>
            </p:contentPart>
          </mc:Choice>
          <mc:Fallback xmlns="">
            <p:pic>
              <p:nvPicPr>
                <p:cNvPr id="63" name="Ink 62">
                  <a:extLst>
                    <a:ext uri="{FF2B5EF4-FFF2-40B4-BE49-F238E27FC236}">
                      <a16:creationId xmlns:a16="http://schemas.microsoft.com/office/drawing/2014/main" id="{7CA1A700-23B8-E7A4-BB52-FEC08A28A6E7}"/>
                    </a:ext>
                  </a:extLst>
                </p:cNvPr>
                <p:cNvPicPr/>
                <p:nvPr/>
              </p:nvPicPr>
              <p:blipFill>
                <a:blip r:embed="rId98"/>
                <a:stretch>
                  <a:fillRect/>
                </a:stretch>
              </p:blipFill>
              <p:spPr>
                <a:xfrm>
                  <a:off x="10399104" y="3657816"/>
                  <a:ext cx="373680" cy="83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4" name="Ink 63">
                  <a:extLst>
                    <a:ext uri="{FF2B5EF4-FFF2-40B4-BE49-F238E27FC236}">
                      <a16:creationId xmlns:a16="http://schemas.microsoft.com/office/drawing/2014/main" id="{3C6252B5-F3A0-A089-8B5C-36851E5ED2E2}"/>
                    </a:ext>
                  </a:extLst>
                </p14:cNvPr>
                <p14:cNvContentPartPr/>
                <p14:nvPr/>
              </p14:nvContentPartPr>
              <p14:xfrm>
                <a:off x="10283544" y="3537216"/>
                <a:ext cx="682920" cy="331200"/>
              </p14:xfrm>
            </p:contentPart>
          </mc:Choice>
          <mc:Fallback xmlns="">
            <p:pic>
              <p:nvPicPr>
                <p:cNvPr id="64" name="Ink 63">
                  <a:extLst>
                    <a:ext uri="{FF2B5EF4-FFF2-40B4-BE49-F238E27FC236}">
                      <a16:creationId xmlns:a16="http://schemas.microsoft.com/office/drawing/2014/main" id="{3C6252B5-F3A0-A089-8B5C-36851E5ED2E2}"/>
                    </a:ext>
                  </a:extLst>
                </p:cNvPr>
                <p:cNvPicPr/>
                <p:nvPr/>
              </p:nvPicPr>
              <p:blipFill>
                <a:blip r:embed="rId100"/>
                <a:stretch>
                  <a:fillRect/>
                </a:stretch>
              </p:blipFill>
              <p:spPr>
                <a:xfrm>
                  <a:off x="10265904" y="3519216"/>
                  <a:ext cx="718560" cy="366840"/>
                </a:xfrm>
                <a:prstGeom prst="rect">
                  <a:avLst/>
                </a:prstGeom>
              </p:spPr>
            </p:pic>
          </mc:Fallback>
        </mc:AlternateContent>
      </p:grpSp>
    </p:spTree>
    <p:extLst>
      <p:ext uri="{BB962C8B-B14F-4D97-AF65-F5344CB8AC3E}">
        <p14:creationId xmlns:p14="http://schemas.microsoft.com/office/powerpoint/2010/main" val="4169508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79EE5-7F35-9500-EC39-0DC5A96766B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DB3D712-D82F-2877-B5EB-AA1749F27332}"/>
              </a:ext>
            </a:extLst>
          </p:cNvPr>
          <p:cNvPicPr>
            <a:picLocks noChangeAspect="1"/>
          </p:cNvPicPr>
          <p:nvPr/>
        </p:nvPicPr>
        <p:blipFill>
          <a:blip r:embed="rId2"/>
          <a:stretch>
            <a:fillRect/>
          </a:stretch>
        </p:blipFill>
        <p:spPr>
          <a:xfrm>
            <a:off x="364639" y="295491"/>
            <a:ext cx="7878274" cy="5096586"/>
          </a:xfrm>
          <a:prstGeom prst="rect">
            <a:avLst/>
          </a:prstGeom>
        </p:spPr>
      </p:pic>
      <p:grpSp>
        <p:nvGrpSpPr>
          <p:cNvPr id="6" name="Group 5">
            <a:extLst>
              <a:ext uri="{FF2B5EF4-FFF2-40B4-BE49-F238E27FC236}">
                <a16:creationId xmlns:a16="http://schemas.microsoft.com/office/drawing/2014/main" id="{2A11746C-6029-B097-E2D7-A43C1B7BDDF1}"/>
              </a:ext>
            </a:extLst>
          </p:cNvPr>
          <p:cNvGrpSpPr/>
          <p:nvPr/>
        </p:nvGrpSpPr>
        <p:grpSpPr>
          <a:xfrm>
            <a:off x="6202584" y="668376"/>
            <a:ext cx="676800" cy="117720"/>
            <a:chOff x="6202584" y="668376"/>
            <a:chExt cx="676800" cy="11772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FAEE0F37-02A1-D76E-42D1-FBF3E6FC9661}"/>
                    </a:ext>
                  </a:extLst>
                </p14:cNvPr>
                <p14:cNvContentPartPr/>
                <p14:nvPr/>
              </p14:nvContentPartPr>
              <p14:xfrm>
                <a:off x="6202584" y="728136"/>
                <a:ext cx="481320" cy="57960"/>
              </p14:xfrm>
            </p:contentPart>
          </mc:Choice>
          <mc:Fallback xmlns="">
            <p:pic>
              <p:nvPicPr>
                <p:cNvPr id="4" name="Ink 3">
                  <a:extLst>
                    <a:ext uri="{FF2B5EF4-FFF2-40B4-BE49-F238E27FC236}">
                      <a16:creationId xmlns:a16="http://schemas.microsoft.com/office/drawing/2014/main" id="{FAEE0F37-02A1-D76E-42D1-FBF3E6FC9661}"/>
                    </a:ext>
                  </a:extLst>
                </p:cNvPr>
                <p:cNvPicPr/>
                <p:nvPr/>
              </p:nvPicPr>
              <p:blipFill>
                <a:blip r:embed="rId4"/>
                <a:stretch>
                  <a:fillRect/>
                </a:stretch>
              </p:blipFill>
              <p:spPr>
                <a:xfrm>
                  <a:off x="6184944" y="710136"/>
                  <a:ext cx="5169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D8F969C-99B5-E66D-53EF-BCC3C08FF028}"/>
                    </a:ext>
                  </a:extLst>
                </p14:cNvPr>
                <p14:cNvContentPartPr/>
                <p14:nvPr/>
              </p14:nvContentPartPr>
              <p14:xfrm>
                <a:off x="6659784" y="668376"/>
                <a:ext cx="219600" cy="106200"/>
              </p14:xfrm>
            </p:contentPart>
          </mc:Choice>
          <mc:Fallback xmlns="">
            <p:pic>
              <p:nvPicPr>
                <p:cNvPr id="5" name="Ink 4">
                  <a:extLst>
                    <a:ext uri="{FF2B5EF4-FFF2-40B4-BE49-F238E27FC236}">
                      <a16:creationId xmlns:a16="http://schemas.microsoft.com/office/drawing/2014/main" id="{FD8F969C-99B5-E66D-53EF-BCC3C08FF028}"/>
                    </a:ext>
                  </a:extLst>
                </p:cNvPr>
                <p:cNvPicPr/>
                <p:nvPr/>
              </p:nvPicPr>
              <p:blipFill>
                <a:blip r:embed="rId6"/>
                <a:stretch>
                  <a:fillRect/>
                </a:stretch>
              </p:blipFill>
              <p:spPr>
                <a:xfrm>
                  <a:off x="6641784" y="650376"/>
                  <a:ext cx="255240" cy="141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ED3982A7-C11F-10E0-3501-233AC72433A4}"/>
                  </a:ext>
                </a:extLst>
              </p14:cNvPr>
              <p14:cNvContentPartPr/>
              <p14:nvPr/>
            </p14:nvContentPartPr>
            <p14:xfrm>
              <a:off x="515664" y="824256"/>
              <a:ext cx="1801080" cy="33840"/>
            </p14:xfrm>
          </p:contentPart>
        </mc:Choice>
        <mc:Fallback xmlns="">
          <p:pic>
            <p:nvPicPr>
              <p:cNvPr id="7" name="Ink 6">
                <a:extLst>
                  <a:ext uri="{FF2B5EF4-FFF2-40B4-BE49-F238E27FC236}">
                    <a16:creationId xmlns:a16="http://schemas.microsoft.com/office/drawing/2014/main" id="{ED3982A7-C11F-10E0-3501-233AC72433A4}"/>
                  </a:ext>
                </a:extLst>
              </p:cNvPr>
              <p:cNvPicPr/>
              <p:nvPr/>
            </p:nvPicPr>
            <p:blipFill>
              <a:blip r:embed="rId8"/>
              <a:stretch>
                <a:fillRect/>
              </a:stretch>
            </p:blipFill>
            <p:spPr>
              <a:xfrm>
                <a:off x="498024" y="806256"/>
                <a:ext cx="183672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8A8FA556-F08B-BCD4-2DBD-99B3738D0085}"/>
                  </a:ext>
                </a:extLst>
              </p14:cNvPr>
              <p14:cNvContentPartPr/>
              <p14:nvPr/>
            </p14:nvContentPartPr>
            <p14:xfrm>
              <a:off x="1992744" y="1145736"/>
              <a:ext cx="1211760" cy="26280"/>
            </p14:xfrm>
          </p:contentPart>
        </mc:Choice>
        <mc:Fallback xmlns="">
          <p:pic>
            <p:nvPicPr>
              <p:cNvPr id="8" name="Ink 7">
                <a:extLst>
                  <a:ext uri="{FF2B5EF4-FFF2-40B4-BE49-F238E27FC236}">
                    <a16:creationId xmlns:a16="http://schemas.microsoft.com/office/drawing/2014/main" id="{8A8FA556-F08B-BCD4-2DBD-99B3738D0085}"/>
                  </a:ext>
                </a:extLst>
              </p:cNvPr>
              <p:cNvPicPr/>
              <p:nvPr/>
            </p:nvPicPr>
            <p:blipFill>
              <a:blip r:embed="rId10"/>
              <a:stretch>
                <a:fillRect/>
              </a:stretch>
            </p:blipFill>
            <p:spPr>
              <a:xfrm>
                <a:off x="1974744" y="1127736"/>
                <a:ext cx="124740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A00D35FD-C927-CB4F-1B03-4030A8098A42}"/>
                  </a:ext>
                </a:extLst>
              </p14:cNvPr>
              <p14:cNvContentPartPr/>
              <p14:nvPr/>
            </p14:nvContentPartPr>
            <p14:xfrm>
              <a:off x="7175304" y="648576"/>
              <a:ext cx="324360" cy="178560"/>
            </p14:xfrm>
          </p:contentPart>
        </mc:Choice>
        <mc:Fallback xmlns="">
          <p:pic>
            <p:nvPicPr>
              <p:cNvPr id="9" name="Ink 8">
                <a:extLst>
                  <a:ext uri="{FF2B5EF4-FFF2-40B4-BE49-F238E27FC236}">
                    <a16:creationId xmlns:a16="http://schemas.microsoft.com/office/drawing/2014/main" id="{A00D35FD-C927-CB4F-1B03-4030A8098A42}"/>
                  </a:ext>
                </a:extLst>
              </p:cNvPr>
              <p:cNvPicPr/>
              <p:nvPr/>
            </p:nvPicPr>
            <p:blipFill>
              <a:blip r:embed="rId12"/>
              <a:stretch>
                <a:fillRect/>
              </a:stretch>
            </p:blipFill>
            <p:spPr>
              <a:xfrm>
                <a:off x="7157664" y="630576"/>
                <a:ext cx="360000" cy="214200"/>
              </a:xfrm>
              <a:prstGeom prst="rect">
                <a:avLst/>
              </a:prstGeom>
            </p:spPr>
          </p:pic>
        </mc:Fallback>
      </mc:AlternateContent>
      <p:grpSp>
        <p:nvGrpSpPr>
          <p:cNvPr id="18" name="Group 17">
            <a:extLst>
              <a:ext uri="{FF2B5EF4-FFF2-40B4-BE49-F238E27FC236}">
                <a16:creationId xmlns:a16="http://schemas.microsoft.com/office/drawing/2014/main" id="{3979BCA7-3075-0A25-FF89-1EB3270B65B4}"/>
              </a:ext>
            </a:extLst>
          </p:cNvPr>
          <p:cNvGrpSpPr/>
          <p:nvPr/>
        </p:nvGrpSpPr>
        <p:grpSpPr>
          <a:xfrm>
            <a:off x="7824024" y="612576"/>
            <a:ext cx="1698840" cy="389880"/>
            <a:chOff x="7824024" y="612576"/>
            <a:chExt cx="1698840" cy="389880"/>
          </a:xfrm>
        </p:grpSpPr>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B0D26FC2-6024-ECB0-80C1-50836A0522FF}"/>
                    </a:ext>
                  </a:extLst>
                </p14:cNvPr>
                <p14:cNvContentPartPr/>
                <p14:nvPr/>
              </p14:nvContentPartPr>
              <p14:xfrm>
                <a:off x="7824024" y="722736"/>
                <a:ext cx="231480" cy="89280"/>
              </p14:xfrm>
            </p:contentPart>
          </mc:Choice>
          <mc:Fallback xmlns="">
            <p:pic>
              <p:nvPicPr>
                <p:cNvPr id="10" name="Ink 9">
                  <a:extLst>
                    <a:ext uri="{FF2B5EF4-FFF2-40B4-BE49-F238E27FC236}">
                      <a16:creationId xmlns:a16="http://schemas.microsoft.com/office/drawing/2014/main" id="{B0D26FC2-6024-ECB0-80C1-50836A0522FF}"/>
                    </a:ext>
                  </a:extLst>
                </p:cNvPr>
                <p:cNvPicPr/>
                <p:nvPr/>
              </p:nvPicPr>
              <p:blipFill>
                <a:blip r:embed="rId14"/>
                <a:stretch>
                  <a:fillRect/>
                </a:stretch>
              </p:blipFill>
              <p:spPr>
                <a:xfrm>
                  <a:off x="7806024" y="704736"/>
                  <a:ext cx="26712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45CD285B-52D3-7EB2-C665-7E7730638192}"/>
                    </a:ext>
                  </a:extLst>
                </p14:cNvPr>
                <p14:cNvContentPartPr/>
                <p14:nvPr/>
              </p14:nvContentPartPr>
              <p14:xfrm>
                <a:off x="8110584" y="718416"/>
                <a:ext cx="191880" cy="131400"/>
              </p14:xfrm>
            </p:contentPart>
          </mc:Choice>
          <mc:Fallback xmlns="">
            <p:pic>
              <p:nvPicPr>
                <p:cNvPr id="11" name="Ink 10">
                  <a:extLst>
                    <a:ext uri="{FF2B5EF4-FFF2-40B4-BE49-F238E27FC236}">
                      <a16:creationId xmlns:a16="http://schemas.microsoft.com/office/drawing/2014/main" id="{45CD285B-52D3-7EB2-C665-7E7730638192}"/>
                    </a:ext>
                  </a:extLst>
                </p:cNvPr>
                <p:cNvPicPr/>
                <p:nvPr/>
              </p:nvPicPr>
              <p:blipFill>
                <a:blip r:embed="rId16"/>
                <a:stretch>
                  <a:fillRect/>
                </a:stretch>
              </p:blipFill>
              <p:spPr>
                <a:xfrm>
                  <a:off x="8092944" y="700416"/>
                  <a:ext cx="227520" cy="167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5298E99F-DDD8-14A4-4AB0-F9C30ECC69AF}"/>
                    </a:ext>
                  </a:extLst>
                </p14:cNvPr>
                <p14:cNvContentPartPr/>
                <p14:nvPr/>
              </p14:nvContentPartPr>
              <p14:xfrm>
                <a:off x="8373024" y="736416"/>
                <a:ext cx="246960" cy="266040"/>
              </p14:xfrm>
            </p:contentPart>
          </mc:Choice>
          <mc:Fallback xmlns="">
            <p:pic>
              <p:nvPicPr>
                <p:cNvPr id="12" name="Ink 11">
                  <a:extLst>
                    <a:ext uri="{FF2B5EF4-FFF2-40B4-BE49-F238E27FC236}">
                      <a16:creationId xmlns:a16="http://schemas.microsoft.com/office/drawing/2014/main" id="{5298E99F-DDD8-14A4-4AB0-F9C30ECC69AF}"/>
                    </a:ext>
                  </a:extLst>
                </p:cNvPr>
                <p:cNvPicPr/>
                <p:nvPr/>
              </p:nvPicPr>
              <p:blipFill>
                <a:blip r:embed="rId18"/>
                <a:stretch>
                  <a:fillRect/>
                </a:stretch>
              </p:blipFill>
              <p:spPr>
                <a:xfrm>
                  <a:off x="8355384" y="718416"/>
                  <a:ext cx="282600" cy="301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7C77DC70-1F1F-882D-9521-5C4104E558BA}"/>
                    </a:ext>
                  </a:extLst>
                </p14:cNvPr>
                <p14:cNvContentPartPr/>
                <p14:nvPr/>
              </p14:nvContentPartPr>
              <p14:xfrm>
                <a:off x="8704584" y="765576"/>
                <a:ext cx="186120" cy="107280"/>
              </p14:xfrm>
            </p:contentPart>
          </mc:Choice>
          <mc:Fallback xmlns="">
            <p:pic>
              <p:nvPicPr>
                <p:cNvPr id="13" name="Ink 12">
                  <a:extLst>
                    <a:ext uri="{FF2B5EF4-FFF2-40B4-BE49-F238E27FC236}">
                      <a16:creationId xmlns:a16="http://schemas.microsoft.com/office/drawing/2014/main" id="{7C77DC70-1F1F-882D-9521-5C4104E558BA}"/>
                    </a:ext>
                  </a:extLst>
                </p:cNvPr>
                <p:cNvPicPr/>
                <p:nvPr/>
              </p:nvPicPr>
              <p:blipFill>
                <a:blip r:embed="rId20"/>
                <a:stretch>
                  <a:fillRect/>
                </a:stretch>
              </p:blipFill>
              <p:spPr>
                <a:xfrm>
                  <a:off x="8686584" y="747576"/>
                  <a:ext cx="22176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7B54B966-CDB2-7756-CB9A-FB5418892F92}"/>
                    </a:ext>
                  </a:extLst>
                </p14:cNvPr>
                <p14:cNvContentPartPr/>
                <p14:nvPr/>
              </p14:nvContentPartPr>
              <p14:xfrm>
                <a:off x="8980704" y="798336"/>
                <a:ext cx="113400" cy="99360"/>
              </p14:xfrm>
            </p:contentPart>
          </mc:Choice>
          <mc:Fallback xmlns="">
            <p:pic>
              <p:nvPicPr>
                <p:cNvPr id="14" name="Ink 13">
                  <a:extLst>
                    <a:ext uri="{FF2B5EF4-FFF2-40B4-BE49-F238E27FC236}">
                      <a16:creationId xmlns:a16="http://schemas.microsoft.com/office/drawing/2014/main" id="{7B54B966-CDB2-7756-CB9A-FB5418892F92}"/>
                    </a:ext>
                  </a:extLst>
                </p:cNvPr>
                <p:cNvPicPr/>
                <p:nvPr/>
              </p:nvPicPr>
              <p:blipFill>
                <a:blip r:embed="rId22"/>
                <a:stretch>
                  <a:fillRect/>
                </a:stretch>
              </p:blipFill>
              <p:spPr>
                <a:xfrm>
                  <a:off x="8962704" y="780696"/>
                  <a:ext cx="1490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A8AAD742-22C0-0395-0482-5EE3895C2082}"/>
                    </a:ext>
                  </a:extLst>
                </p14:cNvPr>
                <p14:cNvContentPartPr/>
                <p14:nvPr/>
              </p14:nvContentPartPr>
              <p14:xfrm>
                <a:off x="9151344" y="612576"/>
                <a:ext cx="74160" cy="301320"/>
              </p14:xfrm>
            </p:contentPart>
          </mc:Choice>
          <mc:Fallback xmlns="">
            <p:pic>
              <p:nvPicPr>
                <p:cNvPr id="15" name="Ink 14">
                  <a:extLst>
                    <a:ext uri="{FF2B5EF4-FFF2-40B4-BE49-F238E27FC236}">
                      <a16:creationId xmlns:a16="http://schemas.microsoft.com/office/drawing/2014/main" id="{A8AAD742-22C0-0395-0482-5EE3895C2082}"/>
                    </a:ext>
                  </a:extLst>
                </p:cNvPr>
                <p:cNvPicPr/>
                <p:nvPr/>
              </p:nvPicPr>
              <p:blipFill>
                <a:blip r:embed="rId24"/>
                <a:stretch>
                  <a:fillRect/>
                </a:stretch>
              </p:blipFill>
              <p:spPr>
                <a:xfrm>
                  <a:off x="9133704" y="594936"/>
                  <a:ext cx="109800" cy="336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E7FECB07-4BB9-284A-AA5D-17C0FA13AD5B}"/>
                    </a:ext>
                  </a:extLst>
                </p14:cNvPr>
                <p14:cNvContentPartPr/>
                <p14:nvPr/>
              </p14:nvContentPartPr>
              <p14:xfrm>
                <a:off x="9127224" y="792936"/>
                <a:ext cx="113040" cy="10080"/>
              </p14:xfrm>
            </p:contentPart>
          </mc:Choice>
          <mc:Fallback xmlns="">
            <p:pic>
              <p:nvPicPr>
                <p:cNvPr id="16" name="Ink 15">
                  <a:extLst>
                    <a:ext uri="{FF2B5EF4-FFF2-40B4-BE49-F238E27FC236}">
                      <a16:creationId xmlns:a16="http://schemas.microsoft.com/office/drawing/2014/main" id="{E7FECB07-4BB9-284A-AA5D-17C0FA13AD5B}"/>
                    </a:ext>
                  </a:extLst>
                </p:cNvPr>
                <p:cNvPicPr/>
                <p:nvPr/>
              </p:nvPicPr>
              <p:blipFill>
                <a:blip r:embed="rId26"/>
                <a:stretch>
                  <a:fillRect/>
                </a:stretch>
              </p:blipFill>
              <p:spPr>
                <a:xfrm>
                  <a:off x="9109584" y="775296"/>
                  <a:ext cx="1486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Ink 16">
                  <a:extLst>
                    <a:ext uri="{FF2B5EF4-FFF2-40B4-BE49-F238E27FC236}">
                      <a16:creationId xmlns:a16="http://schemas.microsoft.com/office/drawing/2014/main" id="{8DD8B8FE-88E5-B185-8E89-69079652D020}"/>
                    </a:ext>
                  </a:extLst>
                </p14:cNvPr>
                <p14:cNvContentPartPr/>
                <p14:nvPr/>
              </p14:nvContentPartPr>
              <p14:xfrm>
                <a:off x="9323784" y="778896"/>
                <a:ext cx="199080" cy="122760"/>
              </p14:xfrm>
            </p:contentPart>
          </mc:Choice>
          <mc:Fallback xmlns="">
            <p:pic>
              <p:nvPicPr>
                <p:cNvPr id="17" name="Ink 16">
                  <a:extLst>
                    <a:ext uri="{FF2B5EF4-FFF2-40B4-BE49-F238E27FC236}">
                      <a16:creationId xmlns:a16="http://schemas.microsoft.com/office/drawing/2014/main" id="{8DD8B8FE-88E5-B185-8E89-69079652D020}"/>
                    </a:ext>
                  </a:extLst>
                </p:cNvPr>
                <p:cNvPicPr/>
                <p:nvPr/>
              </p:nvPicPr>
              <p:blipFill>
                <a:blip r:embed="rId28"/>
                <a:stretch>
                  <a:fillRect/>
                </a:stretch>
              </p:blipFill>
              <p:spPr>
                <a:xfrm>
                  <a:off x="9306144" y="761256"/>
                  <a:ext cx="234720" cy="158400"/>
                </a:xfrm>
                <a:prstGeom prst="rect">
                  <a:avLst/>
                </a:prstGeom>
              </p:spPr>
            </p:pic>
          </mc:Fallback>
        </mc:AlternateContent>
      </p:grpSp>
      <p:grpSp>
        <p:nvGrpSpPr>
          <p:cNvPr id="23" name="Group 22">
            <a:extLst>
              <a:ext uri="{FF2B5EF4-FFF2-40B4-BE49-F238E27FC236}">
                <a16:creationId xmlns:a16="http://schemas.microsoft.com/office/drawing/2014/main" id="{7A3BB0AF-44A6-F779-5B3C-95A55F00614B}"/>
              </a:ext>
            </a:extLst>
          </p:cNvPr>
          <p:cNvGrpSpPr/>
          <p:nvPr/>
        </p:nvGrpSpPr>
        <p:grpSpPr>
          <a:xfrm>
            <a:off x="7745184" y="1070496"/>
            <a:ext cx="1177200" cy="305640"/>
            <a:chOff x="7745184" y="1070496"/>
            <a:chExt cx="1177200" cy="305640"/>
          </a:xfrm>
        </p:grpSpPr>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750FA333-E77F-F38E-23C1-B69DAC3C08E1}"/>
                    </a:ext>
                  </a:extLst>
                </p14:cNvPr>
                <p14:cNvContentPartPr/>
                <p14:nvPr/>
              </p14:nvContentPartPr>
              <p14:xfrm>
                <a:off x="7745184" y="1070496"/>
                <a:ext cx="259200" cy="282240"/>
              </p14:xfrm>
            </p:contentPart>
          </mc:Choice>
          <mc:Fallback xmlns="">
            <p:pic>
              <p:nvPicPr>
                <p:cNvPr id="19" name="Ink 18">
                  <a:extLst>
                    <a:ext uri="{FF2B5EF4-FFF2-40B4-BE49-F238E27FC236}">
                      <a16:creationId xmlns:a16="http://schemas.microsoft.com/office/drawing/2014/main" id="{750FA333-E77F-F38E-23C1-B69DAC3C08E1}"/>
                    </a:ext>
                  </a:extLst>
                </p:cNvPr>
                <p:cNvPicPr/>
                <p:nvPr/>
              </p:nvPicPr>
              <p:blipFill>
                <a:blip r:embed="rId30"/>
                <a:stretch>
                  <a:fillRect/>
                </a:stretch>
              </p:blipFill>
              <p:spPr>
                <a:xfrm>
                  <a:off x="7727184" y="1052496"/>
                  <a:ext cx="29484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68B85D5A-ACCC-D518-BCC7-92D076CC51AB}"/>
                    </a:ext>
                  </a:extLst>
                </p14:cNvPr>
                <p14:cNvContentPartPr/>
                <p14:nvPr/>
              </p14:nvContentPartPr>
              <p14:xfrm>
                <a:off x="8117424" y="1247976"/>
                <a:ext cx="264960" cy="127800"/>
              </p14:xfrm>
            </p:contentPart>
          </mc:Choice>
          <mc:Fallback xmlns="">
            <p:pic>
              <p:nvPicPr>
                <p:cNvPr id="20" name="Ink 19">
                  <a:extLst>
                    <a:ext uri="{FF2B5EF4-FFF2-40B4-BE49-F238E27FC236}">
                      <a16:creationId xmlns:a16="http://schemas.microsoft.com/office/drawing/2014/main" id="{68B85D5A-ACCC-D518-BCC7-92D076CC51AB}"/>
                    </a:ext>
                  </a:extLst>
                </p:cNvPr>
                <p:cNvPicPr/>
                <p:nvPr/>
              </p:nvPicPr>
              <p:blipFill>
                <a:blip r:embed="rId32"/>
                <a:stretch>
                  <a:fillRect/>
                </a:stretch>
              </p:blipFill>
              <p:spPr>
                <a:xfrm>
                  <a:off x="8099424" y="1230336"/>
                  <a:ext cx="300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7BAA5122-641F-2903-4A9F-D299858DE78E}"/>
                    </a:ext>
                  </a:extLst>
                </p14:cNvPr>
                <p14:cNvContentPartPr/>
                <p14:nvPr/>
              </p14:nvContentPartPr>
              <p14:xfrm>
                <a:off x="8392824" y="1238256"/>
                <a:ext cx="182160" cy="117360"/>
              </p14:xfrm>
            </p:contentPart>
          </mc:Choice>
          <mc:Fallback xmlns="">
            <p:pic>
              <p:nvPicPr>
                <p:cNvPr id="21" name="Ink 20">
                  <a:extLst>
                    <a:ext uri="{FF2B5EF4-FFF2-40B4-BE49-F238E27FC236}">
                      <a16:creationId xmlns:a16="http://schemas.microsoft.com/office/drawing/2014/main" id="{7BAA5122-641F-2903-4A9F-D299858DE78E}"/>
                    </a:ext>
                  </a:extLst>
                </p:cNvPr>
                <p:cNvPicPr/>
                <p:nvPr/>
              </p:nvPicPr>
              <p:blipFill>
                <a:blip r:embed="rId34"/>
                <a:stretch>
                  <a:fillRect/>
                </a:stretch>
              </p:blipFill>
              <p:spPr>
                <a:xfrm>
                  <a:off x="8374824" y="1220616"/>
                  <a:ext cx="2178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107CAB86-67A9-C5A7-924F-282F02B53720}"/>
                    </a:ext>
                  </a:extLst>
                </p14:cNvPr>
                <p14:cNvContentPartPr/>
                <p14:nvPr/>
              </p14:nvContentPartPr>
              <p14:xfrm>
                <a:off x="8612064" y="1291896"/>
                <a:ext cx="310320" cy="84240"/>
              </p14:xfrm>
            </p:contentPart>
          </mc:Choice>
          <mc:Fallback xmlns="">
            <p:pic>
              <p:nvPicPr>
                <p:cNvPr id="22" name="Ink 21">
                  <a:extLst>
                    <a:ext uri="{FF2B5EF4-FFF2-40B4-BE49-F238E27FC236}">
                      <a16:creationId xmlns:a16="http://schemas.microsoft.com/office/drawing/2014/main" id="{107CAB86-67A9-C5A7-924F-282F02B53720}"/>
                    </a:ext>
                  </a:extLst>
                </p:cNvPr>
                <p:cNvPicPr/>
                <p:nvPr/>
              </p:nvPicPr>
              <p:blipFill>
                <a:blip r:embed="rId36"/>
                <a:stretch>
                  <a:fillRect/>
                </a:stretch>
              </p:blipFill>
              <p:spPr>
                <a:xfrm>
                  <a:off x="8594064" y="1273896"/>
                  <a:ext cx="345960" cy="119880"/>
                </a:xfrm>
                <a:prstGeom prst="rect">
                  <a:avLst/>
                </a:prstGeom>
              </p:spPr>
            </p:pic>
          </mc:Fallback>
        </mc:AlternateContent>
      </p:grpSp>
      <p:grpSp>
        <p:nvGrpSpPr>
          <p:cNvPr id="35" name="Group 34">
            <a:extLst>
              <a:ext uri="{FF2B5EF4-FFF2-40B4-BE49-F238E27FC236}">
                <a16:creationId xmlns:a16="http://schemas.microsoft.com/office/drawing/2014/main" id="{A3695009-2C51-6D2C-6994-08A349F2844A}"/>
              </a:ext>
            </a:extLst>
          </p:cNvPr>
          <p:cNvGrpSpPr/>
          <p:nvPr/>
        </p:nvGrpSpPr>
        <p:grpSpPr>
          <a:xfrm>
            <a:off x="6582384" y="5547456"/>
            <a:ext cx="2004840" cy="518400"/>
            <a:chOff x="6582384" y="5547456"/>
            <a:chExt cx="2004840" cy="518400"/>
          </a:xfrm>
        </p:grpSpPr>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E4A5C37A-09BB-70F4-DA33-A967B8BCD8F4}"/>
                    </a:ext>
                  </a:extLst>
                </p14:cNvPr>
                <p14:cNvContentPartPr/>
                <p14:nvPr/>
              </p14:nvContentPartPr>
              <p14:xfrm>
                <a:off x="6837624" y="5697936"/>
                <a:ext cx="262800" cy="160920"/>
              </p14:xfrm>
            </p:contentPart>
          </mc:Choice>
          <mc:Fallback xmlns="">
            <p:pic>
              <p:nvPicPr>
                <p:cNvPr id="24" name="Ink 23">
                  <a:extLst>
                    <a:ext uri="{FF2B5EF4-FFF2-40B4-BE49-F238E27FC236}">
                      <a16:creationId xmlns:a16="http://schemas.microsoft.com/office/drawing/2014/main" id="{E4A5C37A-09BB-70F4-DA33-A967B8BCD8F4}"/>
                    </a:ext>
                  </a:extLst>
                </p:cNvPr>
                <p:cNvPicPr/>
                <p:nvPr/>
              </p:nvPicPr>
              <p:blipFill>
                <a:blip r:embed="rId38"/>
                <a:stretch>
                  <a:fillRect/>
                </a:stretch>
              </p:blipFill>
              <p:spPr>
                <a:xfrm>
                  <a:off x="6819624" y="5680296"/>
                  <a:ext cx="2984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65460033-A086-4651-B4C2-53B7A432A876}"/>
                    </a:ext>
                  </a:extLst>
                </p14:cNvPr>
                <p14:cNvContentPartPr/>
                <p14:nvPr/>
              </p14:nvContentPartPr>
              <p14:xfrm>
                <a:off x="7165944" y="5729976"/>
                <a:ext cx="128520" cy="102600"/>
              </p14:xfrm>
            </p:contentPart>
          </mc:Choice>
          <mc:Fallback xmlns="">
            <p:pic>
              <p:nvPicPr>
                <p:cNvPr id="25" name="Ink 24">
                  <a:extLst>
                    <a:ext uri="{FF2B5EF4-FFF2-40B4-BE49-F238E27FC236}">
                      <a16:creationId xmlns:a16="http://schemas.microsoft.com/office/drawing/2014/main" id="{65460033-A086-4651-B4C2-53B7A432A876}"/>
                    </a:ext>
                  </a:extLst>
                </p:cNvPr>
                <p:cNvPicPr/>
                <p:nvPr/>
              </p:nvPicPr>
              <p:blipFill>
                <a:blip r:embed="rId40"/>
                <a:stretch>
                  <a:fillRect/>
                </a:stretch>
              </p:blipFill>
              <p:spPr>
                <a:xfrm>
                  <a:off x="7148304" y="5711976"/>
                  <a:ext cx="16416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091861E9-19CB-ACA9-C5B8-D4FE70EA234E}"/>
                    </a:ext>
                  </a:extLst>
                </p14:cNvPr>
                <p14:cNvContentPartPr/>
                <p14:nvPr/>
              </p14:nvContentPartPr>
              <p14:xfrm>
                <a:off x="7351344" y="5687856"/>
                <a:ext cx="187920" cy="133200"/>
              </p14:xfrm>
            </p:contentPart>
          </mc:Choice>
          <mc:Fallback xmlns="">
            <p:pic>
              <p:nvPicPr>
                <p:cNvPr id="27" name="Ink 26">
                  <a:extLst>
                    <a:ext uri="{FF2B5EF4-FFF2-40B4-BE49-F238E27FC236}">
                      <a16:creationId xmlns:a16="http://schemas.microsoft.com/office/drawing/2014/main" id="{091861E9-19CB-ACA9-C5B8-D4FE70EA234E}"/>
                    </a:ext>
                  </a:extLst>
                </p:cNvPr>
                <p:cNvPicPr/>
                <p:nvPr/>
              </p:nvPicPr>
              <p:blipFill>
                <a:blip r:embed="rId42"/>
                <a:stretch>
                  <a:fillRect/>
                </a:stretch>
              </p:blipFill>
              <p:spPr>
                <a:xfrm>
                  <a:off x="7333344" y="5669856"/>
                  <a:ext cx="22356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8" name="Ink 27">
                  <a:extLst>
                    <a:ext uri="{FF2B5EF4-FFF2-40B4-BE49-F238E27FC236}">
                      <a16:creationId xmlns:a16="http://schemas.microsoft.com/office/drawing/2014/main" id="{F1F2EBAC-24C0-4A94-B00F-8A03CA80F9FA}"/>
                    </a:ext>
                  </a:extLst>
                </p14:cNvPr>
                <p14:cNvContentPartPr/>
                <p14:nvPr/>
              </p14:nvContentPartPr>
              <p14:xfrm>
                <a:off x="7593984" y="5547456"/>
                <a:ext cx="220320" cy="266400"/>
              </p14:xfrm>
            </p:contentPart>
          </mc:Choice>
          <mc:Fallback xmlns="">
            <p:pic>
              <p:nvPicPr>
                <p:cNvPr id="28" name="Ink 27">
                  <a:extLst>
                    <a:ext uri="{FF2B5EF4-FFF2-40B4-BE49-F238E27FC236}">
                      <a16:creationId xmlns:a16="http://schemas.microsoft.com/office/drawing/2014/main" id="{F1F2EBAC-24C0-4A94-B00F-8A03CA80F9FA}"/>
                    </a:ext>
                  </a:extLst>
                </p:cNvPr>
                <p:cNvPicPr/>
                <p:nvPr/>
              </p:nvPicPr>
              <p:blipFill>
                <a:blip r:embed="rId44"/>
                <a:stretch>
                  <a:fillRect/>
                </a:stretch>
              </p:blipFill>
              <p:spPr>
                <a:xfrm>
                  <a:off x="7576344" y="5529816"/>
                  <a:ext cx="25596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9" name="Ink 28">
                  <a:extLst>
                    <a:ext uri="{FF2B5EF4-FFF2-40B4-BE49-F238E27FC236}">
                      <a16:creationId xmlns:a16="http://schemas.microsoft.com/office/drawing/2014/main" id="{1152DDEB-727E-33BB-8B0C-D1346587F2FB}"/>
                    </a:ext>
                  </a:extLst>
                </p14:cNvPr>
                <p14:cNvContentPartPr/>
                <p14:nvPr/>
              </p14:nvContentPartPr>
              <p14:xfrm>
                <a:off x="7660584" y="5698656"/>
                <a:ext cx="129240" cy="40680"/>
              </p14:xfrm>
            </p:contentPart>
          </mc:Choice>
          <mc:Fallback xmlns="">
            <p:pic>
              <p:nvPicPr>
                <p:cNvPr id="29" name="Ink 28">
                  <a:extLst>
                    <a:ext uri="{FF2B5EF4-FFF2-40B4-BE49-F238E27FC236}">
                      <a16:creationId xmlns:a16="http://schemas.microsoft.com/office/drawing/2014/main" id="{1152DDEB-727E-33BB-8B0C-D1346587F2FB}"/>
                    </a:ext>
                  </a:extLst>
                </p:cNvPr>
                <p:cNvPicPr/>
                <p:nvPr/>
              </p:nvPicPr>
              <p:blipFill>
                <a:blip r:embed="rId46"/>
                <a:stretch>
                  <a:fillRect/>
                </a:stretch>
              </p:blipFill>
              <p:spPr>
                <a:xfrm>
                  <a:off x="7642584" y="5681016"/>
                  <a:ext cx="164880" cy="763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0" name="Ink 29">
                  <a:extLst>
                    <a:ext uri="{FF2B5EF4-FFF2-40B4-BE49-F238E27FC236}">
                      <a16:creationId xmlns:a16="http://schemas.microsoft.com/office/drawing/2014/main" id="{A53D1B05-AF8D-6F09-7B19-0AD63D2253B1}"/>
                    </a:ext>
                  </a:extLst>
                </p14:cNvPr>
                <p14:cNvContentPartPr/>
                <p14:nvPr/>
              </p14:nvContentPartPr>
              <p14:xfrm>
                <a:off x="7946064" y="5823936"/>
                <a:ext cx="5760" cy="21960"/>
              </p14:xfrm>
            </p:contentPart>
          </mc:Choice>
          <mc:Fallback xmlns="">
            <p:pic>
              <p:nvPicPr>
                <p:cNvPr id="30" name="Ink 29">
                  <a:extLst>
                    <a:ext uri="{FF2B5EF4-FFF2-40B4-BE49-F238E27FC236}">
                      <a16:creationId xmlns:a16="http://schemas.microsoft.com/office/drawing/2014/main" id="{A53D1B05-AF8D-6F09-7B19-0AD63D2253B1}"/>
                    </a:ext>
                  </a:extLst>
                </p:cNvPr>
                <p:cNvPicPr/>
                <p:nvPr/>
              </p:nvPicPr>
              <p:blipFill>
                <a:blip r:embed="rId48"/>
                <a:stretch>
                  <a:fillRect/>
                </a:stretch>
              </p:blipFill>
              <p:spPr>
                <a:xfrm>
                  <a:off x="7928064" y="5806296"/>
                  <a:ext cx="414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1" name="Ink 30">
                  <a:extLst>
                    <a:ext uri="{FF2B5EF4-FFF2-40B4-BE49-F238E27FC236}">
                      <a16:creationId xmlns:a16="http://schemas.microsoft.com/office/drawing/2014/main" id="{B4EEDCF6-B35D-DFC5-7D10-167B71488986}"/>
                    </a:ext>
                  </a:extLst>
                </p14:cNvPr>
                <p14:cNvContentPartPr/>
                <p14:nvPr/>
              </p14:nvContentPartPr>
              <p14:xfrm>
                <a:off x="8039304" y="5775336"/>
                <a:ext cx="36000" cy="32400"/>
              </p14:xfrm>
            </p:contentPart>
          </mc:Choice>
          <mc:Fallback xmlns="">
            <p:pic>
              <p:nvPicPr>
                <p:cNvPr id="31" name="Ink 30">
                  <a:extLst>
                    <a:ext uri="{FF2B5EF4-FFF2-40B4-BE49-F238E27FC236}">
                      <a16:creationId xmlns:a16="http://schemas.microsoft.com/office/drawing/2014/main" id="{B4EEDCF6-B35D-DFC5-7D10-167B71488986}"/>
                    </a:ext>
                  </a:extLst>
                </p:cNvPr>
                <p:cNvPicPr/>
                <p:nvPr/>
              </p:nvPicPr>
              <p:blipFill>
                <a:blip r:embed="rId50"/>
                <a:stretch>
                  <a:fillRect/>
                </a:stretch>
              </p:blipFill>
              <p:spPr>
                <a:xfrm>
                  <a:off x="8021304" y="5757336"/>
                  <a:ext cx="716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2" name="Ink 31">
                  <a:extLst>
                    <a:ext uri="{FF2B5EF4-FFF2-40B4-BE49-F238E27FC236}">
                      <a16:creationId xmlns:a16="http://schemas.microsoft.com/office/drawing/2014/main" id="{3BA735CF-063E-9E75-AB71-6261B4C4263F}"/>
                    </a:ext>
                  </a:extLst>
                </p14:cNvPr>
                <p14:cNvContentPartPr/>
                <p14:nvPr/>
              </p14:nvContentPartPr>
              <p14:xfrm>
                <a:off x="8212104" y="5734296"/>
                <a:ext cx="25200" cy="24480"/>
              </p14:xfrm>
            </p:contentPart>
          </mc:Choice>
          <mc:Fallback xmlns="">
            <p:pic>
              <p:nvPicPr>
                <p:cNvPr id="32" name="Ink 31">
                  <a:extLst>
                    <a:ext uri="{FF2B5EF4-FFF2-40B4-BE49-F238E27FC236}">
                      <a16:creationId xmlns:a16="http://schemas.microsoft.com/office/drawing/2014/main" id="{3BA735CF-063E-9E75-AB71-6261B4C4263F}"/>
                    </a:ext>
                  </a:extLst>
                </p:cNvPr>
                <p:cNvPicPr/>
                <p:nvPr/>
              </p:nvPicPr>
              <p:blipFill>
                <a:blip r:embed="rId52"/>
                <a:stretch>
                  <a:fillRect/>
                </a:stretch>
              </p:blipFill>
              <p:spPr>
                <a:xfrm>
                  <a:off x="8194104" y="5716656"/>
                  <a:ext cx="6084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3" name="Ink 32">
                  <a:extLst>
                    <a:ext uri="{FF2B5EF4-FFF2-40B4-BE49-F238E27FC236}">
                      <a16:creationId xmlns:a16="http://schemas.microsoft.com/office/drawing/2014/main" id="{E1127B75-908C-123C-EA01-3CAA255BF27A}"/>
                    </a:ext>
                  </a:extLst>
                </p14:cNvPr>
                <p14:cNvContentPartPr/>
                <p14:nvPr/>
              </p14:nvContentPartPr>
              <p14:xfrm>
                <a:off x="8303904" y="5547456"/>
                <a:ext cx="283320" cy="354240"/>
              </p14:xfrm>
            </p:contentPart>
          </mc:Choice>
          <mc:Fallback xmlns="">
            <p:pic>
              <p:nvPicPr>
                <p:cNvPr id="33" name="Ink 32">
                  <a:extLst>
                    <a:ext uri="{FF2B5EF4-FFF2-40B4-BE49-F238E27FC236}">
                      <a16:creationId xmlns:a16="http://schemas.microsoft.com/office/drawing/2014/main" id="{E1127B75-908C-123C-EA01-3CAA255BF27A}"/>
                    </a:ext>
                  </a:extLst>
                </p:cNvPr>
                <p:cNvPicPr/>
                <p:nvPr/>
              </p:nvPicPr>
              <p:blipFill>
                <a:blip r:embed="rId54"/>
                <a:stretch>
                  <a:fillRect/>
                </a:stretch>
              </p:blipFill>
              <p:spPr>
                <a:xfrm>
                  <a:off x="8285904" y="5529456"/>
                  <a:ext cx="318960" cy="389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 name="Ink 33">
                  <a:extLst>
                    <a:ext uri="{FF2B5EF4-FFF2-40B4-BE49-F238E27FC236}">
                      <a16:creationId xmlns:a16="http://schemas.microsoft.com/office/drawing/2014/main" id="{BB6519E3-D609-9116-D04C-6061136FD49A}"/>
                    </a:ext>
                  </a:extLst>
                </p14:cNvPr>
                <p14:cNvContentPartPr/>
                <p14:nvPr/>
              </p14:nvContentPartPr>
              <p14:xfrm>
                <a:off x="6582384" y="5748696"/>
                <a:ext cx="356400" cy="317160"/>
              </p14:xfrm>
            </p:contentPart>
          </mc:Choice>
          <mc:Fallback xmlns="">
            <p:pic>
              <p:nvPicPr>
                <p:cNvPr id="34" name="Ink 33">
                  <a:extLst>
                    <a:ext uri="{FF2B5EF4-FFF2-40B4-BE49-F238E27FC236}">
                      <a16:creationId xmlns:a16="http://schemas.microsoft.com/office/drawing/2014/main" id="{BB6519E3-D609-9116-D04C-6061136FD49A}"/>
                    </a:ext>
                  </a:extLst>
                </p:cNvPr>
                <p:cNvPicPr/>
                <p:nvPr/>
              </p:nvPicPr>
              <p:blipFill>
                <a:blip r:embed="rId56"/>
                <a:stretch>
                  <a:fillRect/>
                </a:stretch>
              </p:blipFill>
              <p:spPr>
                <a:xfrm>
                  <a:off x="6564744" y="5730696"/>
                  <a:ext cx="392040" cy="352800"/>
                </a:xfrm>
                <a:prstGeom prst="rect">
                  <a:avLst/>
                </a:prstGeom>
              </p:spPr>
            </p:pic>
          </mc:Fallback>
        </mc:AlternateContent>
      </p:grpSp>
    </p:spTree>
    <p:extLst>
      <p:ext uri="{BB962C8B-B14F-4D97-AF65-F5344CB8AC3E}">
        <p14:creationId xmlns:p14="http://schemas.microsoft.com/office/powerpoint/2010/main" val="1622399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4BAC4-38D3-FFB6-1631-16B38A78135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A86EBF3-6A33-A64A-2203-9A3774F85EF8}"/>
              </a:ext>
            </a:extLst>
          </p:cNvPr>
          <p:cNvPicPr>
            <a:picLocks noChangeAspect="1"/>
          </p:cNvPicPr>
          <p:nvPr/>
        </p:nvPicPr>
        <p:blipFill>
          <a:blip r:embed="rId2"/>
          <a:stretch>
            <a:fillRect/>
          </a:stretch>
        </p:blipFill>
        <p:spPr>
          <a:xfrm>
            <a:off x="2378246" y="0"/>
            <a:ext cx="4820323" cy="6830378"/>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DA25FC30-5229-CC61-B076-9292F57B7BF6}"/>
                  </a:ext>
                </a:extLst>
              </p14:cNvPr>
              <p14:cNvContentPartPr/>
              <p14:nvPr/>
            </p14:nvContentPartPr>
            <p14:xfrm>
              <a:off x="4170744" y="3262176"/>
              <a:ext cx="1733760" cy="34920"/>
            </p14:xfrm>
          </p:contentPart>
        </mc:Choice>
        <mc:Fallback xmlns="">
          <p:pic>
            <p:nvPicPr>
              <p:cNvPr id="4" name="Ink 3">
                <a:extLst>
                  <a:ext uri="{FF2B5EF4-FFF2-40B4-BE49-F238E27FC236}">
                    <a16:creationId xmlns:a16="http://schemas.microsoft.com/office/drawing/2014/main" id="{DA25FC30-5229-CC61-B076-9292F57B7BF6}"/>
                  </a:ext>
                </a:extLst>
              </p:cNvPr>
              <p:cNvPicPr/>
              <p:nvPr/>
            </p:nvPicPr>
            <p:blipFill>
              <a:blip r:embed="rId4"/>
              <a:stretch>
                <a:fillRect/>
              </a:stretch>
            </p:blipFill>
            <p:spPr>
              <a:xfrm>
                <a:off x="4153104" y="3244536"/>
                <a:ext cx="1769400" cy="70560"/>
              </a:xfrm>
              <a:prstGeom prst="rect">
                <a:avLst/>
              </a:prstGeom>
            </p:spPr>
          </p:pic>
        </mc:Fallback>
      </mc:AlternateContent>
      <p:grpSp>
        <p:nvGrpSpPr>
          <p:cNvPr id="18" name="Group 17">
            <a:extLst>
              <a:ext uri="{FF2B5EF4-FFF2-40B4-BE49-F238E27FC236}">
                <a16:creationId xmlns:a16="http://schemas.microsoft.com/office/drawing/2014/main" id="{37844990-8671-7C07-CC67-53FD0DE8B2F0}"/>
              </a:ext>
            </a:extLst>
          </p:cNvPr>
          <p:cNvGrpSpPr/>
          <p:nvPr/>
        </p:nvGrpSpPr>
        <p:grpSpPr>
          <a:xfrm>
            <a:off x="6310224" y="2909016"/>
            <a:ext cx="3045240" cy="439200"/>
            <a:chOff x="6310224" y="2909016"/>
            <a:chExt cx="3045240" cy="43920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FC994A0-700B-EDBA-1F7A-0080663555A5}"/>
                    </a:ext>
                  </a:extLst>
                </p14:cNvPr>
                <p14:cNvContentPartPr/>
                <p14:nvPr/>
              </p14:nvContentPartPr>
              <p14:xfrm>
                <a:off x="6310224" y="3053736"/>
                <a:ext cx="425880" cy="89640"/>
              </p14:xfrm>
            </p:contentPart>
          </mc:Choice>
          <mc:Fallback xmlns="">
            <p:pic>
              <p:nvPicPr>
                <p:cNvPr id="5" name="Ink 4">
                  <a:extLst>
                    <a:ext uri="{FF2B5EF4-FFF2-40B4-BE49-F238E27FC236}">
                      <a16:creationId xmlns:a16="http://schemas.microsoft.com/office/drawing/2014/main" id="{6FC994A0-700B-EDBA-1F7A-0080663555A5}"/>
                    </a:ext>
                  </a:extLst>
                </p:cNvPr>
                <p:cNvPicPr/>
                <p:nvPr/>
              </p:nvPicPr>
              <p:blipFill>
                <a:blip r:embed="rId6"/>
                <a:stretch>
                  <a:fillRect/>
                </a:stretch>
              </p:blipFill>
              <p:spPr>
                <a:xfrm>
                  <a:off x="6292584" y="3036096"/>
                  <a:ext cx="4615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B1E8437C-EA31-A513-0CA5-6636E539084E}"/>
                    </a:ext>
                  </a:extLst>
                </p14:cNvPr>
                <p14:cNvContentPartPr/>
                <p14:nvPr/>
              </p14:nvContentPartPr>
              <p14:xfrm>
                <a:off x="7020144" y="2928816"/>
                <a:ext cx="36360" cy="235800"/>
              </p14:xfrm>
            </p:contentPart>
          </mc:Choice>
          <mc:Fallback xmlns="">
            <p:pic>
              <p:nvPicPr>
                <p:cNvPr id="6" name="Ink 5">
                  <a:extLst>
                    <a:ext uri="{FF2B5EF4-FFF2-40B4-BE49-F238E27FC236}">
                      <a16:creationId xmlns:a16="http://schemas.microsoft.com/office/drawing/2014/main" id="{B1E8437C-EA31-A513-0CA5-6636E539084E}"/>
                    </a:ext>
                  </a:extLst>
                </p:cNvPr>
                <p:cNvPicPr/>
                <p:nvPr/>
              </p:nvPicPr>
              <p:blipFill>
                <a:blip r:embed="rId8"/>
                <a:stretch>
                  <a:fillRect/>
                </a:stretch>
              </p:blipFill>
              <p:spPr>
                <a:xfrm>
                  <a:off x="7002504" y="2911176"/>
                  <a:ext cx="720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87932223-E8EA-45B0-FB79-36675DBC6682}"/>
                    </a:ext>
                  </a:extLst>
                </p14:cNvPr>
                <p14:cNvContentPartPr/>
                <p14:nvPr/>
              </p14:nvContentPartPr>
              <p14:xfrm>
                <a:off x="7178904" y="3042576"/>
                <a:ext cx="165240" cy="113760"/>
              </p14:xfrm>
            </p:contentPart>
          </mc:Choice>
          <mc:Fallback xmlns="">
            <p:pic>
              <p:nvPicPr>
                <p:cNvPr id="7" name="Ink 6">
                  <a:extLst>
                    <a:ext uri="{FF2B5EF4-FFF2-40B4-BE49-F238E27FC236}">
                      <a16:creationId xmlns:a16="http://schemas.microsoft.com/office/drawing/2014/main" id="{87932223-E8EA-45B0-FB79-36675DBC6682}"/>
                    </a:ext>
                  </a:extLst>
                </p:cNvPr>
                <p:cNvPicPr/>
                <p:nvPr/>
              </p:nvPicPr>
              <p:blipFill>
                <a:blip r:embed="rId10"/>
                <a:stretch>
                  <a:fillRect/>
                </a:stretch>
              </p:blipFill>
              <p:spPr>
                <a:xfrm>
                  <a:off x="7161264" y="3024576"/>
                  <a:ext cx="20088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509274B4-0705-1516-775B-0131F1CFDA83}"/>
                    </a:ext>
                  </a:extLst>
                </p14:cNvPr>
                <p14:cNvContentPartPr/>
                <p14:nvPr/>
              </p14:nvContentPartPr>
              <p14:xfrm>
                <a:off x="7426224" y="2909016"/>
                <a:ext cx="24120" cy="255600"/>
              </p14:xfrm>
            </p:contentPart>
          </mc:Choice>
          <mc:Fallback xmlns="">
            <p:pic>
              <p:nvPicPr>
                <p:cNvPr id="8" name="Ink 7">
                  <a:extLst>
                    <a:ext uri="{FF2B5EF4-FFF2-40B4-BE49-F238E27FC236}">
                      <a16:creationId xmlns:a16="http://schemas.microsoft.com/office/drawing/2014/main" id="{509274B4-0705-1516-775B-0131F1CFDA83}"/>
                    </a:ext>
                  </a:extLst>
                </p:cNvPr>
                <p:cNvPicPr/>
                <p:nvPr/>
              </p:nvPicPr>
              <p:blipFill>
                <a:blip r:embed="rId12"/>
                <a:stretch>
                  <a:fillRect/>
                </a:stretch>
              </p:blipFill>
              <p:spPr>
                <a:xfrm>
                  <a:off x="7408224" y="2891016"/>
                  <a:ext cx="597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564FA245-38B2-EC34-A1B3-30D142BE310F}"/>
                    </a:ext>
                  </a:extLst>
                </p14:cNvPr>
                <p14:cNvContentPartPr/>
                <p14:nvPr/>
              </p14:nvContentPartPr>
              <p14:xfrm>
                <a:off x="7356384" y="3047976"/>
                <a:ext cx="208440" cy="16200"/>
              </p14:xfrm>
            </p:contentPart>
          </mc:Choice>
          <mc:Fallback xmlns="">
            <p:pic>
              <p:nvPicPr>
                <p:cNvPr id="9" name="Ink 8">
                  <a:extLst>
                    <a:ext uri="{FF2B5EF4-FFF2-40B4-BE49-F238E27FC236}">
                      <a16:creationId xmlns:a16="http://schemas.microsoft.com/office/drawing/2014/main" id="{564FA245-38B2-EC34-A1B3-30D142BE310F}"/>
                    </a:ext>
                  </a:extLst>
                </p:cNvPr>
                <p:cNvPicPr/>
                <p:nvPr/>
              </p:nvPicPr>
              <p:blipFill>
                <a:blip r:embed="rId14"/>
                <a:stretch>
                  <a:fillRect/>
                </a:stretch>
              </p:blipFill>
              <p:spPr>
                <a:xfrm>
                  <a:off x="7338384" y="3030336"/>
                  <a:ext cx="2440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7D22F206-81ED-2199-F0FE-8643DBAACF90}"/>
                    </a:ext>
                  </a:extLst>
                </p14:cNvPr>
                <p14:cNvContentPartPr/>
                <p14:nvPr/>
              </p14:nvContentPartPr>
              <p14:xfrm>
                <a:off x="7880904" y="3047256"/>
                <a:ext cx="230760" cy="119880"/>
              </p14:xfrm>
            </p:contentPart>
          </mc:Choice>
          <mc:Fallback xmlns="">
            <p:pic>
              <p:nvPicPr>
                <p:cNvPr id="10" name="Ink 9">
                  <a:extLst>
                    <a:ext uri="{FF2B5EF4-FFF2-40B4-BE49-F238E27FC236}">
                      <a16:creationId xmlns:a16="http://schemas.microsoft.com/office/drawing/2014/main" id="{7D22F206-81ED-2199-F0FE-8643DBAACF90}"/>
                    </a:ext>
                  </a:extLst>
                </p:cNvPr>
                <p:cNvPicPr/>
                <p:nvPr/>
              </p:nvPicPr>
              <p:blipFill>
                <a:blip r:embed="rId16"/>
                <a:stretch>
                  <a:fillRect/>
                </a:stretch>
              </p:blipFill>
              <p:spPr>
                <a:xfrm>
                  <a:off x="7863264" y="3029616"/>
                  <a:ext cx="2664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7CFE22B8-1B8B-127C-FF41-7846F082AB54}"/>
                    </a:ext>
                  </a:extLst>
                </p14:cNvPr>
                <p14:cNvContentPartPr/>
                <p14:nvPr/>
              </p14:nvContentPartPr>
              <p14:xfrm>
                <a:off x="8154504" y="3046896"/>
                <a:ext cx="194040" cy="127800"/>
              </p14:xfrm>
            </p:contentPart>
          </mc:Choice>
          <mc:Fallback xmlns="">
            <p:pic>
              <p:nvPicPr>
                <p:cNvPr id="11" name="Ink 10">
                  <a:extLst>
                    <a:ext uri="{FF2B5EF4-FFF2-40B4-BE49-F238E27FC236}">
                      <a16:creationId xmlns:a16="http://schemas.microsoft.com/office/drawing/2014/main" id="{7CFE22B8-1B8B-127C-FF41-7846F082AB54}"/>
                    </a:ext>
                  </a:extLst>
                </p:cNvPr>
                <p:cNvPicPr/>
                <p:nvPr/>
              </p:nvPicPr>
              <p:blipFill>
                <a:blip r:embed="rId18"/>
                <a:stretch>
                  <a:fillRect/>
                </a:stretch>
              </p:blipFill>
              <p:spPr>
                <a:xfrm>
                  <a:off x="8136864" y="3028896"/>
                  <a:ext cx="22968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8C358DCC-97F8-9760-99F4-8DD0E4AA9D20}"/>
                    </a:ext>
                  </a:extLst>
                </p14:cNvPr>
                <p14:cNvContentPartPr/>
                <p14:nvPr/>
              </p14:nvContentPartPr>
              <p14:xfrm>
                <a:off x="8427384" y="3063816"/>
                <a:ext cx="214200" cy="284400"/>
              </p14:xfrm>
            </p:contentPart>
          </mc:Choice>
          <mc:Fallback xmlns="">
            <p:pic>
              <p:nvPicPr>
                <p:cNvPr id="12" name="Ink 11">
                  <a:extLst>
                    <a:ext uri="{FF2B5EF4-FFF2-40B4-BE49-F238E27FC236}">
                      <a16:creationId xmlns:a16="http://schemas.microsoft.com/office/drawing/2014/main" id="{8C358DCC-97F8-9760-99F4-8DD0E4AA9D20}"/>
                    </a:ext>
                  </a:extLst>
                </p:cNvPr>
                <p:cNvPicPr/>
                <p:nvPr/>
              </p:nvPicPr>
              <p:blipFill>
                <a:blip r:embed="rId20"/>
                <a:stretch>
                  <a:fillRect/>
                </a:stretch>
              </p:blipFill>
              <p:spPr>
                <a:xfrm>
                  <a:off x="8409384" y="3045816"/>
                  <a:ext cx="24984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62F11B72-B9B6-E6AA-0E82-911E8235F4A8}"/>
                    </a:ext>
                  </a:extLst>
                </p14:cNvPr>
                <p14:cNvContentPartPr/>
                <p14:nvPr/>
              </p14:nvContentPartPr>
              <p14:xfrm>
                <a:off x="8684424" y="3082536"/>
                <a:ext cx="111600" cy="138240"/>
              </p14:xfrm>
            </p:contentPart>
          </mc:Choice>
          <mc:Fallback xmlns="">
            <p:pic>
              <p:nvPicPr>
                <p:cNvPr id="13" name="Ink 12">
                  <a:extLst>
                    <a:ext uri="{FF2B5EF4-FFF2-40B4-BE49-F238E27FC236}">
                      <a16:creationId xmlns:a16="http://schemas.microsoft.com/office/drawing/2014/main" id="{62F11B72-B9B6-E6AA-0E82-911E8235F4A8}"/>
                    </a:ext>
                  </a:extLst>
                </p:cNvPr>
                <p:cNvPicPr/>
                <p:nvPr/>
              </p:nvPicPr>
              <p:blipFill>
                <a:blip r:embed="rId22"/>
                <a:stretch>
                  <a:fillRect/>
                </a:stretch>
              </p:blipFill>
              <p:spPr>
                <a:xfrm>
                  <a:off x="8666784" y="3064896"/>
                  <a:ext cx="1472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61C7346A-1767-D6F7-D333-0EBAFB676DF6}"/>
                    </a:ext>
                  </a:extLst>
                </p14:cNvPr>
                <p14:cNvContentPartPr/>
                <p14:nvPr/>
              </p14:nvContentPartPr>
              <p14:xfrm>
                <a:off x="8873424" y="3140136"/>
                <a:ext cx="132840" cy="78120"/>
              </p14:xfrm>
            </p:contentPart>
          </mc:Choice>
          <mc:Fallback xmlns="">
            <p:pic>
              <p:nvPicPr>
                <p:cNvPr id="14" name="Ink 13">
                  <a:extLst>
                    <a:ext uri="{FF2B5EF4-FFF2-40B4-BE49-F238E27FC236}">
                      <a16:creationId xmlns:a16="http://schemas.microsoft.com/office/drawing/2014/main" id="{61C7346A-1767-D6F7-D333-0EBAFB676DF6}"/>
                    </a:ext>
                  </a:extLst>
                </p:cNvPr>
                <p:cNvPicPr/>
                <p:nvPr/>
              </p:nvPicPr>
              <p:blipFill>
                <a:blip r:embed="rId24"/>
                <a:stretch>
                  <a:fillRect/>
                </a:stretch>
              </p:blipFill>
              <p:spPr>
                <a:xfrm>
                  <a:off x="8855424" y="3122496"/>
                  <a:ext cx="1684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4B44474-7BDB-62DB-3153-5E79D0C1554B}"/>
                    </a:ext>
                  </a:extLst>
                </p14:cNvPr>
                <p14:cNvContentPartPr/>
                <p14:nvPr/>
              </p14:nvContentPartPr>
              <p14:xfrm>
                <a:off x="9092304" y="2978856"/>
                <a:ext cx="159840" cy="235440"/>
              </p14:xfrm>
            </p:contentPart>
          </mc:Choice>
          <mc:Fallback xmlns="">
            <p:pic>
              <p:nvPicPr>
                <p:cNvPr id="15" name="Ink 14">
                  <a:extLst>
                    <a:ext uri="{FF2B5EF4-FFF2-40B4-BE49-F238E27FC236}">
                      <a16:creationId xmlns:a16="http://schemas.microsoft.com/office/drawing/2014/main" id="{B4B44474-7BDB-62DB-3153-5E79D0C1554B}"/>
                    </a:ext>
                  </a:extLst>
                </p:cNvPr>
                <p:cNvPicPr/>
                <p:nvPr/>
              </p:nvPicPr>
              <p:blipFill>
                <a:blip r:embed="rId26"/>
                <a:stretch>
                  <a:fillRect/>
                </a:stretch>
              </p:blipFill>
              <p:spPr>
                <a:xfrm>
                  <a:off x="9074304" y="2961216"/>
                  <a:ext cx="19548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BEBC1A1E-E260-CC54-F78F-B618DC72D9A0}"/>
                    </a:ext>
                  </a:extLst>
                </p14:cNvPr>
                <p14:cNvContentPartPr/>
                <p14:nvPr/>
              </p14:nvContentPartPr>
              <p14:xfrm>
                <a:off x="9149904" y="3083616"/>
                <a:ext cx="205560" cy="19800"/>
              </p14:xfrm>
            </p:contentPart>
          </mc:Choice>
          <mc:Fallback xmlns="">
            <p:pic>
              <p:nvPicPr>
                <p:cNvPr id="16" name="Ink 15">
                  <a:extLst>
                    <a:ext uri="{FF2B5EF4-FFF2-40B4-BE49-F238E27FC236}">
                      <a16:creationId xmlns:a16="http://schemas.microsoft.com/office/drawing/2014/main" id="{BEBC1A1E-E260-CC54-F78F-B618DC72D9A0}"/>
                    </a:ext>
                  </a:extLst>
                </p:cNvPr>
                <p:cNvPicPr/>
                <p:nvPr/>
              </p:nvPicPr>
              <p:blipFill>
                <a:blip r:embed="rId28"/>
                <a:stretch>
                  <a:fillRect/>
                </a:stretch>
              </p:blipFill>
              <p:spPr>
                <a:xfrm>
                  <a:off x="9132264" y="3065976"/>
                  <a:ext cx="241200" cy="5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02B6450A-92F6-4EAE-EB1A-FBEFB7950E81}"/>
                  </a:ext>
                </a:extLst>
              </p14:cNvPr>
              <p14:cNvContentPartPr/>
              <p14:nvPr/>
            </p14:nvContentPartPr>
            <p14:xfrm>
              <a:off x="5838264" y="2748096"/>
              <a:ext cx="515880" cy="104760"/>
            </p14:xfrm>
          </p:contentPart>
        </mc:Choice>
        <mc:Fallback xmlns="">
          <p:pic>
            <p:nvPicPr>
              <p:cNvPr id="19" name="Ink 18">
                <a:extLst>
                  <a:ext uri="{FF2B5EF4-FFF2-40B4-BE49-F238E27FC236}">
                    <a16:creationId xmlns:a16="http://schemas.microsoft.com/office/drawing/2014/main" id="{02B6450A-92F6-4EAE-EB1A-FBEFB7950E81}"/>
                  </a:ext>
                </a:extLst>
              </p:cNvPr>
              <p:cNvPicPr/>
              <p:nvPr/>
            </p:nvPicPr>
            <p:blipFill>
              <a:blip r:embed="rId30"/>
              <a:stretch>
                <a:fillRect/>
              </a:stretch>
            </p:blipFill>
            <p:spPr>
              <a:xfrm>
                <a:off x="5820624" y="2730456"/>
                <a:ext cx="5515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83C4DE01-69D9-02B6-EEBB-7032413C1E8D}"/>
                  </a:ext>
                </a:extLst>
              </p14:cNvPr>
              <p14:cNvContentPartPr/>
              <p14:nvPr/>
            </p14:nvContentPartPr>
            <p14:xfrm>
              <a:off x="4830264" y="2452536"/>
              <a:ext cx="1520280" cy="15120"/>
            </p14:xfrm>
          </p:contentPart>
        </mc:Choice>
        <mc:Fallback xmlns="">
          <p:pic>
            <p:nvPicPr>
              <p:cNvPr id="20" name="Ink 19">
                <a:extLst>
                  <a:ext uri="{FF2B5EF4-FFF2-40B4-BE49-F238E27FC236}">
                    <a16:creationId xmlns:a16="http://schemas.microsoft.com/office/drawing/2014/main" id="{83C4DE01-69D9-02B6-EEBB-7032413C1E8D}"/>
                  </a:ext>
                </a:extLst>
              </p:cNvPr>
              <p:cNvPicPr/>
              <p:nvPr/>
            </p:nvPicPr>
            <p:blipFill>
              <a:blip r:embed="rId32"/>
              <a:stretch>
                <a:fillRect/>
              </a:stretch>
            </p:blipFill>
            <p:spPr>
              <a:xfrm>
                <a:off x="4812624" y="2434536"/>
                <a:ext cx="1555920" cy="50760"/>
              </a:xfrm>
              <a:prstGeom prst="rect">
                <a:avLst/>
              </a:prstGeom>
            </p:spPr>
          </p:pic>
        </mc:Fallback>
      </mc:AlternateContent>
      <p:grpSp>
        <p:nvGrpSpPr>
          <p:cNvPr id="25" name="Group 24">
            <a:extLst>
              <a:ext uri="{FF2B5EF4-FFF2-40B4-BE49-F238E27FC236}">
                <a16:creationId xmlns:a16="http://schemas.microsoft.com/office/drawing/2014/main" id="{C83C9C86-2CFE-181A-5B42-8ACC5FF622EE}"/>
              </a:ext>
            </a:extLst>
          </p:cNvPr>
          <p:cNvGrpSpPr/>
          <p:nvPr/>
        </p:nvGrpSpPr>
        <p:grpSpPr>
          <a:xfrm>
            <a:off x="6711264" y="2200176"/>
            <a:ext cx="313200" cy="223560"/>
            <a:chOff x="6711264" y="2200176"/>
            <a:chExt cx="313200" cy="223560"/>
          </a:xfrm>
        </p:grpSpPr>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AB9FA96D-5A36-F68F-5D73-ECF8F851AB90}"/>
                    </a:ext>
                  </a:extLst>
                </p14:cNvPr>
                <p14:cNvContentPartPr/>
                <p14:nvPr/>
              </p14:nvContentPartPr>
              <p14:xfrm>
                <a:off x="6711264" y="2200176"/>
                <a:ext cx="291600" cy="82080"/>
              </p14:xfrm>
            </p:contentPart>
          </mc:Choice>
          <mc:Fallback xmlns="">
            <p:pic>
              <p:nvPicPr>
                <p:cNvPr id="21" name="Ink 20">
                  <a:extLst>
                    <a:ext uri="{FF2B5EF4-FFF2-40B4-BE49-F238E27FC236}">
                      <a16:creationId xmlns:a16="http://schemas.microsoft.com/office/drawing/2014/main" id="{AB9FA96D-5A36-F68F-5D73-ECF8F851AB90}"/>
                    </a:ext>
                  </a:extLst>
                </p:cNvPr>
                <p:cNvPicPr/>
                <p:nvPr/>
              </p:nvPicPr>
              <p:blipFill>
                <a:blip r:embed="rId34"/>
                <a:stretch>
                  <a:fillRect/>
                </a:stretch>
              </p:blipFill>
              <p:spPr>
                <a:xfrm>
                  <a:off x="6693624" y="2182176"/>
                  <a:ext cx="32724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DB7E197F-6AC1-EB28-DE8D-9717E29B0617}"/>
                    </a:ext>
                  </a:extLst>
                </p14:cNvPr>
                <p14:cNvContentPartPr/>
                <p14:nvPr/>
              </p14:nvContentPartPr>
              <p14:xfrm>
                <a:off x="6845544" y="2343096"/>
                <a:ext cx="135720" cy="69840"/>
              </p14:xfrm>
            </p:contentPart>
          </mc:Choice>
          <mc:Fallback xmlns="">
            <p:pic>
              <p:nvPicPr>
                <p:cNvPr id="22" name="Ink 21">
                  <a:extLst>
                    <a:ext uri="{FF2B5EF4-FFF2-40B4-BE49-F238E27FC236}">
                      <a16:creationId xmlns:a16="http://schemas.microsoft.com/office/drawing/2014/main" id="{DB7E197F-6AC1-EB28-DE8D-9717E29B0617}"/>
                    </a:ext>
                  </a:extLst>
                </p:cNvPr>
                <p:cNvPicPr/>
                <p:nvPr/>
              </p:nvPicPr>
              <p:blipFill>
                <a:blip r:embed="rId36"/>
                <a:stretch>
                  <a:fillRect/>
                </a:stretch>
              </p:blipFill>
              <p:spPr>
                <a:xfrm>
                  <a:off x="6827904" y="2325456"/>
                  <a:ext cx="1713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AEA940BA-FD00-DF98-C954-CCA5F973B1A3}"/>
                    </a:ext>
                  </a:extLst>
                </p14:cNvPr>
                <p14:cNvContentPartPr/>
                <p14:nvPr/>
              </p14:nvContentPartPr>
              <p14:xfrm>
                <a:off x="6757704" y="2348136"/>
                <a:ext cx="266760" cy="75600"/>
              </p14:xfrm>
            </p:contentPart>
          </mc:Choice>
          <mc:Fallback xmlns="">
            <p:pic>
              <p:nvPicPr>
                <p:cNvPr id="23" name="Ink 22">
                  <a:extLst>
                    <a:ext uri="{FF2B5EF4-FFF2-40B4-BE49-F238E27FC236}">
                      <a16:creationId xmlns:a16="http://schemas.microsoft.com/office/drawing/2014/main" id="{AEA940BA-FD00-DF98-C954-CCA5F973B1A3}"/>
                    </a:ext>
                  </a:extLst>
                </p:cNvPr>
                <p:cNvPicPr/>
                <p:nvPr/>
              </p:nvPicPr>
              <p:blipFill>
                <a:blip r:embed="rId38"/>
                <a:stretch>
                  <a:fillRect/>
                </a:stretch>
              </p:blipFill>
              <p:spPr>
                <a:xfrm>
                  <a:off x="6740064" y="2330136"/>
                  <a:ext cx="3024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4" name="Ink 23">
                  <a:extLst>
                    <a:ext uri="{FF2B5EF4-FFF2-40B4-BE49-F238E27FC236}">
                      <a16:creationId xmlns:a16="http://schemas.microsoft.com/office/drawing/2014/main" id="{54B8B48C-DE94-06E7-735D-2C38B3B6E950}"/>
                    </a:ext>
                  </a:extLst>
                </p14:cNvPr>
                <p14:cNvContentPartPr/>
                <p14:nvPr/>
              </p14:nvContentPartPr>
              <p14:xfrm>
                <a:off x="6865344" y="2286936"/>
                <a:ext cx="32400" cy="134280"/>
              </p14:xfrm>
            </p:contentPart>
          </mc:Choice>
          <mc:Fallback xmlns="">
            <p:pic>
              <p:nvPicPr>
                <p:cNvPr id="24" name="Ink 23">
                  <a:extLst>
                    <a:ext uri="{FF2B5EF4-FFF2-40B4-BE49-F238E27FC236}">
                      <a16:creationId xmlns:a16="http://schemas.microsoft.com/office/drawing/2014/main" id="{54B8B48C-DE94-06E7-735D-2C38B3B6E950}"/>
                    </a:ext>
                  </a:extLst>
                </p:cNvPr>
                <p:cNvPicPr/>
                <p:nvPr/>
              </p:nvPicPr>
              <p:blipFill>
                <a:blip r:embed="rId40"/>
                <a:stretch>
                  <a:fillRect/>
                </a:stretch>
              </p:blipFill>
              <p:spPr>
                <a:xfrm>
                  <a:off x="6847344" y="2268936"/>
                  <a:ext cx="68040" cy="169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33DE163E-1CB3-6728-FE68-0FC605C92ED7}"/>
                  </a:ext>
                </a:extLst>
              </p14:cNvPr>
              <p14:cNvContentPartPr/>
              <p14:nvPr/>
            </p14:nvContentPartPr>
            <p14:xfrm>
              <a:off x="4178664" y="6375816"/>
              <a:ext cx="1458720" cy="81360"/>
            </p14:xfrm>
          </p:contentPart>
        </mc:Choice>
        <mc:Fallback xmlns="">
          <p:pic>
            <p:nvPicPr>
              <p:cNvPr id="26" name="Ink 25">
                <a:extLst>
                  <a:ext uri="{FF2B5EF4-FFF2-40B4-BE49-F238E27FC236}">
                    <a16:creationId xmlns:a16="http://schemas.microsoft.com/office/drawing/2014/main" id="{33DE163E-1CB3-6728-FE68-0FC605C92ED7}"/>
                  </a:ext>
                </a:extLst>
              </p:cNvPr>
              <p:cNvPicPr/>
              <p:nvPr/>
            </p:nvPicPr>
            <p:blipFill>
              <a:blip r:embed="rId42"/>
              <a:stretch>
                <a:fillRect/>
              </a:stretch>
            </p:blipFill>
            <p:spPr>
              <a:xfrm>
                <a:off x="4160664" y="6358176"/>
                <a:ext cx="1494360" cy="117000"/>
              </a:xfrm>
              <a:prstGeom prst="rect">
                <a:avLst/>
              </a:prstGeom>
            </p:spPr>
          </p:pic>
        </mc:Fallback>
      </mc:AlternateContent>
      <p:grpSp>
        <p:nvGrpSpPr>
          <p:cNvPr id="39" name="Group 38">
            <a:extLst>
              <a:ext uri="{FF2B5EF4-FFF2-40B4-BE49-F238E27FC236}">
                <a16:creationId xmlns:a16="http://schemas.microsoft.com/office/drawing/2014/main" id="{3E6A1543-1471-EC52-3E67-47303AFD2607}"/>
              </a:ext>
            </a:extLst>
          </p:cNvPr>
          <p:cNvGrpSpPr/>
          <p:nvPr/>
        </p:nvGrpSpPr>
        <p:grpSpPr>
          <a:xfrm>
            <a:off x="5715144" y="5782896"/>
            <a:ext cx="3252600" cy="469800"/>
            <a:chOff x="5715144" y="5782896"/>
            <a:chExt cx="3252600" cy="469800"/>
          </a:xfrm>
        </p:grpSpPr>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6535146F-FC51-E790-5A35-5879AC14D3B1}"/>
                    </a:ext>
                  </a:extLst>
                </p14:cNvPr>
                <p14:cNvContentPartPr/>
                <p14:nvPr/>
              </p14:nvContentPartPr>
              <p14:xfrm>
                <a:off x="5715144" y="6054336"/>
                <a:ext cx="568800" cy="198360"/>
              </p14:xfrm>
            </p:contentPart>
          </mc:Choice>
          <mc:Fallback xmlns="">
            <p:pic>
              <p:nvPicPr>
                <p:cNvPr id="27" name="Ink 26">
                  <a:extLst>
                    <a:ext uri="{FF2B5EF4-FFF2-40B4-BE49-F238E27FC236}">
                      <a16:creationId xmlns:a16="http://schemas.microsoft.com/office/drawing/2014/main" id="{6535146F-FC51-E790-5A35-5879AC14D3B1}"/>
                    </a:ext>
                  </a:extLst>
                </p:cNvPr>
                <p:cNvPicPr/>
                <p:nvPr/>
              </p:nvPicPr>
              <p:blipFill>
                <a:blip r:embed="rId44"/>
                <a:stretch>
                  <a:fillRect/>
                </a:stretch>
              </p:blipFill>
              <p:spPr>
                <a:xfrm>
                  <a:off x="5697144" y="6036696"/>
                  <a:ext cx="604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97D87A60-3375-4DFE-874E-30174F9EA5D7}"/>
                    </a:ext>
                  </a:extLst>
                </p14:cNvPr>
                <p14:cNvContentPartPr/>
                <p14:nvPr/>
              </p14:nvContentPartPr>
              <p14:xfrm>
                <a:off x="6591384" y="5945256"/>
                <a:ext cx="194400" cy="149400"/>
              </p14:xfrm>
            </p:contentPart>
          </mc:Choice>
          <mc:Fallback xmlns="">
            <p:pic>
              <p:nvPicPr>
                <p:cNvPr id="28" name="Ink 27">
                  <a:extLst>
                    <a:ext uri="{FF2B5EF4-FFF2-40B4-BE49-F238E27FC236}">
                      <a16:creationId xmlns:a16="http://schemas.microsoft.com/office/drawing/2014/main" id="{97D87A60-3375-4DFE-874E-30174F9EA5D7}"/>
                    </a:ext>
                  </a:extLst>
                </p:cNvPr>
                <p:cNvPicPr/>
                <p:nvPr/>
              </p:nvPicPr>
              <p:blipFill>
                <a:blip r:embed="rId46"/>
                <a:stretch>
                  <a:fillRect/>
                </a:stretch>
              </p:blipFill>
              <p:spPr>
                <a:xfrm>
                  <a:off x="6573384" y="5927256"/>
                  <a:ext cx="230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FDEFE808-16F0-BBE1-2C72-B7A1ED2E0C9A}"/>
                    </a:ext>
                  </a:extLst>
                </p14:cNvPr>
                <p14:cNvContentPartPr/>
                <p14:nvPr/>
              </p14:nvContentPartPr>
              <p14:xfrm>
                <a:off x="6855264" y="5996736"/>
                <a:ext cx="181800" cy="83160"/>
              </p14:xfrm>
            </p:contentPart>
          </mc:Choice>
          <mc:Fallback xmlns="">
            <p:pic>
              <p:nvPicPr>
                <p:cNvPr id="29" name="Ink 28">
                  <a:extLst>
                    <a:ext uri="{FF2B5EF4-FFF2-40B4-BE49-F238E27FC236}">
                      <a16:creationId xmlns:a16="http://schemas.microsoft.com/office/drawing/2014/main" id="{FDEFE808-16F0-BBE1-2C72-B7A1ED2E0C9A}"/>
                    </a:ext>
                  </a:extLst>
                </p:cNvPr>
                <p:cNvPicPr/>
                <p:nvPr/>
              </p:nvPicPr>
              <p:blipFill>
                <a:blip r:embed="rId48"/>
                <a:stretch>
                  <a:fillRect/>
                </a:stretch>
              </p:blipFill>
              <p:spPr>
                <a:xfrm>
                  <a:off x="6837624" y="5978736"/>
                  <a:ext cx="21744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6BFB4414-79ED-B84E-C0E8-305B519ACF01}"/>
                    </a:ext>
                  </a:extLst>
                </p14:cNvPr>
                <p14:cNvContentPartPr/>
                <p14:nvPr/>
              </p14:nvContentPartPr>
              <p14:xfrm>
                <a:off x="7124904" y="5810256"/>
                <a:ext cx="182880" cy="264960"/>
              </p14:xfrm>
            </p:contentPart>
          </mc:Choice>
          <mc:Fallback xmlns="">
            <p:pic>
              <p:nvPicPr>
                <p:cNvPr id="30" name="Ink 29">
                  <a:extLst>
                    <a:ext uri="{FF2B5EF4-FFF2-40B4-BE49-F238E27FC236}">
                      <a16:creationId xmlns:a16="http://schemas.microsoft.com/office/drawing/2014/main" id="{6BFB4414-79ED-B84E-C0E8-305B519ACF01}"/>
                    </a:ext>
                  </a:extLst>
                </p:cNvPr>
                <p:cNvPicPr/>
                <p:nvPr/>
              </p:nvPicPr>
              <p:blipFill>
                <a:blip r:embed="rId50"/>
                <a:stretch>
                  <a:fillRect/>
                </a:stretch>
              </p:blipFill>
              <p:spPr>
                <a:xfrm>
                  <a:off x="7107264" y="5792256"/>
                  <a:ext cx="21852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5B9AB88B-C073-5BDA-5EE2-7DE8C2FB23F5}"/>
                    </a:ext>
                  </a:extLst>
                </p14:cNvPr>
                <p14:cNvContentPartPr/>
                <p14:nvPr/>
              </p14:nvContentPartPr>
              <p14:xfrm>
                <a:off x="7591104" y="5956416"/>
                <a:ext cx="191880" cy="57960"/>
              </p14:xfrm>
            </p:contentPart>
          </mc:Choice>
          <mc:Fallback xmlns="">
            <p:pic>
              <p:nvPicPr>
                <p:cNvPr id="31" name="Ink 30">
                  <a:extLst>
                    <a:ext uri="{FF2B5EF4-FFF2-40B4-BE49-F238E27FC236}">
                      <a16:creationId xmlns:a16="http://schemas.microsoft.com/office/drawing/2014/main" id="{5B9AB88B-C073-5BDA-5EE2-7DE8C2FB23F5}"/>
                    </a:ext>
                  </a:extLst>
                </p:cNvPr>
                <p:cNvPicPr/>
                <p:nvPr/>
              </p:nvPicPr>
              <p:blipFill>
                <a:blip r:embed="rId52"/>
                <a:stretch>
                  <a:fillRect/>
                </a:stretch>
              </p:blipFill>
              <p:spPr>
                <a:xfrm>
                  <a:off x="7573104" y="5938776"/>
                  <a:ext cx="22752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2C4378CC-4ABB-9A60-D531-6D6E9D65DCBD}"/>
                    </a:ext>
                  </a:extLst>
                </p14:cNvPr>
                <p14:cNvContentPartPr/>
                <p14:nvPr/>
              </p14:nvContentPartPr>
              <p14:xfrm>
                <a:off x="7859304" y="5922576"/>
                <a:ext cx="152640" cy="112680"/>
              </p14:xfrm>
            </p:contentPart>
          </mc:Choice>
          <mc:Fallback xmlns="">
            <p:pic>
              <p:nvPicPr>
                <p:cNvPr id="32" name="Ink 31">
                  <a:extLst>
                    <a:ext uri="{FF2B5EF4-FFF2-40B4-BE49-F238E27FC236}">
                      <a16:creationId xmlns:a16="http://schemas.microsoft.com/office/drawing/2014/main" id="{2C4378CC-4ABB-9A60-D531-6D6E9D65DCBD}"/>
                    </a:ext>
                  </a:extLst>
                </p:cNvPr>
                <p:cNvPicPr/>
                <p:nvPr/>
              </p:nvPicPr>
              <p:blipFill>
                <a:blip r:embed="rId54"/>
                <a:stretch>
                  <a:fillRect/>
                </a:stretch>
              </p:blipFill>
              <p:spPr>
                <a:xfrm>
                  <a:off x="7841304" y="5904936"/>
                  <a:ext cx="18828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0BBF3DC1-664A-CC6D-0C64-836DB0003D5F}"/>
                    </a:ext>
                  </a:extLst>
                </p14:cNvPr>
                <p14:cNvContentPartPr/>
                <p14:nvPr/>
              </p14:nvContentPartPr>
              <p14:xfrm>
                <a:off x="8058024" y="5924016"/>
                <a:ext cx="189720" cy="227520"/>
              </p14:xfrm>
            </p:contentPart>
          </mc:Choice>
          <mc:Fallback xmlns="">
            <p:pic>
              <p:nvPicPr>
                <p:cNvPr id="33" name="Ink 32">
                  <a:extLst>
                    <a:ext uri="{FF2B5EF4-FFF2-40B4-BE49-F238E27FC236}">
                      <a16:creationId xmlns:a16="http://schemas.microsoft.com/office/drawing/2014/main" id="{0BBF3DC1-664A-CC6D-0C64-836DB0003D5F}"/>
                    </a:ext>
                  </a:extLst>
                </p:cNvPr>
                <p:cNvPicPr/>
                <p:nvPr/>
              </p:nvPicPr>
              <p:blipFill>
                <a:blip r:embed="rId56"/>
                <a:stretch>
                  <a:fillRect/>
                </a:stretch>
              </p:blipFill>
              <p:spPr>
                <a:xfrm>
                  <a:off x="8040384" y="5906016"/>
                  <a:ext cx="2253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5F5D59A4-F992-DEFC-4CA9-F5C77CBBCDA5}"/>
                    </a:ext>
                  </a:extLst>
                </p14:cNvPr>
                <p14:cNvContentPartPr/>
                <p14:nvPr/>
              </p14:nvContentPartPr>
              <p14:xfrm>
                <a:off x="8348184" y="5942376"/>
                <a:ext cx="52560" cy="59760"/>
              </p14:xfrm>
            </p:contentPart>
          </mc:Choice>
          <mc:Fallback xmlns="">
            <p:pic>
              <p:nvPicPr>
                <p:cNvPr id="34" name="Ink 33">
                  <a:extLst>
                    <a:ext uri="{FF2B5EF4-FFF2-40B4-BE49-F238E27FC236}">
                      <a16:creationId xmlns:a16="http://schemas.microsoft.com/office/drawing/2014/main" id="{5F5D59A4-F992-DEFC-4CA9-F5C77CBBCDA5}"/>
                    </a:ext>
                  </a:extLst>
                </p:cNvPr>
                <p:cNvPicPr/>
                <p:nvPr/>
              </p:nvPicPr>
              <p:blipFill>
                <a:blip r:embed="rId58"/>
                <a:stretch>
                  <a:fillRect/>
                </a:stretch>
              </p:blipFill>
              <p:spPr>
                <a:xfrm>
                  <a:off x="8330544" y="5924376"/>
                  <a:ext cx="8820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8F0B136E-7504-D736-CAA9-251689E071F3}"/>
                    </a:ext>
                  </a:extLst>
                </p14:cNvPr>
                <p14:cNvContentPartPr/>
                <p14:nvPr/>
              </p14:nvContentPartPr>
              <p14:xfrm>
                <a:off x="8488584" y="5782896"/>
                <a:ext cx="389160" cy="215640"/>
              </p14:xfrm>
            </p:contentPart>
          </mc:Choice>
          <mc:Fallback xmlns="">
            <p:pic>
              <p:nvPicPr>
                <p:cNvPr id="35" name="Ink 34">
                  <a:extLst>
                    <a:ext uri="{FF2B5EF4-FFF2-40B4-BE49-F238E27FC236}">
                      <a16:creationId xmlns:a16="http://schemas.microsoft.com/office/drawing/2014/main" id="{8F0B136E-7504-D736-CAA9-251689E071F3}"/>
                    </a:ext>
                  </a:extLst>
                </p:cNvPr>
                <p:cNvPicPr/>
                <p:nvPr/>
              </p:nvPicPr>
              <p:blipFill>
                <a:blip r:embed="rId60"/>
                <a:stretch>
                  <a:fillRect/>
                </a:stretch>
              </p:blipFill>
              <p:spPr>
                <a:xfrm>
                  <a:off x="8470944" y="5765256"/>
                  <a:ext cx="42480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Ink 35">
                  <a:extLst>
                    <a:ext uri="{FF2B5EF4-FFF2-40B4-BE49-F238E27FC236}">
                      <a16:creationId xmlns:a16="http://schemas.microsoft.com/office/drawing/2014/main" id="{510A09BD-2F07-7D05-F094-3D2028EBF134}"/>
                    </a:ext>
                  </a:extLst>
                </p14:cNvPr>
                <p14:cNvContentPartPr/>
                <p14:nvPr/>
              </p14:nvContentPartPr>
              <p14:xfrm>
                <a:off x="8728344" y="5873976"/>
                <a:ext cx="239400" cy="36720"/>
              </p14:xfrm>
            </p:contentPart>
          </mc:Choice>
          <mc:Fallback xmlns="">
            <p:pic>
              <p:nvPicPr>
                <p:cNvPr id="36" name="Ink 35">
                  <a:extLst>
                    <a:ext uri="{FF2B5EF4-FFF2-40B4-BE49-F238E27FC236}">
                      <a16:creationId xmlns:a16="http://schemas.microsoft.com/office/drawing/2014/main" id="{510A09BD-2F07-7D05-F094-3D2028EBF134}"/>
                    </a:ext>
                  </a:extLst>
                </p:cNvPr>
                <p:cNvPicPr/>
                <p:nvPr/>
              </p:nvPicPr>
              <p:blipFill>
                <a:blip r:embed="rId62"/>
                <a:stretch>
                  <a:fillRect/>
                </a:stretch>
              </p:blipFill>
              <p:spPr>
                <a:xfrm>
                  <a:off x="8710704" y="5855976"/>
                  <a:ext cx="27504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7" name="Ink 36">
                  <a:extLst>
                    <a:ext uri="{FF2B5EF4-FFF2-40B4-BE49-F238E27FC236}">
                      <a16:creationId xmlns:a16="http://schemas.microsoft.com/office/drawing/2014/main" id="{2197030F-36C9-474D-5E00-5E433F8ED6DA}"/>
                    </a:ext>
                  </a:extLst>
                </p14:cNvPr>
                <p14:cNvContentPartPr/>
                <p14:nvPr/>
              </p14:nvContentPartPr>
              <p14:xfrm>
                <a:off x="8282304" y="5909256"/>
                <a:ext cx="221400" cy="111600"/>
              </p14:xfrm>
            </p:contentPart>
          </mc:Choice>
          <mc:Fallback xmlns="">
            <p:pic>
              <p:nvPicPr>
                <p:cNvPr id="37" name="Ink 36">
                  <a:extLst>
                    <a:ext uri="{FF2B5EF4-FFF2-40B4-BE49-F238E27FC236}">
                      <a16:creationId xmlns:a16="http://schemas.microsoft.com/office/drawing/2014/main" id="{2197030F-36C9-474D-5E00-5E433F8ED6DA}"/>
                    </a:ext>
                  </a:extLst>
                </p:cNvPr>
                <p:cNvPicPr/>
                <p:nvPr/>
              </p:nvPicPr>
              <p:blipFill>
                <a:blip r:embed="rId64"/>
                <a:stretch>
                  <a:fillRect/>
                </a:stretch>
              </p:blipFill>
              <p:spPr>
                <a:xfrm>
                  <a:off x="8264304" y="5891616"/>
                  <a:ext cx="257040" cy="147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5">
            <p14:nvContentPartPr>
              <p14:cNvPr id="40" name="Ink 39">
                <a:extLst>
                  <a:ext uri="{FF2B5EF4-FFF2-40B4-BE49-F238E27FC236}">
                    <a16:creationId xmlns:a16="http://schemas.microsoft.com/office/drawing/2014/main" id="{C7175D6E-13CE-AF12-15F9-E85242E9C2CE}"/>
                  </a:ext>
                </a:extLst>
              </p14:cNvPr>
              <p14:cNvContentPartPr/>
              <p14:nvPr/>
            </p14:nvContentPartPr>
            <p14:xfrm>
              <a:off x="5758344" y="5701536"/>
              <a:ext cx="434880" cy="248040"/>
            </p14:xfrm>
          </p:contentPart>
        </mc:Choice>
        <mc:Fallback xmlns="">
          <p:pic>
            <p:nvPicPr>
              <p:cNvPr id="40" name="Ink 39">
                <a:extLst>
                  <a:ext uri="{FF2B5EF4-FFF2-40B4-BE49-F238E27FC236}">
                    <a16:creationId xmlns:a16="http://schemas.microsoft.com/office/drawing/2014/main" id="{C7175D6E-13CE-AF12-15F9-E85242E9C2CE}"/>
                  </a:ext>
                </a:extLst>
              </p:cNvPr>
              <p:cNvPicPr/>
              <p:nvPr/>
            </p:nvPicPr>
            <p:blipFill>
              <a:blip r:embed="rId66"/>
              <a:stretch>
                <a:fillRect/>
              </a:stretch>
            </p:blipFill>
            <p:spPr>
              <a:xfrm>
                <a:off x="5740704" y="5683536"/>
                <a:ext cx="470520" cy="283680"/>
              </a:xfrm>
              <a:prstGeom prst="rect">
                <a:avLst/>
              </a:prstGeom>
            </p:spPr>
          </p:pic>
        </mc:Fallback>
      </mc:AlternateContent>
      <p:grpSp>
        <p:nvGrpSpPr>
          <p:cNvPr id="86" name="Group 85">
            <a:extLst>
              <a:ext uri="{FF2B5EF4-FFF2-40B4-BE49-F238E27FC236}">
                <a16:creationId xmlns:a16="http://schemas.microsoft.com/office/drawing/2014/main" id="{3AE20742-E8D2-BDF7-2087-D2BF2430048C}"/>
              </a:ext>
            </a:extLst>
          </p:cNvPr>
          <p:cNvGrpSpPr/>
          <p:nvPr/>
        </p:nvGrpSpPr>
        <p:grpSpPr>
          <a:xfrm>
            <a:off x="204624" y="4392936"/>
            <a:ext cx="3162240" cy="2008440"/>
            <a:chOff x="204624" y="4392936"/>
            <a:chExt cx="3162240" cy="2008440"/>
          </a:xfrm>
        </p:grpSpPr>
        <mc:AlternateContent xmlns:mc="http://schemas.openxmlformats.org/markup-compatibility/2006" xmlns:p14="http://schemas.microsoft.com/office/powerpoint/2010/main">
          <mc:Choice Requires="p14">
            <p:contentPart p14:bwMode="auto" r:id="rId67">
              <p14:nvContentPartPr>
                <p14:cNvPr id="41" name="Ink 40">
                  <a:extLst>
                    <a:ext uri="{FF2B5EF4-FFF2-40B4-BE49-F238E27FC236}">
                      <a16:creationId xmlns:a16="http://schemas.microsoft.com/office/drawing/2014/main" id="{F8E2910E-7495-1318-68EF-AC1D42633A6B}"/>
                    </a:ext>
                  </a:extLst>
                </p14:cNvPr>
                <p14:cNvContentPartPr/>
                <p14:nvPr/>
              </p14:nvContentPartPr>
              <p14:xfrm>
                <a:off x="269064" y="4614696"/>
                <a:ext cx="196200" cy="256680"/>
              </p14:xfrm>
            </p:contentPart>
          </mc:Choice>
          <mc:Fallback xmlns="">
            <p:pic>
              <p:nvPicPr>
                <p:cNvPr id="41" name="Ink 40">
                  <a:extLst>
                    <a:ext uri="{FF2B5EF4-FFF2-40B4-BE49-F238E27FC236}">
                      <a16:creationId xmlns:a16="http://schemas.microsoft.com/office/drawing/2014/main" id="{F8E2910E-7495-1318-68EF-AC1D42633A6B}"/>
                    </a:ext>
                  </a:extLst>
                </p:cNvPr>
                <p:cNvPicPr/>
                <p:nvPr/>
              </p:nvPicPr>
              <p:blipFill>
                <a:blip r:embed="rId68"/>
                <a:stretch>
                  <a:fillRect/>
                </a:stretch>
              </p:blipFill>
              <p:spPr>
                <a:xfrm>
                  <a:off x="251424" y="4597056"/>
                  <a:ext cx="23184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2" name="Ink 41">
                  <a:extLst>
                    <a:ext uri="{FF2B5EF4-FFF2-40B4-BE49-F238E27FC236}">
                      <a16:creationId xmlns:a16="http://schemas.microsoft.com/office/drawing/2014/main" id="{290E5B5F-1DB0-9E41-5CA6-2A9EE38FA847}"/>
                    </a:ext>
                  </a:extLst>
                </p14:cNvPr>
                <p14:cNvContentPartPr/>
                <p14:nvPr/>
              </p14:nvContentPartPr>
              <p14:xfrm>
                <a:off x="549864" y="4650336"/>
                <a:ext cx="94680" cy="104760"/>
              </p14:xfrm>
            </p:contentPart>
          </mc:Choice>
          <mc:Fallback xmlns="">
            <p:pic>
              <p:nvPicPr>
                <p:cNvPr id="42" name="Ink 41">
                  <a:extLst>
                    <a:ext uri="{FF2B5EF4-FFF2-40B4-BE49-F238E27FC236}">
                      <a16:creationId xmlns:a16="http://schemas.microsoft.com/office/drawing/2014/main" id="{290E5B5F-1DB0-9E41-5CA6-2A9EE38FA847}"/>
                    </a:ext>
                  </a:extLst>
                </p:cNvPr>
                <p:cNvPicPr/>
                <p:nvPr/>
              </p:nvPicPr>
              <p:blipFill>
                <a:blip r:embed="rId70"/>
                <a:stretch>
                  <a:fillRect/>
                </a:stretch>
              </p:blipFill>
              <p:spPr>
                <a:xfrm>
                  <a:off x="532224" y="4632696"/>
                  <a:ext cx="130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F2BB51B1-4164-68EF-38D4-C71BBA362F7A}"/>
                    </a:ext>
                  </a:extLst>
                </p14:cNvPr>
                <p14:cNvContentPartPr/>
                <p14:nvPr/>
              </p14:nvContentPartPr>
              <p14:xfrm>
                <a:off x="694224" y="4483656"/>
                <a:ext cx="381600" cy="224280"/>
              </p14:xfrm>
            </p:contentPart>
          </mc:Choice>
          <mc:Fallback xmlns="">
            <p:pic>
              <p:nvPicPr>
                <p:cNvPr id="43" name="Ink 42">
                  <a:extLst>
                    <a:ext uri="{FF2B5EF4-FFF2-40B4-BE49-F238E27FC236}">
                      <a16:creationId xmlns:a16="http://schemas.microsoft.com/office/drawing/2014/main" id="{F2BB51B1-4164-68EF-38D4-C71BBA362F7A}"/>
                    </a:ext>
                  </a:extLst>
                </p:cNvPr>
                <p:cNvPicPr/>
                <p:nvPr/>
              </p:nvPicPr>
              <p:blipFill>
                <a:blip r:embed="rId72"/>
                <a:stretch>
                  <a:fillRect/>
                </a:stretch>
              </p:blipFill>
              <p:spPr>
                <a:xfrm>
                  <a:off x="676224" y="4465656"/>
                  <a:ext cx="4172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23D32F61-23E8-DE13-03FD-58F004AE0260}"/>
                    </a:ext>
                  </a:extLst>
                </p14:cNvPr>
                <p14:cNvContentPartPr/>
                <p14:nvPr/>
              </p14:nvContentPartPr>
              <p14:xfrm>
                <a:off x="772344" y="4507776"/>
                <a:ext cx="182880" cy="64440"/>
              </p14:xfrm>
            </p:contentPart>
          </mc:Choice>
          <mc:Fallback xmlns="">
            <p:pic>
              <p:nvPicPr>
                <p:cNvPr id="44" name="Ink 43">
                  <a:extLst>
                    <a:ext uri="{FF2B5EF4-FFF2-40B4-BE49-F238E27FC236}">
                      <a16:creationId xmlns:a16="http://schemas.microsoft.com/office/drawing/2014/main" id="{23D32F61-23E8-DE13-03FD-58F004AE0260}"/>
                    </a:ext>
                  </a:extLst>
                </p:cNvPr>
                <p:cNvPicPr/>
                <p:nvPr/>
              </p:nvPicPr>
              <p:blipFill>
                <a:blip r:embed="rId74"/>
                <a:stretch>
                  <a:fillRect/>
                </a:stretch>
              </p:blipFill>
              <p:spPr>
                <a:xfrm>
                  <a:off x="754344" y="4489776"/>
                  <a:ext cx="21852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5" name="Ink 44">
                  <a:extLst>
                    <a:ext uri="{FF2B5EF4-FFF2-40B4-BE49-F238E27FC236}">
                      <a16:creationId xmlns:a16="http://schemas.microsoft.com/office/drawing/2014/main" id="{64B95011-5D8D-BDC6-4E80-AE4A68E4CE74}"/>
                    </a:ext>
                  </a:extLst>
                </p14:cNvPr>
                <p14:cNvContentPartPr/>
                <p14:nvPr/>
              </p14:nvContentPartPr>
              <p14:xfrm>
                <a:off x="1135584" y="4392936"/>
                <a:ext cx="3240" cy="11160"/>
              </p14:xfrm>
            </p:contentPart>
          </mc:Choice>
          <mc:Fallback xmlns="">
            <p:pic>
              <p:nvPicPr>
                <p:cNvPr id="45" name="Ink 44">
                  <a:extLst>
                    <a:ext uri="{FF2B5EF4-FFF2-40B4-BE49-F238E27FC236}">
                      <a16:creationId xmlns:a16="http://schemas.microsoft.com/office/drawing/2014/main" id="{64B95011-5D8D-BDC6-4E80-AE4A68E4CE74}"/>
                    </a:ext>
                  </a:extLst>
                </p:cNvPr>
                <p:cNvPicPr/>
                <p:nvPr/>
              </p:nvPicPr>
              <p:blipFill>
                <a:blip r:embed="rId76"/>
                <a:stretch>
                  <a:fillRect/>
                </a:stretch>
              </p:blipFill>
              <p:spPr>
                <a:xfrm>
                  <a:off x="1117584" y="4375296"/>
                  <a:ext cx="3888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6" name="Ink 45">
                  <a:extLst>
                    <a:ext uri="{FF2B5EF4-FFF2-40B4-BE49-F238E27FC236}">
                      <a16:creationId xmlns:a16="http://schemas.microsoft.com/office/drawing/2014/main" id="{CD4CF3F2-C355-5032-B2E1-05B869812F35}"/>
                    </a:ext>
                  </a:extLst>
                </p14:cNvPr>
                <p14:cNvContentPartPr/>
                <p14:nvPr/>
              </p14:nvContentPartPr>
              <p14:xfrm>
                <a:off x="1287504" y="4526136"/>
                <a:ext cx="5400" cy="14760"/>
              </p14:xfrm>
            </p:contentPart>
          </mc:Choice>
          <mc:Fallback xmlns="">
            <p:pic>
              <p:nvPicPr>
                <p:cNvPr id="46" name="Ink 45">
                  <a:extLst>
                    <a:ext uri="{FF2B5EF4-FFF2-40B4-BE49-F238E27FC236}">
                      <a16:creationId xmlns:a16="http://schemas.microsoft.com/office/drawing/2014/main" id="{CD4CF3F2-C355-5032-B2E1-05B869812F35}"/>
                    </a:ext>
                  </a:extLst>
                </p:cNvPr>
                <p:cNvPicPr/>
                <p:nvPr/>
              </p:nvPicPr>
              <p:blipFill>
                <a:blip r:embed="rId78"/>
                <a:stretch>
                  <a:fillRect/>
                </a:stretch>
              </p:blipFill>
              <p:spPr>
                <a:xfrm>
                  <a:off x="1269864" y="4508496"/>
                  <a:ext cx="4104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7" name="Ink 46">
                  <a:extLst>
                    <a:ext uri="{FF2B5EF4-FFF2-40B4-BE49-F238E27FC236}">
                      <a16:creationId xmlns:a16="http://schemas.microsoft.com/office/drawing/2014/main" id="{CFED83D2-DBA0-9121-62C2-136F96BFB9F2}"/>
                    </a:ext>
                  </a:extLst>
                </p14:cNvPr>
                <p14:cNvContentPartPr/>
                <p14:nvPr/>
              </p14:nvContentPartPr>
              <p14:xfrm>
                <a:off x="485424" y="4756536"/>
                <a:ext cx="826200" cy="282960"/>
              </p14:xfrm>
            </p:contentPart>
          </mc:Choice>
          <mc:Fallback xmlns="">
            <p:pic>
              <p:nvPicPr>
                <p:cNvPr id="47" name="Ink 46">
                  <a:extLst>
                    <a:ext uri="{FF2B5EF4-FFF2-40B4-BE49-F238E27FC236}">
                      <a16:creationId xmlns:a16="http://schemas.microsoft.com/office/drawing/2014/main" id="{CFED83D2-DBA0-9121-62C2-136F96BFB9F2}"/>
                    </a:ext>
                  </a:extLst>
                </p:cNvPr>
                <p:cNvPicPr/>
                <p:nvPr/>
              </p:nvPicPr>
              <p:blipFill>
                <a:blip r:embed="rId80"/>
                <a:stretch>
                  <a:fillRect/>
                </a:stretch>
              </p:blipFill>
              <p:spPr>
                <a:xfrm>
                  <a:off x="467784" y="4738536"/>
                  <a:ext cx="86184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8" name="Ink 47">
                  <a:extLst>
                    <a:ext uri="{FF2B5EF4-FFF2-40B4-BE49-F238E27FC236}">
                      <a16:creationId xmlns:a16="http://schemas.microsoft.com/office/drawing/2014/main" id="{11433502-1098-2657-D866-0A447CAD55C3}"/>
                    </a:ext>
                  </a:extLst>
                </p14:cNvPr>
                <p14:cNvContentPartPr/>
                <p14:nvPr/>
              </p14:nvContentPartPr>
              <p14:xfrm>
                <a:off x="204624" y="5294736"/>
                <a:ext cx="288000" cy="196560"/>
              </p14:xfrm>
            </p:contentPart>
          </mc:Choice>
          <mc:Fallback xmlns="">
            <p:pic>
              <p:nvPicPr>
                <p:cNvPr id="48" name="Ink 47">
                  <a:extLst>
                    <a:ext uri="{FF2B5EF4-FFF2-40B4-BE49-F238E27FC236}">
                      <a16:creationId xmlns:a16="http://schemas.microsoft.com/office/drawing/2014/main" id="{11433502-1098-2657-D866-0A447CAD55C3}"/>
                    </a:ext>
                  </a:extLst>
                </p:cNvPr>
                <p:cNvPicPr/>
                <p:nvPr/>
              </p:nvPicPr>
              <p:blipFill>
                <a:blip r:embed="rId82"/>
                <a:stretch>
                  <a:fillRect/>
                </a:stretch>
              </p:blipFill>
              <p:spPr>
                <a:xfrm>
                  <a:off x="186984" y="5277096"/>
                  <a:ext cx="32364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9" name="Ink 48">
                  <a:extLst>
                    <a:ext uri="{FF2B5EF4-FFF2-40B4-BE49-F238E27FC236}">
                      <a16:creationId xmlns:a16="http://schemas.microsoft.com/office/drawing/2014/main" id="{C10545F3-2275-C2FC-C867-918CCED65269}"/>
                    </a:ext>
                  </a:extLst>
                </p14:cNvPr>
                <p14:cNvContentPartPr/>
                <p14:nvPr/>
              </p14:nvContentPartPr>
              <p14:xfrm>
                <a:off x="501984" y="5231016"/>
                <a:ext cx="180720" cy="151200"/>
              </p14:xfrm>
            </p:contentPart>
          </mc:Choice>
          <mc:Fallback xmlns="">
            <p:pic>
              <p:nvPicPr>
                <p:cNvPr id="49" name="Ink 48">
                  <a:extLst>
                    <a:ext uri="{FF2B5EF4-FFF2-40B4-BE49-F238E27FC236}">
                      <a16:creationId xmlns:a16="http://schemas.microsoft.com/office/drawing/2014/main" id="{C10545F3-2275-C2FC-C867-918CCED65269}"/>
                    </a:ext>
                  </a:extLst>
                </p:cNvPr>
                <p:cNvPicPr/>
                <p:nvPr/>
              </p:nvPicPr>
              <p:blipFill>
                <a:blip r:embed="rId84"/>
                <a:stretch>
                  <a:fillRect/>
                </a:stretch>
              </p:blipFill>
              <p:spPr>
                <a:xfrm>
                  <a:off x="484344" y="5213376"/>
                  <a:ext cx="21636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0" name="Ink 49">
                  <a:extLst>
                    <a:ext uri="{FF2B5EF4-FFF2-40B4-BE49-F238E27FC236}">
                      <a16:creationId xmlns:a16="http://schemas.microsoft.com/office/drawing/2014/main" id="{7BA51088-D7D5-9438-FF52-1805FC0D0FF9}"/>
                    </a:ext>
                  </a:extLst>
                </p14:cNvPr>
                <p14:cNvContentPartPr/>
                <p14:nvPr/>
              </p14:nvContentPartPr>
              <p14:xfrm>
                <a:off x="759744" y="5205816"/>
                <a:ext cx="233280" cy="92520"/>
              </p14:xfrm>
            </p:contentPart>
          </mc:Choice>
          <mc:Fallback xmlns="">
            <p:pic>
              <p:nvPicPr>
                <p:cNvPr id="50" name="Ink 49">
                  <a:extLst>
                    <a:ext uri="{FF2B5EF4-FFF2-40B4-BE49-F238E27FC236}">
                      <a16:creationId xmlns:a16="http://schemas.microsoft.com/office/drawing/2014/main" id="{7BA51088-D7D5-9438-FF52-1805FC0D0FF9}"/>
                    </a:ext>
                  </a:extLst>
                </p:cNvPr>
                <p:cNvPicPr/>
                <p:nvPr/>
              </p:nvPicPr>
              <p:blipFill>
                <a:blip r:embed="rId86"/>
                <a:stretch>
                  <a:fillRect/>
                </a:stretch>
              </p:blipFill>
              <p:spPr>
                <a:xfrm>
                  <a:off x="741744" y="5187816"/>
                  <a:ext cx="2689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1" name="Ink 50">
                  <a:extLst>
                    <a:ext uri="{FF2B5EF4-FFF2-40B4-BE49-F238E27FC236}">
                      <a16:creationId xmlns:a16="http://schemas.microsoft.com/office/drawing/2014/main" id="{BF48F0E7-16F7-8FE2-6B1C-3DA456A0CA86}"/>
                    </a:ext>
                  </a:extLst>
                </p14:cNvPr>
                <p14:cNvContentPartPr/>
                <p14:nvPr/>
              </p14:nvContentPartPr>
              <p14:xfrm>
                <a:off x="1039824" y="5098896"/>
                <a:ext cx="183960" cy="128520"/>
              </p14:xfrm>
            </p:contentPart>
          </mc:Choice>
          <mc:Fallback xmlns="">
            <p:pic>
              <p:nvPicPr>
                <p:cNvPr id="51" name="Ink 50">
                  <a:extLst>
                    <a:ext uri="{FF2B5EF4-FFF2-40B4-BE49-F238E27FC236}">
                      <a16:creationId xmlns:a16="http://schemas.microsoft.com/office/drawing/2014/main" id="{BF48F0E7-16F7-8FE2-6B1C-3DA456A0CA86}"/>
                    </a:ext>
                  </a:extLst>
                </p:cNvPr>
                <p:cNvPicPr/>
                <p:nvPr/>
              </p:nvPicPr>
              <p:blipFill>
                <a:blip r:embed="rId88"/>
                <a:stretch>
                  <a:fillRect/>
                </a:stretch>
              </p:blipFill>
              <p:spPr>
                <a:xfrm>
                  <a:off x="1021824" y="5080896"/>
                  <a:ext cx="2196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2" name="Ink 51">
                  <a:extLst>
                    <a:ext uri="{FF2B5EF4-FFF2-40B4-BE49-F238E27FC236}">
                      <a16:creationId xmlns:a16="http://schemas.microsoft.com/office/drawing/2014/main" id="{72727C60-9003-8D27-9D70-4093F77BCC79}"/>
                    </a:ext>
                  </a:extLst>
                </p14:cNvPr>
                <p14:cNvContentPartPr/>
                <p14:nvPr/>
              </p14:nvContentPartPr>
              <p14:xfrm>
                <a:off x="1141344" y="4942296"/>
                <a:ext cx="255240" cy="208440"/>
              </p14:xfrm>
            </p:contentPart>
          </mc:Choice>
          <mc:Fallback xmlns="">
            <p:pic>
              <p:nvPicPr>
                <p:cNvPr id="52" name="Ink 51">
                  <a:extLst>
                    <a:ext uri="{FF2B5EF4-FFF2-40B4-BE49-F238E27FC236}">
                      <a16:creationId xmlns:a16="http://schemas.microsoft.com/office/drawing/2014/main" id="{72727C60-9003-8D27-9D70-4093F77BCC79}"/>
                    </a:ext>
                  </a:extLst>
                </p:cNvPr>
                <p:cNvPicPr/>
                <p:nvPr/>
              </p:nvPicPr>
              <p:blipFill>
                <a:blip r:embed="rId90"/>
                <a:stretch>
                  <a:fillRect/>
                </a:stretch>
              </p:blipFill>
              <p:spPr>
                <a:xfrm>
                  <a:off x="1123344" y="4924656"/>
                  <a:ext cx="2908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3" name="Ink 52">
                  <a:extLst>
                    <a:ext uri="{FF2B5EF4-FFF2-40B4-BE49-F238E27FC236}">
                      <a16:creationId xmlns:a16="http://schemas.microsoft.com/office/drawing/2014/main" id="{F9DE27AC-4581-62F8-2D4A-6349DC27CB42}"/>
                    </a:ext>
                  </a:extLst>
                </p14:cNvPr>
                <p14:cNvContentPartPr/>
                <p14:nvPr/>
              </p14:nvContentPartPr>
              <p14:xfrm>
                <a:off x="1362024" y="4987296"/>
                <a:ext cx="262800" cy="92160"/>
              </p14:xfrm>
            </p:contentPart>
          </mc:Choice>
          <mc:Fallback xmlns="">
            <p:pic>
              <p:nvPicPr>
                <p:cNvPr id="53" name="Ink 52">
                  <a:extLst>
                    <a:ext uri="{FF2B5EF4-FFF2-40B4-BE49-F238E27FC236}">
                      <a16:creationId xmlns:a16="http://schemas.microsoft.com/office/drawing/2014/main" id="{F9DE27AC-4581-62F8-2D4A-6349DC27CB42}"/>
                    </a:ext>
                  </a:extLst>
                </p:cNvPr>
                <p:cNvPicPr/>
                <p:nvPr/>
              </p:nvPicPr>
              <p:blipFill>
                <a:blip r:embed="rId92"/>
                <a:stretch>
                  <a:fillRect/>
                </a:stretch>
              </p:blipFill>
              <p:spPr>
                <a:xfrm>
                  <a:off x="1344024" y="4969656"/>
                  <a:ext cx="29844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4" name="Ink 53">
                  <a:extLst>
                    <a:ext uri="{FF2B5EF4-FFF2-40B4-BE49-F238E27FC236}">
                      <a16:creationId xmlns:a16="http://schemas.microsoft.com/office/drawing/2014/main" id="{B1BC78C6-820A-0CDD-F37E-3EBC16BEC2E7}"/>
                    </a:ext>
                  </a:extLst>
                </p14:cNvPr>
                <p14:cNvContentPartPr/>
                <p14:nvPr/>
              </p14:nvContentPartPr>
              <p14:xfrm>
                <a:off x="1886904" y="4796136"/>
                <a:ext cx="302040" cy="309240"/>
              </p14:xfrm>
            </p:contentPart>
          </mc:Choice>
          <mc:Fallback xmlns="">
            <p:pic>
              <p:nvPicPr>
                <p:cNvPr id="54" name="Ink 53">
                  <a:extLst>
                    <a:ext uri="{FF2B5EF4-FFF2-40B4-BE49-F238E27FC236}">
                      <a16:creationId xmlns:a16="http://schemas.microsoft.com/office/drawing/2014/main" id="{B1BC78C6-820A-0CDD-F37E-3EBC16BEC2E7}"/>
                    </a:ext>
                  </a:extLst>
                </p:cNvPr>
                <p:cNvPicPr/>
                <p:nvPr/>
              </p:nvPicPr>
              <p:blipFill>
                <a:blip r:embed="rId94"/>
                <a:stretch>
                  <a:fillRect/>
                </a:stretch>
              </p:blipFill>
              <p:spPr>
                <a:xfrm>
                  <a:off x="1869264" y="4778496"/>
                  <a:ext cx="33768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Ink 54">
                  <a:extLst>
                    <a:ext uri="{FF2B5EF4-FFF2-40B4-BE49-F238E27FC236}">
                      <a16:creationId xmlns:a16="http://schemas.microsoft.com/office/drawing/2014/main" id="{A61B3B74-E309-0C41-C0E0-6F87E732719A}"/>
                    </a:ext>
                  </a:extLst>
                </p14:cNvPr>
                <p14:cNvContentPartPr/>
                <p14:nvPr/>
              </p14:nvContentPartPr>
              <p14:xfrm>
                <a:off x="2117304" y="4747536"/>
                <a:ext cx="180720" cy="94320"/>
              </p14:xfrm>
            </p:contentPart>
          </mc:Choice>
          <mc:Fallback xmlns="">
            <p:pic>
              <p:nvPicPr>
                <p:cNvPr id="55" name="Ink 54">
                  <a:extLst>
                    <a:ext uri="{FF2B5EF4-FFF2-40B4-BE49-F238E27FC236}">
                      <a16:creationId xmlns:a16="http://schemas.microsoft.com/office/drawing/2014/main" id="{A61B3B74-E309-0C41-C0E0-6F87E732719A}"/>
                    </a:ext>
                  </a:extLst>
                </p:cNvPr>
                <p:cNvPicPr/>
                <p:nvPr/>
              </p:nvPicPr>
              <p:blipFill>
                <a:blip r:embed="rId96"/>
                <a:stretch>
                  <a:fillRect/>
                </a:stretch>
              </p:blipFill>
              <p:spPr>
                <a:xfrm>
                  <a:off x="2099304" y="4729896"/>
                  <a:ext cx="21636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6" name="Ink 55">
                  <a:extLst>
                    <a:ext uri="{FF2B5EF4-FFF2-40B4-BE49-F238E27FC236}">
                      <a16:creationId xmlns:a16="http://schemas.microsoft.com/office/drawing/2014/main" id="{5B30EA95-74A1-6957-AD73-096D43B1125C}"/>
                    </a:ext>
                  </a:extLst>
                </p14:cNvPr>
                <p14:cNvContentPartPr/>
                <p14:nvPr/>
              </p14:nvContentPartPr>
              <p14:xfrm>
                <a:off x="2259144" y="4593096"/>
                <a:ext cx="180720" cy="140760"/>
              </p14:xfrm>
            </p:contentPart>
          </mc:Choice>
          <mc:Fallback xmlns="">
            <p:pic>
              <p:nvPicPr>
                <p:cNvPr id="56" name="Ink 55">
                  <a:extLst>
                    <a:ext uri="{FF2B5EF4-FFF2-40B4-BE49-F238E27FC236}">
                      <a16:creationId xmlns:a16="http://schemas.microsoft.com/office/drawing/2014/main" id="{5B30EA95-74A1-6957-AD73-096D43B1125C}"/>
                    </a:ext>
                  </a:extLst>
                </p:cNvPr>
                <p:cNvPicPr/>
                <p:nvPr/>
              </p:nvPicPr>
              <p:blipFill>
                <a:blip r:embed="rId98"/>
                <a:stretch>
                  <a:fillRect/>
                </a:stretch>
              </p:blipFill>
              <p:spPr>
                <a:xfrm>
                  <a:off x="2241504" y="4575096"/>
                  <a:ext cx="2163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7" name="Ink 56">
                  <a:extLst>
                    <a:ext uri="{FF2B5EF4-FFF2-40B4-BE49-F238E27FC236}">
                      <a16:creationId xmlns:a16="http://schemas.microsoft.com/office/drawing/2014/main" id="{5AB3D3D2-52DA-86AC-DB37-8377171D1A3D}"/>
                    </a:ext>
                  </a:extLst>
                </p14:cNvPr>
                <p14:cNvContentPartPr/>
                <p14:nvPr/>
              </p14:nvContentPartPr>
              <p14:xfrm>
                <a:off x="2538144" y="4593096"/>
                <a:ext cx="223920" cy="66960"/>
              </p14:xfrm>
            </p:contentPart>
          </mc:Choice>
          <mc:Fallback xmlns="">
            <p:pic>
              <p:nvPicPr>
                <p:cNvPr id="57" name="Ink 56">
                  <a:extLst>
                    <a:ext uri="{FF2B5EF4-FFF2-40B4-BE49-F238E27FC236}">
                      <a16:creationId xmlns:a16="http://schemas.microsoft.com/office/drawing/2014/main" id="{5AB3D3D2-52DA-86AC-DB37-8377171D1A3D}"/>
                    </a:ext>
                  </a:extLst>
                </p:cNvPr>
                <p:cNvPicPr/>
                <p:nvPr/>
              </p:nvPicPr>
              <p:blipFill>
                <a:blip r:embed="rId100"/>
                <a:stretch>
                  <a:fillRect/>
                </a:stretch>
              </p:blipFill>
              <p:spPr>
                <a:xfrm>
                  <a:off x="2520504" y="4575096"/>
                  <a:ext cx="2595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9" name="Ink 58">
                  <a:extLst>
                    <a:ext uri="{FF2B5EF4-FFF2-40B4-BE49-F238E27FC236}">
                      <a16:creationId xmlns:a16="http://schemas.microsoft.com/office/drawing/2014/main" id="{05AF5677-EAC3-1B37-4E3B-4BBBD844FA37}"/>
                    </a:ext>
                  </a:extLst>
                </p14:cNvPr>
                <p14:cNvContentPartPr/>
                <p14:nvPr/>
              </p14:nvContentPartPr>
              <p14:xfrm>
                <a:off x="337464" y="5772456"/>
                <a:ext cx="180000" cy="162000"/>
              </p14:xfrm>
            </p:contentPart>
          </mc:Choice>
          <mc:Fallback xmlns="">
            <p:pic>
              <p:nvPicPr>
                <p:cNvPr id="59" name="Ink 58">
                  <a:extLst>
                    <a:ext uri="{FF2B5EF4-FFF2-40B4-BE49-F238E27FC236}">
                      <a16:creationId xmlns:a16="http://schemas.microsoft.com/office/drawing/2014/main" id="{05AF5677-EAC3-1B37-4E3B-4BBBD844FA37}"/>
                    </a:ext>
                  </a:extLst>
                </p:cNvPr>
                <p:cNvPicPr/>
                <p:nvPr/>
              </p:nvPicPr>
              <p:blipFill>
                <a:blip r:embed="rId102"/>
                <a:stretch>
                  <a:fillRect/>
                </a:stretch>
              </p:blipFill>
              <p:spPr>
                <a:xfrm>
                  <a:off x="319824" y="5754816"/>
                  <a:ext cx="21564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Ink 59">
                  <a:extLst>
                    <a:ext uri="{FF2B5EF4-FFF2-40B4-BE49-F238E27FC236}">
                      <a16:creationId xmlns:a16="http://schemas.microsoft.com/office/drawing/2014/main" id="{398A9843-1AF5-0786-C602-E6D2337CD391}"/>
                    </a:ext>
                  </a:extLst>
                </p14:cNvPr>
                <p14:cNvContentPartPr/>
                <p14:nvPr/>
              </p14:nvContentPartPr>
              <p14:xfrm>
                <a:off x="516384" y="5740056"/>
                <a:ext cx="148680" cy="112320"/>
              </p14:xfrm>
            </p:contentPart>
          </mc:Choice>
          <mc:Fallback xmlns="">
            <p:pic>
              <p:nvPicPr>
                <p:cNvPr id="60" name="Ink 59">
                  <a:extLst>
                    <a:ext uri="{FF2B5EF4-FFF2-40B4-BE49-F238E27FC236}">
                      <a16:creationId xmlns:a16="http://schemas.microsoft.com/office/drawing/2014/main" id="{398A9843-1AF5-0786-C602-E6D2337CD391}"/>
                    </a:ext>
                  </a:extLst>
                </p:cNvPr>
                <p:cNvPicPr/>
                <p:nvPr/>
              </p:nvPicPr>
              <p:blipFill>
                <a:blip r:embed="rId104"/>
                <a:stretch>
                  <a:fillRect/>
                </a:stretch>
              </p:blipFill>
              <p:spPr>
                <a:xfrm>
                  <a:off x="498384" y="5722056"/>
                  <a:ext cx="18432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Ink 60">
                  <a:extLst>
                    <a:ext uri="{FF2B5EF4-FFF2-40B4-BE49-F238E27FC236}">
                      <a16:creationId xmlns:a16="http://schemas.microsoft.com/office/drawing/2014/main" id="{4C86EB58-A23E-B99F-6FD7-DE076D3B30DB}"/>
                    </a:ext>
                  </a:extLst>
                </p14:cNvPr>
                <p14:cNvContentPartPr/>
                <p14:nvPr/>
              </p14:nvContentPartPr>
              <p14:xfrm>
                <a:off x="681264" y="5687496"/>
                <a:ext cx="212040" cy="108360"/>
              </p14:xfrm>
            </p:contentPart>
          </mc:Choice>
          <mc:Fallback xmlns="">
            <p:pic>
              <p:nvPicPr>
                <p:cNvPr id="61" name="Ink 60">
                  <a:extLst>
                    <a:ext uri="{FF2B5EF4-FFF2-40B4-BE49-F238E27FC236}">
                      <a16:creationId xmlns:a16="http://schemas.microsoft.com/office/drawing/2014/main" id="{4C86EB58-A23E-B99F-6FD7-DE076D3B30DB}"/>
                    </a:ext>
                  </a:extLst>
                </p:cNvPr>
                <p:cNvPicPr/>
                <p:nvPr/>
              </p:nvPicPr>
              <p:blipFill>
                <a:blip r:embed="rId106"/>
                <a:stretch>
                  <a:fillRect/>
                </a:stretch>
              </p:blipFill>
              <p:spPr>
                <a:xfrm>
                  <a:off x="663264" y="5669496"/>
                  <a:ext cx="24768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Ink 61">
                  <a:extLst>
                    <a:ext uri="{FF2B5EF4-FFF2-40B4-BE49-F238E27FC236}">
                      <a16:creationId xmlns:a16="http://schemas.microsoft.com/office/drawing/2014/main" id="{C667209A-4A1A-71D1-FC74-6B775E0EED83}"/>
                    </a:ext>
                  </a:extLst>
                </p14:cNvPr>
                <p14:cNvContentPartPr/>
                <p14:nvPr/>
              </p14:nvContentPartPr>
              <p14:xfrm>
                <a:off x="835704" y="5486256"/>
                <a:ext cx="231120" cy="161280"/>
              </p14:xfrm>
            </p:contentPart>
          </mc:Choice>
          <mc:Fallback xmlns="">
            <p:pic>
              <p:nvPicPr>
                <p:cNvPr id="62" name="Ink 61">
                  <a:extLst>
                    <a:ext uri="{FF2B5EF4-FFF2-40B4-BE49-F238E27FC236}">
                      <a16:creationId xmlns:a16="http://schemas.microsoft.com/office/drawing/2014/main" id="{C667209A-4A1A-71D1-FC74-6B775E0EED83}"/>
                    </a:ext>
                  </a:extLst>
                </p:cNvPr>
                <p:cNvPicPr/>
                <p:nvPr/>
              </p:nvPicPr>
              <p:blipFill>
                <a:blip r:embed="rId108"/>
                <a:stretch>
                  <a:fillRect/>
                </a:stretch>
              </p:blipFill>
              <p:spPr>
                <a:xfrm>
                  <a:off x="817704" y="5468616"/>
                  <a:ext cx="26676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3" name="Ink 62">
                  <a:extLst>
                    <a:ext uri="{FF2B5EF4-FFF2-40B4-BE49-F238E27FC236}">
                      <a16:creationId xmlns:a16="http://schemas.microsoft.com/office/drawing/2014/main" id="{E250DD19-49B4-C2A6-A787-A719A3BDF07F}"/>
                    </a:ext>
                  </a:extLst>
                </p14:cNvPr>
                <p14:cNvContentPartPr/>
                <p14:nvPr/>
              </p14:nvContentPartPr>
              <p14:xfrm>
                <a:off x="901224" y="5560056"/>
                <a:ext cx="65880" cy="44280"/>
              </p14:xfrm>
            </p:contentPart>
          </mc:Choice>
          <mc:Fallback xmlns="">
            <p:pic>
              <p:nvPicPr>
                <p:cNvPr id="63" name="Ink 62">
                  <a:extLst>
                    <a:ext uri="{FF2B5EF4-FFF2-40B4-BE49-F238E27FC236}">
                      <a16:creationId xmlns:a16="http://schemas.microsoft.com/office/drawing/2014/main" id="{E250DD19-49B4-C2A6-A787-A719A3BDF07F}"/>
                    </a:ext>
                  </a:extLst>
                </p:cNvPr>
                <p:cNvPicPr/>
                <p:nvPr/>
              </p:nvPicPr>
              <p:blipFill>
                <a:blip r:embed="rId110"/>
                <a:stretch>
                  <a:fillRect/>
                </a:stretch>
              </p:blipFill>
              <p:spPr>
                <a:xfrm>
                  <a:off x="883584" y="5542416"/>
                  <a:ext cx="101520" cy="799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64" name="Ink 63">
                  <a:extLst>
                    <a:ext uri="{FF2B5EF4-FFF2-40B4-BE49-F238E27FC236}">
                      <a16:creationId xmlns:a16="http://schemas.microsoft.com/office/drawing/2014/main" id="{F434C356-E378-B339-0153-115106A40281}"/>
                    </a:ext>
                  </a:extLst>
                </p14:cNvPr>
                <p14:cNvContentPartPr/>
                <p14:nvPr/>
              </p14:nvContentPartPr>
              <p14:xfrm>
                <a:off x="1061784" y="5428656"/>
                <a:ext cx="364320" cy="194760"/>
              </p14:xfrm>
            </p:contentPart>
          </mc:Choice>
          <mc:Fallback xmlns="">
            <p:pic>
              <p:nvPicPr>
                <p:cNvPr id="64" name="Ink 63">
                  <a:extLst>
                    <a:ext uri="{FF2B5EF4-FFF2-40B4-BE49-F238E27FC236}">
                      <a16:creationId xmlns:a16="http://schemas.microsoft.com/office/drawing/2014/main" id="{F434C356-E378-B339-0153-115106A40281}"/>
                    </a:ext>
                  </a:extLst>
                </p:cNvPr>
                <p:cNvPicPr/>
                <p:nvPr/>
              </p:nvPicPr>
              <p:blipFill>
                <a:blip r:embed="rId112"/>
                <a:stretch>
                  <a:fillRect/>
                </a:stretch>
              </p:blipFill>
              <p:spPr>
                <a:xfrm>
                  <a:off x="1044144" y="5410656"/>
                  <a:ext cx="3999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65" name="Ink 64">
                  <a:extLst>
                    <a:ext uri="{FF2B5EF4-FFF2-40B4-BE49-F238E27FC236}">
                      <a16:creationId xmlns:a16="http://schemas.microsoft.com/office/drawing/2014/main" id="{9F0EF9BE-8C0D-1F6F-1E66-97F9E7E69211}"/>
                    </a:ext>
                  </a:extLst>
                </p14:cNvPr>
                <p14:cNvContentPartPr/>
                <p14:nvPr/>
              </p14:nvContentPartPr>
              <p14:xfrm>
                <a:off x="1440144" y="5280336"/>
                <a:ext cx="361080" cy="161280"/>
              </p14:xfrm>
            </p:contentPart>
          </mc:Choice>
          <mc:Fallback xmlns="">
            <p:pic>
              <p:nvPicPr>
                <p:cNvPr id="65" name="Ink 64">
                  <a:extLst>
                    <a:ext uri="{FF2B5EF4-FFF2-40B4-BE49-F238E27FC236}">
                      <a16:creationId xmlns:a16="http://schemas.microsoft.com/office/drawing/2014/main" id="{9F0EF9BE-8C0D-1F6F-1E66-97F9E7E69211}"/>
                    </a:ext>
                  </a:extLst>
                </p:cNvPr>
                <p:cNvPicPr/>
                <p:nvPr/>
              </p:nvPicPr>
              <p:blipFill>
                <a:blip r:embed="rId114"/>
                <a:stretch>
                  <a:fillRect/>
                </a:stretch>
              </p:blipFill>
              <p:spPr>
                <a:xfrm>
                  <a:off x="1422504" y="5262336"/>
                  <a:ext cx="396720" cy="196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66" name="Ink 65">
                  <a:extLst>
                    <a:ext uri="{FF2B5EF4-FFF2-40B4-BE49-F238E27FC236}">
                      <a16:creationId xmlns:a16="http://schemas.microsoft.com/office/drawing/2014/main" id="{5582EF26-D880-DAE1-BE77-95B589E42E25}"/>
                    </a:ext>
                  </a:extLst>
                </p14:cNvPr>
                <p14:cNvContentPartPr/>
                <p14:nvPr/>
              </p14:nvContentPartPr>
              <p14:xfrm>
                <a:off x="1715184" y="5061096"/>
                <a:ext cx="162360" cy="561600"/>
              </p14:xfrm>
            </p:contentPart>
          </mc:Choice>
          <mc:Fallback xmlns="">
            <p:pic>
              <p:nvPicPr>
                <p:cNvPr id="66" name="Ink 65">
                  <a:extLst>
                    <a:ext uri="{FF2B5EF4-FFF2-40B4-BE49-F238E27FC236}">
                      <a16:creationId xmlns:a16="http://schemas.microsoft.com/office/drawing/2014/main" id="{5582EF26-D880-DAE1-BE77-95B589E42E25}"/>
                    </a:ext>
                  </a:extLst>
                </p:cNvPr>
                <p:cNvPicPr/>
                <p:nvPr/>
              </p:nvPicPr>
              <p:blipFill>
                <a:blip r:embed="rId116"/>
                <a:stretch>
                  <a:fillRect/>
                </a:stretch>
              </p:blipFill>
              <p:spPr>
                <a:xfrm>
                  <a:off x="1697184" y="5043096"/>
                  <a:ext cx="198000" cy="5972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67" name="Ink 66">
                  <a:extLst>
                    <a:ext uri="{FF2B5EF4-FFF2-40B4-BE49-F238E27FC236}">
                      <a16:creationId xmlns:a16="http://schemas.microsoft.com/office/drawing/2014/main" id="{F24FC38E-1BE9-D59F-7140-99F842B0CC6F}"/>
                    </a:ext>
                  </a:extLst>
                </p14:cNvPr>
                <p14:cNvContentPartPr/>
                <p14:nvPr/>
              </p14:nvContentPartPr>
              <p14:xfrm>
                <a:off x="1958184" y="5263056"/>
                <a:ext cx="220680" cy="83160"/>
              </p14:xfrm>
            </p:contentPart>
          </mc:Choice>
          <mc:Fallback xmlns="">
            <p:pic>
              <p:nvPicPr>
                <p:cNvPr id="67" name="Ink 66">
                  <a:extLst>
                    <a:ext uri="{FF2B5EF4-FFF2-40B4-BE49-F238E27FC236}">
                      <a16:creationId xmlns:a16="http://schemas.microsoft.com/office/drawing/2014/main" id="{F24FC38E-1BE9-D59F-7140-99F842B0CC6F}"/>
                    </a:ext>
                  </a:extLst>
                </p:cNvPr>
                <p:cNvPicPr/>
                <p:nvPr/>
              </p:nvPicPr>
              <p:blipFill>
                <a:blip r:embed="rId118"/>
                <a:stretch>
                  <a:fillRect/>
                </a:stretch>
              </p:blipFill>
              <p:spPr>
                <a:xfrm>
                  <a:off x="1940184" y="5245416"/>
                  <a:ext cx="2563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8" name="Ink 67">
                  <a:extLst>
                    <a:ext uri="{FF2B5EF4-FFF2-40B4-BE49-F238E27FC236}">
                      <a16:creationId xmlns:a16="http://schemas.microsoft.com/office/drawing/2014/main" id="{FFA8FAE9-3359-8C56-0827-AE5B26EBC62F}"/>
                    </a:ext>
                  </a:extLst>
                </p14:cNvPr>
                <p14:cNvContentPartPr/>
                <p14:nvPr/>
              </p14:nvContentPartPr>
              <p14:xfrm>
                <a:off x="2149704" y="5075136"/>
                <a:ext cx="186480" cy="129600"/>
              </p14:xfrm>
            </p:contentPart>
          </mc:Choice>
          <mc:Fallback xmlns="">
            <p:pic>
              <p:nvPicPr>
                <p:cNvPr id="68" name="Ink 67">
                  <a:extLst>
                    <a:ext uri="{FF2B5EF4-FFF2-40B4-BE49-F238E27FC236}">
                      <a16:creationId xmlns:a16="http://schemas.microsoft.com/office/drawing/2014/main" id="{FFA8FAE9-3359-8C56-0827-AE5B26EBC62F}"/>
                    </a:ext>
                  </a:extLst>
                </p:cNvPr>
                <p:cNvPicPr/>
                <p:nvPr/>
              </p:nvPicPr>
              <p:blipFill>
                <a:blip r:embed="rId120"/>
                <a:stretch>
                  <a:fillRect/>
                </a:stretch>
              </p:blipFill>
              <p:spPr>
                <a:xfrm>
                  <a:off x="2132064" y="5057496"/>
                  <a:ext cx="2221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9" name="Ink 68">
                  <a:extLst>
                    <a:ext uri="{FF2B5EF4-FFF2-40B4-BE49-F238E27FC236}">
                      <a16:creationId xmlns:a16="http://schemas.microsoft.com/office/drawing/2014/main" id="{426C5D68-127F-AFE3-6A5C-107A7D9FE531}"/>
                    </a:ext>
                  </a:extLst>
                </p14:cNvPr>
                <p14:cNvContentPartPr/>
                <p14:nvPr/>
              </p14:nvContentPartPr>
              <p14:xfrm>
                <a:off x="2358504" y="4958856"/>
                <a:ext cx="216000" cy="237240"/>
              </p14:xfrm>
            </p:contentPart>
          </mc:Choice>
          <mc:Fallback xmlns="">
            <p:pic>
              <p:nvPicPr>
                <p:cNvPr id="69" name="Ink 68">
                  <a:extLst>
                    <a:ext uri="{FF2B5EF4-FFF2-40B4-BE49-F238E27FC236}">
                      <a16:creationId xmlns:a16="http://schemas.microsoft.com/office/drawing/2014/main" id="{426C5D68-127F-AFE3-6A5C-107A7D9FE531}"/>
                    </a:ext>
                  </a:extLst>
                </p:cNvPr>
                <p:cNvPicPr/>
                <p:nvPr/>
              </p:nvPicPr>
              <p:blipFill>
                <a:blip r:embed="rId122"/>
                <a:stretch>
                  <a:fillRect/>
                </a:stretch>
              </p:blipFill>
              <p:spPr>
                <a:xfrm>
                  <a:off x="2340504" y="4940856"/>
                  <a:ext cx="25164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70" name="Ink 69">
                  <a:extLst>
                    <a:ext uri="{FF2B5EF4-FFF2-40B4-BE49-F238E27FC236}">
                      <a16:creationId xmlns:a16="http://schemas.microsoft.com/office/drawing/2014/main" id="{AE98DEB1-CB29-2067-B7AB-8B5694C391E1}"/>
                    </a:ext>
                  </a:extLst>
                </p14:cNvPr>
                <p14:cNvContentPartPr/>
                <p14:nvPr/>
              </p14:nvContentPartPr>
              <p14:xfrm>
                <a:off x="2643984" y="4874256"/>
                <a:ext cx="137880" cy="107280"/>
              </p14:xfrm>
            </p:contentPart>
          </mc:Choice>
          <mc:Fallback xmlns="">
            <p:pic>
              <p:nvPicPr>
                <p:cNvPr id="70" name="Ink 69">
                  <a:extLst>
                    <a:ext uri="{FF2B5EF4-FFF2-40B4-BE49-F238E27FC236}">
                      <a16:creationId xmlns:a16="http://schemas.microsoft.com/office/drawing/2014/main" id="{AE98DEB1-CB29-2067-B7AB-8B5694C391E1}"/>
                    </a:ext>
                  </a:extLst>
                </p:cNvPr>
                <p:cNvPicPr/>
                <p:nvPr/>
              </p:nvPicPr>
              <p:blipFill>
                <a:blip r:embed="rId124"/>
                <a:stretch>
                  <a:fillRect/>
                </a:stretch>
              </p:blipFill>
              <p:spPr>
                <a:xfrm>
                  <a:off x="2626344" y="4856256"/>
                  <a:ext cx="17352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71" name="Ink 70">
                  <a:extLst>
                    <a:ext uri="{FF2B5EF4-FFF2-40B4-BE49-F238E27FC236}">
                      <a16:creationId xmlns:a16="http://schemas.microsoft.com/office/drawing/2014/main" id="{3E974619-2236-026D-E974-62C6B896FA05}"/>
                    </a:ext>
                  </a:extLst>
                </p14:cNvPr>
                <p14:cNvContentPartPr/>
                <p14:nvPr/>
              </p14:nvContentPartPr>
              <p14:xfrm>
                <a:off x="2808144" y="4630536"/>
                <a:ext cx="295560" cy="282240"/>
              </p14:xfrm>
            </p:contentPart>
          </mc:Choice>
          <mc:Fallback xmlns="">
            <p:pic>
              <p:nvPicPr>
                <p:cNvPr id="71" name="Ink 70">
                  <a:extLst>
                    <a:ext uri="{FF2B5EF4-FFF2-40B4-BE49-F238E27FC236}">
                      <a16:creationId xmlns:a16="http://schemas.microsoft.com/office/drawing/2014/main" id="{3E974619-2236-026D-E974-62C6B896FA05}"/>
                    </a:ext>
                  </a:extLst>
                </p:cNvPr>
                <p:cNvPicPr/>
                <p:nvPr/>
              </p:nvPicPr>
              <p:blipFill>
                <a:blip r:embed="rId126"/>
                <a:stretch>
                  <a:fillRect/>
                </a:stretch>
              </p:blipFill>
              <p:spPr>
                <a:xfrm>
                  <a:off x="2790504" y="4612536"/>
                  <a:ext cx="3312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2" name="Ink 71">
                  <a:extLst>
                    <a:ext uri="{FF2B5EF4-FFF2-40B4-BE49-F238E27FC236}">
                      <a16:creationId xmlns:a16="http://schemas.microsoft.com/office/drawing/2014/main" id="{21CA8BAB-BE3F-A235-369C-9E3007DE18AA}"/>
                    </a:ext>
                  </a:extLst>
                </p14:cNvPr>
                <p14:cNvContentPartPr/>
                <p14:nvPr/>
              </p14:nvContentPartPr>
              <p14:xfrm>
                <a:off x="3039624" y="4671216"/>
                <a:ext cx="197280" cy="109800"/>
              </p14:xfrm>
            </p:contentPart>
          </mc:Choice>
          <mc:Fallback xmlns="">
            <p:pic>
              <p:nvPicPr>
                <p:cNvPr id="72" name="Ink 71">
                  <a:extLst>
                    <a:ext uri="{FF2B5EF4-FFF2-40B4-BE49-F238E27FC236}">
                      <a16:creationId xmlns:a16="http://schemas.microsoft.com/office/drawing/2014/main" id="{21CA8BAB-BE3F-A235-369C-9E3007DE18AA}"/>
                    </a:ext>
                  </a:extLst>
                </p:cNvPr>
                <p:cNvPicPr/>
                <p:nvPr/>
              </p:nvPicPr>
              <p:blipFill>
                <a:blip r:embed="rId128"/>
                <a:stretch>
                  <a:fillRect/>
                </a:stretch>
              </p:blipFill>
              <p:spPr>
                <a:xfrm>
                  <a:off x="3021984" y="4653216"/>
                  <a:ext cx="2329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4" name="Ink 73">
                  <a:extLst>
                    <a:ext uri="{FF2B5EF4-FFF2-40B4-BE49-F238E27FC236}">
                      <a16:creationId xmlns:a16="http://schemas.microsoft.com/office/drawing/2014/main" id="{3453844A-E2F6-E7DB-77FC-52FB131D92FC}"/>
                    </a:ext>
                  </a:extLst>
                </p14:cNvPr>
                <p14:cNvContentPartPr/>
                <p14:nvPr/>
              </p14:nvContentPartPr>
              <p14:xfrm>
                <a:off x="480744" y="6174576"/>
                <a:ext cx="428760" cy="226800"/>
              </p14:xfrm>
            </p:contentPart>
          </mc:Choice>
          <mc:Fallback xmlns="">
            <p:pic>
              <p:nvPicPr>
                <p:cNvPr id="74" name="Ink 73">
                  <a:extLst>
                    <a:ext uri="{FF2B5EF4-FFF2-40B4-BE49-F238E27FC236}">
                      <a16:creationId xmlns:a16="http://schemas.microsoft.com/office/drawing/2014/main" id="{3453844A-E2F6-E7DB-77FC-52FB131D92FC}"/>
                    </a:ext>
                  </a:extLst>
                </p:cNvPr>
                <p:cNvPicPr/>
                <p:nvPr/>
              </p:nvPicPr>
              <p:blipFill>
                <a:blip r:embed="rId130"/>
                <a:stretch>
                  <a:fillRect/>
                </a:stretch>
              </p:blipFill>
              <p:spPr>
                <a:xfrm>
                  <a:off x="463104" y="6156936"/>
                  <a:ext cx="46440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5" name="Ink 74">
                  <a:extLst>
                    <a:ext uri="{FF2B5EF4-FFF2-40B4-BE49-F238E27FC236}">
                      <a16:creationId xmlns:a16="http://schemas.microsoft.com/office/drawing/2014/main" id="{F2B26C88-127F-8C9E-491E-1BF01636B807}"/>
                    </a:ext>
                  </a:extLst>
                </p14:cNvPr>
                <p14:cNvContentPartPr/>
                <p14:nvPr/>
              </p14:nvContentPartPr>
              <p14:xfrm>
                <a:off x="970704" y="6096096"/>
                <a:ext cx="94320" cy="84960"/>
              </p14:xfrm>
            </p:contentPart>
          </mc:Choice>
          <mc:Fallback xmlns="">
            <p:pic>
              <p:nvPicPr>
                <p:cNvPr id="75" name="Ink 74">
                  <a:extLst>
                    <a:ext uri="{FF2B5EF4-FFF2-40B4-BE49-F238E27FC236}">
                      <a16:creationId xmlns:a16="http://schemas.microsoft.com/office/drawing/2014/main" id="{F2B26C88-127F-8C9E-491E-1BF01636B807}"/>
                    </a:ext>
                  </a:extLst>
                </p:cNvPr>
                <p:cNvPicPr/>
                <p:nvPr/>
              </p:nvPicPr>
              <p:blipFill>
                <a:blip r:embed="rId132"/>
                <a:stretch>
                  <a:fillRect/>
                </a:stretch>
              </p:blipFill>
              <p:spPr>
                <a:xfrm>
                  <a:off x="952704" y="6078096"/>
                  <a:ext cx="12996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6" name="Ink 75">
                  <a:extLst>
                    <a:ext uri="{FF2B5EF4-FFF2-40B4-BE49-F238E27FC236}">
                      <a16:creationId xmlns:a16="http://schemas.microsoft.com/office/drawing/2014/main" id="{8DAF388C-9B1C-13B0-626E-D24558731EA2}"/>
                    </a:ext>
                  </a:extLst>
                </p14:cNvPr>
                <p14:cNvContentPartPr/>
                <p14:nvPr/>
              </p14:nvContentPartPr>
              <p14:xfrm>
                <a:off x="942984" y="6027696"/>
                <a:ext cx="21960" cy="19800"/>
              </p14:xfrm>
            </p:contentPart>
          </mc:Choice>
          <mc:Fallback xmlns="">
            <p:pic>
              <p:nvPicPr>
                <p:cNvPr id="76" name="Ink 75">
                  <a:extLst>
                    <a:ext uri="{FF2B5EF4-FFF2-40B4-BE49-F238E27FC236}">
                      <a16:creationId xmlns:a16="http://schemas.microsoft.com/office/drawing/2014/main" id="{8DAF388C-9B1C-13B0-626E-D24558731EA2}"/>
                    </a:ext>
                  </a:extLst>
                </p:cNvPr>
                <p:cNvPicPr/>
                <p:nvPr/>
              </p:nvPicPr>
              <p:blipFill>
                <a:blip r:embed="rId134"/>
                <a:stretch>
                  <a:fillRect/>
                </a:stretch>
              </p:blipFill>
              <p:spPr>
                <a:xfrm>
                  <a:off x="925344" y="6009696"/>
                  <a:ext cx="57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7" name="Ink 76">
                  <a:extLst>
                    <a:ext uri="{FF2B5EF4-FFF2-40B4-BE49-F238E27FC236}">
                      <a16:creationId xmlns:a16="http://schemas.microsoft.com/office/drawing/2014/main" id="{63DAB5F6-FFFB-3CCE-5295-DDBC270B6780}"/>
                    </a:ext>
                  </a:extLst>
                </p14:cNvPr>
                <p14:cNvContentPartPr/>
                <p14:nvPr/>
              </p14:nvContentPartPr>
              <p14:xfrm>
                <a:off x="1098144" y="5907456"/>
                <a:ext cx="508680" cy="204480"/>
              </p14:xfrm>
            </p:contentPart>
          </mc:Choice>
          <mc:Fallback xmlns="">
            <p:pic>
              <p:nvPicPr>
                <p:cNvPr id="77" name="Ink 76">
                  <a:extLst>
                    <a:ext uri="{FF2B5EF4-FFF2-40B4-BE49-F238E27FC236}">
                      <a16:creationId xmlns:a16="http://schemas.microsoft.com/office/drawing/2014/main" id="{63DAB5F6-FFFB-3CCE-5295-DDBC270B6780}"/>
                    </a:ext>
                  </a:extLst>
                </p:cNvPr>
                <p:cNvPicPr/>
                <p:nvPr/>
              </p:nvPicPr>
              <p:blipFill>
                <a:blip r:embed="rId136"/>
                <a:stretch>
                  <a:fillRect/>
                </a:stretch>
              </p:blipFill>
              <p:spPr>
                <a:xfrm>
                  <a:off x="1080504" y="5889456"/>
                  <a:ext cx="54432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Ink 78">
                  <a:extLst>
                    <a:ext uri="{FF2B5EF4-FFF2-40B4-BE49-F238E27FC236}">
                      <a16:creationId xmlns:a16="http://schemas.microsoft.com/office/drawing/2014/main" id="{9330BD26-B558-7EA7-9B28-6197C3BC0055}"/>
                    </a:ext>
                  </a:extLst>
                </p14:cNvPr>
                <p14:cNvContentPartPr/>
                <p14:nvPr/>
              </p14:nvContentPartPr>
              <p14:xfrm>
                <a:off x="1919304" y="5503536"/>
                <a:ext cx="439920" cy="269280"/>
              </p14:xfrm>
            </p:contentPart>
          </mc:Choice>
          <mc:Fallback xmlns="">
            <p:pic>
              <p:nvPicPr>
                <p:cNvPr id="79" name="Ink 78">
                  <a:extLst>
                    <a:ext uri="{FF2B5EF4-FFF2-40B4-BE49-F238E27FC236}">
                      <a16:creationId xmlns:a16="http://schemas.microsoft.com/office/drawing/2014/main" id="{9330BD26-B558-7EA7-9B28-6197C3BC0055}"/>
                    </a:ext>
                  </a:extLst>
                </p:cNvPr>
                <p:cNvPicPr/>
                <p:nvPr/>
              </p:nvPicPr>
              <p:blipFill>
                <a:blip r:embed="rId138"/>
                <a:stretch>
                  <a:fillRect/>
                </a:stretch>
              </p:blipFill>
              <p:spPr>
                <a:xfrm>
                  <a:off x="1901664" y="5485536"/>
                  <a:ext cx="4755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Ink 79">
                  <a:extLst>
                    <a:ext uri="{FF2B5EF4-FFF2-40B4-BE49-F238E27FC236}">
                      <a16:creationId xmlns:a16="http://schemas.microsoft.com/office/drawing/2014/main" id="{D07F9CE4-85DF-8581-6EDF-3D4A9B3E2D9A}"/>
                    </a:ext>
                  </a:extLst>
                </p14:cNvPr>
                <p14:cNvContentPartPr/>
                <p14:nvPr/>
              </p14:nvContentPartPr>
              <p14:xfrm>
                <a:off x="2421864" y="5409576"/>
                <a:ext cx="186120" cy="73080"/>
              </p14:xfrm>
            </p:contentPart>
          </mc:Choice>
          <mc:Fallback xmlns="">
            <p:pic>
              <p:nvPicPr>
                <p:cNvPr id="80" name="Ink 79">
                  <a:extLst>
                    <a:ext uri="{FF2B5EF4-FFF2-40B4-BE49-F238E27FC236}">
                      <a16:creationId xmlns:a16="http://schemas.microsoft.com/office/drawing/2014/main" id="{D07F9CE4-85DF-8581-6EDF-3D4A9B3E2D9A}"/>
                    </a:ext>
                  </a:extLst>
                </p:cNvPr>
                <p:cNvPicPr/>
                <p:nvPr/>
              </p:nvPicPr>
              <p:blipFill>
                <a:blip r:embed="rId140"/>
                <a:stretch>
                  <a:fillRect/>
                </a:stretch>
              </p:blipFill>
              <p:spPr>
                <a:xfrm>
                  <a:off x="2404224" y="5391936"/>
                  <a:ext cx="2217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81" name="Ink 80">
                  <a:extLst>
                    <a:ext uri="{FF2B5EF4-FFF2-40B4-BE49-F238E27FC236}">
                      <a16:creationId xmlns:a16="http://schemas.microsoft.com/office/drawing/2014/main" id="{22B9F414-F3E4-055E-161A-E2BD4A571E9C}"/>
                    </a:ext>
                  </a:extLst>
                </p14:cNvPr>
                <p14:cNvContentPartPr/>
                <p14:nvPr/>
              </p14:nvContentPartPr>
              <p14:xfrm>
                <a:off x="2490264" y="5218776"/>
                <a:ext cx="177120" cy="177120"/>
              </p14:xfrm>
            </p:contentPart>
          </mc:Choice>
          <mc:Fallback xmlns="">
            <p:pic>
              <p:nvPicPr>
                <p:cNvPr id="81" name="Ink 80">
                  <a:extLst>
                    <a:ext uri="{FF2B5EF4-FFF2-40B4-BE49-F238E27FC236}">
                      <a16:creationId xmlns:a16="http://schemas.microsoft.com/office/drawing/2014/main" id="{22B9F414-F3E4-055E-161A-E2BD4A571E9C}"/>
                    </a:ext>
                  </a:extLst>
                </p:cNvPr>
                <p:cNvPicPr/>
                <p:nvPr/>
              </p:nvPicPr>
              <p:blipFill>
                <a:blip r:embed="rId142"/>
                <a:stretch>
                  <a:fillRect/>
                </a:stretch>
              </p:blipFill>
              <p:spPr>
                <a:xfrm>
                  <a:off x="2472624" y="5201136"/>
                  <a:ext cx="21276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2" name="Ink 81">
                  <a:extLst>
                    <a:ext uri="{FF2B5EF4-FFF2-40B4-BE49-F238E27FC236}">
                      <a16:creationId xmlns:a16="http://schemas.microsoft.com/office/drawing/2014/main" id="{27BBC34D-3203-E11E-D9E3-0BD1BBF24E1E}"/>
                    </a:ext>
                  </a:extLst>
                </p14:cNvPr>
                <p14:cNvContentPartPr/>
                <p14:nvPr/>
              </p14:nvContentPartPr>
              <p14:xfrm>
                <a:off x="2705544" y="5216256"/>
                <a:ext cx="120960" cy="299880"/>
              </p14:xfrm>
            </p:contentPart>
          </mc:Choice>
          <mc:Fallback xmlns="">
            <p:pic>
              <p:nvPicPr>
                <p:cNvPr id="82" name="Ink 81">
                  <a:extLst>
                    <a:ext uri="{FF2B5EF4-FFF2-40B4-BE49-F238E27FC236}">
                      <a16:creationId xmlns:a16="http://schemas.microsoft.com/office/drawing/2014/main" id="{27BBC34D-3203-E11E-D9E3-0BD1BBF24E1E}"/>
                    </a:ext>
                  </a:extLst>
                </p:cNvPr>
                <p:cNvPicPr/>
                <p:nvPr/>
              </p:nvPicPr>
              <p:blipFill>
                <a:blip r:embed="rId144"/>
                <a:stretch>
                  <a:fillRect/>
                </a:stretch>
              </p:blipFill>
              <p:spPr>
                <a:xfrm>
                  <a:off x="2687544" y="5198256"/>
                  <a:ext cx="15660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3" name="Ink 82">
                  <a:extLst>
                    <a:ext uri="{FF2B5EF4-FFF2-40B4-BE49-F238E27FC236}">
                      <a16:creationId xmlns:a16="http://schemas.microsoft.com/office/drawing/2014/main" id="{D2966F0E-769A-704B-6D19-1C2CE367A371}"/>
                    </a:ext>
                  </a:extLst>
                </p14:cNvPr>
                <p14:cNvContentPartPr/>
                <p14:nvPr/>
              </p14:nvContentPartPr>
              <p14:xfrm>
                <a:off x="2861064" y="5106816"/>
                <a:ext cx="316800" cy="165960"/>
              </p14:xfrm>
            </p:contentPart>
          </mc:Choice>
          <mc:Fallback xmlns="">
            <p:pic>
              <p:nvPicPr>
                <p:cNvPr id="83" name="Ink 82">
                  <a:extLst>
                    <a:ext uri="{FF2B5EF4-FFF2-40B4-BE49-F238E27FC236}">
                      <a16:creationId xmlns:a16="http://schemas.microsoft.com/office/drawing/2014/main" id="{D2966F0E-769A-704B-6D19-1C2CE367A371}"/>
                    </a:ext>
                  </a:extLst>
                </p:cNvPr>
                <p:cNvPicPr/>
                <p:nvPr/>
              </p:nvPicPr>
              <p:blipFill>
                <a:blip r:embed="rId146"/>
                <a:stretch>
                  <a:fillRect/>
                </a:stretch>
              </p:blipFill>
              <p:spPr>
                <a:xfrm>
                  <a:off x="2843064" y="5089176"/>
                  <a:ext cx="35244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4" name="Ink 83">
                  <a:extLst>
                    <a:ext uri="{FF2B5EF4-FFF2-40B4-BE49-F238E27FC236}">
                      <a16:creationId xmlns:a16="http://schemas.microsoft.com/office/drawing/2014/main" id="{0279136C-FC46-987A-6115-B32DB331EBDA}"/>
                    </a:ext>
                  </a:extLst>
                </p14:cNvPr>
                <p14:cNvContentPartPr/>
                <p14:nvPr/>
              </p14:nvContentPartPr>
              <p14:xfrm>
                <a:off x="3068064" y="5020056"/>
                <a:ext cx="22680" cy="6840"/>
              </p14:xfrm>
            </p:contentPart>
          </mc:Choice>
          <mc:Fallback xmlns="">
            <p:pic>
              <p:nvPicPr>
                <p:cNvPr id="84" name="Ink 83">
                  <a:extLst>
                    <a:ext uri="{FF2B5EF4-FFF2-40B4-BE49-F238E27FC236}">
                      <a16:creationId xmlns:a16="http://schemas.microsoft.com/office/drawing/2014/main" id="{0279136C-FC46-987A-6115-B32DB331EBDA}"/>
                    </a:ext>
                  </a:extLst>
                </p:cNvPr>
                <p:cNvPicPr/>
                <p:nvPr/>
              </p:nvPicPr>
              <p:blipFill>
                <a:blip r:embed="rId148"/>
                <a:stretch>
                  <a:fillRect/>
                </a:stretch>
              </p:blipFill>
              <p:spPr>
                <a:xfrm>
                  <a:off x="3050424" y="5002416"/>
                  <a:ext cx="5832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5" name="Ink 84">
                  <a:extLst>
                    <a:ext uri="{FF2B5EF4-FFF2-40B4-BE49-F238E27FC236}">
                      <a16:creationId xmlns:a16="http://schemas.microsoft.com/office/drawing/2014/main" id="{64139B1D-510F-D71C-66B4-F73A6A5C67CC}"/>
                    </a:ext>
                  </a:extLst>
                </p14:cNvPr>
                <p14:cNvContentPartPr/>
                <p14:nvPr/>
              </p14:nvContentPartPr>
              <p14:xfrm>
                <a:off x="3226824" y="4973616"/>
                <a:ext cx="140040" cy="142200"/>
              </p14:xfrm>
            </p:contentPart>
          </mc:Choice>
          <mc:Fallback xmlns="">
            <p:pic>
              <p:nvPicPr>
                <p:cNvPr id="85" name="Ink 84">
                  <a:extLst>
                    <a:ext uri="{FF2B5EF4-FFF2-40B4-BE49-F238E27FC236}">
                      <a16:creationId xmlns:a16="http://schemas.microsoft.com/office/drawing/2014/main" id="{64139B1D-510F-D71C-66B4-F73A6A5C67CC}"/>
                    </a:ext>
                  </a:extLst>
                </p:cNvPr>
                <p:cNvPicPr/>
                <p:nvPr/>
              </p:nvPicPr>
              <p:blipFill>
                <a:blip r:embed="rId150"/>
                <a:stretch>
                  <a:fillRect/>
                </a:stretch>
              </p:blipFill>
              <p:spPr>
                <a:xfrm>
                  <a:off x="3209184" y="4955976"/>
                  <a:ext cx="175680" cy="177840"/>
                </a:xfrm>
                <a:prstGeom prst="rect">
                  <a:avLst/>
                </a:prstGeom>
              </p:spPr>
            </p:pic>
          </mc:Fallback>
        </mc:AlternateContent>
      </p:grpSp>
      <p:grpSp>
        <p:nvGrpSpPr>
          <p:cNvPr id="90" name="Group 89">
            <a:extLst>
              <a:ext uri="{FF2B5EF4-FFF2-40B4-BE49-F238E27FC236}">
                <a16:creationId xmlns:a16="http://schemas.microsoft.com/office/drawing/2014/main" id="{531957E5-CFAC-2416-C4CD-CD0EDAB44C59}"/>
              </a:ext>
            </a:extLst>
          </p:cNvPr>
          <p:cNvGrpSpPr/>
          <p:nvPr/>
        </p:nvGrpSpPr>
        <p:grpSpPr>
          <a:xfrm>
            <a:off x="1360584" y="4132656"/>
            <a:ext cx="209880" cy="210960"/>
            <a:chOff x="1360584" y="4132656"/>
            <a:chExt cx="209880" cy="210960"/>
          </a:xfrm>
        </p:grpSpPr>
        <mc:AlternateContent xmlns:mc="http://schemas.openxmlformats.org/markup-compatibility/2006" xmlns:p14="http://schemas.microsoft.com/office/powerpoint/2010/main">
          <mc:Choice Requires="p14">
            <p:contentPart p14:bwMode="auto" r:id="rId151">
              <p14:nvContentPartPr>
                <p14:cNvPr id="87" name="Ink 86">
                  <a:extLst>
                    <a:ext uri="{FF2B5EF4-FFF2-40B4-BE49-F238E27FC236}">
                      <a16:creationId xmlns:a16="http://schemas.microsoft.com/office/drawing/2014/main" id="{A9BE738C-C383-864A-BF87-967D230E9BBC}"/>
                    </a:ext>
                  </a:extLst>
                </p14:cNvPr>
                <p14:cNvContentPartPr/>
                <p14:nvPr/>
              </p14:nvContentPartPr>
              <p14:xfrm>
                <a:off x="1360584" y="4217616"/>
                <a:ext cx="195840" cy="29880"/>
              </p14:xfrm>
            </p:contentPart>
          </mc:Choice>
          <mc:Fallback xmlns="">
            <p:pic>
              <p:nvPicPr>
                <p:cNvPr id="87" name="Ink 86">
                  <a:extLst>
                    <a:ext uri="{FF2B5EF4-FFF2-40B4-BE49-F238E27FC236}">
                      <a16:creationId xmlns:a16="http://schemas.microsoft.com/office/drawing/2014/main" id="{A9BE738C-C383-864A-BF87-967D230E9BBC}"/>
                    </a:ext>
                  </a:extLst>
                </p:cNvPr>
                <p:cNvPicPr/>
                <p:nvPr/>
              </p:nvPicPr>
              <p:blipFill>
                <a:blip r:embed="rId152"/>
                <a:stretch>
                  <a:fillRect/>
                </a:stretch>
              </p:blipFill>
              <p:spPr>
                <a:xfrm>
                  <a:off x="1342944" y="4199616"/>
                  <a:ext cx="23148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8" name="Ink 87">
                  <a:extLst>
                    <a:ext uri="{FF2B5EF4-FFF2-40B4-BE49-F238E27FC236}">
                      <a16:creationId xmlns:a16="http://schemas.microsoft.com/office/drawing/2014/main" id="{43BAA406-EE29-896E-6FFE-2F483F946C64}"/>
                    </a:ext>
                  </a:extLst>
                </p14:cNvPr>
                <p14:cNvContentPartPr/>
                <p14:nvPr/>
              </p14:nvContentPartPr>
              <p14:xfrm>
                <a:off x="1386504" y="4161096"/>
                <a:ext cx="183960" cy="173520"/>
              </p14:xfrm>
            </p:contentPart>
          </mc:Choice>
          <mc:Fallback xmlns="">
            <p:pic>
              <p:nvPicPr>
                <p:cNvPr id="88" name="Ink 87">
                  <a:extLst>
                    <a:ext uri="{FF2B5EF4-FFF2-40B4-BE49-F238E27FC236}">
                      <a16:creationId xmlns:a16="http://schemas.microsoft.com/office/drawing/2014/main" id="{43BAA406-EE29-896E-6FFE-2F483F946C64}"/>
                    </a:ext>
                  </a:extLst>
                </p:cNvPr>
                <p:cNvPicPr/>
                <p:nvPr/>
              </p:nvPicPr>
              <p:blipFill>
                <a:blip r:embed="rId154"/>
                <a:stretch>
                  <a:fillRect/>
                </a:stretch>
              </p:blipFill>
              <p:spPr>
                <a:xfrm>
                  <a:off x="1368504" y="4143096"/>
                  <a:ext cx="21960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9" name="Ink 88">
                  <a:extLst>
                    <a:ext uri="{FF2B5EF4-FFF2-40B4-BE49-F238E27FC236}">
                      <a16:creationId xmlns:a16="http://schemas.microsoft.com/office/drawing/2014/main" id="{9394E1B9-D03D-DE9F-52BB-D324ED54EEAA}"/>
                    </a:ext>
                  </a:extLst>
                </p14:cNvPr>
                <p14:cNvContentPartPr/>
                <p14:nvPr/>
              </p14:nvContentPartPr>
              <p14:xfrm>
                <a:off x="1445544" y="4132656"/>
                <a:ext cx="85320" cy="210960"/>
              </p14:xfrm>
            </p:contentPart>
          </mc:Choice>
          <mc:Fallback xmlns="">
            <p:pic>
              <p:nvPicPr>
                <p:cNvPr id="89" name="Ink 88">
                  <a:extLst>
                    <a:ext uri="{FF2B5EF4-FFF2-40B4-BE49-F238E27FC236}">
                      <a16:creationId xmlns:a16="http://schemas.microsoft.com/office/drawing/2014/main" id="{9394E1B9-D03D-DE9F-52BB-D324ED54EEAA}"/>
                    </a:ext>
                  </a:extLst>
                </p:cNvPr>
                <p:cNvPicPr/>
                <p:nvPr/>
              </p:nvPicPr>
              <p:blipFill>
                <a:blip r:embed="rId156"/>
                <a:stretch>
                  <a:fillRect/>
                </a:stretch>
              </p:blipFill>
              <p:spPr>
                <a:xfrm>
                  <a:off x="1427904" y="4114656"/>
                  <a:ext cx="120960" cy="246600"/>
                </a:xfrm>
                <a:prstGeom prst="rect">
                  <a:avLst/>
                </a:prstGeom>
              </p:spPr>
            </p:pic>
          </mc:Fallback>
        </mc:AlternateContent>
      </p:grpSp>
    </p:spTree>
    <p:extLst>
      <p:ext uri="{BB962C8B-B14F-4D97-AF65-F5344CB8AC3E}">
        <p14:creationId xmlns:p14="http://schemas.microsoft.com/office/powerpoint/2010/main" val="2688879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627A4-1579-3947-BFE9-8AF8A3CEC275}"/>
            </a:ext>
          </a:extLst>
        </p:cNvPr>
        <p:cNvGrpSpPr/>
        <p:nvPr/>
      </p:nvGrpSpPr>
      <p:grpSpPr>
        <a:xfrm>
          <a:off x="0" y="0"/>
          <a:ext cx="0" cy="0"/>
          <a:chOff x="0" y="0"/>
          <a:chExt cx="0" cy="0"/>
        </a:xfrm>
      </p:grpSpPr>
    </p:spTree>
    <p:extLst>
      <p:ext uri="{BB962C8B-B14F-4D97-AF65-F5344CB8AC3E}">
        <p14:creationId xmlns:p14="http://schemas.microsoft.com/office/powerpoint/2010/main" val="1262232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1326</TotalTime>
  <Words>370</Words>
  <Application>Microsoft Office PowerPoint</Application>
  <PresentationFormat>Widescreen</PresentationFormat>
  <Paragraphs>33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188</cp:revision>
  <dcterms:created xsi:type="dcterms:W3CDTF">2025-09-22T02:44:38Z</dcterms:created>
  <dcterms:modified xsi:type="dcterms:W3CDTF">2026-06-21T18:42:20Z</dcterms:modified>
</cp:coreProperties>
</file>