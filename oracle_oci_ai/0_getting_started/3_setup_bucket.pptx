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handoutMasterIdLst>
    <p:handoutMasterId r:id="rId13"/>
  </p:handoutMasterIdLst>
  <p:sldIdLst>
    <p:sldId id="283" r:id="rId2"/>
    <p:sldId id="275" r:id="rId3"/>
    <p:sldId id="284" r:id="rId4"/>
    <p:sldId id="282" r:id="rId5"/>
    <p:sldId id="281" r:id="rId6"/>
    <p:sldId id="276" r:id="rId7"/>
    <p:sldId id="277" r:id="rId8"/>
    <p:sldId id="278" r:id="rId9"/>
    <p:sldId id="279" r:id="rId10"/>
    <p:sldId id="28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notesViewPr>
    <p:cSldViewPr snapToGrid="0">
      <p:cViewPr varScale="1">
        <p:scale>
          <a:sx n="84" d="100"/>
          <a:sy n="84" d="100"/>
        </p:scale>
        <p:origin x="305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CA3A45-07AA-881E-EBAC-FAE1FFF9B3B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72C2385-62BD-1B9C-A617-554DDB21E0F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BAEECA8-D063-486F-AE31-5020270C1449}" type="datetimeFigureOut">
              <a:rPr lang="en-US" smtClean="0"/>
              <a:t>6/21/2026</a:t>
            </a:fld>
            <a:endParaRPr lang="en-US"/>
          </a:p>
        </p:txBody>
      </p:sp>
      <p:sp>
        <p:nvSpPr>
          <p:cNvPr id="4" name="Footer Placeholder 3">
            <a:extLst>
              <a:ext uri="{FF2B5EF4-FFF2-40B4-BE49-F238E27FC236}">
                <a16:creationId xmlns:a16="http://schemas.microsoft.com/office/drawing/2014/main" id="{C5328A6F-7933-1F9C-E9F6-B4A61026FB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6F9A57F-3A38-6EDA-B76D-A3DB4F6978A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793F6CE-D1D9-4B7B-9040-C7CAC074A6CE}" type="slidenum">
              <a:rPr lang="en-US" smtClean="0"/>
              <a:t>‹#›</a:t>
            </a:fld>
            <a:endParaRPr lang="en-US"/>
          </a:p>
        </p:txBody>
      </p:sp>
    </p:spTree>
    <p:extLst>
      <p:ext uri="{BB962C8B-B14F-4D97-AF65-F5344CB8AC3E}">
        <p14:creationId xmlns:p14="http://schemas.microsoft.com/office/powerpoint/2010/main" val="3976133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233BD1-3BA8-448D-9D08-7846095EA517}" type="datetimeFigureOut">
              <a:rPr lang="en-US" smtClean="0"/>
              <a:t>6/21/2026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63499C-1FAC-4F66-96F8-6DA2CC28B748}" type="slidenum">
              <a:rPr lang="en-US" smtClean="0"/>
              <a:t>‹#›</a:t>
            </a:fld>
            <a:endParaRPr lang="en-US"/>
          </a:p>
        </p:txBody>
      </p:sp>
    </p:spTree>
    <p:extLst>
      <p:ext uri="{BB962C8B-B14F-4D97-AF65-F5344CB8AC3E}">
        <p14:creationId xmlns:p14="http://schemas.microsoft.com/office/powerpoint/2010/main" val="81753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F26-247A-F2E0-8FBA-6EA7974D6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394F308-CEE8-92BC-D91A-4212DEA015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2794D3-11DF-A675-8D28-EC65EF27521E}"/>
              </a:ext>
            </a:extLst>
          </p:cNvPr>
          <p:cNvSpPr>
            <a:spLocks noGrp="1"/>
          </p:cNvSpPr>
          <p:nvPr>
            <p:ph type="dt" sz="half" idx="10"/>
          </p:nvPr>
        </p:nvSpPr>
        <p:spPr/>
        <p:txBody>
          <a:bodyPr/>
          <a:lstStyle/>
          <a:p>
            <a:fld id="{6383FAE1-13DE-4511-8C1B-C8AFB720664C}" type="datetimeFigureOut">
              <a:rPr lang="en-US" smtClean="0"/>
              <a:t>6/21/2026</a:t>
            </a:fld>
            <a:endParaRPr lang="en-US"/>
          </a:p>
        </p:txBody>
      </p:sp>
      <p:sp>
        <p:nvSpPr>
          <p:cNvPr id="5" name="Footer Placeholder 4">
            <a:extLst>
              <a:ext uri="{FF2B5EF4-FFF2-40B4-BE49-F238E27FC236}">
                <a16:creationId xmlns:a16="http://schemas.microsoft.com/office/drawing/2014/main" id="{EC53FDAF-B83A-AE0A-B811-B7195D37F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9530BD-9515-D107-426C-B72742CBF0BF}"/>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449282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E7E77-8771-0BA4-B1D5-7F1DE0138C3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9543F30B-85C4-D934-2F30-179E3FCE9424}"/>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C8EF7AF-5CE7-4387-31F9-79D35620609B}"/>
              </a:ext>
            </a:extLst>
          </p:cNvPr>
          <p:cNvSpPr>
            <a:spLocks noGrp="1"/>
          </p:cNvSpPr>
          <p:nvPr>
            <p:ph type="dt" sz="half" idx="10"/>
          </p:nvPr>
        </p:nvSpPr>
        <p:spPr/>
        <p:txBody>
          <a:bodyPr/>
          <a:lstStyle/>
          <a:p>
            <a:fld id="{6383FAE1-13DE-4511-8C1B-C8AFB720664C}" type="datetimeFigureOut">
              <a:rPr lang="en-US" smtClean="0"/>
              <a:t>6/21/2026</a:t>
            </a:fld>
            <a:endParaRPr lang="en-US"/>
          </a:p>
        </p:txBody>
      </p:sp>
      <p:sp>
        <p:nvSpPr>
          <p:cNvPr id="5" name="Footer Placeholder 4">
            <a:extLst>
              <a:ext uri="{FF2B5EF4-FFF2-40B4-BE49-F238E27FC236}">
                <a16:creationId xmlns:a16="http://schemas.microsoft.com/office/drawing/2014/main" id="{B0FCCC03-E434-4684-B55E-3F2D399169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1F3B05-B983-07A3-4B58-9D2E18438894}"/>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1596036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23C21-D6A5-2D17-9BFA-70B3353D6A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2D89B8-191B-6AAD-5D5E-32B3572657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CC528A-1563-9376-E089-4DA80AD11D0C}"/>
              </a:ext>
            </a:extLst>
          </p:cNvPr>
          <p:cNvSpPr>
            <a:spLocks noGrp="1"/>
          </p:cNvSpPr>
          <p:nvPr>
            <p:ph type="dt" sz="half" idx="10"/>
          </p:nvPr>
        </p:nvSpPr>
        <p:spPr/>
        <p:txBody>
          <a:bodyPr/>
          <a:lstStyle/>
          <a:p>
            <a:fld id="{6383FAE1-13DE-4511-8C1B-C8AFB720664C}" type="datetimeFigureOut">
              <a:rPr lang="en-US" smtClean="0"/>
              <a:t>6/21/2026</a:t>
            </a:fld>
            <a:endParaRPr lang="en-US"/>
          </a:p>
        </p:txBody>
      </p:sp>
      <p:sp>
        <p:nvSpPr>
          <p:cNvPr id="5" name="Footer Placeholder 4">
            <a:extLst>
              <a:ext uri="{FF2B5EF4-FFF2-40B4-BE49-F238E27FC236}">
                <a16:creationId xmlns:a16="http://schemas.microsoft.com/office/drawing/2014/main" id="{0519A01D-6FDA-C269-FF95-3FDB205C8E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0A21-61AC-4B39-D886-3A327DB7346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94111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3C29-6DED-2A1F-5B4D-128B63652F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94ECB-0FCA-1AD0-F19A-27A4C16DC0F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7402C2-E657-5A54-9627-8C9CBCBBE0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501FADA-AE3E-B30F-6353-BF0478CF0E39}"/>
              </a:ext>
            </a:extLst>
          </p:cNvPr>
          <p:cNvSpPr>
            <a:spLocks noGrp="1"/>
          </p:cNvSpPr>
          <p:nvPr>
            <p:ph type="dt" sz="half" idx="10"/>
          </p:nvPr>
        </p:nvSpPr>
        <p:spPr/>
        <p:txBody>
          <a:bodyPr/>
          <a:lstStyle/>
          <a:p>
            <a:fld id="{6383FAE1-13DE-4511-8C1B-C8AFB720664C}" type="datetimeFigureOut">
              <a:rPr lang="en-US" smtClean="0"/>
              <a:t>6/21/2026</a:t>
            </a:fld>
            <a:endParaRPr lang="en-US"/>
          </a:p>
        </p:txBody>
      </p:sp>
      <p:sp>
        <p:nvSpPr>
          <p:cNvPr id="6" name="Footer Placeholder 5">
            <a:extLst>
              <a:ext uri="{FF2B5EF4-FFF2-40B4-BE49-F238E27FC236}">
                <a16:creationId xmlns:a16="http://schemas.microsoft.com/office/drawing/2014/main" id="{7F16B517-96D7-6416-0C24-B14942ADD4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46F179-BF2F-393A-1AA6-C893B7B9FA3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925852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50483-A0C8-BF5B-61DE-39BC6FF9C12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6DB55B-C040-F211-BC81-97628EA484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93EEAE-1CB3-AAC8-5818-D61E389EF1E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CE50F0-1141-D645-3892-2DA29633A3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2E976C-52C7-C22D-28F7-B21E295185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797D00B-0B76-5C50-686B-A01396FCD6FA}"/>
              </a:ext>
            </a:extLst>
          </p:cNvPr>
          <p:cNvSpPr>
            <a:spLocks noGrp="1"/>
          </p:cNvSpPr>
          <p:nvPr>
            <p:ph type="dt" sz="half" idx="10"/>
          </p:nvPr>
        </p:nvSpPr>
        <p:spPr/>
        <p:txBody>
          <a:bodyPr/>
          <a:lstStyle/>
          <a:p>
            <a:fld id="{6383FAE1-13DE-4511-8C1B-C8AFB720664C}" type="datetimeFigureOut">
              <a:rPr lang="en-US" smtClean="0"/>
              <a:t>6/21/2026</a:t>
            </a:fld>
            <a:endParaRPr lang="en-US"/>
          </a:p>
        </p:txBody>
      </p:sp>
      <p:sp>
        <p:nvSpPr>
          <p:cNvPr id="8" name="Footer Placeholder 7">
            <a:extLst>
              <a:ext uri="{FF2B5EF4-FFF2-40B4-BE49-F238E27FC236}">
                <a16:creationId xmlns:a16="http://schemas.microsoft.com/office/drawing/2014/main" id="{7B842B8D-3B74-4B67-9462-6D2C7ED9AD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92D4BE-CE8C-0250-FE7D-1F370E25FE27}"/>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657502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BE28-2732-66A2-163C-433854615E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70F3D6-B4BC-015F-96FA-1720B040CC96}"/>
              </a:ext>
            </a:extLst>
          </p:cNvPr>
          <p:cNvSpPr>
            <a:spLocks noGrp="1"/>
          </p:cNvSpPr>
          <p:nvPr>
            <p:ph type="dt" sz="half" idx="10"/>
          </p:nvPr>
        </p:nvSpPr>
        <p:spPr/>
        <p:txBody>
          <a:bodyPr/>
          <a:lstStyle/>
          <a:p>
            <a:fld id="{6383FAE1-13DE-4511-8C1B-C8AFB720664C}" type="datetimeFigureOut">
              <a:rPr lang="en-US" smtClean="0"/>
              <a:t>6/21/2026</a:t>
            </a:fld>
            <a:endParaRPr lang="en-US"/>
          </a:p>
        </p:txBody>
      </p:sp>
      <p:sp>
        <p:nvSpPr>
          <p:cNvPr id="4" name="Footer Placeholder 3">
            <a:extLst>
              <a:ext uri="{FF2B5EF4-FFF2-40B4-BE49-F238E27FC236}">
                <a16:creationId xmlns:a16="http://schemas.microsoft.com/office/drawing/2014/main" id="{21168A87-13A5-0A5A-4D74-C75E2777557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D6D7CB-BD93-54BE-CB47-7FBA06B18442}"/>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734650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4114B-4550-9F52-0EF5-D1E9CF2FD384}"/>
              </a:ext>
            </a:extLst>
          </p:cNvPr>
          <p:cNvSpPr>
            <a:spLocks noGrp="1"/>
          </p:cNvSpPr>
          <p:nvPr>
            <p:ph type="dt" sz="half" idx="10"/>
          </p:nvPr>
        </p:nvSpPr>
        <p:spPr/>
        <p:txBody>
          <a:bodyPr/>
          <a:lstStyle/>
          <a:p>
            <a:fld id="{6383FAE1-13DE-4511-8C1B-C8AFB720664C}" type="datetimeFigureOut">
              <a:rPr lang="en-US" smtClean="0"/>
              <a:t>6/21/2026</a:t>
            </a:fld>
            <a:endParaRPr lang="en-US"/>
          </a:p>
        </p:txBody>
      </p:sp>
      <p:sp>
        <p:nvSpPr>
          <p:cNvPr id="3" name="Footer Placeholder 2">
            <a:extLst>
              <a:ext uri="{FF2B5EF4-FFF2-40B4-BE49-F238E27FC236}">
                <a16:creationId xmlns:a16="http://schemas.microsoft.com/office/drawing/2014/main" id="{0BF3136E-0C79-F4F5-F24E-D5FF71CDB5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2E2157-F670-A339-0CB7-7399568D5A1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3796501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02A98-8738-1E16-A16E-D8858EEA76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4FC67E5-1169-257D-D9E7-C7B952C213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0B2CF6C-0F85-566A-86BC-CBFEB17E75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4F0FC-ECB8-638F-A224-98FFA8270730}"/>
              </a:ext>
            </a:extLst>
          </p:cNvPr>
          <p:cNvSpPr>
            <a:spLocks noGrp="1"/>
          </p:cNvSpPr>
          <p:nvPr>
            <p:ph type="dt" sz="half" idx="10"/>
          </p:nvPr>
        </p:nvSpPr>
        <p:spPr/>
        <p:txBody>
          <a:bodyPr/>
          <a:lstStyle/>
          <a:p>
            <a:fld id="{6383FAE1-13DE-4511-8C1B-C8AFB720664C}" type="datetimeFigureOut">
              <a:rPr lang="en-US" smtClean="0"/>
              <a:t>6/21/2026</a:t>
            </a:fld>
            <a:endParaRPr lang="en-US"/>
          </a:p>
        </p:txBody>
      </p:sp>
      <p:sp>
        <p:nvSpPr>
          <p:cNvPr id="6" name="Footer Placeholder 5">
            <a:extLst>
              <a:ext uri="{FF2B5EF4-FFF2-40B4-BE49-F238E27FC236}">
                <a16:creationId xmlns:a16="http://schemas.microsoft.com/office/drawing/2014/main" id="{A8095B89-4DC8-435E-3545-6187AD3E00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1B68CF-9592-FB7C-B517-0CC962C8B6DC}"/>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4430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E2BC2-F728-2BA5-C848-31FA3458A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57B909-12C3-703B-57E9-008076312F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AE4D7A-BC41-33D0-D36D-08BB5C2C59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17FB83-437D-9293-0B99-2DC89A047DD5}"/>
              </a:ext>
            </a:extLst>
          </p:cNvPr>
          <p:cNvSpPr>
            <a:spLocks noGrp="1"/>
          </p:cNvSpPr>
          <p:nvPr>
            <p:ph type="dt" sz="half" idx="10"/>
          </p:nvPr>
        </p:nvSpPr>
        <p:spPr/>
        <p:txBody>
          <a:bodyPr/>
          <a:lstStyle/>
          <a:p>
            <a:fld id="{6383FAE1-13DE-4511-8C1B-C8AFB720664C}" type="datetimeFigureOut">
              <a:rPr lang="en-US" smtClean="0"/>
              <a:t>6/21/2026</a:t>
            </a:fld>
            <a:endParaRPr lang="en-US"/>
          </a:p>
        </p:txBody>
      </p:sp>
      <p:sp>
        <p:nvSpPr>
          <p:cNvPr id="6" name="Footer Placeholder 5">
            <a:extLst>
              <a:ext uri="{FF2B5EF4-FFF2-40B4-BE49-F238E27FC236}">
                <a16:creationId xmlns:a16="http://schemas.microsoft.com/office/drawing/2014/main" id="{1EDF5674-4DC1-3171-8FEB-C280686D41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431F6-5490-78BA-7028-0BD08BF1A0FA}"/>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380860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002A-A21A-4F99-1BCE-F61C85D7B6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E85D03-9A7F-4A9E-379E-2DEA86D21F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DEEFB4-95FB-FEDD-75E7-143E7ED29C8A}"/>
              </a:ext>
            </a:extLst>
          </p:cNvPr>
          <p:cNvSpPr>
            <a:spLocks noGrp="1"/>
          </p:cNvSpPr>
          <p:nvPr>
            <p:ph type="dt" sz="half" idx="10"/>
          </p:nvPr>
        </p:nvSpPr>
        <p:spPr/>
        <p:txBody>
          <a:bodyPr/>
          <a:lstStyle/>
          <a:p>
            <a:fld id="{6383FAE1-13DE-4511-8C1B-C8AFB720664C}" type="datetimeFigureOut">
              <a:rPr lang="en-US" smtClean="0"/>
              <a:t>6/21/2026</a:t>
            </a:fld>
            <a:endParaRPr lang="en-US"/>
          </a:p>
        </p:txBody>
      </p:sp>
      <p:sp>
        <p:nvSpPr>
          <p:cNvPr id="5" name="Footer Placeholder 4">
            <a:extLst>
              <a:ext uri="{FF2B5EF4-FFF2-40B4-BE49-F238E27FC236}">
                <a16:creationId xmlns:a16="http://schemas.microsoft.com/office/drawing/2014/main" id="{F1BCE0D7-1712-FF0C-D965-BFD5AE161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632A1-4243-F65B-A2B0-3F2142C3415D}"/>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42750797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293F13-2480-AB35-1A68-57A54CE6CD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BDA286C-2521-2961-CABA-5684DF43FB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5FF44-F63B-872A-DC8D-A873790A64A3}"/>
              </a:ext>
            </a:extLst>
          </p:cNvPr>
          <p:cNvSpPr>
            <a:spLocks noGrp="1"/>
          </p:cNvSpPr>
          <p:nvPr>
            <p:ph type="dt" sz="half" idx="10"/>
          </p:nvPr>
        </p:nvSpPr>
        <p:spPr/>
        <p:txBody>
          <a:bodyPr/>
          <a:lstStyle/>
          <a:p>
            <a:fld id="{6383FAE1-13DE-4511-8C1B-C8AFB720664C}" type="datetimeFigureOut">
              <a:rPr lang="en-US" smtClean="0"/>
              <a:t>6/21/2026</a:t>
            </a:fld>
            <a:endParaRPr lang="en-US"/>
          </a:p>
        </p:txBody>
      </p:sp>
      <p:sp>
        <p:nvSpPr>
          <p:cNvPr id="5" name="Footer Placeholder 4">
            <a:extLst>
              <a:ext uri="{FF2B5EF4-FFF2-40B4-BE49-F238E27FC236}">
                <a16:creationId xmlns:a16="http://schemas.microsoft.com/office/drawing/2014/main" id="{4E653A11-7793-38C6-0506-A6FBE9A02A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0962C0-F018-7629-445C-DDCA8AE1401B}"/>
              </a:ext>
            </a:extLst>
          </p:cNvPr>
          <p:cNvSpPr>
            <a:spLocks noGrp="1"/>
          </p:cNvSpPr>
          <p:nvPr>
            <p:ph type="sldNum" sz="quarter" idx="12"/>
          </p:nvPr>
        </p:nvSpPr>
        <p:spPr/>
        <p:txBody>
          <a:bodyPr/>
          <a:lstStyle/>
          <a:p>
            <a:fld id="{81BC7A09-79EE-44A0-8F92-750D7C83D871}" type="slidenum">
              <a:rPr lang="en-US" smtClean="0"/>
              <a:t>‹#›</a:t>
            </a:fld>
            <a:endParaRPr lang="en-US"/>
          </a:p>
        </p:txBody>
      </p:sp>
    </p:spTree>
    <p:extLst>
      <p:ext uri="{BB962C8B-B14F-4D97-AF65-F5344CB8AC3E}">
        <p14:creationId xmlns:p14="http://schemas.microsoft.com/office/powerpoint/2010/main" val="2612998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CEE1C2-DF65-6CAD-D1EF-2245084043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6AFB6A6-8766-C849-1846-0F38750241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B55176B-E136-1615-D0B5-186783ACB8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83FAE1-13DE-4511-8C1B-C8AFB720664C}" type="datetimeFigureOut">
              <a:rPr lang="en-US" smtClean="0"/>
              <a:t>6/21/2026</a:t>
            </a:fld>
            <a:endParaRPr lang="en-US"/>
          </a:p>
        </p:txBody>
      </p:sp>
      <p:sp>
        <p:nvSpPr>
          <p:cNvPr id="5" name="Footer Placeholder 4">
            <a:extLst>
              <a:ext uri="{FF2B5EF4-FFF2-40B4-BE49-F238E27FC236}">
                <a16:creationId xmlns:a16="http://schemas.microsoft.com/office/drawing/2014/main" id="{5E5AAAF6-4731-DB91-AB26-A07CEF1B9D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814165E-BEE7-F086-BE90-50642610F0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C7A09-79EE-44A0-8F92-750D7C83D871}" type="slidenum">
              <a:rPr lang="en-US" smtClean="0"/>
              <a:t>‹#›</a:t>
            </a:fld>
            <a:endParaRPr lang="en-US"/>
          </a:p>
        </p:txBody>
      </p:sp>
      <p:pic>
        <p:nvPicPr>
          <p:cNvPr id="8" name="Picture 7">
            <a:extLst>
              <a:ext uri="{FF2B5EF4-FFF2-40B4-BE49-F238E27FC236}">
                <a16:creationId xmlns:a16="http://schemas.microsoft.com/office/drawing/2014/main" id="{9F3932AB-6107-98C9-CEDA-32A7DF597298}"/>
              </a:ext>
            </a:extLst>
          </p:cNvPr>
          <p:cNvPicPr>
            <a:picLocks noChangeAspect="1"/>
          </p:cNvPicPr>
          <p:nvPr userDrawn="1"/>
        </p:nvPicPr>
        <p:blipFill>
          <a:blip r:embed="rId13">
            <a:alphaModFix amt="50000"/>
            <a:extLst>
              <a:ext uri="{28A0092B-C50C-407E-A947-70E740481C1C}">
                <a14:useLocalDpi xmlns:a14="http://schemas.microsoft.com/office/drawing/2010/main" val="0"/>
              </a:ext>
            </a:extLst>
          </a:blip>
          <a:srcRect l="26008" t="39529" r="41606" b="46715"/>
          <a:stretch>
            <a:fillRect/>
          </a:stretch>
        </p:blipFill>
        <p:spPr>
          <a:xfrm>
            <a:off x="212435" y="136524"/>
            <a:ext cx="1330037" cy="10252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2CA22C5A-FA6D-B699-950E-8D249A969331}"/>
              </a:ext>
            </a:extLst>
          </p:cNvPr>
          <p:cNvPicPr>
            <a:picLocks noChangeAspect="1"/>
          </p:cNvPicPr>
          <p:nvPr userDrawn="1"/>
        </p:nvPicPr>
        <p:blipFill>
          <a:blip r:embed="rId13">
            <a:alphaModFix/>
            <a:extLst>
              <a:ext uri="{28A0092B-C50C-407E-A947-70E740481C1C}">
                <a14:useLocalDpi xmlns:a14="http://schemas.microsoft.com/office/drawing/2010/main" val="0"/>
              </a:ext>
            </a:extLst>
          </a:blip>
          <a:srcRect l="26008" t="39529" r="41606" b="46715"/>
          <a:stretch>
            <a:fillRect/>
          </a:stretch>
        </p:blipFill>
        <p:spPr>
          <a:xfrm>
            <a:off x="10855909" y="185738"/>
            <a:ext cx="1123656" cy="86612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4999731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47257-CBC7-755E-E30A-EE756EDBAA7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19B188C-081E-4728-EAC9-8DBD3A6D6427}"/>
              </a:ext>
            </a:extLst>
          </p:cNvPr>
          <p:cNvSpPr txBox="1"/>
          <p:nvPr/>
        </p:nvSpPr>
        <p:spPr>
          <a:xfrm>
            <a:off x="195072" y="2355563"/>
            <a:ext cx="11996928" cy="923330"/>
          </a:xfrm>
          <a:prstGeom prst="rect">
            <a:avLst/>
          </a:prstGeom>
          <a:noFill/>
        </p:spPr>
        <p:txBody>
          <a:bodyPr wrap="square">
            <a:spAutoFit/>
          </a:bodyPr>
          <a:lstStyle/>
          <a:p>
            <a:pPr algn="ctr"/>
            <a:r>
              <a:rPr lang="en-US" sz="5400" b="1" dirty="0">
                <a:solidFill>
                  <a:schemeClr val="accent6">
                    <a:lumMod val="60000"/>
                    <a:lumOff val="40000"/>
                  </a:schemeClr>
                </a:solidFill>
              </a:rPr>
              <a:t>Creating Buckets</a:t>
            </a:r>
            <a:endParaRPr lang="en-US" sz="5400" dirty="0">
              <a:solidFill>
                <a:schemeClr val="accent6">
                  <a:lumMod val="60000"/>
                  <a:lumOff val="40000"/>
                </a:schemeClr>
              </a:solidFill>
            </a:endParaRPr>
          </a:p>
        </p:txBody>
      </p:sp>
    </p:spTree>
    <p:extLst>
      <p:ext uri="{BB962C8B-B14F-4D97-AF65-F5344CB8AC3E}">
        <p14:creationId xmlns:p14="http://schemas.microsoft.com/office/powerpoint/2010/main" val="12695540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72D83AC-806E-D530-7144-037B85DACB1F}"/>
              </a:ext>
            </a:extLst>
          </p:cNvPr>
          <p:cNvSpPr txBox="1"/>
          <p:nvPr/>
        </p:nvSpPr>
        <p:spPr>
          <a:xfrm>
            <a:off x="195072" y="1659285"/>
            <a:ext cx="11996928" cy="3539430"/>
          </a:xfrm>
          <a:prstGeom prst="rect">
            <a:avLst/>
          </a:prstGeom>
          <a:noFill/>
        </p:spPr>
        <p:txBody>
          <a:bodyPr wrap="square">
            <a:spAutoFit/>
          </a:bodyPr>
          <a:lstStyle/>
          <a:p>
            <a:r>
              <a:rPr lang="en-US" sz="2800" dirty="0">
                <a:solidFill>
                  <a:schemeClr val="accent6">
                    <a:lumMod val="60000"/>
                    <a:lumOff val="40000"/>
                  </a:schemeClr>
                </a:solidFill>
              </a:rPr>
              <a:t>In cloud computing, a </a:t>
            </a:r>
            <a:r>
              <a:rPr lang="en-US" sz="2800" b="1" dirty="0">
                <a:solidFill>
                  <a:schemeClr val="accent6">
                    <a:lumMod val="60000"/>
                    <a:lumOff val="40000"/>
                  </a:schemeClr>
                </a:solidFill>
              </a:rPr>
              <a:t>bucket</a:t>
            </a:r>
            <a:r>
              <a:rPr lang="en-US" sz="2800" dirty="0">
                <a:solidFill>
                  <a:schemeClr val="accent6">
                    <a:lumMod val="60000"/>
                    <a:lumOff val="40000"/>
                  </a:schemeClr>
                </a:solidFill>
              </a:rPr>
              <a:t> is a logical cloud folder used to store </a:t>
            </a:r>
          </a:p>
          <a:p>
            <a:pPr marL="457200" indent="-457200">
              <a:buFont typeface="Arial" panose="020B0604020202020204" pitchFamily="34" charset="0"/>
              <a:buChar char="•"/>
            </a:pPr>
            <a:r>
              <a:rPr lang="en-US" sz="2800" dirty="0">
                <a:solidFill>
                  <a:schemeClr val="accent6">
                    <a:lumMod val="60000"/>
                    <a:lumOff val="40000"/>
                  </a:schemeClr>
                </a:solidFill>
              </a:rPr>
              <a:t>files, </a:t>
            </a:r>
          </a:p>
          <a:p>
            <a:pPr marL="457200" indent="-457200">
              <a:buFont typeface="Arial" panose="020B0604020202020204" pitchFamily="34" charset="0"/>
              <a:buChar char="•"/>
            </a:pPr>
            <a:r>
              <a:rPr lang="en-US" sz="2800" dirty="0">
                <a:solidFill>
                  <a:schemeClr val="accent6">
                    <a:lumMod val="60000"/>
                    <a:lumOff val="40000"/>
                  </a:schemeClr>
                </a:solidFill>
              </a:rPr>
              <a:t>images, </a:t>
            </a:r>
          </a:p>
          <a:p>
            <a:pPr marL="457200" indent="-457200">
              <a:buFont typeface="Arial" panose="020B0604020202020204" pitchFamily="34" charset="0"/>
              <a:buChar char="•"/>
            </a:pPr>
            <a:r>
              <a:rPr lang="en-US" sz="2800" dirty="0">
                <a:solidFill>
                  <a:schemeClr val="accent6">
                    <a:lumMod val="60000"/>
                    <a:lumOff val="40000"/>
                  </a:schemeClr>
                </a:solidFill>
              </a:rPr>
              <a:t>videos, and </a:t>
            </a:r>
          </a:p>
          <a:p>
            <a:pPr marL="457200" indent="-457200">
              <a:buFont typeface="Arial" panose="020B0604020202020204" pitchFamily="34" charset="0"/>
              <a:buChar char="•"/>
            </a:pPr>
            <a:r>
              <a:rPr lang="en-US" sz="2800" dirty="0">
                <a:solidFill>
                  <a:schemeClr val="accent6">
                    <a:lumMod val="60000"/>
                    <a:lumOff val="40000"/>
                  </a:schemeClr>
                </a:solidFill>
              </a:rPr>
              <a:t>datasets.</a:t>
            </a:r>
          </a:p>
          <a:p>
            <a:endParaRPr lang="en-US" sz="2800" dirty="0">
              <a:solidFill>
                <a:schemeClr val="accent6">
                  <a:lumMod val="60000"/>
                  <a:lumOff val="40000"/>
                </a:schemeClr>
              </a:solidFill>
            </a:endParaRPr>
          </a:p>
          <a:p>
            <a:r>
              <a:rPr lang="en-US" sz="2800" dirty="0">
                <a:solidFill>
                  <a:schemeClr val="accent6">
                    <a:lumMod val="60000"/>
                    <a:lumOff val="40000"/>
                  </a:schemeClr>
                </a:solidFill>
              </a:rPr>
              <a:t>In Oracle Cloud Infrastructure (OCI), buckets are the core component of </a:t>
            </a:r>
            <a:r>
              <a:rPr lang="en-US" sz="2800" b="1" dirty="0">
                <a:solidFill>
                  <a:schemeClr val="accent6">
                    <a:lumMod val="60000"/>
                    <a:lumOff val="40000"/>
                  </a:schemeClr>
                </a:solidFill>
              </a:rPr>
              <a:t>Object Storage</a:t>
            </a:r>
            <a:r>
              <a:rPr lang="en-US" sz="2800" dirty="0">
                <a:solidFill>
                  <a:schemeClr val="accent6">
                    <a:lumMod val="60000"/>
                    <a:lumOff val="40000"/>
                  </a:schemeClr>
                </a:solidFill>
              </a:rPr>
              <a:t>.</a:t>
            </a:r>
          </a:p>
        </p:txBody>
      </p:sp>
    </p:spTree>
    <p:extLst>
      <p:ext uri="{BB962C8B-B14F-4D97-AF65-F5344CB8AC3E}">
        <p14:creationId xmlns:p14="http://schemas.microsoft.com/office/powerpoint/2010/main" val="366625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32E89-C7D4-3C43-556E-547CD6FA2A3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BBAFA96-8E43-0531-CE85-535280DB04E0}"/>
              </a:ext>
            </a:extLst>
          </p:cNvPr>
          <p:cNvSpPr txBox="1"/>
          <p:nvPr/>
        </p:nvSpPr>
        <p:spPr>
          <a:xfrm>
            <a:off x="195072" y="325595"/>
            <a:ext cx="11996928" cy="6001643"/>
          </a:xfrm>
          <a:prstGeom prst="rect">
            <a:avLst/>
          </a:prstGeom>
          <a:noFill/>
        </p:spPr>
        <p:txBody>
          <a:bodyPr wrap="square">
            <a:spAutoFit/>
          </a:bodyPr>
          <a:lstStyle/>
          <a:p>
            <a:r>
              <a:rPr lang="en-US" sz="2400" b="1" u="sng" dirty="0">
                <a:solidFill>
                  <a:schemeClr val="accent6">
                    <a:lumMod val="60000"/>
                    <a:lumOff val="40000"/>
                  </a:schemeClr>
                </a:solidFill>
              </a:rPr>
              <a:t>Bucket Are Needed</a:t>
            </a:r>
          </a:p>
          <a:p>
            <a:endParaRPr lang="en-US" sz="2400" b="1" u="sng" dirty="0">
              <a:solidFill>
                <a:schemeClr val="accent6">
                  <a:lumMod val="60000"/>
                  <a:lumOff val="40000"/>
                </a:schemeClr>
              </a:solidFill>
            </a:endParaRPr>
          </a:p>
          <a:p>
            <a:r>
              <a:rPr lang="en-US" sz="2400" b="1" dirty="0">
                <a:solidFill>
                  <a:schemeClr val="accent6">
                    <a:lumMod val="60000"/>
                    <a:lumOff val="40000"/>
                  </a:schemeClr>
                </a:solidFill>
              </a:rPr>
              <a:t>1) For The OCI Console UI:</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If you are testing text extraction manually in the Oracle Cloud Console, the interface will require you to click "Select to change output location" and designate an Object Storage bucket before it runs the extraction.</a:t>
            </a:r>
          </a:p>
          <a:p>
            <a:endParaRPr lang="en-US" sz="2400" dirty="0">
              <a:solidFill>
                <a:schemeClr val="accent6">
                  <a:lumMod val="60000"/>
                  <a:lumOff val="40000"/>
                </a:schemeClr>
              </a:solidFill>
            </a:endParaRP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2) For Batch / Asynchronous Jobs:</a:t>
            </a:r>
          </a:p>
          <a:p>
            <a:r>
              <a:rPr lang="en-US" sz="2400" dirty="0">
                <a:solidFill>
                  <a:schemeClr val="accent6">
                    <a:lumMod val="60000"/>
                    <a:lumOff val="40000"/>
                  </a:schemeClr>
                </a:solidFill>
              </a:rPr>
              <a:t>If you are processing multiple documents at once, handling very large files, or using the </a:t>
            </a:r>
            <a:r>
              <a:rPr lang="en-US" sz="2400" dirty="0" err="1">
                <a:solidFill>
                  <a:schemeClr val="accent6">
                    <a:lumMod val="60000"/>
                    <a:lumOff val="40000"/>
                  </a:schemeClr>
                </a:solidFill>
              </a:rPr>
              <a:t>CreateProcessorJob</a:t>
            </a:r>
            <a:r>
              <a:rPr lang="en-US" sz="2400" dirty="0">
                <a:solidFill>
                  <a:schemeClr val="accent6">
                    <a:lumMod val="60000"/>
                    <a:lumOff val="40000"/>
                  </a:schemeClr>
                </a:solidFill>
              </a:rPr>
              <a:t> API, you </a:t>
            </a:r>
            <a:r>
              <a:rPr lang="en-US" sz="2400" b="1" dirty="0">
                <a:solidFill>
                  <a:schemeClr val="accent6">
                    <a:lumMod val="60000"/>
                    <a:lumOff val="40000"/>
                  </a:schemeClr>
                </a:solidFill>
              </a:rPr>
              <a:t>must set up an OCI Object Storage bucket as your output location</a:t>
            </a:r>
            <a:r>
              <a:rPr lang="en-US" sz="2400" dirty="0">
                <a:solidFill>
                  <a:schemeClr val="accent6">
                    <a:lumMod val="60000"/>
                    <a:lumOff val="40000"/>
                  </a:schemeClr>
                </a:solidFill>
              </a:rPr>
              <a:t>.</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Why:</a:t>
            </a:r>
            <a:r>
              <a:rPr lang="en-US" sz="2400" dirty="0">
                <a:solidFill>
                  <a:schemeClr val="accent6">
                    <a:lumMod val="60000"/>
                    <a:lumOff val="40000"/>
                  </a:schemeClr>
                </a:solidFill>
              </a:rPr>
              <a:t> The AI service processes the files in the background and saves the final data extraction directly as a .</a:t>
            </a:r>
            <a:r>
              <a:rPr lang="en-US" sz="2400" dirty="0" err="1">
                <a:solidFill>
                  <a:schemeClr val="accent6">
                    <a:lumMod val="60000"/>
                    <a:lumOff val="40000"/>
                  </a:schemeClr>
                </a:solidFill>
              </a:rPr>
              <a:t>json</a:t>
            </a:r>
            <a:r>
              <a:rPr lang="en-US" sz="2400" dirty="0">
                <a:solidFill>
                  <a:schemeClr val="accent6">
                    <a:lumMod val="60000"/>
                    <a:lumOff val="40000"/>
                  </a:schemeClr>
                </a:solidFill>
              </a:rPr>
              <a:t> file in your bucket.</a:t>
            </a:r>
          </a:p>
        </p:txBody>
      </p:sp>
    </p:spTree>
    <p:extLst>
      <p:ext uri="{BB962C8B-B14F-4D97-AF65-F5344CB8AC3E}">
        <p14:creationId xmlns:p14="http://schemas.microsoft.com/office/powerpoint/2010/main" val="12627615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51615-857D-5158-C1C0-E9B49FAC757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99C0F25-60A0-5A47-3894-5183A3A77D8E}"/>
              </a:ext>
            </a:extLst>
          </p:cNvPr>
          <p:cNvSpPr txBox="1"/>
          <p:nvPr/>
        </p:nvSpPr>
        <p:spPr>
          <a:xfrm>
            <a:off x="195072" y="618203"/>
            <a:ext cx="11996928" cy="2677656"/>
          </a:xfrm>
          <a:prstGeom prst="rect">
            <a:avLst/>
          </a:prstGeom>
          <a:noFill/>
        </p:spPr>
        <p:txBody>
          <a:bodyPr wrap="square">
            <a:spAutoFit/>
          </a:bodyPr>
          <a:lstStyle/>
          <a:p>
            <a:r>
              <a:rPr lang="en-US" sz="2400" b="1" u="sng" dirty="0">
                <a:solidFill>
                  <a:schemeClr val="accent6">
                    <a:lumMod val="60000"/>
                    <a:lumOff val="40000"/>
                  </a:schemeClr>
                </a:solidFill>
              </a:rPr>
              <a:t>Buckets Are Not Needed For Single Documents / Real-time Rest APIs: </a:t>
            </a:r>
          </a:p>
          <a:p>
            <a:endParaRPr lang="en-US" sz="2400" dirty="0">
              <a:solidFill>
                <a:schemeClr val="accent6">
                  <a:lumMod val="60000"/>
                  <a:lumOff val="40000"/>
                </a:schemeClr>
              </a:solidFill>
            </a:endParaRPr>
          </a:p>
          <a:p>
            <a:r>
              <a:rPr lang="en-US" sz="2400" dirty="0">
                <a:solidFill>
                  <a:schemeClr val="accent6">
                    <a:lumMod val="60000"/>
                    <a:lumOff val="40000"/>
                  </a:schemeClr>
                </a:solidFill>
              </a:rPr>
              <a:t>If you are extracting text from a single file in real time using the synchronous </a:t>
            </a:r>
            <a:r>
              <a:rPr lang="en-US" sz="2400" dirty="0" err="1">
                <a:solidFill>
                  <a:schemeClr val="accent6">
                    <a:lumMod val="60000"/>
                    <a:lumOff val="40000"/>
                  </a:schemeClr>
                </a:solidFill>
              </a:rPr>
              <a:t>AnalyzeDocument</a:t>
            </a:r>
            <a:r>
              <a:rPr lang="en-US" sz="2400" dirty="0">
                <a:solidFill>
                  <a:schemeClr val="accent6">
                    <a:lumMod val="60000"/>
                    <a:lumOff val="40000"/>
                  </a:schemeClr>
                </a:solidFill>
              </a:rPr>
              <a:t> API, you do not need an output storage location.</a:t>
            </a:r>
          </a:p>
          <a:p>
            <a:endParaRPr lang="en-US" sz="2400" dirty="0">
              <a:solidFill>
                <a:schemeClr val="accent6">
                  <a:lumMod val="60000"/>
                  <a:lumOff val="40000"/>
                </a:schemeClr>
              </a:solidFill>
            </a:endParaRPr>
          </a:p>
          <a:p>
            <a:r>
              <a:rPr lang="en-US" sz="2400" b="1" dirty="0">
                <a:solidFill>
                  <a:schemeClr val="accent6">
                    <a:lumMod val="60000"/>
                    <a:lumOff val="40000"/>
                  </a:schemeClr>
                </a:solidFill>
              </a:rPr>
              <a:t>Why</a:t>
            </a:r>
            <a:r>
              <a:rPr lang="en-US" sz="2400" dirty="0">
                <a:solidFill>
                  <a:schemeClr val="accent6">
                    <a:lumMod val="60000"/>
                    <a:lumOff val="40000"/>
                  </a:schemeClr>
                </a:solidFill>
              </a:rPr>
              <a:t>: The document is passed inline (often encoded as Base64). The service processes it immediately and returns the extracted text directly inside the API response body</a:t>
            </a:r>
          </a:p>
        </p:txBody>
      </p:sp>
    </p:spTree>
    <p:extLst>
      <p:ext uri="{BB962C8B-B14F-4D97-AF65-F5344CB8AC3E}">
        <p14:creationId xmlns:p14="http://schemas.microsoft.com/office/powerpoint/2010/main" val="3891397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BF2FB-0893-9257-E5F2-938103214B11}"/>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074C629-568B-A420-1F9F-B90C8CA58350}"/>
              </a:ext>
            </a:extLst>
          </p:cNvPr>
          <p:cNvPicPr>
            <a:picLocks noChangeAspect="1"/>
          </p:cNvPicPr>
          <p:nvPr/>
        </p:nvPicPr>
        <p:blipFill>
          <a:blip r:embed="rId2"/>
          <a:stretch>
            <a:fillRect/>
          </a:stretch>
        </p:blipFill>
        <p:spPr>
          <a:xfrm>
            <a:off x="2156365" y="438912"/>
            <a:ext cx="7070976" cy="6336792"/>
          </a:xfrm>
          <a:prstGeom prst="rect">
            <a:avLst/>
          </a:prstGeom>
        </p:spPr>
      </p:pic>
    </p:spTree>
    <p:extLst>
      <p:ext uri="{BB962C8B-B14F-4D97-AF65-F5344CB8AC3E}">
        <p14:creationId xmlns:p14="http://schemas.microsoft.com/office/powerpoint/2010/main" val="1021805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8168E-2889-EB8C-92FA-7877BF03BF4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166CB4A-77DB-036E-6A15-C2A7DFD2A06B}"/>
              </a:ext>
            </a:extLst>
          </p:cNvPr>
          <p:cNvPicPr>
            <a:picLocks noChangeAspect="1"/>
          </p:cNvPicPr>
          <p:nvPr/>
        </p:nvPicPr>
        <p:blipFill>
          <a:blip r:embed="rId2"/>
          <a:stretch>
            <a:fillRect/>
          </a:stretch>
        </p:blipFill>
        <p:spPr>
          <a:xfrm>
            <a:off x="531683" y="961202"/>
            <a:ext cx="10945753" cy="5896798"/>
          </a:xfrm>
          <a:prstGeom prst="rect">
            <a:avLst/>
          </a:prstGeom>
        </p:spPr>
      </p:pic>
    </p:spTree>
    <p:extLst>
      <p:ext uri="{BB962C8B-B14F-4D97-AF65-F5344CB8AC3E}">
        <p14:creationId xmlns:p14="http://schemas.microsoft.com/office/powerpoint/2010/main" val="1917880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BC713-996F-3363-4D5E-B2972E8D880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D32543E-D110-8BAA-B19D-56FD57B4EA3A}"/>
              </a:ext>
            </a:extLst>
          </p:cNvPr>
          <p:cNvPicPr>
            <a:picLocks noChangeAspect="1"/>
          </p:cNvPicPr>
          <p:nvPr/>
        </p:nvPicPr>
        <p:blipFill>
          <a:blip r:embed="rId2"/>
          <a:stretch>
            <a:fillRect/>
          </a:stretch>
        </p:blipFill>
        <p:spPr>
          <a:xfrm>
            <a:off x="178378" y="1161287"/>
            <a:ext cx="11835244" cy="5543781"/>
          </a:xfrm>
          <a:prstGeom prst="rect">
            <a:avLst/>
          </a:prstGeom>
        </p:spPr>
      </p:pic>
    </p:spTree>
    <p:extLst>
      <p:ext uri="{BB962C8B-B14F-4D97-AF65-F5344CB8AC3E}">
        <p14:creationId xmlns:p14="http://schemas.microsoft.com/office/powerpoint/2010/main" val="3551742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A5102-7A68-E837-80E4-93D14166C31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5A08D8F-C7F7-F80A-C71F-D992ED19B49C}"/>
              </a:ext>
            </a:extLst>
          </p:cNvPr>
          <p:cNvPicPr>
            <a:picLocks noChangeAspect="1"/>
          </p:cNvPicPr>
          <p:nvPr/>
        </p:nvPicPr>
        <p:blipFill>
          <a:blip r:embed="rId2"/>
          <a:stretch>
            <a:fillRect/>
          </a:stretch>
        </p:blipFill>
        <p:spPr>
          <a:xfrm>
            <a:off x="1285203" y="513465"/>
            <a:ext cx="9621593" cy="6344535"/>
          </a:xfrm>
          <a:prstGeom prst="rect">
            <a:avLst/>
          </a:prstGeom>
        </p:spPr>
      </p:pic>
    </p:spTree>
    <p:extLst>
      <p:ext uri="{BB962C8B-B14F-4D97-AF65-F5344CB8AC3E}">
        <p14:creationId xmlns:p14="http://schemas.microsoft.com/office/powerpoint/2010/main" val="2232315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4555E-8ECA-D659-F0FD-8B4AE5A81D6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A5016F5-2E84-16C8-E021-210B4ECD2CE7}"/>
              </a:ext>
            </a:extLst>
          </p:cNvPr>
          <p:cNvPicPr>
            <a:picLocks noChangeAspect="1"/>
          </p:cNvPicPr>
          <p:nvPr/>
        </p:nvPicPr>
        <p:blipFill>
          <a:blip r:embed="rId2"/>
          <a:stretch>
            <a:fillRect/>
          </a:stretch>
        </p:blipFill>
        <p:spPr>
          <a:xfrm>
            <a:off x="310896" y="1749895"/>
            <a:ext cx="11570208" cy="4805161"/>
          </a:xfrm>
          <a:prstGeom prst="rect">
            <a:avLst/>
          </a:prstGeom>
        </p:spPr>
      </p:pic>
    </p:spTree>
    <p:extLst>
      <p:ext uri="{BB962C8B-B14F-4D97-AF65-F5344CB8AC3E}">
        <p14:creationId xmlns:p14="http://schemas.microsoft.com/office/powerpoint/2010/main" val="279357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F02C-91BF-310C-055A-F6B38E43CD01}"/>
            </a:ext>
          </a:extLst>
        </p:cNvPr>
        <p:cNvGrpSpPr/>
        <p:nvPr/>
      </p:nvGrpSpPr>
      <p:grpSpPr>
        <a:xfrm>
          <a:off x="0" y="0"/>
          <a:ext cx="0" cy="0"/>
          <a:chOff x="0" y="0"/>
          <a:chExt cx="0" cy="0"/>
        </a:xfrm>
      </p:grpSpPr>
    </p:spTree>
    <p:extLst>
      <p:ext uri="{BB962C8B-B14F-4D97-AF65-F5344CB8AC3E}">
        <p14:creationId xmlns:p14="http://schemas.microsoft.com/office/powerpoint/2010/main" val="1508202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What is Statistics</Template>
  <TotalTime>1089</TotalTime>
  <Words>228</Words>
  <Application>Microsoft Office PowerPoint</Application>
  <PresentationFormat>Widescreen</PresentationFormat>
  <Paragraphs>24</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143</cp:revision>
  <dcterms:created xsi:type="dcterms:W3CDTF">2025-09-22T02:44:38Z</dcterms:created>
  <dcterms:modified xsi:type="dcterms:W3CDTF">2026-06-21T07:45:17Z</dcterms:modified>
</cp:coreProperties>
</file>