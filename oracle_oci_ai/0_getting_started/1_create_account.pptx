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handoutMasterIdLst>
    <p:handoutMasterId r:id="rId12"/>
  </p:handoutMasterIdLst>
  <p:sldIdLst>
    <p:sldId id="275" r:id="rId2"/>
    <p:sldId id="257" r:id="rId3"/>
    <p:sldId id="282" r:id="rId4"/>
    <p:sldId id="277" r:id="rId5"/>
    <p:sldId id="278" r:id="rId6"/>
    <p:sldId id="279" r:id="rId7"/>
    <p:sldId id="281" r:id="rId8"/>
    <p:sldId id="280" r:id="rId9"/>
    <p:sldId id="276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5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CA3A45-07AA-881E-EBAC-FAE1FFF9B3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2C2385-62BD-1B9C-A617-554DDB21E0F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AEECA8-D063-486F-AE31-5020270C1449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328A6F-7933-1F9C-E9F6-B4A61026FB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F9A57F-3A38-6EDA-B76D-A3DB4F6978A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93F6CE-D1D9-4B7B-9040-C7CAC074A6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133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21T05:34:30.22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1 756 24575,'2'24'0,"2"0"0,1 0 0,1-1 0,1 1 0,0-2 0,19 37 0,-2 1 0,-14-36 0,23 75 0,-33-98 0,0 0 0,0 0 0,1-1 0,-1 1 0,0 0 0,1 0 0,-1 0 0,0-1 0,1 1 0,-1 0 0,1-1 0,0 1 0,-1 0 0,1-1 0,-1 1 0,1-1 0,0 1 0,-1-1 0,1 1 0,0-1 0,0 0 0,0 1 0,-1-1 0,1 0 0,0 1 0,0-1 0,0 0 0,0 0 0,-1 0 0,1 0 0,0 0 0,0 0 0,0 0 0,0 0 0,0 0 0,-1 0 0,1 0 0,0-1 0,0 1 0,0 0 0,-1-1 0,1 1 0,0 0 0,0-1 0,1 0 0,44-29 0,-36 24 0,612-455 0,-473 352-118,621-416-1129,-736 506-5579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21T05:34:38.520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11 81 24575,'0'-1'0,"-1"1"0,0-1 0,0 1 0,1-1 0,-1 0 0,0 1 0,1-1 0,-1 0 0,0 1 0,1-1 0,-1 0 0,1 0 0,-1 1 0,1-1 0,0 0 0,-1 0 0,1 0 0,0 0 0,0 0 0,-1 0 0,1 0 0,0 0 0,0 1 0,0-1 0,0 0 0,0 0 0,0 0 0,0 0 0,1 0 0,-1 0 0,0 0 0,0 0 0,1 0 0,-1 1 0,1-1 0,-1 0 0,1 0 0,-1 0 0,1 1 0,-1-1 0,1 0 0,-1 1 0,1-1 0,0 0 0,0 1 0,-1-1 0,1 1 0,0-1 0,0 1 0,0-1 0,-1 1 0,1 0 0,2-1 0,5-2 0,1 0 0,0 0 0,1 1 0,10-2 0,-14 3 0,124-14 0,2 6 0,184 10 0,-119 2 0,1671-3-1365,-1839 0-5461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9T19:34:03.905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1 24575,'354'13'0,"21"0"0,1525-13-1365,-1871 0-5461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9T19:34:05.89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0 24575,'2539'0'-1365,"-2516"0"-5461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9T19:34:15.135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1 257 24575,'662'0'0,"-625"-2"0,54-9 0,-52 5 0,50-1 0,-59 5 0,-1-2 0,1 0 0,37-12 0,-36 8 0,1 1 0,58-4 0,-83 11 0,31 0 0,0-2 0,-1-1 0,1-3 0,47-11 0,-11-2 0,97-11 0,-80 16 0,-46 8 0,75 2 0,-73 3 0,66-7 0,11-5 0,-1 5 0,132 10 0,-76 1 0,25 11 0,3-1 0,-120-12 0,110 16 0,-105-9 0,160-7 0,-108-4 0,-79 3 0,65-1 0,131 18 0,-89-5 0,-155-7 0,-22 3 0,-29 8 0,-20-2 0,-1-2 0,-1-3 0,-86 4 0,-176-13 0,159-3 0,-1684 3 0,4490 0 0,-2611 1 0,0 1 0,-1 2 0,1 2 0,-1 1 0,50 18 0,-83-25 0,0 1 0,0-1 0,0 1 0,0 0 0,0 0 0,0 0 0,0 0 0,-1 0 0,1 0 0,0 0 0,-1 1 0,1-1 0,-1 1 0,1-1 0,-1 1 0,0 0 0,1-1 0,-1 1 0,0 0 0,0 0 0,0 0 0,-1 0 0,2 3 0,-2-3 0,0 0 0,-1 0 0,1 0 0,-1 0 0,1 0 0,-1 0 0,0 0 0,1 0 0,-1-1 0,0 1 0,0 0 0,0 0 0,-1-1 0,1 1 0,0-1 0,-1 1 0,1-1 0,-1 1 0,1-1 0,-1 0 0,0 0 0,1 0 0,-4 2 0,-11 5 0,-1 0 0,1-1 0,-1 0 0,0-2 0,-1 0 0,1-1 0,-32 3 0,-132 1 0,141-8 0,-1400 0 0,594-3 0,673 3 0,1540 0 0,-1219-13 0,-3 0 0,-138 13 0,16 1 0,0-2 0,-1-1 0,30-5 0,-40 1 0,-21 2 0,-25 1 0,-655-3 0,380 9 0,-72-3 0,734-26 0,-111 2 0,959-4 0,-1161 28 0,-34 0 0,-8 0 0,-56 1 0,-1010-34 0,1041 31 0,-3 0 0,0-1 0,-34-7 0,35-2 0,29 11 0,-1 1 0,1 0 0,-1-1 0,1 1 0,-1 0 0,1-1 0,-1 1 0,1-1 0,0 1 0,-1-1 0,1 1 0,0-1 0,-1 1 0,1-1 0,0 0 0,0 1 0,-1-1 0,1 1 0,0-1 0,0 1 0,0-1 0,0 0 0,0 1 0,0-2 0,1 0 0,1 0 0,-1 0 0,1 0 0,-1 1 0,1-1 0,0 1 0,0-1 0,0 1 0,-1-1 0,1 1 0,1 0 0,-1 0 0,0 0 0,0 0 0,0 1 0,1-1 0,-1 0 0,0 1 0,5-1 0,88-15 0,0 4 0,130 0 0,-161 9 0,169-1 0,103-7 0,-321 10 0,-1 1 0,0-1 0,0-1 0,0 0 0,0-1 0,23-7 0,-34 5 0,-12 0 0,-16-1 0,-117-5 0,-162 10 0,155 4 0,72-1 0,40 0 0,0-2 0,0-1 0,-42-6 0,51-3 0,28 9 0,0 1 0,0 0 0,0 0 0,-1-1 0,1 1 0,0 0 0,0 0 0,0 0 0,0-1 0,0 1 0,-1 0 0,1-1 0,0 1 0,0 0 0,0 0 0,0-1 0,0 1 0,0 0 0,0-1 0,0 1 0,0 0 0,0 0 0,0-1 0,0 1 0,0 0 0,0-1 0,0 1 0,1 0 0,-1 0 0,0-1 0,0 1 0,0 0 0,0 0 0,0-1 0,1 1 0,-1 0 0,0 0 0,0 0 0,0-1 0,1 1 0,-1 0 0,0 0 0,1-1 0,3-1 0,1 0 0,-1 0 0,1 0 0,0 0 0,0 1 0,0-1 0,0 1 0,9-1 0,225-7 0,-154 9 0,-972 2 0,390-3 0,530 2 0,0 1 0,1 1 0,-2 2 0,1 1 0,-1 2 0,59 21 0,-77-16 0,-18-2 0,-32 5 0,-19-2 0,-1-2 0,0-3 0,-1-3 0,-66 0 0,70-3 0,-1078 7 0,1111-10 0,51-1 0,616 21 0,-627-18 0,-22 0 0,-35-1 0,-969 2 0,483-5 0,685-1 0,263 11 0,-377 1 0,-47-9 0,-1 0 0,0 0 0,0 0 0,1 0 0,-1 0 0,0 0 0,1 0 0,-1 1 0,0-1 0,0 0 0,1 0 0,-1 0 0,0 0 0,0 0 0,1 1 0,-1-1 0,0 0 0,0 0 0,1 0 0,-1 1 0,0-1 0,0 0 0,0 0 0,0 1 0,1-1 0,-1 0 0,0 0 0,0 1 0,0-1 0,0 0 0,0 0 0,0 1 0,0-1 0,0 0 0,0 1 0,0-1 0,0 0 0,0 1 0,0-1 0,0 0 0,0 0 0,0 1 0,0 0 0,-14 8 0,-22 5 0,35-14 0,-10 3 0,-25 9 0,36-12 0,0 0 0,0 0 0,0 0 0,0 0 0,0 0 0,0 0 0,-1 0 0,1 0 0,0 0 0,0 0 0,0 0 0,0 0 0,0 0 0,0 0 0,0 1 0,0-1 0,0 0 0,-1 0 0,1 0 0,0 0 0,0 0 0,0 0 0,0 0 0,0 1 0,0-1 0,0 0 0,0 0 0,0 0 0,0 0 0,0 0 0,0 0 0,0 0 0,0 1 0,0-1 0,0 0 0,0 0 0,0 0 0,0 0 0,0 0 0,0 0 0,0 1 0,0-1 0,0 0 0,0 0 0,1 0 0,-1 0 0,0 0 0,0 0 0,0 0 0,0 0 0,0 1 0,0-1 0,0 0 0,0 0 0,0 0 0,1 0 0,-1 0 0,0 0 0,0 0 0,0 0 0,0 0 0,0 0 0,0 0 0,1 0 0,-1 0 0,0 0 0,27 5 0,378 9 132,-53-3-1629,-205-1-5329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9T19:23:25.930"/>
    </inkml:context>
    <inkml:brush xml:id="br0">
      <inkml:brushProperty name="width" value="0.35" units="cm"/>
      <inkml:brushProperty name="height" value="0.35" units="cm"/>
      <inkml:brushProperty name="color" value="#5B2D90"/>
    </inkml:brush>
  </inkml:definitions>
  <inkml:trace contextRef="#ctx0" brushRef="#br0">0 1 24575,'0'1'0,"0"0"0,1 0 0,-1-1 0,0 1 0,1 0 0,-1 0 0,1 0 0,-1 0 0,1-1 0,-1 1 0,1 0 0,0 0 0,-1-1 0,1 1 0,0-1 0,-1 1 0,1 0 0,0-1 0,0 1 0,0-1 0,0 0 0,-1 1 0,1-1 0,0 0 0,0 1 0,0-1 0,2 0 0,29 5 0,-28-5 0,402 6 0,-222-9 0,9311 3-1365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9T19:23:41.725"/>
    </inkml:context>
    <inkml:brush xml:id="br0">
      <inkml:brushProperty name="width" value="0.35" units="cm"/>
      <inkml:brushProperty name="height" value="0.35" units="cm"/>
      <inkml:brushProperty name="color" value="#5B2D90"/>
    </inkml:brush>
  </inkml:definitions>
  <inkml:trace contextRef="#ctx0" brushRef="#br0">0 53 24575,'2'-1'0,"-1"-1"0,1 1 0,0 0 0,0 0 0,0-1 0,0 1 0,0 0 0,0 0 0,0 1 0,0-1 0,0 0 0,0 1 0,0-1 0,0 1 0,1 0 0,-1 0 0,0 0 0,3 0 0,-1-1 0,132-10 0,213 9 0,-154 6 0,95-25 0,-188 14 6,140 6 0,-100 4-1383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9T19:23:43.453"/>
    </inkml:context>
    <inkml:brush xml:id="br0">
      <inkml:brushProperty name="width" value="0.35" units="cm"/>
      <inkml:brushProperty name="height" value="0.35" units="cm"/>
      <inkml:brushProperty name="color" value="#5B2D90"/>
    </inkml:brush>
  </inkml:definitions>
  <inkml:trace contextRef="#ctx0" brushRef="#br0">1 0 24575,'1232'0'-1365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9T19:23:46.226"/>
    </inkml:context>
    <inkml:brush xml:id="br0">
      <inkml:brushProperty name="width" value="0.35" units="cm"/>
      <inkml:brushProperty name="height" value="0.35" units="cm"/>
      <inkml:brushProperty name="color" value="#5B2D90"/>
    </inkml:brush>
  </inkml:definitions>
  <inkml:trace contextRef="#ctx0" brushRef="#br0">1 82 24575,'0'-1'0,"0"0"0,0 0 0,1 0 0,-1 0 0,1 0 0,-1 0 0,1 0 0,0 0 0,-1 1 0,1-1 0,0 0 0,-1 0 0,1 0 0,0 1 0,0-1 0,0 0 0,0 1 0,0-1 0,0 1 0,-1-1 0,1 1 0,2-1 0,26-9 0,-24 8 0,32-6 0,0 1 0,1 2 0,56-1 0,43-5 0,-39 1 0,0 5 0,100 8 0,-42 0 0,-39-3-1365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9T19:33:21.083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0 24032,'4877'0'0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9T19:33:27.188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0 153 24575,'0'-2'0,"1"0"0,-1-1 0,0 1 0,1 0 0,0 0 0,0-1 0,0 1 0,0 0 0,0 0 0,0 0 0,0 0 0,0 0 0,1 0 0,-1 1 0,1-1 0,0 0 0,-1 1 0,1-1 0,0 1 0,0-1 0,0 1 0,0 0 0,0 0 0,0 0 0,0 0 0,0 0 0,1 1 0,-1-1 0,0 0 0,1 1 0,-1 0 0,3-1 0,12-1 0,0 1 0,1 0 0,23 2 0,-20 0 0,1517 1 0,-1483-5 0,59-10 0,-29 2 0,74-12 0,-90 12 0,84-5 0,-19 3 0,11 0 0,464 14 0,-553 2 0,0 4 0,0 1 0,66 20 0,5 8 0,33 8 0,-132-36 0,-28-7 0,0-1 0,0 0 0,0 0 0,1 0 0,-1 0 0,0 0 0,0 0 0,0 0 0,0 0 0,0 0 0,0 0 0,0 0 0,1 1 0,-1-1 0,0 0 0,0 0 0,0 0 0,0 0 0,0 0 0,0 0 0,0 1 0,0-1 0,0 0 0,0 0 0,0 0 0,0 0 0,0 0 0,0 1 0,0-1 0,0 0 0,0 0 0,0 0 0,0 0 0,0 1 0,0-1 0,0 0 0,0 0 0,0 0 0,0 0 0,0 0 0,0 0 0,0 1 0,0-1 0,0 0 0,0 0 0,0 0 0,-1 0 0,1 0 0,0 0 0,0 0 0,0 1 0,0-1 0,0 0 0,0 0 0,-1 0 0,1 0 0,0 0 0,0 0 0,0 0 0,0 0 0,0 0 0,-1 0 0,1 0 0,0 0 0,-53 8 0,-668-5 0,517-16 0,-58 0 0,3 3-1365,196 5-5461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9T19:33:29.608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0 24316,'3406'0'0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9T19:33:34.045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0 129 24575,'1'0'0,"-1"-1"0,1 0 0,-1 1 0,1-1 0,0 1 0,-1-1 0,1 1 0,-1 0 0,1-1 0,0 1 0,-1 0 0,1-1 0,0 1 0,-1 0 0,1 0 0,0 0 0,0 0 0,-1-1 0,1 1 0,0 0 0,0 0 0,-1 0 0,1 0 0,0 1 0,0-1 0,-1 0 0,1 0 0,0 0 0,-1 1 0,1-1 0,1 1 0,29 7 0,-29-7 0,108 28 0,2-5 0,179 16 0,80-34 0,-206-8 0,-84 2 0,1-3 0,0-4 0,86-18 0,-110 11 0,-28 6 0,0 1 0,1 2 0,45-3 0,-38 7 0,6 2 0,-1-3 0,1-1 0,53-11 0,246-41 0,-80 18 0,-80 13 0,-106 16 0,306-2-191,-281 11-983,-63-1-5652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9T19:33:36.447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0 105 24575,'143'1'0,"162"-3"0,-262-2 0,75-17 0,-81 12 0,0 2 0,74-3 0,-22 6 0,125-22 0,-144 15 0,37 2 0,188 7 0,-145 4 0,935-2 0,-1010 5-1365,-50 0-5461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9T19:33:38.297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1 24575,'529'19'0,"-292"-9"0,16 1 0,-109 0 0,175-10 0,-144-3 0,73 2-1365,-211 0-5461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9T19:33:39.423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0 24575,'4'0'0,"11"0"0,15 0 0,7 0 0,10 0 0,10 0 0,4 0 0,0 0 0,-1 0 0,-7 0 0,-8 0 0,-12 0-8191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9T19:33:40.036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0 0 24575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9T19:33:43.44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0 139 24575,'426'0'0,"-391"2"0,-1 2 0,1 1 0,35 10 0,-33-6 0,0-2 0,51 3 0,347-12 0,-233-22 0,-178 20 0,0-1 0,-1-1 0,24-9 0,30-8 0,217-38 0,-266 54 0,6-2 0,1 1 0,0 1 0,40-2 0,-8 4-1365,-36 0-5461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9T19:33:45.12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77 24575,'1'-1'0,"-1"1"0,0-1 0,1 0 0,-1 1 0,1-1 0,-1 0 0,1 1 0,-1-1 0,1 1 0,-1-1 0,1 1 0,0-1 0,-1 1 0,1-1 0,0 1 0,-1 0 0,1-1 0,0 1 0,-1 0 0,1 0 0,0 0 0,0-1 0,-1 1 0,1 0 0,0 0 0,0 0 0,-1 0 0,1 0 0,0 0 0,1 1 0,35-7 0,217-6 0,17-2 0,126-11 0,-194 15-1365,-170 10-5461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9T19:33:46.99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28 24575,'1825'0'0,"-1460"-14"0,2 1 0,118 14-1365,-446-1-5461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9T19:33:50.478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1 154 24575,'702'0'0,"-661"-2"0,49-8 0,17-1 0,-53 8 0,0 2 0,0-3 0,61-12 0,233-49 0,-148 33 0,-157 27 0,-11 2 0,-57 1 0,-147 15 0,12 1 0,-742-12 66,462-4-1497,413 2-5395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9T19:33:51.818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1 24575,'1169'0'-1365,"-1148"0"-5461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233BD1-3BA8-448D-9D08-7846095EA517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63499C-1FAC-4F66-96F8-6DA2CC28B7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53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B0F26-247A-F2E0-8FBA-6EA7974D6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94F308-CEE8-92BC-D91A-4212DEA015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794D3-11DF-A675-8D28-EC65EF275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3FDAF-B83A-AE0A-B811-B7195D37F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530BD-9515-D107-426C-B72742CBF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282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E7E77-8771-0BA4-B1D5-7F1DE0138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3F30B-85C4-D934-2F30-179E3FCE9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EF7AF-5CE7-4387-31F9-79D356206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CCC03-E434-4684-B55E-3F2D39916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F3B05-B983-07A3-4B58-9D2E18438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036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23C21-D6A5-2D17-9BFA-70B3353D6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D89B8-191B-6AAD-5D5E-32B357265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C528A-1563-9376-E089-4DA80AD1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9A01D-6FDA-C269-FF95-3FDB205C8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80A21-61AC-4B39-D886-3A327DB73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114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03C29-6DED-2A1F-5B4D-128B63652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94ECB-0FCA-1AD0-F19A-27A4C16DC0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7402C2-E657-5A54-9627-8C9CBCBBE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1FADA-AE3E-B30F-6353-BF0478CF0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16B517-96D7-6416-0C24-B14942ADD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46F179-BF2F-393A-1AA6-C893B7B9F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852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50483-A0C8-BF5B-61DE-39BC6FF9C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DB55B-C040-F211-BC81-97628EA48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93EEAE-1CB3-AAC8-5818-D61E389EF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CE50F0-1141-D645-3892-2DA29633A3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2E976C-52C7-C22D-28F7-B21E29518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97D00B-0B76-5C50-686B-A01396FCD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842B8D-3B74-4B67-9462-6D2C7ED9A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92D4BE-CE8C-0250-FE7D-1F370E25F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750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DBE28-2732-66A2-163C-433854615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70F3D6-B4BC-015F-96FA-1720B040C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168A87-13A5-0A5A-4D74-C75E27775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D6D7CB-BD93-54BE-CB47-7FBA06B18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650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4114B-4550-9F52-0EF5-D1E9CF2FD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3136E-0C79-F4F5-F24E-D5FF71CDB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E2157-F670-A339-0CB7-7399568D5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501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02A98-8738-1E16-A16E-D8858EEA7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C67E5-1169-257D-D9E7-C7B952C21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2CF6C-0F85-566A-86BC-CBFEB17E75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4F0FC-ECB8-638F-A224-98FFA8270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95B89-4DC8-435E-3545-6187AD3E0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B68CF-9592-FB7C-B517-0CC962C8B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300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E2BC2-F728-2BA5-C848-31FA3458A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57B909-12C3-703B-57E9-008076312F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E4D7A-BC41-33D0-D36D-08BB5C2C5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17FB83-437D-9293-0B99-2DC89A047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DF5674-4DC1-3171-8FEB-C280686D4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D431F6-5490-78BA-7028-0BD08BF1A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860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002A-A21A-4F99-1BCE-F61C85D7B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E85D03-9A7F-4A9E-379E-2DEA86D2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EEFB4-95FB-FEDD-75E7-143E7ED29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CE0D7-1712-FF0C-D965-BFD5AE161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632A1-4243-F65B-A2B0-3F2142C34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079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293F13-2480-AB35-1A68-57A54CE6C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DA286C-2521-2961-CABA-5684DF43FB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5FF44-F63B-872A-DC8D-A873790A6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53A11-7793-38C6-0506-A6FBE9A02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962C0-F018-7629-445C-DDCA8AE1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998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CEE1C2-DF65-6CAD-D1EF-224508404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FB6A6-8766-C849-1846-0F3875024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5176B-E136-1615-D0B5-186783ACB8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83FAE1-13DE-4511-8C1B-C8AFB720664C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AAAF6-4731-DB91-AB26-A07CEF1B9D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4165E-BEE7-F086-BE90-50642610F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3932AB-6107-98C9-CEDA-32A7DF59729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212435" y="136524"/>
            <a:ext cx="1330037" cy="102520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A22C5A-FA6D-B699-950E-8D249A96933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10855909" y="185738"/>
            <a:ext cx="1123656" cy="86612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499973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customXml" Target="../ink/ink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png"/><Relationship Id="rId3" Type="http://schemas.openxmlformats.org/officeDocument/2006/relationships/customXml" Target="../ink/ink3.xml"/><Relationship Id="rId7" Type="http://schemas.openxmlformats.org/officeDocument/2006/relationships/customXml" Target="../ink/ink5.xm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0.png"/><Relationship Id="rId5" Type="http://schemas.openxmlformats.org/officeDocument/2006/relationships/customXml" Target="../ink/ink4.xml"/><Relationship Id="rId4" Type="http://schemas.openxmlformats.org/officeDocument/2006/relationships/image" Target="../media/image40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customXml" Target="../ink/ink11.xml"/><Relationship Id="rId18" Type="http://schemas.openxmlformats.org/officeDocument/2006/relationships/image" Target="../media/image15.png"/><Relationship Id="rId26" Type="http://schemas.openxmlformats.org/officeDocument/2006/relationships/image" Target="../media/image19.png"/><Relationship Id="rId3" Type="http://schemas.openxmlformats.org/officeDocument/2006/relationships/customXml" Target="../ink/ink6.xml"/><Relationship Id="rId21" Type="http://schemas.openxmlformats.org/officeDocument/2006/relationships/customXml" Target="../ink/ink15.xml"/><Relationship Id="rId34" Type="http://schemas.openxmlformats.org/officeDocument/2006/relationships/image" Target="../media/image23.png"/><Relationship Id="rId7" Type="http://schemas.openxmlformats.org/officeDocument/2006/relationships/customXml" Target="../ink/ink8.xml"/><Relationship Id="rId12" Type="http://schemas.openxmlformats.org/officeDocument/2006/relationships/image" Target="../media/image12.png"/><Relationship Id="rId17" Type="http://schemas.openxmlformats.org/officeDocument/2006/relationships/customXml" Target="../ink/ink13.xml"/><Relationship Id="rId25" Type="http://schemas.openxmlformats.org/officeDocument/2006/relationships/customXml" Target="../ink/ink17.xml"/><Relationship Id="rId33" Type="http://schemas.openxmlformats.org/officeDocument/2006/relationships/customXml" Target="../ink/ink21.xml"/><Relationship Id="rId2" Type="http://schemas.openxmlformats.org/officeDocument/2006/relationships/image" Target="../media/image7.png"/><Relationship Id="rId16" Type="http://schemas.openxmlformats.org/officeDocument/2006/relationships/image" Target="../media/image14.png"/><Relationship Id="rId20" Type="http://schemas.openxmlformats.org/officeDocument/2006/relationships/image" Target="../media/image16.png"/><Relationship Id="rId29" Type="http://schemas.openxmlformats.org/officeDocument/2006/relationships/customXml" Target="../ink/ink1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11" Type="http://schemas.openxmlformats.org/officeDocument/2006/relationships/customXml" Target="../ink/ink10.xml"/><Relationship Id="rId24" Type="http://schemas.openxmlformats.org/officeDocument/2006/relationships/image" Target="../media/image18.png"/><Relationship Id="rId32" Type="http://schemas.openxmlformats.org/officeDocument/2006/relationships/image" Target="../media/image22.png"/><Relationship Id="rId5" Type="http://schemas.openxmlformats.org/officeDocument/2006/relationships/customXml" Target="../ink/ink7.xml"/><Relationship Id="rId15" Type="http://schemas.openxmlformats.org/officeDocument/2006/relationships/customXml" Target="../ink/ink12.xml"/><Relationship Id="rId23" Type="http://schemas.openxmlformats.org/officeDocument/2006/relationships/customXml" Target="../ink/ink16.xml"/><Relationship Id="rId28" Type="http://schemas.openxmlformats.org/officeDocument/2006/relationships/image" Target="../media/image20.png"/><Relationship Id="rId36" Type="http://schemas.openxmlformats.org/officeDocument/2006/relationships/image" Target="../media/image24.png"/><Relationship Id="rId10" Type="http://schemas.openxmlformats.org/officeDocument/2006/relationships/image" Target="../media/image11.png"/><Relationship Id="rId19" Type="http://schemas.openxmlformats.org/officeDocument/2006/relationships/customXml" Target="../ink/ink14.xml"/><Relationship Id="rId31" Type="http://schemas.openxmlformats.org/officeDocument/2006/relationships/customXml" Target="../ink/ink20.xml"/><Relationship Id="rId4" Type="http://schemas.openxmlformats.org/officeDocument/2006/relationships/image" Target="../media/image8.png"/><Relationship Id="rId9" Type="http://schemas.openxmlformats.org/officeDocument/2006/relationships/customXml" Target="../ink/ink9.xml"/><Relationship Id="rId14" Type="http://schemas.openxmlformats.org/officeDocument/2006/relationships/image" Target="../media/image13.png"/><Relationship Id="rId22" Type="http://schemas.openxmlformats.org/officeDocument/2006/relationships/image" Target="../media/image17.png"/><Relationship Id="rId27" Type="http://schemas.openxmlformats.org/officeDocument/2006/relationships/customXml" Target="../ink/ink18.xml"/><Relationship Id="rId30" Type="http://schemas.openxmlformats.org/officeDocument/2006/relationships/image" Target="../media/image21.png"/><Relationship Id="rId35" Type="http://schemas.openxmlformats.org/officeDocument/2006/relationships/customXml" Target="../ink/ink2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931D7F-4279-DA2E-FA64-6CF3C441D4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7A06512-17C9-781A-E6A8-C542526750C0}"/>
              </a:ext>
            </a:extLst>
          </p:cNvPr>
          <p:cNvSpPr txBox="1"/>
          <p:nvPr/>
        </p:nvSpPr>
        <p:spPr>
          <a:xfrm>
            <a:off x="374904" y="954084"/>
            <a:ext cx="10954512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Create Oracle Cloud Account</a:t>
            </a: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Create a free account on:</a:t>
            </a: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Oracle Cloud : https: //www.oracle.com/cloud</a:t>
            </a:r>
          </a:p>
          <a:p>
            <a:pPr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During registration , candidates would need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Email address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Mobile number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Credit/debit card for verification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NOTE:</a:t>
            </a: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Oracle verifies identity using a card but does not charge for Free Tier usage </a:t>
            </a:r>
            <a:r>
              <a:rPr lang="en-US" sz="24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within limits.</a:t>
            </a:r>
          </a:p>
        </p:txBody>
      </p:sp>
    </p:spTree>
    <p:extLst>
      <p:ext uri="{BB962C8B-B14F-4D97-AF65-F5344CB8AC3E}">
        <p14:creationId xmlns:p14="http://schemas.microsoft.com/office/powerpoint/2010/main" val="3666253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5905F93-B5AC-0F24-7DB3-919BD6765C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360" y="728285"/>
            <a:ext cx="11317279" cy="5401429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A5AC8135-FF7F-F8E8-F465-545781BE0BD4}"/>
                  </a:ext>
                </a:extLst>
              </p14:cNvPr>
              <p14:cNvContentPartPr/>
              <p14:nvPr/>
            </p14:nvContentPartPr>
            <p14:xfrm>
              <a:off x="2203344" y="4985496"/>
              <a:ext cx="644040" cy="41616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A5AC8135-FF7F-F8E8-F465-545781BE0BD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185704" y="4967856"/>
                <a:ext cx="679680" cy="451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9F34C10B-85E2-7603-32E9-9929D265C96E}"/>
                  </a:ext>
                </a:extLst>
              </p14:cNvPr>
              <p14:cNvContentPartPr/>
              <p14:nvPr/>
            </p14:nvContentPartPr>
            <p14:xfrm>
              <a:off x="1760544" y="1031616"/>
              <a:ext cx="990720" cy="2916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9F34C10B-85E2-7603-32E9-9929D265C96E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742544" y="1013976"/>
                <a:ext cx="1026360" cy="64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3406421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1DDDAC-08C7-DD33-ECB2-876673BBF6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983F203-6481-319A-C8DF-4DC1582243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" y="113001"/>
            <a:ext cx="10789920" cy="67001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88120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24ADDD-25C4-0F38-B5E8-89466069EA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4BC35A6-CF39-F931-7B93-C59D46A8D6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" y="636546"/>
            <a:ext cx="10907513" cy="6221454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F53DC705-A1F6-5F0B-898F-B8C9A3CEB762}"/>
              </a:ext>
            </a:extLst>
          </p:cNvPr>
          <p:cNvGrpSpPr/>
          <p:nvPr/>
        </p:nvGrpSpPr>
        <p:grpSpPr>
          <a:xfrm>
            <a:off x="4498704" y="3501216"/>
            <a:ext cx="1808280" cy="138960"/>
            <a:chOff x="4498704" y="3501216"/>
            <a:chExt cx="1808280" cy="138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6346C4D1-C83D-2974-E85C-031092E40F8A}"/>
                    </a:ext>
                  </a:extLst>
                </p14:cNvPr>
                <p14:cNvContentPartPr/>
                <p14:nvPr/>
              </p14:nvContentPartPr>
              <p14:xfrm>
                <a:off x="4498704" y="3575016"/>
                <a:ext cx="957240" cy="1008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6346C4D1-C83D-2974-E85C-031092E40F8A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4481064" y="3557376"/>
                  <a:ext cx="99288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FC765563-C9E1-4DED-8979-42342117B6B6}"/>
                    </a:ext>
                  </a:extLst>
                </p14:cNvPr>
                <p14:cNvContentPartPr/>
                <p14:nvPr/>
              </p14:nvContentPartPr>
              <p14:xfrm>
                <a:off x="4562784" y="3520296"/>
                <a:ext cx="922680" cy="36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FC765563-C9E1-4DED-8979-42342117B6B6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4544784" y="3502296"/>
                  <a:ext cx="95832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5EB7DD5B-5DCB-92E4-3583-82F8B7FE321D}"/>
                    </a:ext>
                  </a:extLst>
                </p14:cNvPr>
                <p14:cNvContentPartPr/>
                <p14:nvPr/>
              </p14:nvContentPartPr>
              <p14:xfrm>
                <a:off x="4535064" y="3501216"/>
                <a:ext cx="1771920" cy="13896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5EB7DD5B-5DCB-92E4-3583-82F8B7FE321D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4517424" y="3483576"/>
                  <a:ext cx="1807560" cy="1746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5221940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792CDF-A449-D2E1-6C2D-A325BD089F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0DC17CD-0F00-E3C1-8146-C6FB54BDF4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" y="117850"/>
            <a:ext cx="8394253" cy="662230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013724A6-467E-C4E3-6A5D-A2BFCC75EB5C}"/>
                  </a:ext>
                </a:extLst>
              </p14:cNvPr>
              <p14:cNvContentPartPr/>
              <p14:nvPr/>
            </p14:nvContentPartPr>
            <p14:xfrm>
              <a:off x="3849624" y="1828656"/>
              <a:ext cx="3651120" cy="1044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013724A6-467E-C4E3-6A5D-A2BFCC75EB5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786624" y="1766016"/>
                <a:ext cx="3776760" cy="136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3965EC32-BF07-0A63-239D-9614535D5FD7}"/>
                  </a:ext>
                </a:extLst>
              </p14:cNvPr>
              <p14:cNvContentPartPr/>
              <p14:nvPr/>
            </p14:nvContentPartPr>
            <p14:xfrm>
              <a:off x="3849624" y="5476176"/>
              <a:ext cx="540720" cy="1944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3965EC32-BF07-0A63-239D-9614535D5FD7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786624" y="5413176"/>
                <a:ext cx="666360" cy="145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094C90C5-A401-6091-738B-51DA09220C01}"/>
                  </a:ext>
                </a:extLst>
              </p14:cNvPr>
              <p14:cNvContentPartPr/>
              <p14:nvPr/>
            </p14:nvContentPartPr>
            <p14:xfrm>
              <a:off x="3876624" y="4864536"/>
              <a:ext cx="443880" cy="36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094C90C5-A401-6091-738B-51DA09220C01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813984" y="4801536"/>
                <a:ext cx="569520" cy="12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FB3B65FA-9843-3AFE-79C6-AA6371D43E46}"/>
                  </a:ext>
                </a:extLst>
              </p14:cNvPr>
              <p14:cNvContentPartPr/>
              <p14:nvPr/>
            </p14:nvContentPartPr>
            <p14:xfrm>
              <a:off x="6592464" y="5475096"/>
              <a:ext cx="382680" cy="2988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FB3B65FA-9843-3AFE-79C6-AA6371D43E46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6529824" y="5412096"/>
                <a:ext cx="508320" cy="155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125A560D-A2D0-9F9F-D207-151401D4BAFF}"/>
                  </a:ext>
                </a:extLst>
              </p14:cNvPr>
              <p14:cNvContentPartPr/>
              <p14:nvPr/>
            </p14:nvContentPartPr>
            <p14:xfrm>
              <a:off x="475344" y="1911096"/>
              <a:ext cx="1756080" cy="72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125A560D-A2D0-9F9F-D207-151401D4BAFF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457344" y="1875096"/>
                <a:ext cx="179172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F6D36EFF-5FFB-6E1F-B334-3FEEEFA6A75E}"/>
                  </a:ext>
                </a:extLst>
              </p14:cNvPr>
              <p14:cNvContentPartPr/>
              <p14:nvPr/>
            </p14:nvContentPartPr>
            <p14:xfrm>
              <a:off x="557784" y="1837656"/>
              <a:ext cx="1380960" cy="5544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F6D36EFF-5FFB-6E1F-B334-3FEEEFA6A75E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539784" y="1819656"/>
                <a:ext cx="1416600" cy="91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2A160F60-362F-2F1A-8F1C-FA8AD17D65EF}"/>
                  </a:ext>
                </a:extLst>
              </p14:cNvPr>
              <p14:cNvContentPartPr/>
              <p14:nvPr/>
            </p14:nvContentPartPr>
            <p14:xfrm>
              <a:off x="539424" y="2221776"/>
              <a:ext cx="1226520" cy="72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2A160F60-362F-2F1A-8F1C-FA8AD17D65EF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521424" y="2185776"/>
                <a:ext cx="1262160" cy="72000"/>
              </a:xfrm>
              <a:prstGeom prst="rect">
                <a:avLst/>
              </a:prstGeom>
            </p:spPr>
          </p:pic>
        </mc:Fallback>
      </mc:AlternateContent>
      <p:grpSp>
        <p:nvGrpSpPr>
          <p:cNvPr id="19" name="Group 18">
            <a:extLst>
              <a:ext uri="{FF2B5EF4-FFF2-40B4-BE49-F238E27FC236}">
                <a16:creationId xmlns:a16="http://schemas.microsoft.com/office/drawing/2014/main" id="{8A042166-E2CF-FCCE-BDE3-B425EC43CB66}"/>
              </a:ext>
            </a:extLst>
          </p:cNvPr>
          <p:cNvGrpSpPr/>
          <p:nvPr/>
        </p:nvGrpSpPr>
        <p:grpSpPr>
          <a:xfrm>
            <a:off x="493704" y="2212056"/>
            <a:ext cx="1223640" cy="92880"/>
            <a:chOff x="493704" y="2212056"/>
            <a:chExt cx="1223640" cy="92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170546B3-93CA-16A6-AA5E-8920DCF5F2FF}"/>
                    </a:ext>
                  </a:extLst>
                </p14:cNvPr>
                <p14:cNvContentPartPr/>
                <p14:nvPr/>
              </p14:nvContentPartPr>
              <p14:xfrm>
                <a:off x="493704" y="2212056"/>
                <a:ext cx="1223640" cy="8424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170546B3-93CA-16A6-AA5E-8920DCF5F2FF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475704" y="2194416"/>
                  <a:ext cx="1259280" cy="11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A267078B-8073-998A-8DFD-0BBC46B14258}"/>
                    </a:ext>
                  </a:extLst>
                </p14:cNvPr>
                <p14:cNvContentPartPr/>
                <p14:nvPr/>
              </p14:nvContentPartPr>
              <p14:xfrm>
                <a:off x="548784" y="2239056"/>
                <a:ext cx="1045800" cy="3852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A267078B-8073-998A-8DFD-0BBC46B14258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530784" y="2221416"/>
                  <a:ext cx="1081440" cy="7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EBC8357B-873A-033E-E617-635FC1D00018}"/>
                    </a:ext>
                  </a:extLst>
                </p14:cNvPr>
                <p14:cNvContentPartPr/>
                <p14:nvPr/>
              </p14:nvContentPartPr>
              <p14:xfrm>
                <a:off x="969264" y="2285856"/>
                <a:ext cx="699480" cy="1908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EBC8357B-873A-033E-E617-635FC1D00018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951264" y="2268216"/>
                  <a:ext cx="735120" cy="5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272539A7-FD8B-F9EC-BCA4-90902B8D69A7}"/>
                    </a:ext>
                  </a:extLst>
                </p14:cNvPr>
                <p14:cNvContentPartPr/>
                <p14:nvPr/>
              </p14:nvContentPartPr>
              <p14:xfrm>
                <a:off x="1380384" y="2267856"/>
                <a:ext cx="181440" cy="36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272539A7-FD8B-F9EC-BCA4-90902B8D69A7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1362744" y="2249856"/>
                  <a:ext cx="21708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5EF2917B-2D0C-76E0-AE88-9D481FAE9EB5}"/>
                    </a:ext>
                  </a:extLst>
                </p14:cNvPr>
                <p14:cNvContentPartPr/>
                <p14:nvPr/>
              </p14:nvContentPartPr>
              <p14:xfrm>
                <a:off x="1435464" y="2267856"/>
                <a:ext cx="360" cy="36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5EF2917B-2D0C-76E0-AE88-9D481FAE9EB5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1417464" y="2249856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E0E60457-C5E7-1146-7357-16F11EC23278}"/>
              </a:ext>
            </a:extLst>
          </p:cNvPr>
          <p:cNvGrpSpPr/>
          <p:nvPr/>
        </p:nvGrpSpPr>
        <p:grpSpPr>
          <a:xfrm>
            <a:off x="484344" y="1837296"/>
            <a:ext cx="1622160" cy="147240"/>
            <a:chOff x="484344" y="1837296"/>
            <a:chExt cx="1622160" cy="147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C223AB32-CF49-ACF0-168B-C6C55BBE3D28}"/>
                    </a:ext>
                  </a:extLst>
                </p14:cNvPr>
                <p14:cNvContentPartPr/>
                <p14:nvPr/>
              </p14:nvContentPartPr>
              <p14:xfrm>
                <a:off x="1316664" y="1915776"/>
                <a:ext cx="789840" cy="6876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C223AB32-CF49-ACF0-168B-C6C55BBE3D28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1298664" y="1898136"/>
                  <a:ext cx="825480" cy="10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F1499AD0-4905-1801-7D6E-641383A749F5}"/>
                    </a:ext>
                  </a:extLst>
                </p14:cNvPr>
                <p14:cNvContentPartPr/>
                <p14:nvPr/>
              </p14:nvContentPartPr>
              <p14:xfrm>
                <a:off x="1435464" y="1947456"/>
                <a:ext cx="437760" cy="2808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F1499AD0-4905-1801-7D6E-641383A749F5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1417464" y="1929456"/>
                  <a:ext cx="473400" cy="6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D7AD2050-5591-CAE9-CD02-4C22AA775406}"/>
                    </a:ext>
                  </a:extLst>
                </p14:cNvPr>
                <p14:cNvContentPartPr/>
                <p14:nvPr/>
              </p14:nvContentPartPr>
              <p14:xfrm>
                <a:off x="932544" y="1837296"/>
                <a:ext cx="1109520" cy="1008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D7AD2050-5591-CAE9-CD02-4C22AA775406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914904" y="1819656"/>
                  <a:ext cx="114516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B25EDA0D-36A7-DA24-E66D-D3B3A647DCA3}"/>
                    </a:ext>
                  </a:extLst>
                </p14:cNvPr>
                <p14:cNvContentPartPr/>
                <p14:nvPr/>
              </p14:nvContentPartPr>
              <p14:xfrm>
                <a:off x="484344" y="1919736"/>
                <a:ext cx="662760" cy="5580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B25EDA0D-36A7-DA24-E66D-D3B3A647DCA3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466704" y="1901736"/>
                  <a:ext cx="698400" cy="9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705DEA91-37E4-3590-0075-1375D4701B30}"/>
                    </a:ext>
                  </a:extLst>
                </p14:cNvPr>
                <p14:cNvContentPartPr/>
                <p14:nvPr/>
              </p14:nvContentPartPr>
              <p14:xfrm>
                <a:off x="914184" y="1965456"/>
                <a:ext cx="429120" cy="36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705DEA91-37E4-3590-0075-1375D4701B30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896544" y="1947816"/>
                  <a:ext cx="464760" cy="360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2710475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721834-3A4D-C4D5-80E7-5A358A577E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0DB66C3-0895-F6B6-559E-1C0E020297E9}"/>
              </a:ext>
            </a:extLst>
          </p:cNvPr>
          <p:cNvSpPr txBox="1"/>
          <p:nvPr/>
        </p:nvSpPr>
        <p:spPr>
          <a:xfrm>
            <a:off x="3749040" y="2505456"/>
            <a:ext cx="498957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Enter your credit / debit card info here</a:t>
            </a:r>
          </a:p>
        </p:txBody>
      </p:sp>
    </p:spTree>
    <p:extLst>
      <p:ext uri="{BB962C8B-B14F-4D97-AF65-F5344CB8AC3E}">
        <p14:creationId xmlns:p14="http://schemas.microsoft.com/office/powerpoint/2010/main" val="36973317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24CC0A-C6C1-ABC5-D918-4472EC52FB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5B07B5E-D49E-B1EE-B36F-FFB524C900EB}"/>
              </a:ext>
            </a:extLst>
          </p:cNvPr>
          <p:cNvSpPr txBox="1"/>
          <p:nvPr/>
        </p:nvSpPr>
        <p:spPr>
          <a:xfrm>
            <a:off x="566928" y="164592"/>
            <a:ext cx="604261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It will take 15 minutes for account  to get setup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199C2F8-B15A-4726-A1CD-CF2EFB10D5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6018" y="937152"/>
            <a:ext cx="5738392" cy="58476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15965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41B10B-69FB-8165-E2D4-B7D46D27EF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6D66A81-AA65-27FB-BD95-20E16D9825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03698"/>
            <a:ext cx="12026104" cy="605430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7144888-821F-0A81-86F1-4C50FB658F79}"/>
              </a:ext>
            </a:extLst>
          </p:cNvPr>
          <p:cNvSpPr txBox="1"/>
          <p:nvPr/>
        </p:nvSpPr>
        <p:spPr>
          <a:xfrm>
            <a:off x="566928" y="164592"/>
            <a:ext cx="407752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After account </a:t>
            </a:r>
            <a:r>
              <a:rPr lang="en-US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set up and 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log in.</a:t>
            </a:r>
          </a:p>
        </p:txBody>
      </p:sp>
    </p:spTree>
    <p:extLst>
      <p:ext uri="{BB962C8B-B14F-4D97-AF65-F5344CB8AC3E}">
        <p14:creationId xmlns:p14="http://schemas.microsoft.com/office/powerpoint/2010/main" val="31766706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48168E-2889-EB8C-92FA-7877BF03BF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178803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What is Statistics</Template>
  <TotalTime>1627</TotalTime>
  <Words>85</Words>
  <Application>Microsoft Office PowerPoint</Application>
  <PresentationFormat>Widescreen</PresentationFormat>
  <Paragraphs>14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140</cp:revision>
  <dcterms:created xsi:type="dcterms:W3CDTF">2025-09-22T02:44:38Z</dcterms:created>
  <dcterms:modified xsi:type="dcterms:W3CDTF">2026-06-21T05:34:40Z</dcterms:modified>
</cp:coreProperties>
</file>