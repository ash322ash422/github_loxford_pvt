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5" r:id="rId2"/>
    <p:sldId id="27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06512-17C9-781A-E6A8-C542526750C0}"/>
              </a:ext>
            </a:extLst>
          </p:cNvPr>
          <p:cNvSpPr txBox="1"/>
          <p:nvPr/>
        </p:nvSpPr>
        <p:spPr>
          <a:xfrm>
            <a:off x="374904" y="954084"/>
            <a:ext cx="10954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clusters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Oracle OCI is expensive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cluster to build agents, so be mindful that this is going to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 expensive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1627</TotalTime>
  <Words>24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144</cp:revision>
  <dcterms:created xsi:type="dcterms:W3CDTF">2025-09-22T02:44:38Z</dcterms:created>
  <dcterms:modified xsi:type="dcterms:W3CDTF">2026-06-23T06:15:43Z</dcterms:modified>
</cp:coreProperties>
</file>