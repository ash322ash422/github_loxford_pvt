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83" r:id="rId2"/>
    <p:sldId id="275" r:id="rId3"/>
    <p:sldId id="278" r:id="rId4"/>
    <p:sldId id="277" r:id="rId5"/>
    <p:sldId id="279" r:id="rId6"/>
    <p:sldId id="288" r:id="rId7"/>
    <p:sldId id="281" r:id="rId8"/>
    <p:sldId id="287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07.9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344 35 6329 0 0,'11'-12'516'0'0,"-9"3"2245"0"0,-8 6-2718 0 0,-1 1-1 0 0,0 0 1 0 0,0 0-1 0 0,0 0 1 0 0,0 1-1 0 0,0 0 1 0 0,0 0-1 0 0,-1 1 1 0 0,1 0-1 0 0,0 0 1 0 0,0 1-1 0 0,0 0 1 0 0,0 0-1 0 0,0 1 1 0 0,0 0-1 0 0,0 0 1 0 0,0 0-1 0 0,0 1 1 0 0,-12 7-1 0 0,4-2-40 0 0,0 0-1 0 0,1 1 0 0 0,0 0 1 0 0,0 2-1 0 0,1-1 0 0 0,0 2 1 0 0,-19 21-1 0 0,23-21-7 0 0,0 0 0 0 0,1 0-1 0 0,1 1 1 0 0,0 0 0 0 0,1 1 0 0 0,0-1 0 0 0,1 1 0 0 0,1 0-1 0 0,0 0 1 0 0,1 1 0 0 0,-2 18 0 0 0,4-27 3 0 0,1 0 1 0 0,0 0 0 0 0,0 0-1 0 0,0 0 1 0 0,1 0 0 0 0,0 0-1 0 0,0-1 1 0 0,1 1 0 0 0,-1 0-1 0 0,1-1 1 0 0,1 1-1 0 0,-1-1 1 0 0,1 0 0 0 0,0 1-1 0 0,0-1 1 0 0,0-1 0 0 0,1 1-1 0 0,-1 0 1 0 0,1-1 0 0 0,1 0-1 0 0,-1 0 1 0 0,0 0 0 0 0,1 0-1 0 0,0-1 1 0 0,0 1-1 0 0,0-1 1 0 0,0-1 0 0 0,0 1-1 0 0,1-1 1 0 0,8 3 0 0 0,4 0 6 0 0,0-1 0 0 0,0 0 0 0 0,1-1 0 0 0,-1-2 1 0 0,0 0-1 0 0,36-2 0 0 0,113-23 43 0 0,-90 11-37 0 0,3 1 150 0 0,-77 12-133 0 0,17-3-1624 0 0,-20 2 1432 0 0,0 1 0 0 0,1-1 1 0 0,-1 1-1 0 0,0 0 0 0 0,1-1 0 0 0,-1 1 1 0 0,0-1-1 0 0,1 1 0 0 0,-1-1 1 0 0,0 1-1 0 0,0-1 0 0 0,0 1 1 0 0,0-1-1 0 0,1 1 0 0 0,-1-1 1 0 0,0 1-1 0 0,0-1 0 0 0,0 1 1 0 0,0-1-1 0 0,0 0 0 0 0,0 1 1 0 0,0-1-1 0 0,0 1 0 0 0,-1-1 0 0 0,1 1 1 0 0,0-1-1 0 0,0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08.50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17 144 6021 0 0,'0'-23'458'0'0,"-1"1"0"0"0,-1-1 0 0 0,-1 1 1 0 0,-7-30-1 0 0,9 50-300 0 0,7 25-9 0 0,1 0 0 0 0,1 0-1 0 0,1-1 1 0 0,17 31 0 0 0,-2-1-100 0 0,162 349 12 0 0,-172-369-56 0 0,94 201 90 0 0,-99-219-205 0 0,-3-13-600 0 0,0-33-3062 0 0,-3 17 796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08.8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76 6777 0 0,'-11'-68'692'0'0,"11"67"-525"0"0,-3-5 8 0 0,3 6-160 0 0,1 0 0 0 0,-1 0 0 0 0,0 0 1 0 0,0 0-1 0 0,0 0 0 0 0,0 0 0 0 0,0 0 0 0 0,0 0 0 0 0,0 0 0 0 0,0 0 1 0 0,0 0-1 0 0,0 0 0 0 0,0 0 0 0 0,0 0 0 0 0,1 0 0 0 0,-1 0 0 0 0,0 0 1 0 0,0 0-1 0 0,0 0 0 0 0,0 0 0 0 0,0 0 0 0 0,0 0 0 0 0,0 0 1 0 0,0 0-1 0 0,0 0 0 0 0,0 0 0 0 0,0 0 0 0 0,0 0 0 0 0,1 0 0 0 0,-1 0 1 0 0,0 0-1 0 0,0 0 0 0 0,0 0 0 0 0,0 0 0 0 0,0 0 0 0 0,0-1 0 0 0,18 25 15 0 0,-1 1-1 0 0,15 28 0 0 0,18 27 29 0 0,-34-57-328 0 0,0 1 1 0 0,-2 1 0 0 0,14 31-1 0 0,-23-45-3473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09.0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20 48 5965 0 0,'-18'-46'2719'0'0,"17"45"-2624"0"0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0.3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97 414 5132 0 0,'0'0'56'0'0,"4"-1"1803"0"0,-7 4-1837 0 0,-11 11 45 0 0,1 0 0 0 0,1 0 0 0 0,0 2 0 0 0,-17 26 1 0 0,27-38-64 0 0,-1 1 1 0 0,1 0-1 0 0,0 0 1 0 0,0 0-1 0 0,0 0 1 0 0,1 0-1 0 0,0 1 1 0 0,0-1-1 0 0,0 0 1 0 0,0 1 0 0 0,1-1-1 0 0,0 0 1 0 0,0 1-1 0 0,1-1 1 0 0,0 1-1 0 0,0-1 1 0 0,0 0-1 0 0,0 0 1 0 0,1 1-1 0 0,-1-1 1 0 0,2 0-1 0 0,-1 0 1 0 0,3 4-1 0 0,-1-2 4 0 0,0-1-1 0 0,1-1 1 0 0,0 1-1 0 0,0-1 1 0 0,0 1-1 0 0,0-1 1 0 0,1-1-1 0 0,0 1 1 0 0,0-1-1 0 0,0 0 1 0 0,1 0-1 0 0,-1-1 1 0 0,8 3-1 0 0,-2-2 3 0 0,-1-1 0 0 0,1 1 0 0 0,0-2 0 0 0,0 0 0 0 0,1-1-1 0 0,-1 0 1 0 0,18-1 0 0 0,-11-1 15 0 0,0-1 0 0 0,0-1 0 0 0,0 0 0 0 0,-1-2 0 0 0,0 0 0 0 0,0-1 0 0 0,0-1 0 0 0,0 0 0 0 0,-1-2 0 0 0,20-13 0 0 0,-31 18 20 0 0,0 0 0 0 0,0-1 0 0 0,-1 0-1 0 0,0 0 1 0 0,0 0 0 0 0,0 0 0 0 0,-1-1 0 0 0,0 0-1 0 0,0 0 1 0 0,0 0 0 0 0,-1 0 0 0 0,0-1 0 0 0,0 0 0 0 0,3-10-1 0 0,-4 7 12 0 0,0-1 0 0 0,-1 1-1 0 0,0-1 1 0 0,0 0-1 0 0,-1 1 1 0 0,-1-1 0 0 0,0 0-1 0 0,-4-18 1 0 0,-6-9 94 0 0,-2 1-1 0 0,-1 0 1 0 0,-1 1 0 0 0,-25-39 0 0 0,40 75-150 0 0,-32-60 550 0 0,-50-67 0 0 0,61 85-762 0 0,40 99 102 0 0,51 104-1 0 0,47 56 74 0 0,-89-167 37 0 0,60 93 943 0 0,-94-149-914 0 0,0 0-1 0 0,0-1 1 0 0,1 0-1 0 0,0 0 1 0 0,0 0-1 0 0,0 0 1 0 0,1-1-1 0 0,-5-13 1 0 0,-1 1 24 0 0,-10-15-21 0 0,1-1-1 0 0,2-1 1 0 0,-17-55-1 0 0,32 89-47 0 0,1 0 0 0 0,0-1 0 0 0,0 1 0 0 0,0 0 0 0 0,0-1 0 0 0,1 1 0 0 0,-1 0 0 0 0,1-1 0 0 0,0 1 0 0 0,0-1 0 0 0,0 1 0 0 0,0-1 0 0 0,1 1 0 0 0,-1 0 0 0 0,1-1 0 0 0,0 1 0 0 0,0 0 0 0 0,0-1 0 0 0,1 1 0 0 0,-1 0 0 0 0,1 0 0 0 0,0 0 0 0 0,-1 0 0 0 0,1 0 0 0 0,0 1 0 0 0,1-1-1 0 0,-1 1 1 0 0,0-1 0 0 0,1 1 0 0 0,0 0 0 0 0,-1 0 0 0 0,7-4 0 0 0,2 0-55 0 0,0 0 0 0 0,1 0-1 0 0,0 1 1 0 0,0 1 0 0 0,0 0 0 0 0,0 0-1 0 0,1 2 1 0 0,15-3 0 0 0,-19 4-36 0 0,1 0 0 0 0,0 0 1 0 0,0 1-1 0 0,0 0 1 0 0,-1 1-1 0 0,1 0 1 0 0,0 1-1 0 0,-1 0 0 0 0,1 0 1 0 0,-1 1-1 0 0,10 4 1 0 0,-18-6 88 0 0,0 0 1 0 0,1-1-1 0 0,-1 1 1 0 0,0 0-1 0 0,0 0 1 0 0,0 0-1 0 0,0 0 1 0 0,0 0-1 0 0,0 0 1 0 0,0 1-1 0 0,-1-1 1 0 0,1 0-1 0 0,0 0 1 0 0,-1 1-1 0 0,1-1 1 0 0,-1 0-1 0 0,1 1 1 0 0,-1-1-1 0 0,0 1 1 0 0,1-1-1 0 0,-1 0 1 0 0,0 1-1 0 0,0-1 1 0 0,0 1-1 0 0,0-1 1 0 0,0 1-1 0 0,0-1 1 0 0,-1 0-1 0 0,1 1 1 0 0,0-1-1 0 0,-1 1 1 0 0,1-1-1 0 0,-1 0 1 0 0,1 1-1 0 0,-1-1 1 0 0,0 0-1 0 0,0 0 1 0 0,1 0-1 0 0,-3 2 1 0 0,-4 8-34 0 0,0-1 1 0 0,0 0-1 0 0,-14 13 1 0 0,15-17 13 0 0,-60 61-127 0 0,34-37 35 0 0,-43 55 0 0 0,75-84 131 0 0,-1-1-1 0 0,1 1 1 0 0,0-1 0 0 0,-1 1-1 0 0,1-1 1 0 0,-1 1-1 0 0,1-1 1 0 0,0 1-1 0 0,-1 0 1 0 0,1-1-1 0 0,0 1 1 0 0,0 0-1 0 0,-1-1 1 0 0,1 1-1 0 0,0 0 1 0 0,0-1-1 0 0,0 1 1 0 0,0 0-1 0 0,0-1 1 0 0,0 1-1 0 0,0 0 1 0 0,0-1 0 0 0,0 1-1 0 0,0 0 1 0 0,0-1-1 0 0,1 1 1 0 0,-1 0-1 0 0,0-1 1 0 0,0 1-1 0 0,1 0 1 0 0,-1-1-1 0 0,1 2 1 0 0,23 7 34 0 0,36-7 10 0 0,-57-2-41 0 0,78-5 23 0 0,100 0 41 0 0,-152 6-64 0 0,1 1 0 0 0,-1 1 0 0 0,0 2 0 0 0,30 9 0 0 0,-25 3 213 0 0,-33-17-362 0 0,0 1 0 0 0,-1 0 1 0 0,1-1-1 0 0,0 1 0 0 0,0 0 1 0 0,-1 0-1 0 0,1 0 0 0 0,0 0 1 0 0,-1 0-1 0 0,1-1 0 0 0,-1 1 1 0 0,1 0-1 0 0,-1 0 0 0 0,1 0 1 0 0,-1 1-1 0 0,0-1 0 0 0,1 0 1 0 0,-1 0-1 0 0,0 0 0 0 0,0 0 1 0 0,0 0-1 0 0,0 0 0 0 0,0 0 0 0 0,0 0 1 0 0,0 0-1 0 0,0 1 0 0 0,-1-1 1 0 0,1 0-1 0 0,0 0 0 0 0,-1 0 1 0 0,1 0-1 0 0,0 0 0 0 0,-1 1 1 0 0,-4 6-1687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1.57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301 53 5016 0 0,'-2'-4'8'0'0,"0"1"-1"0"0,0-1 1 0 0,-1 1-1 0 0,1 0 0 0 0,-1-1 1 0 0,1 1-1 0 0,-1 0 0 0 0,0 1 1 0 0,0-1-1 0 0,-1 1 1 0 0,1-1-1 0 0,0 1 0 0 0,-1 0 1 0 0,1 0-1 0 0,-1 0 0 0 0,0 1 1 0 0,0-1-1 0 0,0 1 0 0 0,1 0 1 0 0,-1 0-1 0 0,0 0 1 0 0,0 1-1 0 0,-1-1 0 0 0,1 1 1 0 0,-6 0-1 0 0,4 0 5 0 0,-1 1-1 0 0,0 0 1 0 0,1 0 0 0 0,-1 0 0 0 0,1 1-1 0 0,-1 0 1 0 0,1 0 0 0 0,0 0 0 0 0,0 1-1 0 0,0 0 1 0 0,0 0 0 0 0,0 1 0 0 0,1-1-1 0 0,-1 1 1 0 0,-4 5 0 0 0,-3 4-13 0 0,2 1 1 0 0,0 0 0 0 0,0 1-1 0 0,1 0 1 0 0,1 0-1 0 0,1 1 1 0 0,0 0 0 0 0,-7 22-1 0 0,13-30 4 0 0,-1-1-1 0 0,2 1 1 0 0,-1 0 0 0 0,1 0-1 0 0,1 0 1 0 0,-1 0-1 0 0,1 0 1 0 0,0 0 0 0 0,3 10-1 0 0,-2-13 6 0 0,0 0 0 0 0,1 0 0 0 0,-1-1 0 0 0,1 1 0 0 0,0-1 0 0 0,1 1 0 0 0,-1-1 0 0 0,1 0 0 0 0,0 0 0 0 0,0 0 0 0 0,0 0 0 0 0,0 0 0 0 0,1-1 0 0 0,-1 1 0 0 0,1-1 0 0 0,5 3 1 0 0,2 1 8 0 0,2 0 1 0 0,-1-1 0 0 0,1-1-1 0 0,-1 0 1 0 0,1 0 0 0 0,1-2 0 0 0,-1 1-1 0 0,1-2 1 0 0,21 2 0 0 0,18-1 92 0 0,62-5 1 0 0,-36 0 287 0 0,-67 3-467 0 0,20-1 1189 0 0,-31 0-1255 0 0,-1 0-1 0 0,1 0 1 0 0,0 0-1 0 0,0 0 1 0 0,0-1 0 0 0,0 1-1 0 0,0 0 1 0 0,0-1 0 0 0,-1 1-1 0 0,1 0 1 0 0,0-1 0 0 0,0 1-1 0 0,-1-1 1 0 0,1 1-1 0 0,0-1 1 0 0,0 0 0 0 0,-1 1-1 0 0,1-1 1 0 0,-1 0 0 0 0,1 1-1 0 0,-1-1 1 0 0,1 0 0 0 0,-1 0-1 0 0,1 1 1 0 0,-1-1-1 0 0,0 0 1 0 0,1 0 0 0 0,-1-1-1 0 0,3-10-1484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2.2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35 230 4700 0 0,'-32'-65'-74'0'0,"32"63"103"0"0,-1 2-31 0 0,1 0 1 0 0,0 0-1 0 0,0 0 1 0 0,0 0-1 0 0,-1-1 0 0 0,1 1 1 0 0,0 0-1 0 0,0 0 0 0 0,0 0 1 0 0,0-1-1 0 0,0 1 1 0 0,0 0-1 0 0,-1 0 0 0 0,1-1 1 0 0,0 1-1 0 0,0 0 0 0 0,0 0 1 0 0,0-1-1 0 0,0 1 0 0 0,0 0 1 0 0,0 0-1 0 0,0 0 1 0 0,0-1-1 0 0,0 1 0 0 0,0 0 1 0 0,0 0-1 0 0,0-1 0 0 0,0 1 1 0 0,0 0-1 0 0,1 0 0 0 0,-1-1 1 0 0,0 1-1 0 0,0 0 1 0 0,0 0-1 0 0,0 0 0 0 0,0-1 1 0 0,0 1-1 0 0,1 0 0 0 0,-1 0 1 0 0,0 0-1 0 0,0-1 1 0 0,0 1-1 0 0,0 0 0 0 0,1 0 1 0 0,-1 0-1 0 0,0 0 0 0 0,0 0 1 0 0,1-1-1 0 0,12 2-3 0 0,-1 1 0 0 0,1 0 0 0 0,-1 0-1 0 0,0 1 1 0 0,0 1 0 0 0,0 0 0 0 0,0 1 0 0 0,0 0 0 0 0,-1 1-1 0 0,16 10 1 0 0,16 12-7 0 0,49 45 0 0 0,-51-38 36 0 0,-34-29-15 0 0,0 1 0 0 0,-1 0-1 0 0,0 0 1 0 0,0 0 0 0 0,8 15 0 0 0,3 4 14 0 0,-16-25-6 0 0,-1 1-1 0 0,1-1 1 0 0,0 0 0 0 0,-1 0-1 0 0,0 1 1 0 0,1-1-1 0 0,-1 0 1 0 0,0 0-1 0 0,0 1 1 0 0,1-1-1 0 0,-1 0 1 0 0,0 1-1 0 0,0-1 1 0 0,0 0-1 0 0,-1 1 1 0 0,1-1-1 0 0,0 0 1 0 0,0 1-1 0 0,-1-1 1 0 0,1 0-1 0 0,-1 0 1 0 0,1 1-1 0 0,-1-1 1 0 0,1 0-1 0 0,-1 0 1 0 0,0 0-1 0 0,-1 2 1 0 0,1-1 62 0 0,-1-1 1 0 0,1 1-1 0 0,-1 0 0 0 0,1 0 1 0 0,-1-1-1 0 0,0 1 0 0 0,0-1 0 0 0,0 0 1 0 0,0 1-1 0 0,0-1 0 0 0,0 0 1 0 0,0 0-1 0 0,0 0 0 0 0,0-1 1 0 0,-3 2-1 0 0,3-2-22 0 0,0 1-1 0 0,-1-1 1 0 0,1 0-1 0 0,-1 0 1 0 0,1 0-1 0 0,0 0 1 0 0,-1 0 0 0 0,1-1-1 0 0,-1 1 1 0 0,1-1-1 0 0,0 1 1 0 0,-1-1 0 0 0,1 0-1 0 0,0 0 1 0 0,0 0-1 0 0,0 0 1 0 0,0-1 0 0 0,-1 1-1 0 0,2 0 1 0 0,-1-1-1 0 0,0 1 1 0 0,-3-5 0 0 0,2 2-5 0 0,0 0 1 0 0,1 0 0 0 0,-1-1 0 0 0,1 1-1 0 0,0-1 1 0 0,1 0 0 0 0,-1 0 0 0 0,1 1-1 0 0,0-1 1 0 0,-1-9 0 0 0,1-1 1 0 0,0-1 0 0 0,2 0 1 0 0,-1 1-1 0 0,2-1 0 0 0,0 1 0 0 0,6-22 0 0 0,4-3 13 0 0,1 1 0 0 0,2 1-1 0 0,1 0 1 0 0,28-44 0 0 0,-27 49-295 0 0,-17 31 196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2.82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52 166 5529 0 0,'0'0'-267'0'0,"6"-1"-361"0"0,2-2 698 0 0,1 0-1 0 0,-1 0 0 0 0,0-1 0 0 0,0 0 0 0 0,-1 0 0 0 0,1 0 0 0 0,-1-1 0 0 0,12-11 0 0 0,-16 14-6 0 0,-1 0 0 0 0,0-1 0 0 0,0 1 0 0 0,0-1-1 0 0,0 1 1 0 0,-1-1 0 0 0,1 0 0 0 0,-1 1 0 0 0,0-1-1 0 0,1 0 1 0 0,-1 0 0 0 0,0 0 0 0 0,-1 0 0 0 0,1 0-1 0 0,-1-1 1 0 0,1 1 0 0 0,-1 0 0 0 0,0 0 0 0 0,0 0-1 0 0,0 0 1 0 0,0-1 0 0 0,-1 1 0 0 0,1 0 0 0 0,-1 0-1 0 0,0 0 1 0 0,0 0 0 0 0,0 0 0 0 0,0 0 0 0 0,-1 0-1 0 0,1 1 1 0 0,-1-1 0 0 0,0 0 0 0 0,0 1 0 0 0,0-1-1 0 0,0 1 1 0 0,0-1 0 0 0,0 1 0 0 0,0 0 0 0 0,-1 0-1 0 0,1 0 1 0 0,-1 1 0 0 0,-3-3 0 0 0,4 3-24 0 0,-31 6 66 0 0,27-2-101 0 0,0 1-1 0 0,1 0 0 0 0,-1 0 0 0 0,1 1 1 0 0,0-1-1 0 0,1 1 0 0 0,-1 0 0 0 0,1 0 1 0 0,0 1-1 0 0,0-1 0 0 0,0 1 1 0 0,1 0-1 0 0,0 0 0 0 0,-4 11 0 0 0,3-7-3 0 0,1 0 1 0 0,0 0-1 0 0,0 1 0 0 0,1-1 0 0 0,0 0 0 0 0,1 1 0 0 0,0-1 0 0 0,1 18 0 0 0,1-22 14 0 0,0-1 0 0 0,1 1 0 0 0,-1-1 0 0 0,1 0 0 0 0,0 1 0 0 0,0-1 0 0 0,0 0 0 0 0,1 0 0 0 0,0-1 0 0 0,0 1 0 0 0,0-1 0 0 0,1 1 0 0 0,-1-1 0 0 0,1 0 0 0 0,0 0 0 0 0,0 0 0 0 0,1-1 0 0 0,-1 0 0 0 0,1 1 0 0 0,-1-2 0 0 0,1 1 0 0 0,0 0 0 0 0,0-1 0 0 0,0 0 0 0 0,1 0 0 0 0,-1-1 0 0 0,0 1 0 0 0,1-1 0 0 0,-1 0 0 0 0,10 0 0 0 0,-5 0-272 0 0,0 0-1 0 0,0-1 1 0 0,0 0 0 0 0,0-1 0 0 0,0 0 0 0 0,0-1 0 0 0,0 0 0 0 0,0 0 0 0 0,-1-1 0 0 0,1 0 0 0 0,-1-1 0 0 0,0 0-1 0 0,0 0 1 0 0,0-1 0 0 0,0 0 0 0 0,9-8 0 0 0,-7 3-2083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4.14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177 547 5757 0 0,'0'0'-124'0'0,"-1"-2"93"0"0,0 1 1 0 0,0 0 0 0 0,0 0 0 0 0,0 0-1 0 0,0 0 1 0 0,0 0 0 0 0,0 1 0 0 0,-1-1-1 0 0,1 0 1 0 0,0 0 0 0 0,-1 1 0 0 0,1-1-1 0 0,0 1 1 0 0,-1-1 0 0 0,1 1 0 0 0,-3-1-1 0 0,-6 6 35 0 0,0-1-1 0 0,1 1 1 0 0,0 1-1 0 0,0-1 1 0 0,0 2-1 0 0,1-1 1 0 0,0 1-1 0 0,0 0 0 0 0,1 1 1 0 0,0 0-1 0 0,0 0 1 0 0,1 1-1 0 0,0-1 1 0 0,0 1-1 0 0,1 1 1 0 0,0-1-1 0 0,1 1 0 0 0,0 0 1 0 0,0 0-1 0 0,1 0 1 0 0,1 0-1 0 0,-1 0 1 0 0,0 20-1 0 0,2-28 14 0 0,1 0-1 0 0,0 0 1 0 0,0 1 0 0 0,0-1-1 0 0,0 0 1 0 0,0 0 0 0 0,1 0-1 0 0,-1 1 1 0 0,1-1-1 0 0,-1 0 1 0 0,1 0 0 0 0,0 0-1 0 0,-1 0 1 0 0,1 0 0 0 0,1 0-1 0 0,-1 0 1 0 0,0 0-1 0 0,0-1 1 0 0,0 1 0 0 0,1 0-1 0 0,-1-1 1 0 0,1 1 0 0 0,0 0-1 0 0,-1-1 1 0 0,1 0-1 0 0,0 0 1 0 0,0 1 0 0 0,0-1-1 0 0,0 0 1 0 0,0 0 0 0 0,0-1-1 0 0,0 1 1 0 0,0 0-1 0 0,0-1 1 0 0,0 1 0 0 0,1-1-1 0 0,-1 0 1 0 0,0 1 0 0 0,0-1-1 0 0,0 0 1 0 0,1 0-1 0 0,-1-1 1 0 0,0 1 0 0 0,0 0-1 0 0,0-1 1 0 0,0 0 0 0 0,0 1-1 0 0,1-1 1 0 0,-1 0-1 0 0,0 0 1 0 0,0 0 0 0 0,-1 0-1 0 0,1 0 1 0 0,0 0 0 0 0,0-1-1 0 0,-1 1 1 0 0,1-1-1 0 0,0 1 1 0 0,-1-1 0 0 0,1 0-1 0 0,-1 0 1 0 0,2-2 0 0 0,3-6 229 0 0,1-1 1 0 0,-1 0 0 0 0,0 0-1 0 0,-1 0 1 0 0,-1-1 0 0 0,0 0-1 0 0,0 0 1 0 0,3-23 0 0 0,-5 27 52 0 0,-1-8 336 0 0,-6 18-327 0 0,4 0-303 0 0,0 0 0 0 0,0 0 0 0 0,0 0 0 0 0,0 0 0 0 0,0 1 0 0 0,1-1 0 0 0,-1 0 0 0 0,1 0 0 0 0,0 1 0 0 0,-1-1 0 0 0,1 0 0 0 0,0 0 1 0 0,1 3-1 0 0,0 1-8 0 0,0 0 0 0 0,1 0 1 0 0,-1 0-1 0 0,1-1 1 0 0,1 1-1 0 0,-1-1 1 0 0,1 0-1 0 0,0 1 0 0 0,0-1 1 0 0,0 0-1 0 0,1-1 1 0 0,0 1-1 0 0,0-1 1 0 0,0 1-1 0 0,0-1 1 0 0,1-1-1 0 0,0 1 0 0 0,0 0 1 0 0,0-1-1 0 0,0 0 1 0 0,0 0-1 0 0,11 3 1 0 0,-1 0 9 0 0,1-1 0 0 0,-1 0 0 0 0,1-1 1 0 0,-1-1-1 0 0,1-1 0 0 0,0 0 1 0 0,17-1-1 0 0,-31-1 11 0 0,1 0 1 0 0,-1 0-1 0 0,1 0 1 0 0,-1 0-1 0 0,0-1 0 0 0,1 1 1 0 0,-1-1-1 0 0,0 0 1 0 0,1 0-1 0 0,-1 1 1 0 0,0-1-1 0 0,0-1 0 0 0,0 1 1 0 0,1 0-1 0 0,-1 0 1 0 0,-1-1-1 0 0,1 1 1 0 0,0-1-1 0 0,0 0 0 0 0,2-3 1 0 0,-2 2 5 0 0,0-1 1 0 0,0 1 0 0 0,0-1-1 0 0,-1 0 1 0 0,0 0-1 0 0,1 0 1 0 0,-1 0 0 0 0,-1 0-1 0 0,1 0 1 0 0,-1 0 0 0 0,1-5-1 0 0,-2-7 24 0 0,0 0-1 0 0,-1 0 0 0 0,-1 0 0 0 0,0 0 1 0 0,-6-16-1 0 0,-18-55 49 0 0,-7-28 70 0 0,-90-201 1 0 0,123 313-161 0 0,-7-12 3 0 0,1 0 0 0 0,1 0-1 0 0,-5-18 1 0 0,4 17-178 0 0,4 29-51 0 0,5 28 93 0 0,9 10 116 0 0,2-1 1 0 0,3 0-1 0 0,2-1 1 0 0,2-1-1 0 0,2 0 1 0 0,2-2-1 0 0,33 46 1 0 0,-49-79 0 0 0,1 0 1 0 0,1 0-1 0 0,0-1 1 0 0,1-1-1 0 0,1 0 1 0 0,-1 0-1 0 0,1-1 1 0 0,1 0-1 0 0,0-1 1 0 0,18 9-1 0 0,-29-17 15 0 0,1-1-1 0 0,-1 1 0 0 0,0-1 0 0 0,0 1 1 0 0,0-1-1 0 0,0 0 0 0 0,1 0 1 0 0,-1 0-1 0 0,0 0 0 0 0,0 0 0 0 0,1 0 1 0 0,-1 0-1 0 0,0-1 0 0 0,0 1 0 0 0,0-1 1 0 0,0 0-1 0 0,0 0 0 0 0,0 0 1 0 0,0 0-1 0 0,0 0 0 0 0,0 0 0 0 0,0 0 1 0 0,0 0-1 0 0,0-1 0 0 0,-1 1 1 0 0,1-1-1 0 0,-1 0 0 0 0,1 1 0 0 0,-1-1 1 0 0,0 0-1 0 0,1 0 0 0 0,-1 0 1 0 0,1-2-1 0 0,3-5 15 0 0,0 1 0 0 0,-1-1-1 0 0,0-1 1 0 0,-1 1 0 0 0,5-17 0 0 0,-5 11 108 0 0,-1 1 1 0 0,0 0-1 0 0,-1 0 0 0 0,-1-1 0 0 0,0 1 1 0 0,-1 0-1 0 0,0-1 0 0 0,-7-24 0 0 0,8 37-133 0 0,-1 2 0 0 0,0 0 0 0 0,1 0 1 0 0,-1 0-1 0 0,0 1 0 0 0,1-1 0 0 0,-1 0 0 0 0,0 0 0 0 0,1 0 0 0 0,-1 1 0 0 0,0-1 0 0 0,1 0 0 0 0,-1 0 0 0 0,1 1 0 0 0,-1-1 0 0 0,0 1 0 0 0,1-1 0 0 0,-1 1 0 0 0,1-1 0 0 0,-1 1 0 0 0,1-1 0 0 0,-1 1 0 0 0,1-1 0 0 0,0 1 0 0 0,-1-1 0 0 0,1 1 0 0 0,0 0 0 0 0,-1-1 0 0 0,1 1 0 0 0,0-1 0 0 0,0 1 0 0 0,0 0 1 0 0,-1-1-1 0 0,1 1 0 0 0,0 1 0 0 0,4 33-74 0 0,-1-23 59 0 0,1-1 0 0 0,0 0 0 0 0,1 0-1 0 0,7 12 1 0 0,-9-18 0 0 0,1 1 0 0 0,-1-1 0 0 0,1 0 0 0 0,0-1 0 0 0,0 1 0 0 0,0-1 0 0 0,1 1 0 0 0,-1-1 0 0 0,1-1 0 0 0,0 1 0 0 0,0-1 0 0 0,1 1 0 0 0,-1-1 0 0 0,1-1 0 0 0,-1 1 0 0 0,1-1 0 0 0,0 0 0 0 0,0-1 0 0 0,0 1 0 0 0,0-1 0 0 0,0 0 0 0 0,0 0 0 0 0,0-1 0 0 0,0 0 0 0 0,1 0 0 0 0,-1-1 0 0 0,0 1 0 0 0,0-1 0 0 0,0-1 0 0 0,7-1 0 0 0,5-4-618 0 0,0 0 0 0 0,-1-1-1 0 0,0-1 1 0 0,0 0 0 0 0,0-1 0 0 0,-2-1-1 0 0,1-1 1 0 0,16-16 0 0 0,-9 2-2617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4.35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48 248 7025 0 0,'-17'1'-380'0'0,"-6"0"-24"0"0,22-1 405 0 0,1 0 0 0 0,0-1 0 0 0,-1 1 0 0 0,1 0 0 0 0,0 0 0 0 0,-1 0 0 0 0,1 0 1 0 0,0-1-1 0 0,-1 1 0 0 0,1 0 0 0 0,0 0 0 0 0,-1-1 0 0 0,1 1 0 0 0,0 0 0 0 0,0-1 0 0 0,-1 1 0 0 0,1 0 0 0 0,0-1 1 0 0,0 1-1 0 0,0 0 0 0 0,0-1 0 0 0,-1 1 0 0 0,1 0 0 0 0,0-1 0 0 0,0 1 0 0 0,0-1 0 0 0,0 1 0 0 0,0 0 0 0 0,0-1 1 0 0,0 1-1 0 0,0 0 0 0 0,0-1 0 0 0,0 1 0 0 0,0-1 0 0 0,0 1 0 0 0,0 0 0 0 0,0-1 0 0 0,1 1 0 0 0,-1-1 0 0 0,0 1 1 0 0,0 0-1 0 0,0-1 0 0 0,0 1 0 0 0,1-1 0 0 0,0 0-1 0 0,0-1 1 0 0,0 0-1 0 0,0 1 0 0 0,1-1 1 0 0,-1 0-1 0 0,0 1 1 0 0,1-1-1 0 0,0 1 0 0 0,-1 0 1 0 0,1 0-1 0 0,0 0 0 0 0,-1-1 1 0 0,1 1-1 0 0,0 1 1 0 0,2-2-1 0 0,4-3-3 0 0,61-43-1132 0 0,2 2 0 0 0,104-49 0 0 0,-134 77 103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6.2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264 13 3808 0 0,'0'0'-49'0'0,"0"0"75"0"0,0-1 13 0 0,0 1 1 0 0,1 0 0 0 0,-1-1 0 0 0,0 1-1 0 0,0 0 1 0 0,0-1 0 0 0,0 1-1 0 0,0 0 1 0 0,0-1 0 0 0,0 1 0 0 0,0 0-1 0 0,0-1 1 0 0,0 1 0 0 0,0 0 0 0 0,0-1-1 0 0,0 1 1 0 0,-1 0 0 0 0,1-1-1 0 0,0 1 1 0 0,0 0 0 0 0,0-1 0 0 0,0 1-1 0 0,-1 0 1 0 0,1-1 0 0 0,0 1-1 0 0,0 0 1 0 0,-1 0 0 0 0,1-1 0 0 0,0 1-1 0 0,0 0 1 0 0,-1-1 0 0 0,-7 0-11 0 0,0 1 0 0 0,-1-1 0 0 0,1 1 0 0 0,0 1 0 0 0,0-1 0 0 0,0 1 1 0 0,0 1-1 0 0,0 0 0 0 0,0 0 0 0 0,0 0 0 0 0,0 1 0 0 0,1 0 0 0 0,-1 1 0 0 0,1-1 0 0 0,0 1 0 0 0,0 1 1 0 0,0-1-1 0 0,1 1 0 0 0,0 1 0 0 0,-11 11 0 0 0,8-9 9 0 0,0 2 0 0 0,0-1 0 0 0,1 1 0 0 0,1 0 0 0 0,0 1 0 0 0,0 0 0 0 0,1 0 0 0 0,1 0 0 0 0,-1 1 0 0 0,2-1 0 0 0,0 1 0 0 0,0 1 0 0 0,-2 14 0 0 0,6-23-36 0 0,0-1 1 0 0,0 1-1 0 0,0-1 0 0 0,0 1 0 0 0,1 0 1 0 0,-1-1-1 0 0,1 1 0 0 0,0-1 0 0 0,0 1 1 0 0,0-1-1 0 0,1 0 0 0 0,-1 1 0 0 0,1-1 1 0 0,-1 0-1 0 0,1 0 0 0 0,0 0 0 0 0,1 0 1 0 0,-1 0-1 0 0,0-1 0 0 0,1 1 0 0 0,0-1 1 0 0,-1 1-1 0 0,1-1 0 0 0,0 0 0 0 0,0 0 1 0 0,0 0-1 0 0,1 0 0 0 0,-1-1 0 0 0,0 1 1 0 0,1-1-1 0 0,-1 0 0 0 0,0 0 1 0 0,6 1-1 0 0,4 0 8 0 0,0 1 1 0 0,0-2 0 0 0,0 0-1 0 0,1 0 1 0 0,-1-1 0 0 0,0-1 0 0 0,24-4-1 0 0,271-63 1510 0 0,-306 67-1391 0 0,-1 1-244 0 0,0 1 0 0 0,0-1 0 0 0,0 0 0 0 0,0 1 0 0 0,0-1 0 0 0,0 0 0 0 0,-1 0 0 0 0,1 0 0 0 0,0 0 0 0 0,0 0 0 0 0,0 0 0 0 0,0 0 0 0 0,0 0 0 0 0,0-1 0 0 0,0 1 0 0 0,0 0 0 0 0,0 0 0 0 0,0-1 0 0 0,0 1 0 0 0,0-1 0 0 0,0 1 0 0 0,-1-1 0 0 0,1 1 0 0 0,0-1 0 0 0,0 1 0 0 0,-1-1 0 0 0,1 0 0 0 0,0 0 0 0 0,-1 1 0 0 0,1-1 0 0 0,0 0 0 0 0,-1 0 0 0 0,1 0 0 0 0,-1 1 0 0 0,1-3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6.80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91 10 5200 0 0,'0'0'-132'0'0,"-1"-1"20"0"0,1 1 97 0 0,0-1 0 0 0,-1 0 0 0 0,1 1 0 0 0,0-1 0 0 0,-1 1 0 0 0,1-1 0 0 0,-1 1 0 0 0,1-1 0 0 0,-1 1 1 0 0,1-1-1 0 0,-1 1 0 0 0,1 0 0 0 0,-1-1 0 0 0,1 1 0 0 0,-1 0 0 0 0,0-1 0 0 0,1 1 0 0 0,-1 0 1 0 0,1 0-1 0 0,-1 0 0 0 0,0-1 0 0 0,1 1 0 0 0,-1 0 0 0 0,0 0 0 0 0,1 0 0 0 0,-1 0 0 0 0,0 0 0 0 0,1 0 1 0 0,-1 0-1 0 0,-1 1 0 0 0,-4 4 1 0 0,0 1 1 0 0,0 0 0 0 0,1 0 0 0 0,0 1-1 0 0,0 0 1 0 0,0 0 0 0 0,1 0 0 0 0,0 0-1 0 0,0 1 1 0 0,1 0 0 0 0,0-1 0 0 0,0 1-1 0 0,0 0 1 0 0,2 0 0 0 0,-1 1 0 0 0,1-1-1 0 0,0 0 1 0 0,0 17 0 0 0,1-20 17 0 0,0 1 0 0 0,0-1 0 0 0,1 1 0 0 0,0-1 0 0 0,0 0-1 0 0,0 1 1 0 0,0-1 0 0 0,1 0 0 0 0,0 0 0 0 0,0 0 0 0 0,1 0 0 0 0,-1 0 0 0 0,1 0 0 0 0,0 0 0 0 0,0-1 0 0 0,0 0 0 0 0,1 0 0 0 0,0 0 0 0 0,0 0 0 0 0,0 0 0 0 0,0-1 0 0 0,0 1 0 0 0,1-1 0 0 0,0 0 0 0 0,-1-1 0 0 0,1 1 0 0 0,0-1 0 0 0,0 0-1 0 0,0 0 1 0 0,10 2 0 0 0,-4-2 86 0 0,-1 0-1 0 0,1-1 0 0 0,0 0 1 0 0,0-1-1 0 0,0 0 1 0 0,0-1-1 0 0,0 0 0 0 0,0-1 1 0 0,0 0-1 0 0,19-6 0 0 0,-27 7-34 0 0,0-1 0 0 0,0 1-1 0 0,0-1 1 0 0,0 0 0 0 0,-1 1-1 0 0,1-1 1 0 0,0 0-1 0 0,-1-1 1 0 0,0 1 0 0 0,1 0-1 0 0,-1-1 1 0 0,0 1 0 0 0,0-1-1 0 0,0 0 1 0 0,2-5-1 0 0,-3 4-9 0 0,0 0 0 0 0,0 0 0 0 0,0 0 0 0 0,-1 0 0 0 0,1 0 0 0 0,-1 1 0 0 0,0-1 0 0 0,0 0 0 0 0,-1 0 0 0 0,1 0 0 0 0,-1 0 0 0 0,0 0 0 0 0,0 0 0 0 0,0 1-1 0 0,-1-1 1 0 0,-2-5 0 0 0,2 4-12 0 0,0-1-1 0 0,-1 1 0 0 0,0-1 0 0 0,0 1 1 0 0,0 0-1 0 0,0 0 0 0 0,-1 1 1 0 0,0-1-1 0 0,0 1 0 0 0,0 0 0 0 0,-1 0 1 0 0,0 0-1 0 0,1 0 0 0 0,-1 1 1 0 0,0 0-1 0 0,-1 0 0 0 0,1 0 0 0 0,0 1 1 0 0,-1-1-1 0 0,0 1 0 0 0,-11-2 0 0 0,6 3-34 0 0,0 0-1 0 0,1 1 1 0 0,-1 1-1 0 0,0-1 1 0 0,1 2-1 0 0,-1 0 1 0 0,1 0-1 0 0,-1 0 1 0 0,1 2-1 0 0,0-1 1 0 0,-14 8-1 0 0,19-9-264 0 0,-17 10-318 0 0,13-9-3050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7.8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8 176 4324 0 0,'0'-2'126'0'0,"0"1"0"0"0,0-1-1 0 0,0 1 1 0 0,0-1-1 0 0,0 0 1 0 0,0 1 0 0 0,0-1-1 0 0,-1 0 1 0 0,1 1-1 0 0,0-1 1 0 0,-1 1-1 0 0,0-1 1 0 0,1 1 0 0 0,-2-3-1 0 0,0 0 322 0 0,11 29-437 0 0,2-1 1 0 0,0-1 0 0 0,2 0 0 0 0,0 0 0 0 0,2-1 0 0 0,0-1 0 0 0,2 0 0 0 0,0-2-1 0 0,35 32 1 0 0,-20-15 925 0 0,-30-33-162 0 0,-5-9-232 0 0,-6-7-455 0 0,-26-44 107 0 0,2-1 0 0 0,-32-81 1 0 0,33 66-300 0 0,31 72 93 0 0,3-22-247 0 0,6 23 231 0 0,-1 0 0 0 0,1 1-1 0 0,-1-1 1 0 0,1 2 0 0 0,-1-1 0 0 0,1 1 0 0 0,-1 0 0 0 0,0 1-1 0 0,0-1 1 0 0,9 6 0 0 0,72 41-114 0 0,-75-41 118 0 0,-1 1-1 0 0,0 0 0 0 0,0 1 0 0 0,-1 1 0 0 0,0 0 1 0 0,-1 0-1 0 0,-1 1 0 0 0,17 25 891 0 0,-27-43-254 0 0,-7-21-32 0 0,-3-8-562 0 0,-8-48 0 0 0,18 74-63 0 0,0 0 0 0 0,1 0 0 0 0,0 0 0 0 0,0 0 0 0 0,3-14 0 0 0,-3 21 19 0 0,1 0 0 0 0,-1 1 0 0 0,1-1 1 0 0,0 0-1 0 0,-1 0 0 0 0,1 1 0 0 0,0-1 0 0 0,0 0 0 0 0,0 1 1 0 0,0-1-1 0 0,0 1 0 0 0,1-1 0 0 0,-1 1 0 0 0,0 0 0 0 0,1 0 0 0 0,-1-1 1 0 0,1 1-1 0 0,-1 0 0 0 0,1 0 0 0 0,-1 0 0 0 0,1 1 0 0 0,0-1 1 0 0,0 0-1 0 0,-1 1 0 0 0,1-1 0 0 0,0 1 0 0 0,0-1 0 0 0,0 1 1 0 0,0 0-1 0 0,-1 0 0 0 0,1 0 0 0 0,2 0 0 0 0,-1 0-58 0 0,31 13-107 0 0,-25-10 146 0 0,-1 0 0 0 0,0 1 0 0 0,1 0 1 0 0,13 9-1 0 0,9 11-63 0 0,-1 2 0 0 0,-2 1 0 0 0,41 48 0 0 0,-19-17-734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8.7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0 186 5320 0 0,'6'-16'1404'0'0,"1"48"-1377"0"0,8 13-30 0 0,1-1 0 0 0,2 0 0 0 0,2-2 1 0 0,2 0-1 0 0,1-1 0 0 0,3-1 0 0 0,42 51 1 0 0,34 28 120 0 0,-92-106 2028 0 0,-12-16-962 0 0,-23-34-659 0 0,-18-28-382 0 0,-21-45 90 0 0,-89-211-1 0 0,145 303-219 0 0,4 10-74 0 0,1 1-1 0 0,0-1 1 0 0,1 0 0 0 0,-1 0 0 0 0,0-10-1 0 0,2 16 50 0 0,1-1 0 0 0,0 1 0 0 0,1 0 0 0 0,-1-1-1 0 0,0 1 1 0 0,1 0 0 0 0,-1-1 0 0 0,1 1-1 0 0,0 0 1 0 0,-1-1 0 0 0,1 1 0 0 0,0 0 0 0 0,0 0-1 0 0,1 0 1 0 0,-1 0 0 0 0,0 0 0 0 0,1 0-1 0 0,-1 0 1 0 0,1 1 0 0 0,0-1 0 0 0,0 0 0 0 0,2-1-1 0 0,6-5-28 0 0,1 1-1 0 0,0 0 1 0 0,0 1 0 0 0,1 0-1 0 0,0 1 1 0 0,0 0-1 0 0,0 1 1 0 0,1 1-1 0 0,-1 0 1 0 0,1 0-1 0 0,0 1 1 0 0,-1 1 0 0 0,26 0-1 0 0,-27 1-23 0 0,0 1 0 0 0,0 0 1 0 0,0 1-1 0 0,0 1 0 0 0,0-1 0 0 0,0 2 1 0 0,0-1-1 0 0,-1 2 0 0 0,0-1 0 0 0,0 1 0 0 0,0 1 1 0 0,-1 0-1 0 0,1 0 0 0 0,-1 1 0 0 0,13 13 0 0 0,-21-19 53 0 0,1 0 0 0 0,-1 0 0 0 0,0 1-1 0 0,0-1 1 0 0,0 1 0 0 0,0-1 0 0 0,0 1-1 0 0,-1-1 1 0 0,1 1 0 0 0,0-1 0 0 0,-1 1-1 0 0,1-1 1 0 0,-1 1 0 0 0,0 0 0 0 0,1-1-1 0 0,-1 1 1 0 0,0 0 0 0 0,0 0 0 0 0,0-1-1 0 0,0 1 1 0 0,0 0 0 0 0,-1 2 0 0 0,0 0 1 0 0,-1-1 0 0 0,1 0 0 0 0,-1 0 0 0 0,1 0 1 0 0,-1 0-1 0 0,0 0 0 0 0,0 0 0 0 0,-1 0 0 0 0,1-1 0 0 0,-4 4 1 0 0,-5 3 17 0 0,0 0 1 0 0,-1-1 0 0 0,1-1 0 0 0,-18 9-1 0 0,5-5 177 0 0,0-1 0 0 0,-36 10 1 0 0,58-19-199 0 0,-5-7-1185 0 0,6 6 1111 0 0,1 0 0 0 0,-1 0 0 0 0,1 0 0 0 0,0 0 0 0 0,-1 0-1 0 0,1 0 1 0 0,0 0 0 0 0,-1 0 0 0 0,1-1 0 0 0,-1 1 0 0 0,1 0 0 0 0,0 0-1 0 0,-1 0 1 0 0,1-1 0 0 0,0 1 0 0 0,0 0 0 0 0,-1 0 0 0 0,1-1 0 0 0,0 1 0 0 0,-1 0-1 0 0,1-1 1 0 0,0 1 0 0 0,0 0 0 0 0,0-1 0 0 0,-1 1 0 0 0,1 0 0 0 0,0-1 0 0 0,0 1-1 0 0,0 0 1 0 0,0-1 0 0 0,0 1 0 0 0,0-1 0 0 0,0 1 0 0 0,0 0 0 0 0,0-1-1 0 0,2-14-2917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9.41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148 69 6649 0 0,'1'-3'-30'0'0,"0"0"0"0"0,1 0 0 0 0,-1 0 0 0 0,-1 1 0 0 0,1-1 0 0 0,0 0 1 0 0,-1 0-1 0 0,1 0 0 0 0,-1-1 0 0 0,0 1 0 0 0,0 0 0 0 0,0 0 0 0 0,-1 0 1 0 0,1 0-1 0 0,-1 0 0 0 0,1 0 0 0 0,-3-4 0 0 0,2 5 60 0 0,1 2-22 0 0,0-1-1 0 0,0 1 0 0 0,-1-1 0 0 0,1 0 1 0 0,-1 1-1 0 0,1-1 0 0 0,0 1 0 0 0,-1-1 1 0 0,1 1-1 0 0,-1 0 0 0 0,1-1 1 0 0,-1 1-1 0 0,0-1 0 0 0,1 1 0 0 0,-1 0 1 0 0,1-1-1 0 0,-1 1 0 0 0,0 0 0 0 0,1 0 1 0 0,-1 0-1 0 0,0-1 0 0 0,1 1 1 0 0,-1 0-1 0 0,0 0 0 0 0,1 0 0 0 0,-1 0 1 0 0,0 0-1 0 0,1 0 0 0 0,-1 0 0 0 0,0 0 1 0 0,1 0-1 0 0,-1 1 0 0 0,0-1 1 0 0,1 0-1 0 0,-1 0 0 0 0,1 1 0 0 0,-1-1 1 0 0,-1 1-1 0 0,-24 7 8 0 0,26-8-10 0 0,-5 3 0 0 0,0 0-1 0 0,0 0 0 0 0,1 1 0 0 0,-1 0 1 0 0,1-1-1 0 0,0 1 0 0 0,0 1 0 0 0,0-1 1 0 0,0 0-1 0 0,1 1 0 0 0,0 0 0 0 0,-5 9 1 0 0,-24 65-22 0 0,29-70 12 0 0,1-4 10 0 0,1 0 0 0 0,-1 0 0 0 0,1 0 0 0 0,0 0 0 0 0,1 1 0 0 0,-1-1 0 0 0,1 0 0 0 0,0 1 0 0 0,0-1 0 0 0,1 0 0 0 0,0 0-1 0 0,0 1 1 0 0,0-1 0 0 0,0 0 0 0 0,1 0 0 0 0,0 0 0 0 0,0 0 0 0 0,0 0 0 0 0,1-1 0 0 0,-1 1 0 0 0,1-1 0 0 0,0 1 0 0 0,1-1 0 0 0,3 4 0 0 0,-6-7 1 0 0,0-1 0 0 0,0 1 0 0 0,0-1 0 0 0,0 1 0 0 0,0-1 0 0 0,0 0 0 0 0,0 1 0 0 0,0-1 0 0 0,0 0 0 0 0,1 0 0 0 0,-1 1 0 0 0,0-1 0 0 0,0 0 0 0 0,0 0 0 0 0,0-1 0 0 0,0 1 0 0 0,1 0 0 0 0,-1 0 0 0 0,0 0 0 0 0,0-1 0 0 0,0 1 0 0 0,0-1 1 0 0,2 0-1 0 0,24-17 63 0 0,-19 9-52 0 0,-1 0-1 0 0,0-1 0 0 0,-1 0 0 0 0,0 0 1 0 0,0 0-1 0 0,-1-1 0 0 0,0 1 0 0 0,4-17 1 0 0,-1-2 381 0 0,-1 0 1 0 0,4-32-1 0 0,-11 19 208 0 0,0 40-588 0 0,1 8-26 0 0,1 6-40 0 0,1 1-1 0 0,0-1 0 0 0,1 0 0 0 0,1 0 0 0 0,-1-1 0 0 0,2 1 0 0 0,9 15 0 0 0,-11-21 8 0 0,1 0 1 0 0,-1 1 0 0 0,1-2-1 0 0,0 1 1 0 0,1-1-1 0 0,0 1 1 0 0,0-1 0 0 0,0-1-1 0 0,0 1 1 0 0,0-1 0 0 0,1-1-1 0 0,0 1 1 0 0,0-1-1 0 0,9 3 1 0 0,-13-5-219 0 0,0-1-1 0 0,0 0 1 0 0,0 0-1 0 0,0 0 1 0 0,0 0-1 0 0,0-1 1 0 0,0 1-1 0 0,0-1 1 0 0,0 0-1 0 0,0 1 1 0 0,0-2-1 0 0,-1 1 1 0 0,1 0-1 0 0,0 0 1 0 0,3-3-1 0 0,-6 4 253 0 0,14-11-1756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19.9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51 170 4696 0 0,'0'0'-157'0'0,"-50"-23"735"0"0,110 47 166 0 0,55 20-734 0 0,-101-38-11 0 0,-1 0 1 0 0,0 1 0 0 0,0 1-1 0 0,-1 0 1 0 0,0 0 0 0 0,13 13 0 0 0,-24-19-2 0 0,1 0 0 0 0,0 0 0 0 0,0 0 1 0 0,-1 0-1 0 0,1 0 0 0 0,-1 0 1 0 0,0 0-1 0 0,0 1 0 0 0,0-1 0 0 0,0 1 1 0 0,0-1-1 0 0,0 0 0 0 0,0 1 1 0 0,-1 0-1 0 0,1-1 0 0 0,-1 1 0 0 0,0-1 1 0 0,0 1-1 0 0,0 0 0 0 0,0-1 1 0 0,0 1-1 0 0,-1-1 0 0 0,1 1 1 0 0,-1-1-1 0 0,0 1 0 0 0,0-1 0 0 0,1 1 1 0 0,-2-1-1 0 0,1 0 0 0 0,0 1 1 0 0,0-1-1 0 0,-1 0 0 0 0,1 0 0 0 0,-1 0 1 0 0,-2 3-1 0 0,-5 4 189 0 0,0 0 0 0 0,-1 0 0 0 0,1-1 0 0 0,-1-1 0 0 0,-20 12 727 0 0,24-21-556 0 0,4 1-319 0 0,-1 0 0 0 0,1 0 0 0 0,0 0 1 0 0,-1-1-1 0 0,1 1 0 0 0,0-1 0 0 0,0 1 0 0 0,0-1 0 0 0,0 0 0 0 0,0 0 0 0 0,0 0 0 0 0,0 0 1 0 0,1 0-1 0 0,-1 0 0 0 0,1 0 0 0 0,0-1 0 0 0,-2-2 0 0 0,1 0 20 0 0,0-1-1 0 0,1 1 1 0 0,-1-1 0 0 0,1 0-1 0 0,0 0 1 0 0,1 0-1 0 0,-1 0 1 0 0,2-10 0 0 0,2-20 54 0 0,2 0 1 0 0,1 0 0 0 0,2 0-1 0 0,1 1 1 0 0,2 0 0 0 0,28-60 0 0 0,-38 94-154 0 0,-1-1 0 0 0,1 1 1 0 0,-1 0-1 0 0,1-1 0 0 0,-1 1 1 0 0,1 0-1 0 0,0 0 1 0 0,0 0-1 0 0,0 0 0 0 0,0-1 1 0 0,0 1-1 0 0,0 0 0 0 0,0 1 1 0 0,0-1-1 0 0,2-2 0 0 0,1 17-713 0 0,-12 38-3466 0 0,3-39 1640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0.46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65 5817 0 0,'-2'-2'-176'0'0,"-23"-32"457"0"0,7 14 664 0 0,16 19-764 0 0,2 1-154 0 0,0-1-1 0 0,0 1 1 0 0,0 0-1 0 0,0-1 1 0 0,0 1-1 0 0,-1-1 1 0 0,1 1 0 0 0,0 0-1 0 0,0-1 1 0 0,-1 1-1 0 0,1 0 1 0 0,0-1-1 0 0,0 1 1 0 0,-1 0 0 0 0,1 0-1 0 0,0-1 1 0 0,-1 1-1 0 0,1 0 1 0 0,-1 0-1 0 0,1 0 1 0 0,0-1 0 0 0,-1 1-1 0 0,1 0 1 0 0,-1 0-1 0 0,1 0 1 0 0,0 0-1 0 0,-1 0 1 0 0,1 0 0 0 0,-1 0-1 0 0,1 0 1 0 0,-1 0-1 0 0,1 0 1 0 0,-1 0-1 0 0,1 10-28 0 0,0 0 1 0 0,1 0-1 0 0,1 0 0 0 0,-1 0 0 0 0,1 0 0 0 0,1 0 0 0 0,6 16 0 0 0,37 77-23 0 0,-24-55 19 0 0,2 4 87 0 0,2-1 1 0 0,57 84-1 0 0,-82-134-50 0 0,4-30-6355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0.7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35 119 5505 0 0,'-2'0'-82'0'0,"-9"0"58"0"0,8 0 181 0 0,2 0-131 0 0,1 0 0 0 0,-1 1 0 0 0,1-1 0 0 0,-1 0 0 0 0,1 0 0 0 0,-1 0 0 0 0,1 0 0 0 0,-1 0-1 0 0,0 0 1 0 0,1 0 0 0 0,-1 0 0 0 0,1 0 0 0 0,-1 0 0 0 0,0 0 0 0 0,1 0 0 0 0,-1-1 0 0 0,1 1 0 0 0,-1 0 0 0 0,1 0 0 0 0,-1 0 0 0 0,1-1 0 0 0,-1 1 0 0 0,1 0 0 0 0,-1-1 0 0 0,1 1 0 0 0,-1 0 0 0 0,1-1 0 0 0,0 1 0 0 0,-1-1 0 0 0,1 1 0 0 0,-1-1 0 0 0,1 1 0 0 0,0-1 0 0 0,0 1-1 0 0,-1-1 1 0 0,1 1 0 0 0,0-2 0 0 0,14-17 339 0 0,33-15-306 0 0,47-17-3340 0 0,-77 45 1452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1.99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52 111 4904 0 0,'0'0'-54'0'0,"-1"-1"150"0"0,-1 0-1 0 0,1 0 0 0 0,0 1 0 0 0,-1-1 1 0 0,1 0-1 0 0,-1 1 0 0 0,1-1 0 0 0,-1 1 0 0 0,1 0 1 0 0,-1-1-1 0 0,1 1 0 0 0,-1 0 0 0 0,1 0 0 0 0,-1 0 1 0 0,-1 0-1 0 0,3 5-93 0 0,0 1 0 0 0,0-1-1 0 0,1 0 1 0 0,0 0 0 0 0,0 0 0 0 0,0 0 0 0 0,1 0 0 0 0,0 0-1 0 0,0 0 1 0 0,3 7 0 0 0,35 56 2 0 0,-21-35-19 0 0,6 9 23 0 0,-14-26 100 0 0,-1 1-1 0 0,12 29 0 0 0,-21-45 103 0 0,0 4 1685 0 0,-25-41-1782 0 0,1-1 0 0 0,2 0 0 0 0,1-2 0 0 0,-24-68 0 0 0,36 86-90 0 0,-17-51-89 0 0,24 71 53 0 0,1 0 0 0 0,-1-1-1 0 0,0 1 1 0 0,1 0 0 0 0,-1 0-1 0 0,1-1 1 0 0,-1 1 0 0 0,1 0 0 0 0,0 0-1 0 0,0-1 1 0 0,-1 1 0 0 0,1 0-1 0 0,0-1 1 0 0,0 1 0 0 0,0 0-1 0 0,0-1 1 0 0,0 1 0 0 0,1-3 0 0 0,0 4 4 0 0,-1-1 0 0 0,0 0 0 0 0,1 1 0 0 0,-1-1 0 0 0,1 1 1 0 0,-1-1-1 0 0,1 0 0 0 0,-1 1 0 0 0,1 0 0 0 0,0-1 1 0 0,-1 1-1 0 0,1-1 0 0 0,0 1 0 0 0,-1 0 0 0 0,1-1 0 0 0,0 1 1 0 0,-1 0-1 0 0,1-1 0 0 0,0 1 0 0 0,0 0 0 0 0,1 0 0 0 0,1-1-26 0 0,34 20-281 0 0,1 18 133 0 0,32 42-1 0 0,-28-30 154 0 0,-38-45 32 0 0,0 1 0 0 0,0 0 0 0 0,-1 0 0 0 0,0 0 0 0 0,5 11 0 0 0,-7-15 8 0 0,3 12 2586 0 0,-10-29-2453 0 0,1 1 1 0 0,0-1-1 0 0,1 0 0 0 0,1-1 0 0 0,1 1 1 0 0,0-1-1 0 0,1 1 0 0 0,3-31 0 0 0,-2 46-142 0 0,0-6-67 0 0,1 1 0 0 0,0-1 0 0 0,0 1 0 0 0,0-1 0 0 0,1 1 0 0 0,5-11 0 0 0,-6 15-37 0 0,-1 1 86 0 0,0 1 1 0 0,0-1-1 0 0,1 0 1 0 0,-1 1 0 0 0,0-1-1 0 0,1 1 1 0 0,-1-1-1 0 0,1 0 1 0 0,-1 1-1 0 0,0-1 1 0 0,1 1 0 0 0,0-1-1 0 0,-1 1 1 0 0,1 0-1 0 0,-1-1 1 0 0,1 1 0 0 0,-1-1-1 0 0,1 1 1 0 0,0 0-1 0 0,-1 0 1 0 0,1-1-1 0 0,0 1 1 0 0,-1 0 0 0 0,1 0-1 0 0,0 0 1 0 0,-1 0-1 0 0,1 0 1 0 0,0 0-1 0 0,-1 0 1 0 0,1 0 0 0 0,0 0-1 0 0,-1 0 1 0 0,1 0-1 0 0,0 0 1 0 0,-1 0-1 0 0,1 0 1 0 0,0 1 0 0 0,0-1-1 0 0,28 9-244 0 0,-18-3 212 0 0,-1 2 1 0 0,-1-1 0 0 0,1 1 0 0 0,-2 0-1 0 0,1 1 1 0 0,-1 0 0 0 0,11 15 0 0 0,-2 0-30 0 0,-2 1 1 0 0,14 28 0 0 0,-1 7-34 0 0,-27-58 122 0 0,0 0-200 0 0,2 1 413 0 0,-10-40-8271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2.46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123 114 6621 0 0,'0'0'-306'0'0,"-1"-4"-290"0"0,4-36 515 0 0,-2 35 136 0 0,0 0-1 0 0,-1-1 0 0 0,0 1 0 0 0,1 0 1 0 0,-1 0-1 0 0,-1-1 0 0 0,1 1 1 0 0,-1 0-1 0 0,-2-7 0 0 0,3 11-14 0 0,-1 0-35 0 0,1 1 0 0 0,0-1-1 0 0,-1 1 1 0 0,1-1 0 0 0,-1 0 0 0 0,1 1-1 0 0,-1-1 1 0 0,1 1 0 0 0,-1-1-1 0 0,1 1 1 0 0,-1 0 0 0 0,0-1 0 0 0,1 1-1 0 0,-1 0 1 0 0,0-1 0 0 0,1 1 0 0 0,-1 0-1 0 0,0 0 1 0 0,1-1 0 0 0,-1 1-1 0 0,0 0 1 0 0,0 0 0 0 0,0 0 0 0 0,-2 0-5 0 0,0 1 0 0 0,0-1 1 0 0,0 1-1 0 0,0-1 0 0 0,0 1 0 0 0,0 0 1 0 0,1 0-1 0 0,-1 1 0 0 0,0-1 1 0 0,0 0-1 0 0,1 1 0 0 0,-1 0 1 0 0,1-1-1 0 0,0 1 0 0 0,0 0 1 0 0,-1 0-1 0 0,1 1 0 0 0,-2 2 1 0 0,-3 3-10 0 0,2-4 8 0 0,1 0 0 0 0,0 0-1 0 0,0 1 1 0 0,1-1 0 0 0,-1 1 0 0 0,1 0 0 0 0,0 0 0 0 0,0 0-1 0 0,0 0 1 0 0,1 0 0 0 0,0 1 0 0 0,0-1 0 0 0,0 1 0 0 0,1-1-1 0 0,0 1 1 0 0,0 0 0 0 0,0 0 0 0 0,1 0 0 0 0,0-1 0 0 0,0 1-1 0 0,0 0 1 0 0,2 7 0 0 0,-1-7 6 0 0,1 1 0 0 0,0-1 1 0 0,1 0-1 0 0,-1 0 0 0 0,1 0 0 0 0,0 0 0 0 0,1-1 0 0 0,-1 1 1 0 0,1-1-1 0 0,0 1 0 0 0,1-1 0 0 0,-1-1 0 0 0,1 1 1 0 0,0-1-1 0 0,0 0 0 0 0,1 0 0 0 0,-1 0 0 0 0,1 0 0 0 0,7 2 1 0 0,-8-3-165 0 0,1 0 0 0 0,1 0 1 0 0,-1-1-1 0 0,0 0 1 0 0,0 0-1 0 0,1-1 1 0 0,-1 0-1 0 0,1 0 1 0 0,-1 0-1 0 0,1-1 0 0 0,0 0 1 0 0,-1 0-1 0 0,1-1 1 0 0,-1 0-1 0 0,1 0 1 0 0,-1 0-1 0 0,1-1 1 0 0,-1 0-1 0 0,0 0 0 0 0,0-1 1 0 0,10-5-1 0 0,-4 0-905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3.04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60 4116 0 0,'-12'-12'646'0'0,"11"11"-619"0"0,1 1 0 0 0,0 0-1 0 0,0-1 1 0 0,0 1 0 0 0,-1-1-1 0 0,1 1 1 0 0,0 0 0 0 0,0-1-1 0 0,-1 1 1 0 0,1 0 0 0 0,0-1-1 0 0,-1 1 1 0 0,1 0 0 0 0,0 0-1 0 0,-1-1 1 0 0,1 1 0 0 0,-1 0-1 0 0,1 0 1 0 0,0 0 0 0 0,-1 0-1 0 0,1-1 1 0 0,-1 1 0 0 0,1 0-1 0 0,0 0 1 0 0,-1 0 0 0 0,1 0-1 0 0,-1 0 1 0 0,1 0 0 0 0,-1 0 0 0 0,1 0-1 0 0,0 0 1 0 0,-1 0 0 0 0,1 0-1 0 0,-1 1 1 0 0,1 9-24 0 0,1 0 1 0 0,0-1 0 0 0,1 1-1 0 0,0 0 1 0 0,1-1 0 0 0,0 1-1 0 0,1-1 1 0 0,-1 0 0 0 0,2 0-1 0 0,-1 0 1 0 0,1 0-1 0 0,10 12 1 0 0,5 12 96 0 0,-20-33-44 0 0,0 0 0 0 0,1 0 0 0 0,-1 0 0 0 0,0 1 0 0 0,0-1 0 0 0,0 0 0 0 0,1 0 1 0 0,-1 0-1 0 0,0 1 0 0 0,0-1 0 0 0,0 0 0 0 0,1 0 0 0 0,-1 1 0 0 0,0-1 0 0 0,0 0 0 0 0,0 1 0 0 0,0-1 0 0 0,0 0 0 0 0,0 0 0 0 0,1 1 0 0 0,-1-1 0 0 0,0 0 0 0 0,0 1 0 0 0,0-1 0 0 0,0 0 0 0 0,0 1 0 0 0,0-1 0 0 0,0 0 0 0 0,0 0 0 0 0,0 1 0 0 0,-1-1 0 0 0,1 0 0 0 0,0 1 1 0 0,0-1-1 0 0,0 0 0 0 0,0 0 0 0 0,0 1 0 0 0,0-1 0 0 0,-1 0 0 0 0,1 0 0 0 0,0 1 0 0 0,0-1 0 0 0,-1 0 0 0 0,-13-7 457 0 0,9 3-474 0 0,0 0 0 0 0,1 0 1 0 0,-1 0-1 0 0,1-1 0 0 0,1 1 1 0 0,-6-8-1 0 0,6 6 3 0 0,0-1 0 0 0,1 1 1 0 0,0 0-1 0 0,0-1 0 0 0,1 1 0 0 0,-1-1 1 0 0,1 1-1 0 0,1-1 0 0 0,-1 1 0 0 0,1-1 0 0 0,1 0 1 0 0,-1 1-1 0 0,3-10 0 0 0,-3 11-42 0 0,2 1-1 0 0,-1 0 0 0 0,0 0 1 0 0,1-1-1 0 0,0 1 0 0 0,0 0 1 0 0,0 0-1 0 0,0 1 0 0 0,1-1 1 0 0,0 0-1 0 0,0 1 0 0 0,0-1 1 0 0,0 1-1 0 0,0 0 0 0 0,0 0 1 0 0,1 0-1 0 0,0 1 0 0 0,-1-1 1 0 0,8-3-1 0 0,-5 6-17 0 0,0-1 1 0 0,-1 1 0 0 0,1 0-1 0 0,0 0 1 0 0,0 1-1 0 0,-1 0 1 0 0,1 0-1 0 0,0 0 1 0 0,-1 1-1 0 0,1-1 1 0 0,8 5 0 0 0,-5-1-44 0 0,-1 0 1 0 0,0 1 0 0 0,0 0 0 0 0,0 0 0 0 0,0 1 0 0 0,-1-1 0 0 0,0 2 0 0 0,-1-1 0 0 0,1 1-1 0 0,-1 0 1 0 0,-1 0 0 0 0,0 1 0 0 0,0 0 0 0 0,0 0 0 0 0,-1 0 0 0 0,-1 0 0 0 0,0 0 0 0 0,4 18-1 0 0,-4-5-4635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3.46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27 121 4996 0 0,'-22'-112'2064'0'0,"22"110"-1932"0"0,-3-3 3 0 0,2 3-85 0 0,2 4 261 0 0,66 125-264 0 0,74 196-1 0 0,-139-319-318 0 0,9 24 542 0 0,1-18-4536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3.6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28 373 4740 0 0,'-1'1'59'0'0,"0"-1"0"0"0,0 1 1 0 0,0-1-1 0 0,0 0 0 0 0,0 1 0 0 0,0-1 0 0 0,0 0 0 0 0,0 0 0 0 0,0 0 0 0 0,0 0 0 0 0,0 0 0 0 0,0 0 0 0 0,0 0 0 0 0,-1 0 0 0 0,1 0 0 0 0,0 0 0 0 0,0-1 0 0 0,0 1 0 0 0,0 0 0 0 0,0-1 0 0 0,0 1 0 0 0,0-1 0 0 0,0 1 0 0 0,-1-2 0 0 0,2 1-29 0 0,0 0-1 0 0,0 0 1 0 0,0 0-1 0 0,0 0 1 0 0,0 0 0 0 0,1-1-1 0 0,-1 1 1 0 0,0 0-1 0 0,0 0 1 0 0,1 0-1 0 0,-1 0 1 0 0,1 0 0 0 0,-1 0-1 0 0,1 0 1 0 0,0 0-1 0 0,-1 0 1 0 0,1 1-1 0 0,0-1 1 0 0,0-1 0 0 0,54-54 117 0 0,-47 49-60 0 0,191-161-91 0 0,-56 68-3194 0 0,-112 81 1214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4.88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19 665 5336 0 0,'-13'12'834'0'0,"7"-5"138"0"0,9-6 11 0 0,340-141-691 0 0,-140 51-232 0 0,875-299 122 0 0,-1037 377-164 0 0,-10 3 364 0 0,53-22-1 0 0,-82 29-367 0 0,-24-16-7612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48:26.41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1082 5593 0 0,'0'0'-274'0'0,"-16"-2"-611"0"0,16 2 921 0 0,0 0-1 0 0,0 0 1 0 0,-1 0 0 0 0,1 0-1 0 0,0 0 1 0 0,-1 0-1 0 0,1 0 1 0 0,0 0-1 0 0,0 0 1 0 0,-1 0-1 0 0,1 0 1 0 0,0 0-1 0 0,-1 0 1 0 0,1 0-1 0 0,0 0 1 0 0,0 0-1 0 0,-1 0 1 0 0,1 0-1 0 0,0 0 1 0 0,-1-1-1 0 0,1 1 1 0 0,0 0-1 0 0,0 0 1 0 0,-1 0 0 0 0,1 0-1 0 0,0-1 1 0 0,0 1-1 0 0,0 0 1 0 0,-1 0-1 0 0,1 0 1 0 0,0-1-1 0 0,0 1 1 0 0,0 0-1 0 0,0 0 1 0 0,-1-1-1 0 0,1 1 1 0 0,0 0-1 0 0,0-1 1 0 0,0 1-1 0 0,0 0 1 0 0,0 0-1 0 0,0-1 1 0 0,0 1-1 0 0,0 0 1 0 0,0-1 0 0 0,0 1-1 0 0,0 0 1 0 0,0 0-1 0 0,0-1 1 0 0,0 1-1 0 0,0 0 1 0 0,0-1-1 0 0,0 1 1 0 0,1-1-1 0 0,20-13 586 0 0,55-18-913 0 0,-55 23 476 0 0,344-131-60 0 0,-105 42-90 0 0,343-118 28 0 0,-306 95-34 0 0,268-64-3 0 0,-206 76-11 0 0,-258 76-7 0 0,121-42 35 0 0,-161 49-3542 0 0,-45 15 1619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1.24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1798 6129 0 0,'0'0'-97'0'0,"6"-1"136"0"0,6-4 41 0 0,0 0-1 0 0,-1 0 1 0 0,1-1-1 0 0,-2-1 1 0 0,1 0-1 0 0,17-14 1 0 0,-17 13-61 0 0,71-59 189 0 0,104-109-1 0 0,-34 30-106 0 0,16-22 81 0 0,-85 81-68 0 0,143-138 250 0 0,-163 164-324 0 0,4 2 0 0 0,1 3 0 0 0,137-85 0 0 0,247-107-27 0 0,-332 192-19 0 0,3 6-1 0 0,1 4 1 0 0,3 7-1 0 0,203-37 1 0 0,-205 50 213 0 0,-123 25-149 0 0,20-2 808 0 0,-14 1-3805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1.73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74 33 6889 0 0,'-15'-6'-536'0'0,"8"3"476"0"0,-23-2 320 0 0,29 5-232 0 0,0 1 0 0 0,1-1 1 0 0,-1 0-1 0 0,0 0 0 0 0,1 0 0 0 0,-1 0 0 0 0,0 0 0 0 0,1 0 0 0 0,-1 0 1 0 0,0 0-1 0 0,1 0 0 0 0,-1 0 0 0 0,0 0 0 0 0,1-1 0 0 0,-1 1 0 0 0,0 0 0 0 0,1 0 1 0 0,-1-1-1 0 0,0 1 0 0 0,1 0 0 0 0,-1-1 0 0 0,1 1 0 0 0,-1 0 0 0 0,1-1 0 0 0,-1 1 1 0 0,1-1-1 0 0,-1 1 0 0 0,1-1 0 0 0,-1 1 0 0 0,1-1 0 0 0,0 0 0 0 0,-1 1 0 0 0,1-1 1 0 0,0 1-1 0 0,-1-1 0 0 0,1 0 0 0 0,0 0 0 0 0,-1-1 104 0 0,7 1-99 0 0,53-3 7 0 0,0 3 1 0 0,-1 3-1 0 0,1 2 0 0 0,-1 2 0 0 0,99 25 0 0 0,-143-28-38 0 0,0 1-1 0 0,0 0 1 0 0,0 1-1 0 0,-1 0 1 0 0,18 11 0 0 0,-28-15 5 0 0,-1 0-1 0 0,1 1 1 0 0,-1-1 0 0 0,0 1 0 0 0,1 0 0 0 0,-1 0 0 0 0,0 0 0 0 0,0 0-1 0 0,0 0 1 0 0,0 1 0 0 0,-1-1 0 0 0,1 0 0 0 0,-1 1 0 0 0,1-1 0 0 0,-1 1-1 0 0,0 0 1 0 0,0-1 0 0 0,0 1 0 0 0,0 0 0 0 0,0 0 0 0 0,-1 0 0 0 0,1-1-1 0 0,-1 1 1 0 0,0 0 0 0 0,0 0 0 0 0,0 0 0 0 0,0 0 0 0 0,-1 0 0 0 0,1 0 0 0 0,-1 0-1 0 0,1-1 1 0 0,-3 6 0 0 0,-3 5 32 0 0,0 0-1 0 0,-1 0 1 0 0,0-1-1 0 0,-1 0 0 0 0,-1 0 1 0 0,0-1-1 0 0,-18 18 1 0 0,-86 67 211 0 0,67-59-114 0 0,44-35-150 0 0,-8 6-37 0 0,0 0 0 0 0,0 0 0 0 0,-1-1 0 0 0,-12 6 0 0 0,21-12-697 0 0,21-31-5337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2.7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430 44 5605 0 0,'0'0'-229'0'0,"1"-1"318"0"0,1-1 0 0 0,0 1 0 0 0,-1 0 0 0 0,1-1 0 0 0,-1 0 0 0 0,0 1 0 0 0,1-1 0 0 0,-1 0 0 0 0,0 0 0 0 0,0 1 1 0 0,1-4-1 0 0,-5 3-47 0 0,0-1-1 0 0,-1 1 1 0 0,1 0 0 0 0,0 0 0 0 0,-1 0 0 0 0,0 0 0 0 0,1 1 0 0 0,-1 0 0 0 0,0-1 0 0 0,0 1 0 0 0,0 1 0 0 0,0-1-1 0 0,0 0 1 0 0,0 1 0 0 0,0 0 0 0 0,0 0 0 0 0,0 0 0 0 0,-7 2 0 0 0,-6 0-3 0 0,0 1 1 0 0,1 1-1 0 0,-21 7 1 0 0,13-3-22 0 0,0 2 1 0 0,1 0-1 0 0,0 2 1 0 0,1 0-1 0 0,0 2 1 0 0,-26 21-1 0 0,40-28-13 0 0,0-1 0 0 0,0 2-1 0 0,1-1 1 0 0,0 1 0 0 0,0 0-1 0 0,1 0 1 0 0,0 1-1 0 0,0-1 1 0 0,1 1 0 0 0,1 1-1 0 0,-1-1 1 0 0,1 1 0 0 0,1 0-1 0 0,0 0 1 0 0,0 0 0 0 0,1 0-1 0 0,0 0 1 0 0,0 12 0 0 0,2-18-1 0 0,0-1 1 0 0,1 1 0 0 0,-1-1-1 0 0,1 0 1 0 0,-1 1 0 0 0,1-1-1 0 0,0 0 1 0 0,1 1 0 0 0,-1-1-1 0 0,1 0 1 0 0,-1 0-1 0 0,1 0 1 0 0,0 0 0 0 0,0-1-1 0 0,0 1 1 0 0,4 4 0 0 0,-1-3 1 0 0,0 0 0 0 0,1 1 0 0 0,-1-2 0 0 0,1 1 0 0 0,0-1 0 0 0,0 0 0 0 0,12 5 0 0 0,5-2 5 0 0,-1 0 0 0 0,1-1 0 0 0,41 2 1 0 0,65-2 107 0 0,236-23 0 0 0,-259 10 233 0 0,-51 6 590 0 0,-52 2-653 0 0,-2 0-376 0 0,0-1-1 0 0,-1 1 1 0 0,1 0 0 0 0,0 0-1 0 0,0 0 1 0 0,-1 0 0 0 0,1-1-1 0 0,0 1 1 0 0,-1 0-1 0 0,1-1 1 0 0,0 1 0 0 0,-1 0-1 0 0,1-1 1 0 0,-1 1 0 0 0,1-1-1 0 0,0 1 1 0 0,-1-1-1 0 0,1 1 1 0 0,0-2 0 0 0,-1-18-3650 0 0,5 11 1467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3.42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17 133 5300 0 0,'-10'-15'-518'0'0,"9"13"548"0"0,-3-8 557 0 0,4 10-571 0 0,0 0 1 0 0,-1 0-1 0 0,1-1 0 0 0,0 1 1 0 0,0 0-1 0 0,0 0 1 0 0,0 0-1 0 0,0-1 0 0 0,0 1 1 0 0,0 0-1 0 0,0 0 0 0 0,-1-1 1 0 0,1 1-1 0 0,0 0 1 0 0,0 0-1 0 0,0-1 0 0 0,0 1 1 0 0,0 0-1 0 0,0 0 0 0 0,0-1 1 0 0,1 1-1 0 0,-1 0 1 0 0,0 0-1 0 0,0-1 0 0 0,0 1 1 0 0,0 0-1 0 0,0 0 0 0 0,0 0 1 0 0,0-1-1 0 0,0 1 1 0 0,1 0-1 0 0,-1 0 0 0 0,0 0 1 0 0,0-1-1 0 0,0 1 0 0 0,0 0 1 0 0,1 0-1 0 0,-1 0 1 0 0,0 0-1 0 0,0-1 0 0 0,0 1 1 0 0,1 0-1 0 0,-1 0 0 0 0,0 0 1 0 0,0 0-1 0 0,1 0 1 0 0,31 6 25 0 0,0 2 0 0 0,-1 2 0 0 0,1 0 0 0 0,48 25 0 0 0,-36-16-12 0 0,-28-12-16 0 0,12 4-6 0 0,-1 2 1 0 0,34 21-1 0 0,-54-30 8 0 0,-1 0 0 0 0,0 1 0 0 0,0-1-1 0 0,0 1 1 0 0,0 1 0 0 0,-1-1 0 0 0,0 1 0 0 0,0 0 0 0 0,-1 0 0 0 0,0 1-1 0 0,0-1 1 0 0,0 1 0 0 0,-1 0 0 0 0,5 11 0 0 0,-8-15 29 0 0,0 0 0 0 0,0 0 0 0 0,0 0 1 0 0,0 0-1 0 0,-1 0 0 0 0,1 0 0 0 0,-1 0 0 0 0,0 0 0 0 0,0 0 1 0 0,0 0-1 0 0,0 0 0 0 0,0-1 0 0 0,-1 1 0 0 0,1 0 0 0 0,-1-1 1 0 0,1 1-1 0 0,-1-1 0 0 0,0 1 0 0 0,0-1 0 0 0,0 0 0 0 0,-1 0 1 0 0,1 0-1 0 0,0 0 0 0 0,-1 0 0 0 0,1-1 0 0 0,-1 1 0 0 0,0-1 1 0 0,0 1-1 0 0,1-1 0 0 0,-5 1 0 0 0,4 0 6 0 0,0-1 0 0 0,0 0 0 0 0,0 1 0 0 0,0-1 0 0 0,0 0 0 0 0,0-1 0 0 0,0 1 0 0 0,0 0 0 0 0,0-1 0 0 0,0 0 0 0 0,-1 0 0 0 0,1 0 0 0 0,0 0 0 0 0,0 0 0 0 0,0-1 0 0 0,0 1 0 0 0,0-1 0 0 0,-1 0 0 0 0,1 0 0 0 0,0 0 0 0 0,0 0 0 0 0,1-1 0 0 0,-1 1 0 0 0,0-1 0 0 0,0 1 0 0 0,1-1 0 0 0,-1 0 0 0 0,1 0 0 0 0,-4-4 0 0 0,3 0-26 0 0,1 1 1 0 0,0-1-1 0 0,0 0 0 0 0,0 0 1 0 0,1 0-1 0 0,0 0 0 0 0,0 0 0 0 0,0 0 1 0 0,1 0-1 0 0,0 0 0 0 0,0 0 0 0 0,1 0 1 0 0,0 0-1 0 0,0 0 0 0 0,0 0 0 0 0,0 0 1 0 0,1 0-1 0 0,0 0 0 0 0,1 1 0 0 0,2-7 1 0 0,7-12-3 0 0,0 0-1 0 0,1 1 1 0 0,18-24 0 0 0,-19 31-14 0 0,0 0 0 0 0,1 0 0 0 0,1 1 0 0 0,1 1 0 0 0,0 0 0 0 0,0 2 1 0 0,1-1-1 0 0,32-17 0 0 0,-43 27-14 0 0,-4 2 1 0 0,1-1 1 0 0,0 1-1 0 0,-1 1 0 0 0,1-1 1 0 0,0 0-1 0 0,-1 0 1 0 0,1 1-1 0 0,0-1 1 0 0,0 1-1 0 0,0-1 0 0 0,0 1 1 0 0,0 0-1 0 0,0-1 1 0 0,0 1-1 0 0,-1 0 0 0 0,1 1 1 0 0,0-1-1 0 0,0 0 1 0 0,0 0-1 0 0,0 1 0 0 0,0-1 1 0 0,0 1-1 0 0,-1 0 1 0 0,1-1-1 0 0,0 1 0 0 0,0 0 1 0 0,1 1-1 0 0,-3 0-27 0 0,0-1 0 0 0,1 1 0 0 0,-1-1 0 0 0,0 0 1 0 0,0 1-1 0 0,0-1 0 0 0,-1 1 0 0 0,1-1 0 0 0,0 0 0 0 0,-1 1 0 0 0,1-1 0 0 0,0 0 0 0 0,-1 1 0 0 0,1-1 0 0 0,-1 0 0 0 0,0 1 0 0 0,0-1 0 0 0,0 1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4.13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192 141 6565 0 0,'0'0'-142'0'0,"34"-9"-488"0"0,-23 6 666 0 0,0-1 1 0 0,0 0-1 0 0,-1 0 1 0 0,0-1 0 0 0,0-1-1 0 0,0 0 1 0 0,-1 0 0 0 0,0-1-1 0 0,0 0 1 0 0,0 0-1 0 0,-1-1 1 0 0,0 0 0 0 0,7-11-1 0 0,-14 19-21 0 0,-1-1 0 0 0,0 0 0 0 0,1 0 0 0 0,-1 1 0 0 0,0-1 0 0 0,1 0 0 0 0,-1 0 0 0 0,0 1 0 0 0,0-1 0 0 0,0 0 0 0 0,0 0 0 0 0,1 0 0 0 0,-1 0 0 0 0,0 1 0 0 0,-1-1 0 0 0,1 0-1 0 0,0 0 1 0 0,0 0 0 0 0,0 1 0 0 0,0-1 0 0 0,-1 0 0 0 0,1 0 0 0 0,0 1 0 0 0,-1-1 0 0 0,1 0 0 0 0,0 0 0 0 0,-1 1 0 0 0,1-1 0 0 0,-1 0 0 0 0,1 1 0 0 0,-1-1 0 0 0,0 1 0 0 0,1-1 0 0 0,-1 1 0 0 0,0-1 0 0 0,1 1 0 0 0,-1-1 0 0 0,0 1-1 0 0,1-1 1 0 0,-1 1 0 0 0,0 0 0 0 0,0-1 0 0 0,-1 1 0 0 0,-1-2 8 0 0,0 1 1 0 0,0 0-1 0 0,-1 0 0 0 0,1 0 0 0 0,0 0 0 0 0,-1 1 0 0 0,1-1 1 0 0,0 1-1 0 0,-1 0 0 0 0,-4 0 0 0 0,-15 5 13 0 0,1 0 0 0 0,0 2 1 0 0,0 0-1 0 0,1 2 0 0 0,-39 21 0 0 0,47-23-25 0 0,-1 1-1 0 0,2 1 1 0 0,-1 0-1 0 0,1 1 1 0 0,1 1-1 0 0,0-1 1 0 0,0 2 0 0 0,1-1-1 0 0,0 1 1 0 0,-7 14-1 0 0,16-24-5 0 0,0 0-1 0 0,0 0 0 0 0,0-1 0 0 0,0 1 0 0 0,0 0 1 0 0,0 0-1 0 0,1 0 0 0 0,-1 0 0 0 0,1 0 1 0 0,0 0-1 0 0,-1 0 0 0 0,1 0 0 0 0,0 0 1 0 0,0 0-1 0 0,0 0 0 0 0,1 0 0 0 0,-1 0 0 0 0,0 0 1 0 0,1 0-1 0 0,-1 0 0 0 0,2 3 0 0 0,0-2 2 0 0,0-1 0 0 0,0 1 0 0 0,0-1 0 0 0,0 0 0 0 0,0 0 0 0 0,1 0 0 0 0,-1 0 0 0 0,0 0-1 0 0,1 0 1 0 0,0-1 0 0 0,-1 1 0 0 0,1-1 0 0 0,3 1 0 0 0,10 4 19 0 0,1-1 0 0 0,-1-1 0 0 0,1-1 0 0 0,19 2-1 0 0,-27-4-13 0 0,11 2-176 0 0,18 2 394 0 0,47 0 1 0 0,-75-5-648 0 0,1 0-1 0 0,0-1 1 0 0,-1 0 0 0 0,1-1-1 0 0,-1 0 1 0 0,0-1 0 0 0,1 0-1 0 0,-1-1 1 0 0,13-6-1 0 0,-7 0-1697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4.7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307 49 5557 0 0,'18'-27'841'0'0,"-18"26"-805"0"0,-1-1 0 0 0,1 1 1 0 0,-1 0-1 0 0,0 0 0 0 0,0 0 0 0 0,1-1 0 0 0,-1 1 1 0 0,0 0-1 0 0,0 0 0 0 0,0 0 0 0 0,0 0 1 0 0,-1 0-1 0 0,1 1 0 0 0,0-1 0 0 0,0 0 0 0 0,0 0 1 0 0,-1 1-1 0 0,1-1 0 0 0,0 1 0 0 0,-1-1 0 0 0,1 1 1 0 0,-3-1-1 0 0,-1 1 8 0 0,0-1 1 0 0,1 1-1 0 0,-1 0 0 0 0,0 1 1 0 0,1-1-1 0 0,-1 1 1 0 0,-6 1-1 0 0,-4 2 3 0 0,1 1 1 0 0,-1 1-1 0 0,-24 13 0 0 0,14-5 7 0 0,2 1-1 0 0,-29 24 0 0 0,45-34-42 0 0,1 0 0 0 0,-1 1 0 0 0,1 0 0 0 0,1 1-1 0 0,-1-1 1 0 0,1 1 0 0 0,0 0 0 0 0,1 0-1 0 0,0 1 1 0 0,0-1 0 0 0,0 1 0 0 0,-2 9-1 0 0,5-14-4 0 0,0-1-1 0 0,1 0 0 0 0,0 1 0 0 0,-1-1 1 0 0,1 1-1 0 0,0-1 0 0 0,0 1 0 0 0,0-1 1 0 0,1 0-1 0 0,-1 1 0 0 0,1-1 1 0 0,-1 1-1 0 0,1-1 0 0 0,0 0 0 0 0,0 1 1 0 0,0-1-1 0 0,0 0 0 0 0,0 0 0 0 0,0 0 1 0 0,0 0-1 0 0,1 0 0 0 0,2 3 0 0 0,0-2 3 0 0,-1 0-1 0 0,1-1 1 0 0,-1 0 0 0 0,1 0-1 0 0,0 0 1 0 0,0 0-1 0 0,0 0 1 0 0,0-1-1 0 0,0 0 1 0 0,1 0-1 0 0,7 2 1 0 0,-1-2 8 0 0,0-1 0 0 0,0 1 0 0 0,0-1 0 0 0,0-1 0 0 0,0 0 0 0 0,0-1 0 0 0,0 0 0 0 0,0-1 0 0 0,17-6 0 0 0,-5-4 158 0 0,-1-1 1 0 0,-1-1 0 0 0,0-1-1 0 0,-1 0 1 0 0,-1-2-1 0 0,0 0 1 0 0,22-29 0 0 0,-42 56 394 0 0,-7 38-482 0 0,8-45-84 0 0,0 0 0 0 0,0 1 0 0 0,0-1 0 0 0,0 1 0 0 0,1-1 0 0 0,-1 0 0 0 0,1 1 0 0 0,-1-1 1 0 0,1 0-1 0 0,0 1 0 0 0,0-1 0 0 0,0 0 0 0 0,0 0 0 0 0,0 0 0 0 0,0 1 0 0 0,1-2 0 0 0,-1 1 0 0 0,1 0 0 0 0,2 3 0 0 0,2-2-30 0 0,0 1 0 0 0,1-1 1 0 0,-1 0-1 0 0,1-1 0 0 0,-1 1 0 0 0,1-1 0 0 0,0-1 0 0 0,0 1 1 0 0,0-1-1 0 0,0-1 0 0 0,0 1 0 0 0,0-1 0 0 0,7-1 1 0 0,8 0-530 0 0,-1-1 0 0 0,40-9 0 0 0,-35 5-1393 0 0,46-20-1 0 0,-28 6-813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5.27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82 6553 0 0,'14'-73'1180'0'0,"-14"72"-702"0"0,0-2-204 0 0,-3-1 623 0 0,3 48-880 0 0,1 1-1 0 0,3-1 1 0 0,1 1 0 0 0,13 48 0 0 0,7 58 1 0 0,-24-132-2 0 0,2 0 0 0 0,0 0 0 0 0,1 1 1 0 0,1-2-1 0 0,1 1 0 0 0,0-1 0 0 0,2 0 0 0 0,17 32 0 0 0,-21-46-1 0 0,1 0 0 0 0,0 0 0 0 0,0 0 0 0 0,0 0 1 0 0,1-1-1 0 0,-1 0 0 0 0,1 0 0 0 0,0 0 0 0 0,-1-1 0 0 0,1 0 0 0 0,0 0 1 0 0,1-1-1 0 0,-1 1 0 0 0,0-1 0 0 0,0 0 0 0 0,1-1 0 0 0,-1 0 0 0 0,0 0 1 0 0,10-1-1 0 0,4 0-244 0 0,1-2 0 0 0,-1 0 0 0 0,1-1 0 0 0,32-11 0 0 0,11-10-3461 0 0,-26 6 449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5.58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50 104 7245 0 0,'-50'-5'-143'0'0,"156"-19"212"0"0,-16 3-101 0 0,-88 21 19 0 0,238-46-3538 0 0,-209 38 1832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6.0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10 186 4876 0 0,'8'2'-33'0'0,"0"-1"0"0"0,0 0 0 0 0,0 0-1 0 0,-1-1 1 0 0,1 0 0 0 0,0 0 0 0 0,0-1-1 0 0,0 0 1 0 0,0 0 0 0 0,-1-1 0 0 0,1 0-1 0 0,14-6 1 0 0,10-5 202 0 0,45-24-1 0 0,-75 36-163 0 0,5-3 72 0 0,1 1 0 0 0,-1-2 0 0 0,0 1-1 0 0,0-1 1 0 0,0 0 0 0 0,-1 0-1 0 0,0-1 1 0 0,0 0 0 0 0,0 0 0 0 0,-1 0-1 0 0,0-1 1 0 0,0 0 0 0 0,0 0-1 0 0,-1 0 1 0 0,4-11 0 0 0,-8 18-67 0 0,1-1 0 0 0,-1 0-1 0 0,0 1 1 0 0,0-1 0 0 0,0 0 0 0 0,0 1 0 0 0,-1-1 0 0 0,1 0-1 0 0,0 1 1 0 0,0-1 0 0 0,0 1 0 0 0,0-1 0 0 0,-1 0 0 0 0,1 1 0 0 0,0-1-1 0 0,-1 0 1 0 0,1 1 0 0 0,0-1 0 0 0,-1 1 0 0 0,1-1 0 0 0,-1 1-1 0 0,1-1 1 0 0,-1 1 0 0 0,1-1 0 0 0,-1 1 0 0 0,1 0 0 0 0,-1-1 0 0 0,1 1-1 0 0,-1 0 1 0 0,0-1 0 0 0,0 1 0 0 0,-27-6 183 0 0,14 6-159 0 0,-1 2 1 0 0,0 0-1 0 0,0 1 1 0 0,1 0-1 0 0,0 1 1 0 0,0 1-1 0 0,-27 13 0 0 0,19-7-10 0 0,1 1-1 0 0,0 1 0 0 0,2 0 1 0 0,-27 24-1 0 0,44-35-21 0 0,0-1 0 0 0,0 1 0 0 0,0 0 1 0 0,0 0-1 0 0,0 0 0 0 0,0 0 0 0 0,1 1 0 0 0,-1-1 0 0 0,1 0 1 0 0,-1 1-1 0 0,1-1 0 0 0,0 1 0 0 0,0-1 0 0 0,0 1 0 0 0,1-1 1 0 0,-1 1-1 0 0,1 0 0 0 0,-1 4 0 0 0,1-5 3 0 0,1 1 0 0 0,-1-1 0 0 0,1 0 0 0 0,0 1 0 0 0,-1-1-1 0 0,1 0 1 0 0,0 0 0 0 0,1 0 0 0 0,-1 0 0 0 0,0 0 0 0 0,1 0 0 0 0,-1 0 0 0 0,1 0 0 0 0,-1 0 0 0 0,1 0-1 0 0,4 2 1 0 0,3 2 15 0 0,0 0 0 0 0,1 0 0 0 0,-1-1 0 0 0,2-1 0 0 0,-1 0 0 0 0,0 0 0 0 0,18 3 0 0 0,4 0-77 0 0,-1-2 0 0 0,1-1 0 0 0,63-1 0 0 0,-65-5-954 0 0,0-1-1 0 0,37-8 1 0 0,-19-1-1069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6.65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381 661 5857 0 0,'-36'-17'248'0'0,"29"14"-197"0"0,-1 1 1 0 0,1-1 0 0 0,-1 2 0 0 0,0-1-1 0 0,0 1 1 0 0,0 0 0 0 0,1 1 0 0 0,-1 0 0 0 0,0 0-1 0 0,0 1 1 0 0,0 0 0 0 0,0 0 0 0 0,0 0-1 0 0,1 1 1 0 0,-10 4 0 0 0,-1 0-17 0 0,1 1-1 0 0,1 0 1 0 0,-1 1-1 0 0,1 1 1 0 0,-24 17 0 0 0,31-19-18 0 0,0 0 0 0 0,0 1 0 0 0,0 0 0 0 0,1 0 1 0 0,1 1-1 0 0,-1 0 0 0 0,1 1 0 0 0,-6 10 0 0 0,11-17-11 0 0,1 0-1 0 0,0 0 0 0 0,0 0 0 0 0,0 0 1 0 0,0 0-1 0 0,1 0 0 0 0,-1 0 0 0 0,1 0 1 0 0,0 0-1 0 0,0 0 0 0 0,0 0 0 0 0,0 0 1 0 0,0 1-1 0 0,0-1 0 0 0,1 0 1 0 0,0 0-1 0 0,0 0 0 0 0,0 0 0 0 0,0 0 1 0 0,0-1-1 0 0,0 1 0 0 0,1 0 0 0 0,-1 0 1 0 0,1-1-1 0 0,0 1 0 0 0,0-1 0 0 0,0 1 1 0 0,0-1-1 0 0,0 0 0 0 0,0 0 0 0 0,1 0 1 0 0,-1 0-1 0 0,1 0 0 0 0,0-1 0 0 0,2 2 1 0 0,7 4 31 0 0,-1 0 0 0 0,1-1 0 0 0,0-1 0 0 0,1 0 0 0 0,-1-1 0 0 0,1 0 0 0 0,0-1 0 0 0,0 0 0 0 0,0-1 0 0 0,0 0 0 0 0,1-1 0 0 0,22-2 0 0 0,-28 1 23 0 0,0-1 0 0 0,0 0 0 0 0,0 0 0 0 0,0-1 0 0 0,0 0 0 0 0,0-1 0 0 0,0 1 0 0 0,-1-1 0 0 0,1-1 0 0 0,-1 0 0 0 0,0 0 0 0 0,0 0 0 0 0,0-1 0 0 0,-1 0 0 0 0,1 0 0 0 0,-1 0 0 0 0,-1-1 0 0 0,1 0 0 0 0,-1 0 0 0 0,0-1 0 0 0,7-11 0 0 0,1-10 15 0 0,0 0 1 0 0,-2-1 0 0 0,-2-1-1 0 0,0 0 1 0 0,4-33 0 0 0,13-160 108 0 0,-15 111-91 0 0,5-177 1080 0 0,-18 278-1006 0 0,-3 11-69 0 0,-12 22-45 0 0,-13 46-52 0 0,14-17 24 0 0,2 1 1 0 0,2 1-1 0 0,3 0 0 0 0,-5 89 0 0 0,14-119-29 0 0,0 0 0 0 0,2-1 0 0 0,0 1-1 0 0,2 0 1 0 0,1-1 0 0 0,0 0 0 0 0,2 0-1 0 0,0 0 1 0 0,1-1 0 0 0,2 0 0 0 0,0 0-1 0 0,1-1 1 0 0,24 32 0 0 0,-24-39-155 0 0,0-2-1 0 0,1 1 1 0 0,0-2 0 0 0,0 1 0 0 0,16 8-1 0 0,37 22-4799 0 0,-58-37 4013 0 0,4 2-1913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7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41 445 6253 0 0,'-24'1'-264'0'0,"10"-3"474"0"0,14 2-202 0 0,0 0-1 0 0,0 0 0 0 0,0 0 1 0 0,0 0-1 0 0,0 0 0 0 0,0 0 0 0 0,-1 0 1 0 0,1 0-1 0 0,0 0 0 0 0,0 0 0 0 0,0 0 1 0 0,0 0-1 0 0,0-1 0 0 0,0 1 0 0 0,0 0 1 0 0,0 0-1 0 0,-1 0 0 0 0,1 0 1 0 0,0 0-1 0 0,0 0 0 0 0,0 0 0 0 0,0 0 1 0 0,0 0-1 0 0,0 0 0 0 0,0 0 0 0 0,0-1 1 0 0,0 1-1 0 0,0 0 0 0 0,0 0 1 0 0,0 0-1 0 0,0 0 0 0 0,0 0 0 0 0,-1 0 1 0 0,1 0-1 0 0,0 0 0 0 0,0-1 0 0 0,0 1 1 0 0,0 0-1 0 0,0 0 0 0 0,0 0 0 0 0,0 0 1 0 0,0 0-1 0 0,0 0 0 0 0,1 0 1 0 0,-1-1-1 0 0,0 1 0 0 0,0 0 0 0 0,0 0 1 0 0,0 0-1 0 0,0 0 0 0 0,0 0 0 0 0,0 0 1 0 0,0 0-1 0 0,0 0 0 0 0,0-1 1 0 0,0 1-1 0 0,0 0 0 0 0,0 0 0 0 0,0 0 1 0 0,1 0-1 0 0,-1 0 0 0 0,0 0 0 0 0,0 0 1 0 0,0 0-1 0 0,14-10 34 0 0,0 1-1 0 0,0 1 1 0 0,1 0 0 0 0,0 1-1 0 0,28-9 1 0 0,91-23 53 0 0,-104 32-78 0 0,746-138 170 0 0,8 70-64 0 0,-206 44-91 0 0,-33 3 624 0 0,-538 27-574 0 0,-4 1-19 0 0,1 0 0 0 0,-1 0 0 0 0,1 0 0 0 0,-1-1 0 0 0,1 0 0 0 0,-1 1 0 0 0,1-1-1 0 0,-1-1 1 0 0,0 1 0 0 0,0 0 0 0 0,4-3 0 0 0,-7 3-86 0 0,1 1 0 0 0,-1-1 0 0 0,0 0 0 0 0,0 0-1 0 0,0 0 1 0 0,0 1 0 0 0,0-1 0 0 0,1 0 0 0 0,-2 0 0 0 0,1 0 0 0 0,0 0 0 0 0,0 1-1 0 0,0-1 1 0 0,0 0 0 0 0,0 0 0 0 0,-1 0 0 0 0,1 1 0 0 0,0-1 0 0 0,0 0-1 0 0,-1 0 1 0 0,1 1 0 0 0,-1-1 0 0 0,1 0 0 0 0,-1 1 0 0 0,1-1 0 0 0,-1 0-1 0 0,1 1 1 0 0,-1-1 0 0 0,0 1 0 0 0,1-1 0 0 0,-1 1 0 0 0,0-1 0 0 0,1 1 0 0 0,-2-1-1 0 0,-41-15-3748 0 0,29 14 1403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7.61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39 310 5541 0 0,'-38'10'-192'0'0,"51"-17"670"0"0,70-20-115 0 0,672-114 210 0 0,7 65-31 0 0,-360 54-163 0 0,-90 6 422 0 0,-292 16-595 0 0,-17 0-187 0 0,0 1 0 0 0,-1-1 1 0 0,1 0-1 0 0,0 0 0 0 0,-1 0 0 0 0,1-1 1 0 0,0 1-1 0 0,-1-1 0 0 0,1 1 0 0 0,0-1 0 0 0,-1 0 1 0 0,1 0-1 0 0,3-2 0 0 0,-6 2-253 0 0,-5-22-3986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08.5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 6705 0 0,'8'40'2092'0'0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5.86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28 131 6145 0 0,'-4'-14'-338'0'0,"2"6"517"0"0,0 1 1 0 0,1 0-1 0 0,0-1 0 0 0,0 1 1 0 0,1-12-1 0 0,-5-30 1853 0 0,4 47-1883 0 0,-4-6 306 0 0,4 8-449 0 0,1 0-1 0 0,0 0 1 0 0,0 0-1 0 0,0 0 1 0 0,0 0-1 0 0,0 0 1 0 0,0 0-1 0 0,0 0 1 0 0,0 1 0 0 0,0-1-1 0 0,0 0 1 0 0,-1 0-1 0 0,1 0 1 0 0,0 0-1 0 0,0 0 1 0 0,0 0-1 0 0,0 0 1 0 0,0 0-1 0 0,0 0 1 0 0,0 0 0 0 0,-1 0-1 0 0,1 0 1 0 0,0 0-1 0 0,0 0 1 0 0,0 0-1 0 0,0 0 1 0 0,0 0-1 0 0,0 0 1 0 0,-1 0-1 0 0,1 0 1 0 0,0 0 0 0 0,0 0-1 0 0,0 0 1 0 0,0 0-1 0 0,0 0 1 0 0,0 0-1 0 0,0-1 1 0 0,0 1-1 0 0,-1 0 1 0 0,1 0 0 0 0,0 0-1 0 0,0 0 1 0 0,0 0-1 0 0,0 0 1 0 0,0 0-1 0 0,0 0 1 0 0,0 0-1 0 0,0-1 1 0 0,0 1-1 0 0,0 0 1 0 0,0 0 0 0 0,11 77 19 0 0,4 0 1 0 0,39 117 0 0 0,-20-78 10 0 0,25 52 18 0 0,-36-108 91 0 0,-19-51 2017 0 0,-6-16-1191 0 0,-2-6-869 0 0,1 0 1 0 0,0 0-1 0 0,1 0 0 0 0,-1-15 1 0 0,4 23-94 0 0,0-1 0 0 0,0 1 0 0 0,0 0 1 0 0,0-1-1 0 0,1 1 0 0 0,0 0 0 0 0,0 0 0 0 0,0 0 1 0 0,1 0-1 0 0,0 0 0 0 0,0 0 0 0 0,0 1 1 0 0,0 0-1 0 0,1-1 0 0 0,0 1 0 0 0,4-4 1 0 0,-1 3-15 0 0,1-1 1 0 0,-1 2 0 0 0,1-1 0 0 0,0 1-1 0 0,0 0 1 0 0,0 1 0 0 0,1 0 0 0 0,-1 0-1 0 0,12-2 1 0 0,1 2-23 0 0,-1 0-1 0 0,1 2 1 0 0,-1 0-1 0 0,1 1 1 0 0,-1 1-1 0 0,1 1 1 0 0,-1 1-1 0 0,23 6 1 0 0,-25-4-37 0 0,-1 0 0 0 0,0 1 0 0 0,0 1 0 0 0,0 1-1 0 0,-1 0 1 0 0,0 2 0 0 0,0-1 0 0 0,-1 2 0 0 0,-1 0 0 0 0,0 1 0 0 0,0 0 0 0 0,-1 1 0 0 0,-1 0 0 0 0,0 1 0 0 0,-1 1 0 0 0,11 18-1 0 0,8 15-265 0 0,-29-47 304 0 0,4-26-7126 0 0,0 8 3974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6.55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279 115 6885 0 0,'3'-3'6'0'0,"1"1"1"0"0,-1-1-1 0 0,0 0 1 0 0,0 0-1 0 0,0 0 1 0 0,-1-1 0 0 0,1 1-1 0 0,-1-1 1 0 0,1 0-1 0 0,-1 1 1 0 0,0-1-1 0 0,-1 0 1 0 0,1 0-1 0 0,-1 0 1 0 0,2-7-1 0 0,-3 9 33 0 0,1 1-1 0 0,-1-1 0 0 0,0 0 0 0 0,0 0 1 0 0,0 0-1 0 0,0 1 0 0 0,0-1 0 0 0,0 0 0 0 0,0 0 1 0 0,0 1-1 0 0,-1-1 0 0 0,1 0 0 0 0,-1 0 1 0 0,0 1-1 0 0,1-1 0 0 0,-1 0 0 0 0,0 1 0 0 0,0-1 1 0 0,0 1-1 0 0,0-1 0 0 0,0 1 0 0 0,0 0 1 0 0,0-1-1 0 0,-1 1 0 0 0,1 0 0 0 0,0 0 0 0 0,-1 0 1 0 0,1 0-1 0 0,-1 0 0 0 0,1 0 0 0 0,-1 0 1 0 0,1 0-1 0 0,-1 1 0 0 0,0-1 0 0 0,0 1 0 0 0,1-1 1 0 0,-1 1-1 0 0,0-1 0 0 0,0 1 0 0 0,1 0 1 0 0,-3 0-1 0 0,-10 0-14 0 0,0 0 0 0 0,0 1 1 0 0,0 0-1 0 0,1 2 0 0 0,-1-1 0 0 0,1 2 1 0 0,-1-1-1 0 0,1 2 0 0 0,0 0 0 0 0,0 1 1 0 0,1 0-1 0 0,0 0 0 0 0,0 2 1 0 0,0-1-1 0 0,1 1 0 0 0,0 1 0 0 0,1 0 1 0 0,0 1-1 0 0,-9 11 0 0 0,16-19-24 0 0,2 1-1 0 0,-1-1 1 0 0,0 0-1 0 0,0 1 1 0 0,1 0-1 0 0,-1-1 1 0 0,1 1 0 0 0,0 0-1 0 0,0 0 1 0 0,0 0-1 0 0,0-1 1 0 0,1 1-1 0 0,-1 0 1 0 0,1 0-1 0 0,-1 0 1 0 0,1 0 0 0 0,1 6-1 0 0,-1-6 0 0 0,1-1 0 0 0,0 0 0 0 0,0 0 0 0 0,0 0 0 0 0,0 0 0 0 0,0 1 0 0 0,1-1 0 0 0,-1-1 0 0 0,1 1-1 0 0,-1 0 1 0 0,1 0 0 0 0,-1 0 0 0 0,1-1 0 0 0,0 1 0 0 0,0-1 0 0 0,0 0 0 0 0,4 3 0 0 0,1-1-1 0 0,1 0-1 0 0,0 0 1 0 0,0 0 0 0 0,0-1-1 0 0,0-1 1 0 0,0 1 0 0 0,0-1-1 0 0,1 0 1 0 0,-1-1 0 0 0,0 0-1 0 0,14-2 1 0 0,-7 0 41 0 0,0-1 1 0 0,0-1-1 0 0,0 0 0 0 0,-1-1 1 0 0,0-1-1 0 0,0 0 1 0 0,0-1-1 0 0,-1-1 1 0 0,0 0-1 0 0,0 0 0 0 0,0-2 1 0 0,-2 1-1 0 0,1-1 1 0 0,-1-1-1 0 0,-1 0 0 0 0,18-24 1 0 0,-27 34 8 0 0,11-17 209 0 0,-6 17-90 0 0,-3 17 70 0 0,-2-9-236 0 0,0 1 0 0 0,1-1 1 0 0,-1 0-1 0 0,2 0 1 0 0,-1 0-1 0 0,1 0 0 0 0,0 0 1 0 0,0 0-1 0 0,1-1 0 0 0,0 1 1 0 0,0-1-1 0 0,0 0 1 0 0,1-1-1 0 0,0 1 0 0 0,0-1 1 0 0,0 0-1 0 0,1 0 0 0 0,0 0 1 0 0,8 5-1 0 0,2 1-220 0 0,0-1 0 0 0,1-1 0 0 0,0 0-1 0 0,0-1 1 0 0,1-1 0 0 0,24 7 0 0 0,-37-13-184 0 0,13 2-530 0 0,-3-5-2512 0 0,3-4 1185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7.05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33 6081 0 0,'4'-22'2728'0'0,"10"37"-1124"0"0,-4-3-2053 0 0,46 55 534 0 0,3-2 1 0 0,3-2-1 0 0,90 70 0 0 0,-151-132-56 0 0,1 0 0 0 0,-1 0 0 0 0,0 0 0 0 0,1-1 0 0 0,-1 1 0 0 0,1 0 0 0 0,0-1 0 0 0,-1 1 0 0 0,1 0 0 0 0,-1-1 0 0 0,1 0 0 0 0,0 1 0 0 0,-1-1 0 0 0,1 0 0 0 0,0 0 0 0 0,-1 0 0 0 0,1 0 0 0 0,0 0 0 0 0,0-1 0 0 0,-1 1 0 0 0,1 0 0 0 0,-1-1 0 0 0,1 1 0 0 0,0-1 0 0 0,-1 0 0 0 0,1 1 0 0 0,-1-1 0 0 0,1 0 0 0 0,-1 0 0 0 0,0 0 0 0 0,1 0 0 0 0,-1 0 0 0 0,0 0 0 0 0,1 0 0 0 0,-1-1 0 0 0,0 1 0 0 0,0 0 0 0 0,1-4 0 0 0,6-6-5 0 0,-1 0 0 0 0,-1-1 0 0 0,0 0 0 0 0,5-14 1 0 0,-2 4 34 0 0,112-216 24 0 0,-120 238-148 0 0,-1-1 0 0 0,1 1 0 0 0,-1-1 0 0 0,1 0 0 0 0,-1 1 0 0 0,1-1 1 0 0,-1 0-1 0 0,1 0 0 0 0,-1 1 0 0 0,0-1 0 0 0,1 0 0 0 0,-1 0 0 0 0,0 1 0 0 0,0-1 0 0 0,0 0 0 0 0,1 0 0 0 0,-1 0 0 0 0,0 0 0 0 0,0 1 0 0 0,0-1 0 0 0,0 0 1 0 0,0 0-1 0 0,-1 0 0 0 0,1 0 0 0 0,0 1 0 0 0,-1-2 0 0 0,-14 13-1114 0 0,12-8-68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7.4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3 141 6609 0 0,'-1'0'-14'0'0,"1"0"1"0"0,0 0 0 0 0,0 0 0 0 0,0 0 0 0 0,0 0 0 0 0,-1 0-1 0 0,1 0 1 0 0,0 1 0 0 0,0-1 0 0 0,0 0 0 0 0,0 0 0 0 0,0 0-1 0 0,0 0 1 0 0,0 0 0 0 0,0 0 0 0 0,-1 1 0 0 0,1-1 0 0 0,0 0-1 0 0,0 0 1 0 0,0 0 0 0 0,0 0 0 0 0,0 1 0 0 0,0-1 0 0 0,0 0-1 0 0,0 0 1 0 0,0 0 0 0 0,0 0 0 0 0,0 1 0 0 0,0-1-1 0 0,0 0 1 0 0,0 0 0 0 0,0 0 0 0 0,0 0 0 0 0,0 1 0 0 0,0-1-1 0 0,0 0 1 0 0,0 0 0 0 0,0 0 0 0 0,1 0 0 0 0,-1 0 0 0 0,0 1-1 0 0,0-1 1 0 0,0 0 0 0 0,0 0 0 0 0,0 0 0 0 0,0 0 0 0 0,0 0-1 0 0,1 0 1 0 0,-1 1 0 0 0,0-1 0 0 0,0 0 0 0 0,0 0 0 0 0,0 0-1 0 0,0 0 1 0 0,1 0 0 0 0,-1 0 0 0 0,0 0 0 0 0,0 0 0 0 0,0 0-1 0 0,0 0 1 0 0,1 0 0 0 0,-1 0 0 0 0,0 0 0 0 0,0 0 0 0 0,11 0 37 0 0,-1-2 0 0 0,0 1 0 0 0,0-1 0 0 0,0-1 0 0 0,0 0 0 0 0,0 0 0 0 0,0-1 1 0 0,-1 0-1 0 0,1-1 0 0 0,-1 0 0 0 0,14-10 0 0 0,4-5 992 0 0,0-2 0 0 0,30-32 0 0 0,-67 53-817 0 0,9 1-191 0 0,0-1 0 0 0,1 1 0 0 0,-1-1 0 0 0,0 1 0 0 0,0 0 0 0 0,0-1 1 0 0,0 1-1 0 0,0 0 0 0 0,0 0 0 0 0,0 0 0 0 0,0 0 0 0 0,0-1 0 0 0,0 1 0 0 0,0 0 0 0 0,1 1 0 0 0,-1-1 1 0 0,0 0-1 0 0,0 0 0 0 0,-2 1 0 0 0,-8 4 41 0 0,0 0 0 0 0,0 1 0 0 0,0 0-1 0 0,0 1 1 0 0,1 0 0 0 0,0 0 0 0 0,-8 10 0 0 0,14-14-36 0 0,0 1 0 0 0,0-1 0 0 0,1 1 0 0 0,-1 0 1 0 0,1 0-1 0 0,0 0 0 0 0,1 1 0 0 0,-1-1 0 0 0,1 1 0 0 0,0-1 0 0 0,0 1 0 0 0,0 0 1 0 0,0 0-1 0 0,1 0 0 0 0,0 0 0 0 0,0 0 0 0 0,0 0 0 0 0,1 0 0 0 0,0 0 0 0 0,0 10 1 0 0,2-11-7 0 0,0 0 0 0 0,0 0 0 0 0,0-1 0 0 0,0 1 0 0 0,1-1-1 0 0,-1 1 1 0 0,1-1 0 0 0,0 0 0 0 0,0 0 0 0 0,0 0 0 0 0,1 0 0 0 0,-1-1 0 0 0,1 1 0 0 0,-1-1 0 0 0,1 0 0 0 0,0 0 0 0 0,0 0 0 0 0,4 1 0 0 0,78 27 33 0 0,-82-29-39 0 0,27 7-175 0 0,1-1 0 0 0,0-1 0 0 0,34 0 0 0 0,-42-5-1502 0 0,-1-1 0 0 0,38-5 1 0 0,-40 2-1037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0.0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19 43 6789 0 0,'-13'-37'1196'0'0,"13"35"-801"0"0,0 2-392 0 0,0 0 0 0 0,0 0 1 0 0,0-1-1 0 0,0 1 0 0 0,0 0 0 0 0,0 0 0 0 0,0 0 1 0 0,0 0-1 0 0,0 0 0 0 0,-1 0 0 0 0,1 0 0 0 0,0-1 0 0 0,0 1 1 0 0,0 0-1 0 0,0 0 0 0 0,0 0 0 0 0,0 0 0 0 0,0 0 0 0 0,0 0 1 0 0,0 0-1 0 0,0 0 0 0 0,0-1 0 0 0,-1 1 0 0 0,1 0 1 0 0,0 0-1 0 0,0 0 0 0 0,0 0 0 0 0,0 0 0 0 0,0 0 0 0 0,0 0 1 0 0,0 0-1 0 0,-1 0 0 0 0,1 0 0 0 0,0 0 0 0 0,0 0 0 0 0,0 0 1 0 0,0 0-1 0 0,0 0 0 0 0,0 0 0 0 0,-1 0 0 0 0,1 0 1 0 0,0 0-1 0 0,0 0 0 0 0,0 0 0 0 0,0 0 0 0 0,0 0 0 0 0,0 0 1 0 0,0 0-1 0 0,-1 0 0 0 0,1 0 0 0 0,0 0 0 0 0,0 0 1 0 0,0 1-1 0 0,0-1 0 0 0,0 0 0 0 0,0 0 0 0 0,0 0 0 0 0,0 0 1 0 0,0 0-1 0 0,-1 0 0 0 0,1 0 0 0 0,0 0 0 0 0,0 1 0 0 0,25 26-1 0 0,2-1 0 0 0,0 0 0 0 0,2-3-1 0 0,60 40 1 0 0,-36-26 94 0 0,-38-25-1556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0.44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788 26 5941 0 0,'15'-25'1242'0'0,"-271"356"-1071"0"0,-103 126-96 0 0,317-408-62 0 0,-73 82 60 0 0,86-93 658 0 0,28-36-414 0 0,5-9-947 0 0,7-8-630 0 0,1 0 0 0 0,21-20-1 0 0,-14 18-1035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1.056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173 19 5509 0 0,'0'0'-71'0'0,"0"-1"107"0"0,0 0-1 0 0,0 1 1 0 0,0-1 0 0 0,-1 0-1 0 0,1 0 1 0 0,0 1 0 0 0,0-1 0 0 0,0 0-1 0 0,0 1 1 0 0,-1-1 0 0 0,1 0 0 0 0,0 0-1 0 0,-1 1 1 0 0,1-1 0 0 0,-1 1 0 0 0,1-1-1 0 0,-1 0 1 0 0,1 1 0 0 0,-1-1-1 0 0,1 1 1 0 0,-1-1 0 0 0,1 1 0 0 0,-1-1-1 0 0,0 1 1 0 0,1 0 0 0 0,-1-1 0 0 0,0 1-1 0 0,1 0 1 0 0,-1-1 0 0 0,0 1 0 0 0,0 0-1 0 0,-10 4-25 0 0,1 1 0 0 0,0 0-1 0 0,0 0 1 0 0,1 1 0 0 0,0 1-1 0 0,0-1 1 0 0,0 1-1 0 0,1 1 1 0 0,0 0 0 0 0,0 0-1 0 0,1 0 1 0 0,0 1 0 0 0,1 0-1 0 0,0 1 1 0 0,0-1 0 0 0,1 1-1 0 0,0 0 1 0 0,1 1 0 0 0,0-1-1 0 0,-4 16 1 0 0,8-22-5 0 0,0 0-1 0 0,0 0 1 0 0,1-1 0 0 0,-1 1-1 0 0,1 0 1 0 0,-1 0 0 0 0,1 0-1 0 0,1 0 1 0 0,-1-1 0 0 0,0 1-1 0 0,1-1 1 0 0,0 1 0 0 0,0-1 0 0 0,0 1-1 0 0,0-1 1 0 0,0 0 0 0 0,1 0-1 0 0,-1 0 1 0 0,1 0 0 0 0,0-1-1 0 0,0 1 1 0 0,0-1 0 0 0,0 0-1 0 0,1 1 1 0 0,-1-1 0 0 0,0-1-1 0 0,8 4 1 0 0,6 2 53 0 0,0-1 0 0 0,0 0-1 0 0,1-1 1 0 0,23 3 0 0 0,-37-8-28 0 0,0 1 0 0 0,0-1 0 0 0,-1 0-1 0 0,1 0 1 0 0,0-1 0 0 0,0 1 0 0 0,-1-1 0 0 0,1 0 0 0 0,0 0 0 0 0,-1 0-1 0 0,1 0 1 0 0,-1 0 0 0 0,0-1 0 0 0,1 0 0 0 0,-1 0 0 0 0,0 0 0 0 0,0 0-1 0 0,0 0 1 0 0,0 0 0 0 0,0-1 0 0 0,0 0 0 0 0,-1 1 0 0 0,0-1-1 0 0,1 0 1 0 0,-1 0 0 0 0,0 0 0 0 0,0-1 0 0 0,0 1 0 0 0,-1 0 0 0 0,1-1-1 0 0,-1 1 1 0 0,1-6 0 0 0,1 2 24 0 0,-1 0 1 0 0,0 1-1 0 0,-1-1 0 0 0,0-1 0 0 0,0 1 1 0 0,0 0-1 0 0,-1 0 0 0 0,0 0 0 0 0,0 0 0 0 0,-1 0 1 0 0,0 0-1 0 0,0 0 0 0 0,0 0 0 0 0,-1 0 1 0 0,-5-11-1 0 0,2 10-53 0 0,-1 0 0 0 0,0 0-1 0 0,-1 1 1 0 0,0 0 0 0 0,0 0 0 0 0,0 1 0 0 0,-1-1 0 0 0,0 2 0 0 0,0-1 0 0 0,-1 1-1 0 0,0 0 1 0 0,-14-5 0 0 0,21 9-328 0 0,-19-10-4074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1.71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26 82 6009 0 0,'1'-24'-18'0'0,"0"19"269"0"0,-1-1-1 0 0,1 1 1 0 0,-1-1-1 0 0,-1 1 1 0 0,1-1-1 0 0,-1 0 1 0 0,1 1-1 0 0,-3-6 0 0 0,2 9 64 0 0,0 2-294 0 0,1 0 0 0 0,0 0 0 0 0,-1 0 0 0 0,1 0-1 0 0,-1 0 1 0 0,1 0 0 0 0,-1 0 0 0 0,1 0 0 0 0,0 0 0 0 0,-1 0 0 0 0,1 1 0 0 0,-1-1 0 0 0,1 0 0 0 0,0 0 0 0 0,-1 0 0 0 0,1 1 0 0 0,0-1 0 0 0,-1 0-1 0 0,1 1 1 0 0,0-1 0 0 0,-1 0 0 0 0,1 1 0 0 0,0-1 0 0 0,0 0 0 0 0,-1 1 0 0 0,1-1 0 0 0,0 1 0 0 0,0-1 0 0 0,0 0 0 0 0,-1 1 0 0 0,1-1 0 0 0,0 1-1 0 0,0-1 1 0 0,0 1 0 0 0,0-1 0 0 0,0 1 0 0 0,-2 2-24 0 0,1-1-1 0 0,0 1 1 0 0,-1 0 0 0 0,1 0-1 0 0,0 0 1 0 0,0-1-1 0 0,1 1 1 0 0,-1 0 0 0 0,0 4-1 0 0,1 3 11 0 0,0 0 1 0 0,1-1-1 0 0,0 1 0 0 0,0 0 0 0 0,1 0 0 0 0,0-1 1 0 0,1 1-1 0 0,0-1 0 0 0,1 0 0 0 0,-1 0 0 0 0,2 0 0 0 0,-1-1 1 0 0,1 1-1 0 0,1-1 0 0 0,0 0 0 0 0,0 0 0 0 0,0-1 1 0 0,1 0-1 0 0,0 0 0 0 0,0 0 0 0 0,1-1 0 0 0,0 0 1 0 0,0-1-1 0 0,0 0 0 0 0,1 0 0 0 0,0-1 0 0 0,0 0 1 0 0,0 0-1 0 0,0-1 0 0 0,1 0 0 0 0,-1-1 0 0 0,1 0 1 0 0,0 0-1 0 0,-1-1 0 0 0,1 0 0 0 0,0-1 0 0 0,0 0 1 0 0,0-1-1 0 0,-1 0 0 0 0,1 0 0 0 0,0-1 0 0 0,-1-1 0 0 0,1 1 1 0 0,8-5-1 0 0,-5 2 53 0 0,0-1 0 0 0,-1 0 0 0 0,1-1-1 0 0,-2-1 1 0 0,1 0 0 0 0,-1 0 0 0 0,0-1 0 0 0,-1 0 0 0 0,0-1 0 0 0,0 0 0 0 0,-1-1 0 0 0,-1 0 0 0 0,0 0 0 0 0,0-1-1 0 0,-1 0 1 0 0,0 0 0 0 0,-1-1 0 0 0,-1 0 0 0 0,5-16 0 0 0,-9 27 61 0 0,-5 7-105 0 0,-1 0-14 0 0,0 1-1 0 0,1 0 1 0 0,0 0-1 0 0,0 0 1 0 0,1 1-1 0 0,0-1 0 0 0,0 1 1 0 0,0 0-1 0 0,1 0 1 0 0,0 0-1 0 0,-2 14 1 0 0,4-17-2 0 0,-1 0 0 0 0,1 0 1 0 0,0 1-1 0 0,0-1 0 0 0,1 0 1 0 0,-1 0-1 0 0,1 0 0 0 0,0 0 1 0 0,0 0-1 0 0,1 0 1 0 0,-1 0-1 0 0,1-1 0 0 0,-1 1 1 0 0,1 0-1 0 0,0-1 0 0 0,1 1 1 0 0,-1-1-1 0 0,1 0 0 0 0,-1 1 1 0 0,1-1-1 0 0,0-1 1 0 0,0 1-1 0 0,0 0 0 0 0,6 3 1 0 0,10 5-46 0 0,1-1 1 0 0,0-1-1 0 0,0-1 1 0 0,1-1-1 0 0,0 0 1 0 0,1-2-1 0 0,-1 0 1 0 0,31 2 0 0 0,1-3-1185 0 0,0-2 0 0 0,70-6 0 0 0,-60-3-1058 0 0,-4-5-303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3.07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12 49 5981 0 0,'-1'0'-23'0'0,"1"0"0"0"0,-1 0 1 0 0,1-1-1 0 0,-1 1 1 0 0,1 0-1 0 0,-1 0 0 0 0,0-1 1 0 0,1 1-1 0 0,-1 0 1 0 0,1-1-1 0 0,-1 1 0 0 0,1-1 1 0 0,0 1-1 0 0,-1-1 1 0 0,1 1-1 0 0,-1-1 1 0 0,1 1-1 0 0,0-1 0 0 0,-1 1 1 0 0,1-1-1 0 0,0 1 1 0 0,0-1-1 0 0,0 1 0 0 0,-1-1 1 0 0,1 0-1 0 0,0 1 1 0 0,0-1-1 0 0,0 1 1 0 0,0-1-1 0 0,0 0 0 0 0,0 1 1 0 0,0-1-1 0 0,0 1 1 0 0,0-1-1 0 0,0 0 0 0 0,1 0 1 0 0,17-8-110 0 0,-15 9 104 0 0,25 0-40 0 0,-19 2 53 0 0,0 1-1 0 0,0-1 0 0 0,0 1 1 0 0,0 1-1 0 0,-1 0 1 0 0,1 0-1 0 0,-1 1 0 0 0,0 0 1 0 0,0 0-1 0 0,-1 0 1 0 0,1 1-1 0 0,6 8 0 0 0,15 15-1 0 0,37 50 0 0 0,-16-19-7 0 0,116 124 62 0 0,-154-165 3861 0 0,-21-31-3797 0 0,0 0-1 0 0,1 0 1 0 0,1-1-1 0 0,0 0 0 0 0,1-1 1 0 0,0 1-1 0 0,1-1 1 0 0,-5-23-1 0 0,-17-126 59 0 0,20 110-36 0 0,7-5-172 0 0,0 56 41 0 0,0 0 1 0 0,0 1-1 0 0,0-1 1 0 0,0 0 0 0 0,0 1-1 0 0,0-1 1 0 0,0 0 0 0 0,1 0-1 0 0,-1 1 1 0 0,1-1 0 0 0,-1 0-1 0 0,1 1 1 0 0,0-1 0 0 0,0 1-1 0 0,-1-1 1 0 0,1 1 0 0 0,0-1-1 0 0,2-1 1 0 0,0 2-1 0 0,0 0 1 0 0,0 0-1 0 0,1 0 0 0 0,-1 0 1 0 0,0 0-1 0 0,1 1 0 0 0,-1-1 1 0 0,1 1-1 0 0,-1 0 0 0 0,1 0 1 0 0,-1 0-1 0 0,0 1 0 0 0,1-1 1 0 0,-1 1-1 0 0,1 0 0 0 0,-1 0 1 0 0,0 0-1 0 0,0 0 1 0 0,1 0-1 0 0,-1 1 0 0 0,0 0 1 0 0,0-1-1 0 0,-1 1 0 0 0,1 0 1 0 0,0 0-1 0 0,2 3 0 0 0,14 10-19 0 0,-1 1 0 0 0,24 28 0 0 0,-36-39 21 0 0,59 68-40 0 0,85 85-8 0 0,-121-123 2248 0 0,-33-38-2156 0 0,1 0-1 0 0,0 0 1 0 0,0-1 0 0 0,1 1-1 0 0,-1-1 1 0 0,1 1 0 0 0,-1-1-1 0 0,1 0 1 0 0,0 0-1 0 0,1 0 1 0 0,-1 0 0 0 0,1 0-1 0 0,0-1 1 0 0,0 1 0 0 0,-1-5-1 0 0,-10-68 355 0 0,12 68-375 0 0,-1 0 0 0 0,1 1 1 0 0,0-1-1 0 0,1 0 0 0 0,0 1 0 0 0,0-1 1 0 0,1 1-1 0 0,3-10 0 0 0,-4 15-21 0 0,0 0 0 0 0,1 0 0 0 0,-1 0 0 0 0,1 0 0 0 0,0 0 0 0 0,0 0 0 0 0,0 1 0 0 0,1-1 0 0 0,-1 1 1 0 0,0-1-1 0 0,1 1 0 0 0,0 0 0 0 0,-1 0 0 0 0,1 0 0 0 0,0 1 0 0 0,0-1 0 0 0,0 0 0 0 0,0 1 0 0 0,0 0 0 0 0,0 0 0 0 0,1 0 0 0 0,3-1 0 0 0,2 1-10 0 0,1 1-1 0 0,0-1 1 0 0,-1 2 0 0 0,1-1 0 0 0,-1 1-1 0 0,1 0 1 0 0,-1 1 0 0 0,0 0 0 0 0,0 1 0 0 0,0 0-1 0 0,0 0 1 0 0,12 7 0 0 0,5 4-30 0 0,0 0 0 0 0,38 30-1 0 0,-53-36-4 0 0,-1 0-1 0 0,0 0 0 0 0,-1 1 0 0 0,1 0 0 0 0,-2 0 0 0 0,1 1 0 0 0,-2 0 0 0 0,1 1 0 0 0,-1 0 1 0 0,-1 0-1 0 0,0 0 0 0 0,0 1 0 0 0,-1 0 0 0 0,4 16 0 0 0,-7-21-40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4.593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333 128 5737 0 0,'7'-19'636'0'0,"-11"15"-593"0"0,1 0 1 0 0,-1 0-1 0 0,0 0 0 0 0,0 0 0 0 0,-1 1 0 0 0,1-1 0 0 0,-1 1 0 0 0,0 1 1 0 0,0-1-1 0 0,0 0 0 0 0,0 1 0 0 0,0 0 0 0 0,0 1 0 0 0,-9-3 1 0 0,-1 1-2 0 0,-1 0 0 0 0,-1 1 0 0 0,-26 0 0 0 0,37 2-40 0 0,-1 1-1 0 0,1 0 1 0 0,-1 1 0 0 0,1-1 0 0 0,0 1 0 0 0,0 0 0 0 0,0 1 0 0 0,0-1-1 0 0,0 1 1 0 0,0 1 0 0 0,1-1 0 0 0,-1 1 0 0 0,1 0 0 0 0,0 0 0 0 0,-6 6 0 0 0,2-1-5 0 0,1 0 1 0 0,1 0 0 0 0,-1 1 0 0 0,1-1-1 0 0,1 2 1 0 0,0-1 0 0 0,-5 13 0 0 0,9-21 5 0 0,1 1 0 0 0,0-1 1 0 0,0 1-1 0 0,0 0 0 0 0,0-1 1 0 0,0 1-1 0 0,1 0 0 0 0,-1 0 1 0 0,1 0-1 0 0,-1-1 0 0 0,1 1 1 0 0,0 0-1 0 0,0 0 0 0 0,1 0 1 0 0,-1 0-1 0 0,1-1 0 0 0,-1 1 1 0 0,1 0-1 0 0,0 0 0 0 0,0-1 1 0 0,0 1-1 0 0,0 0 0 0 0,0-1 1 0 0,1 1-1 0 0,-1-1 0 0 0,1 0 1 0 0,0 1-1 0 0,0-1 0 0 0,-1 0 1 0 0,1 0-1 0 0,1 0 0 0 0,-1 0 1 0 0,0 0-1 0 0,0-1 0 0 0,1 1 1 0 0,-1-1-1 0 0,1 1 0 0 0,-1-1 1 0 0,1 0-1 0 0,0 0 0 0 0,-1 0 1 0 0,1-1-1 0 0,4 2 0 0 0,3 0 10 0 0,0 0-1 0 0,0-1 1 0 0,0 0-1 0 0,0 0 0 0 0,1-1 1 0 0,-1-1-1 0 0,0 1 1 0 0,0-2-1 0 0,0 1 1 0 0,0-1-1 0 0,12-5 1 0 0,-10 1 77 0 0,0-1 1 0 0,-1-1-1 0 0,1 0 1 0 0,-1 0 0 0 0,-1-1-1 0 0,0 0 1 0 0,0-1-1 0 0,-1 0 1 0 0,0-1-1 0 0,0 0 1 0 0,-2 0 0 0 0,1-1-1 0 0,7-17 1 0 0,-3 3 804 0 0,-14 28-892 0 0,1 1-1 0 0,-1-1 1 0 0,1 1 0 0 0,0 0-1 0 0,0-1 1 0 0,0 1 0 0 0,0 0-1 0 0,0 0 1 0 0,1-1-1 0 0,-1 1 1 0 0,1 0 0 0 0,0 0-1 0 0,-1 0 1 0 0,2 0 0 0 0,-1 0-1 0 0,0 0 1 0 0,0 0-1 0 0,1 0 1 0 0,0-1 0 0 0,-1 1-1 0 0,1 0 1 0 0,0 0 0 0 0,1-1-1 0 0,-1 1 1 0 0,0-1-1 0 0,1 1 1 0 0,-1-1 0 0 0,1 1-1 0 0,0-1 1 0 0,3 4 0 0 0,1-1-16 0 0,-1 1 0 0 0,1-1 0 0 0,0 0 0 0 0,1 0 1 0 0,-1-1-1 0 0,1 1 0 0 0,0-2 0 0 0,0 1 0 0 0,1-1 1 0 0,-1 0-1 0 0,1 0 0 0 0,-1-1 0 0 0,1 0 0 0 0,0-1 0 0 0,0 1 1 0 0,0-2-1 0 0,0 1 0 0 0,0-1 0 0 0,0 0 0 0 0,0 0 1 0 0,-1-1-1 0 0,1 0 0 0 0,8-3 0 0 0,7-1-60 0 0,1-2-1 0 0,-2 0 0 0 0,1-1 1 0 0,-1-2-1 0 0,-1 0 0 0 0,29-18 1 0 0,-36 19 270 0 0,0-1 1 0 0,0-1-1 0 0,-1 0 0 0 0,22-24 1 0 0,-34 34 56 0 0,-18 28-246 0 0,17-26-9 0 0,0 0 0 0 0,-1 1 0 0 0,1-1 0 0 0,0 1 0 0 0,0-1 0 0 0,0 1 0 0 0,0-1 0 0 0,1 0 0 0 0,-1 1 0 0 0,0-1 0 0 0,0 1 0 0 0,1-1 0 0 0,-1 0 0 0 0,1 1 0 0 0,0-1 0 0 0,-1 0 0 0 0,1 0 0 0 0,0 1 0 0 0,-1-1 0 0 0,1 0 0 0 0,0 0-1 0 0,0 0 1 0 0,0 0 0 0 0,0 0 0 0 0,0 0 0 0 0,1 0 0 0 0,0 1 0 0 0,30 11-48 0 0,-30-12 44 0 0,23 5-117 0 0,1 0 0 0 0,1-2 0 0 0,-1-1 0 0 0,0-1 1 0 0,1-2-1 0 0,-1 0 0 0 0,1-2 0 0 0,-1 0 0 0 0,0-2 0 0 0,1-1 0 0 0,-2-1 1 0 0,1-2-1 0 0,29-12 0 0 0,-51 19 145 0 0,-1 0 1 0 0,1-1-1 0 0,-1 0 0 0 0,0 0 1 0 0,1 0-1 0 0,-1 0 0 0 0,0 0 1 0 0,0-1-1 0 0,-1 1 1 0 0,1-1-1 0 0,0 0 0 0 0,-1 1 1 0 0,1-1-1 0 0,-1-1 1 0 0,0 1-1 0 0,0 0 0 0 0,0 0 1 0 0,-1-1-1 0 0,1 1 1 0 0,-1-1-1 0 0,0 0 0 0 0,0 1 1 0 0,0-1-1 0 0,0 0 0 0 0,-1 0 1 0 0,1 1-1 0 0,-1-1 1 0 0,0 0-1 0 0,0 0 0 0 0,-1 0 1 0 0,1 1-1 0 0,-1-1 1 0 0,0 0-1 0 0,1 0 0 0 0,-2 1 1 0 0,1-1-1 0 0,-2-3 1 0 0,2 5 20 0 0,-4-18 95 0 0,5 18-136 0 0,-1 8-13 0 0,1 17 8 0 0,0-1 0 0 0,2 1 0 0 0,0 0-1 0 0,1-1 1 0 0,2 0 0 0 0,0 0 0 0 0,1 0 0 0 0,2-1-1 0 0,0 0 1 0 0,1 0 0 0 0,1-1 0 0 0,13 20 0 0 0,16 20 8 0 0,3-2 0 0 0,76 82 0 0 0,-106-128-5 0 0,48 62-15 0 0,-56-69 8 0 0,-1 0 0 0 0,0 0 0 0 0,0 0 0 0 0,0 1 0 0 0,-1-1 0 0 0,0 1 0 0 0,0 0 0 0 0,0 0-1 0 0,-1 0 1 0 0,1-1 0 0 0,-1 1 0 0 0,0 12 0 0 0,-2-13 4 0 0,-1-1 0 0 0,1 1 1 0 0,-1-1-1 0 0,0 0 0 0 0,0 1 0 0 0,0-1 0 0 0,-1 0 0 0 0,1 0 0 0 0,-1 0 1 0 0,0-1-1 0 0,0 1 0 0 0,-1 0 0 0 0,1-1 0 0 0,-1 0 0 0 0,1 0 0 0 0,-1 0 1 0 0,0-1-1 0 0,-9 5 0 0 0,-6 4 3 0 0,0-2 0 0 0,-35 13 0 0 0,12-9 42 0 0,-1-2 1 0 0,0-2 0 0 0,0-1-1 0 0,-1-3 1 0 0,0-2 0 0 0,0-1-1 0 0,-44-5 1 0 0,77 3 35 0 0,1-2 0 0 0,0 1-1 0 0,0-1 1 0 0,0-1 0 0 0,0 0 0 0 0,1 0 0 0 0,-16-8-1 0 0,22 10-63 0 0,1 0-1 0 0,0 0 0 0 0,0-1 0 0 0,0 1 1 0 0,0 0-1 0 0,1-1 0 0 0,-1 1 0 0 0,0-1 0 0 0,1 0 1 0 0,-1 0-1 0 0,1 0 0 0 0,-1 1 0 0 0,1-1 0 0 0,0 0 1 0 0,0-1-1 0 0,0 1 0 0 0,0 0 0 0 0,0 0 0 0 0,0 0 1 0 0,1-1-1 0 0,-1 1 0 0 0,1 0 0 0 0,0-1 0 0 0,-1 1 1 0 0,1 0-1 0 0,0-1 0 0 0,0 1 0 0 0,1 0 0 0 0,-1-1 1 0 0,0 1-1 0 0,1 0 0 0 0,0-1 0 0 0,-1 1 0 0 0,1 0 1 0 0,0 0-1 0 0,0 0 0 0 0,0 0 0 0 0,0 0 0 0 0,3-4 1 0 0,5-7-15 0 0,0 1 0 0 0,1 0 0 0 0,1 0 1 0 0,0 1-1 0 0,0 0 0 0 0,1 1 1 0 0,0 0-1 0 0,1 1 0 0 0,0 1 0 0 0,26-13 1 0 0,13-3-234 0 0,87-28 1 0 0,-114 43-177 0 0,2 1-1 0 0,-1 2 1 0 0,1 0 0 0 0,40-2 0 0 0,-64 8-242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8.46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14 91 6409 0 0,'-11'-70'578'0'0,"11"68"-428"0"0,-2-10 135 0 0,2 6-118 0 0,1 8 110 0 0,92 220-306 0 0,-32-89 2 0 0,-27-42 11 0 0,-26-70 16 0 0,-6-15 14 0 0,1 0 0 0 0,-1 0 0 0 0,0 0 1 0 0,-1 1-1 0 0,1-1 0 0 0,-1 8 0 0 0,-1-13-38 0 0,0-1-1 0 0,0 1 0 0 0,0-1 0 0 0,0 1 1 0 0,0-1-1 0 0,0 1 0 0 0,0-1 0 0 0,0 1 0 0 0,0-1 1 0 0,0 1-1 0 0,0-1 0 0 0,0 1 0 0 0,1-1 1 0 0,-1 1-1 0 0,0-1 0 0 0,0 1 0 0 0,1-1 0 0 0,-1 1 1 0 0,0-1-1 0 0,0 1 0 0 0,1-1 0 0 0,-1 0 1 0 0,0 1-1 0 0,1-1 0 0 0,-1 1 0 0 0,1-1 1 0 0,-1 0-1 0 0,1 1 0 0 0,-1-1 0 0 0,0 0 0 0 0,1 0 1 0 0,-1 1-1 0 0,1-1 0 0 0,-1 0 0 0 0,1 0 1 0 0,-1 0-1 0 0,1 0 0 0 0,0 0 0 0 0,-1 0 0 0 0,1 1 1 0 0,-1-1-1 0 0,1 0 0 0 0,-1-1 0 0 0,1 1 1 0 0,-1 0-1 0 0,1 0 0 0 0,-1 0 0 0 0,1 0 1 0 0,-1 0-1 0 0,1 0 0 0 0,-1-1 0 0 0,1 1 0 0 0,-1 0 1 0 0,1 0-1 0 0,-1-1 0 0 0,1 1 0 0 0,-1 0 1 0 0,0-1-1 0 0,1 1 0 0 0,-1 0 0 0 0,1-1 0 0 0,-1 0 1 0 0,28-23-2852 0 0,-12 6 1275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19.38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33 82 4652 0 0,'-19'-3'-222'0'0,"8"1"222"0"0,8 2 84 0 0,9-3-58 0 0,30-9 8 0 0,1 1 0 0 0,0 2-1 0 0,1 1 1 0 0,68-4 0 0 0,-10 0-45 0 0,-80 9 2 0 0,41-1 8 0 0,-19 1-1 0 0,-37 4 2 0 0,0-1 0 0 0,1 0 0 0 0,-1 0 0 0 0,1 1 0 0 0,-1-1 1 0 0,0 1-1 0 0,1-1 0 0 0,-1 1 0 0 0,0 0 0 0 0,0-1 0 0 0,0 1 0 0 0,1 0 0 0 0,-1 0 0 0 0,0 0 1 0 0,0 0-1 0 0,0 0 0 0 0,0 0 0 0 0,0 0 0 0 0,-1 0 0 0 0,1 0 0 0 0,0 0 0 0 0,0 0 1 0 0,-1 1-1 0 0,1-1 0 0 0,-1 0 0 0 0,1 1 0 0 0,-1-1 0 0 0,1 0 0 0 0,-1 1 0 0 0,0 1 1 0 0,8 59-4 0 0,-9-54 17 0 0,2-1 0 0 0,-1 1 0 0 0,1-1 1 0 0,1 1-1 0 0,-1-1 0 0 0,4 11 0 0 0,-2-14 3 0 0,0-1 0 0 0,0 1 0 0 0,0-1 0 0 0,1 0 0 0 0,-1 0 0 0 0,1 0 0 0 0,-1-1 0 0 0,1 1 0 0 0,0-1 0 0 0,0 0 0 0 0,0 0 0 0 0,1 0 0 0 0,-1 0 0 0 0,0-1 0 0 0,1 0 0 0 0,-1 0 0 0 0,0 0 0 0 0,1 0 0 0 0,0-1 0 0 0,5 0 0 0 0,12 1 159 0 0,1-1 1 0 0,36-6-1 0 0,-51 5-60 0 0,0-1 0 0 0,0 0 1 0 0,0 0-1 0 0,0-1 0 0 0,-1 0 1 0 0,1 0-1 0 0,-1-1 0 0 0,0 0 1 0 0,0 0-1 0 0,12-9 0 0 0,-16 10-47 0 0,0 1-1 0 0,-1-1 1 0 0,1 1 0 0 0,-1-1-1 0 0,1 0 1 0 0,-1 0-1 0 0,0 0 1 0 0,0-1 0 0 0,0 1-1 0 0,0 0 1 0 0,-1-1-1 0 0,1 1 1 0 0,-1-1 0 0 0,0 1-1 0 0,0-1 1 0 0,0 0-1 0 0,-1 1 1 0 0,1-1 0 0 0,-1 0-1 0 0,0 0 1 0 0,0 1-1 0 0,0-1 1 0 0,0 0 0 0 0,-1 0-1 0 0,-1-4 1 0 0,1 6-46 0 0,0-1 1 0 0,0 1-1 0 0,0-1 0 0 0,-1 1 1 0 0,1-1-1 0 0,-1 1 1 0 0,1 0-1 0 0,-1-1 0 0 0,0 1 1 0 0,0 0-1 0 0,0 0 1 0 0,0 0-1 0 0,-1 1 0 0 0,1-1 1 0 0,0 1-1 0 0,-1-1 0 0 0,1 1 1 0 0,-1 0-1 0 0,0 0 1 0 0,1 0-1 0 0,-6-2 0 0 0,-6 0 16 0 0,0 0 0 0 0,-1 1 0 0 0,-16 0 0 0 0,-3-2 29 0 0,-1 4 12 0 0,25 1-99 0 0,1-1 0 0 0,0 0 0 0 0,-1 0 0 0 0,-16-3 0 0 0,24 2-153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0.37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10 44 6325 0 0,'-1'-1'-28'0'0,"0"0"1"0"0,0 0 0 0 0,0 0-1 0 0,0-1 1 0 0,1 1 0 0 0,-1 0 0 0 0,0-1-1 0 0,1 1 1 0 0,-1-1 0 0 0,1 1-1 0 0,-1-1 1 0 0,1 1 0 0 0,0-1 0 0 0,0 1-1 0 0,0-1 1 0 0,0 1 0 0 0,0-1-1 0 0,0 1 1 0 0,0-1 0 0 0,0 1-1 0 0,0-1 1 0 0,1 1 0 0 0,-1-1 0 0 0,1-1-1 0 0,1 3 19 0 0,-1-1 0 0 0,0 0 0 0 0,0 0 0 0 0,1 1 0 0 0,-1-1 0 0 0,0 1 0 0 0,1-1 0 0 0,-1 1 0 0 0,1-1 0 0 0,-1 1 0 0 0,0 0 0 0 0,1 0 0 0 0,-1 0 0 0 0,1 0-1 0 0,-1 0 1 0 0,1 0 0 0 0,-1 0 0 0 0,1 0 0 0 0,1 1 0 0 0,15 3-6 0 0,-2 1 0 0 0,33 13 0 0 0,-48-17 5 0 0,71 29-18 0 0,-2 4 0 0 0,-2 2-1 0 0,-1 4 1 0 0,88 69 0 0 0,-149-105 49 0 0,0 1 0 0 0,-1 0 0 0 0,1 0 0 0 0,-1 0 0 0 0,-1 1 0 0 0,1 0-1 0 0,-1 0 1 0 0,5 9 0 0 0,-8-14 14 0 0,0 1 0 0 0,-1-1 0 0 0,0 0 0 0 0,1 0 0 0 0,-1 1 0 0 0,0-1 1 0 0,0 1-1 0 0,0-1 0 0 0,1 0 0 0 0,-1 1 0 0 0,-1-1 0 0 0,1 0 0 0 0,0 1 0 0 0,0-1 0 0 0,0 0 0 0 0,-1 1 0 0 0,1-1 0 0 0,-1 0 0 0 0,1 0 0 0 0,-2 3 0 0 0,0-2 50 0 0,0 0-1 0 0,0 0 1 0 0,0 0-1 0 0,0 0 1 0 0,0-1-1 0 0,-1 1 1 0 0,1 0-1 0 0,-1-1 1 0 0,1 0 0 0 0,-1 1-1 0 0,1-1 1 0 0,-1 0-1 0 0,-5 1 1 0 0,2 0 61 0 0,1-1 0 0 0,-1 0 0 0 0,1 0-1 0 0,-1-1 1 0 0,1 1 0 0 0,-1-1 0 0 0,1 0 0 0 0,-1 0 0 0 0,0-1 0 0 0,1 0 0 0 0,-1 0 0 0 0,-7-3 0 0 0,11 3-110 0 0,-1 0 0 0 0,1 0 0 0 0,-1 0 0 0 0,1-1 0 0 0,0 1 0 0 0,0-1 0 0 0,0 1 0 0 0,0-1 1 0 0,0 0-1 0 0,0 0 0 0 0,0 0 0 0 0,0 0 0 0 0,1 0 0 0 0,-1-1 0 0 0,1 1 0 0 0,0 0 0 0 0,0-1 0 0 0,0 1 0 0 0,0-1 0 0 0,0 1 0 0 0,0-1 0 0 0,0 0 0 0 0,1 1 0 0 0,0-1 0 0 0,-1 1 0 0 0,1-1 0 0 0,0 0 1 0 0,0 0-1 0 0,1-3 0 0 0,1-9-1 0 0,0 1-1 0 0,2 0 1 0 0,-1 0 0 0 0,2 1 0 0 0,0-1 0 0 0,0 1 0 0 0,1 0 0 0 0,1 0 0 0 0,0 1 0 0 0,1 0 0 0 0,11-14 0 0 0,-4 8-150 0 0,0 0 0 0 0,1 2 0 0 0,1 0 0 0 0,0 1 0 0 0,1 1 0 0 0,26-16 0 0 0,-43 29 12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0.87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58 83 5432 0 0,'0'0'-270'0'0,"-12"19"-1059"0"0,13-17 1341 0 0,1-1 1 0 0,0 1-1 0 0,0-1 0 0 0,0 1 0 0 0,0-1 1 0 0,0 0-1 0 0,0 1 0 0 0,0-1 1 0 0,0 0-1 0 0,1-1 0 0 0,-1 1 0 0 0,0 0 1 0 0,1-1-1 0 0,-1 1 0 0 0,0-1 1 0 0,4 0-1 0 0,42-2 225 0 0,-32 1-162 0 0,-7 0 39 0 0,0-1 1 0 0,0 0 0 0 0,0 0-1 0 0,0-1 1 0 0,-1 0 0 0 0,1 0-1 0 0,7-5 1 0 0,-14 7-85 0 0,0 0 1 0 0,-1 1 0 0 0,0-1-1 0 0,1 0 1 0 0,-1 0-1 0 0,1 0 1 0 0,-1 0-1 0 0,0 0 1 0 0,0 0-1 0 0,1 0 1 0 0,-1 0-1 0 0,0 0 1 0 0,0-1 0 0 0,0 1-1 0 0,0 0 1 0 0,-1-1-1 0 0,1 1 1 0 0,0-1-1 0 0,0 1 1 0 0,-1-1-1 0 0,1 1 1 0 0,-1-1 0 0 0,0 1-1 0 0,1-1 1 0 0,-1 1-1 0 0,0-1 1 0 0,0 0-1 0 0,0 1 1 0 0,0-1-1 0 0,0 0 1 0 0,0 1-1 0 0,0-1 1 0 0,-1 1 0 0 0,1-1-1 0 0,-1 0 1 0 0,1 1-1 0 0,-1-1 1 0 0,1 1-1 0 0,-1-1 1 0 0,0 1-1 0 0,0 0 1 0 0,0-1 0 0 0,0 1-1 0 0,0 0 1 0 0,0-1-1 0 0,0 1 1 0 0,-2-2-1 0 0,0 1-4 0 0,0-1 1 0 0,1 1-1 0 0,-1 0 0 0 0,0 0 0 0 0,0 0 0 0 0,-1 0 0 0 0,1 0 0 0 0,0 1 1 0 0,0-1-1 0 0,-1 1 0 0 0,1 0 0 0 0,-1 0 0 0 0,1 0 0 0 0,-1 0 0 0 0,0 1 1 0 0,-5-1-1 0 0,1 2-6 0 0,1-1 0 0 0,0 1 0 0 0,0 0 1 0 0,-1 0-1 0 0,1 1 0 0 0,0 0 0 0 0,0 0 0 0 0,-8 5 1 0 0,7-4-15 0 0,1 1 1 0 0,0-1 0 0 0,0 2-1 0 0,0-1 1 0 0,1 1 0 0 0,0 0-1 0 0,-1 0 1 0 0,2 0-1 0 0,-1 1 1 0 0,1 0 0 0 0,-1 1-1 0 0,2-1 1 0 0,-1 1 0 0 0,1-1-1 0 0,0 2 1 0 0,-4 8 0 0 0,8-14-5 0 0,-1 0 0 0 0,1 1 0 0 0,-1-1 0 0 0,1 1 0 0 0,0-1 1 0 0,0 0-1 0 0,0 1 0 0 0,0-1 0 0 0,1 1 0 0 0,-1-1 0 0 0,0 0 1 0 0,1 1-1 0 0,0-1 0 0 0,0 0 0 0 0,-1 0 0 0 0,1 1 0 0 0,1-1 0 0 0,1 4 1 0 0,1-2 2 0 0,-1 0 0 0 0,1-1 0 0 0,-1 1 0 0 0,1 0 0 0 0,0-1 0 0 0,1 0 0 0 0,-1 0 0 0 0,7 3 0 0 0,6 2 20 0 0,0 0 0 0 0,1-1 0 0 0,31 7 0 0 0,-27-9-17 0 0,1 0 0 0 0,-1-1 0 0 0,42 1 0 0 0,-53-6-436 0 0,0 1-1 0 0,0-1 1 0 0,0-1-1 0 0,0 0 0 0 0,-1-1 1 0 0,1 0-1 0 0,-1 0 1 0 0,1-1-1 0 0,18-10 1 0 0,-6-2-1126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1.4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46 324 4724 0 0,'-16'-2'303'0'0,"-14"-4"905"0"0,32-2-782 0 0,17-6-397 0 0,-6 8 14 0 0,0-2-1 0 0,0 0 1 0 0,-1 0 0 0 0,0-2-1 0 0,-1 1 1 0 0,0-1 0 0 0,0-1-1 0 0,-1 0 1 0 0,0 0 0 0 0,13-22-1 0 0,-22 30-27 0 0,0 0-1 0 0,0 0 0 0 0,0 0 0 0 0,0 0 0 0 0,-1 0 0 0 0,0 0 1 0 0,1 0-1 0 0,-1 0 0 0 0,0 0 0 0 0,-1 0 0 0 0,1 0 1 0 0,0 0-1 0 0,-1 0 0 0 0,0 0 0 0 0,0 0 0 0 0,0 1 1 0 0,0-1-1 0 0,0 0 0 0 0,0 0 0 0 0,-1 1 0 0 0,-2-5 1 0 0,-5-7 148 0 0,-1 2 1 0 0,-22-24 0 0 0,5 6 186 0 0,26 29-322 0 0,1 1-28 0 0,1 0-1 0 0,-1-1 1 0 0,0 1-1 0 0,0 0 0 0 0,0 0 1 0 0,0-1-1 0 0,0 1 1 0 0,0 0-1 0 0,0 0 1 0 0,0 0-1 0 0,0-1 0 0 0,0 1 1 0 0,0 0-1 0 0,0 0 1 0 0,0-1-1 0 0,-1 1 0 0 0,1 0 1 0 0,0 0-1 0 0,0 0 1 0 0,0-1-1 0 0,0 1 0 0 0,0 0 1 0 0,0 0-1 0 0,0 0 1 0 0,-1-1-1 0 0,1 1 1 0 0,0 0-1 0 0,0 0 0 0 0,0 0 1 0 0,0 0-1 0 0,-1 0 1 0 0,1-1-1 0 0,0 1 0 0 0,0 0 1 0 0,0 0-1 0 0,-1 0 1 0 0,1 0-1 0 0,0 0 1 0 0,0 0-1 0 0,-1 0 0 0 0,1 0 1 0 0,0 0-1 0 0,0 0 1 0 0,0 0-1 0 0,-1 0 0 0 0,1 0 1 0 0,-11 9-31 0 0,-5 13 10 0 0,12-1 11 0 0,1 0-1 0 0,1 0 1 0 0,0 0-1 0 0,2 0 1 0 0,1 0-1 0 0,0 0 1 0 0,1 0 0 0 0,10 39-1 0 0,135 470-16 0 0,-139-508 54 0 0,-1-1 103 0 0,0 0 0 0 0,-1 0-1 0 0,-1 0 1 0 0,4 37 0 0 0,-9-56 59 0 0,1-3-302 0 0,0 1 1 0 0,0-1-1 0 0,0 0 0 0 0,-1 0 1 0 0,1 0-1 0 0,0 0 0 0 0,-1 0 1 0 0,1 0-1 0 0,-1 0 0 0 0,1 0 1 0 0,-1 0-1 0 0,1 0 0 0 0,-1 0 0 0 0,0 0 1 0 0,1-1-1 0 0,-1 1 0 0 0,0 0 1 0 0,0 0-1 0 0,0 0 0 0 0,0-2 1 0 0,7-28-2287 0 0,1 9 14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1.7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42 119 5641 0 0,'-29'-27'284'0'0,"28"26"55"0"0,0 1-285 0 0,0-1 1 0 0,0 0 0 0 0,0 0-1 0 0,0 0 1 0 0,0 0-1 0 0,0-1 1 0 0,0 1 0 0 0,1 0-1 0 0,-1 0 1 0 0,0 0-1 0 0,1-1 1 0 0,-1 1-1 0 0,1 0 1 0 0,-1-2 0 0 0,24-6-40 0 0,0 1 1 0 0,1 1-1 0 0,-1 1 1 0 0,1 1-1 0 0,0 2 1 0 0,34-2-1 0 0,10-3-333 0 0,62-9-2958 0 0,-104 12 1535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2.49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45 117 4648 0 0,'-33'-10'396'0'0,"21"6"2275"0"0,32 12-2658 0 0,0 0-1 0 0,0 0 1 0 0,-1 2 0 0 0,24 16-1 0 0,18 10 0 0 0,248 133 67 0 0,-309-169-78 0 0,0 1 1 0 0,1-1 0 0 0,-1 0-1 0 0,1 0 1 0 0,-1 0 0 0 0,1 0-1 0 0,-1 0 1 0 0,0 1 0 0 0,1-1-1 0 0,-1 0 1 0 0,1 0 0 0 0,-1 1-1 0 0,0-1 1 0 0,1 0-1 0 0,-1 1 1 0 0,0-1 0 0 0,0 0-1 0 0,1 1 1 0 0,-1-1 0 0 0,0 0-1 0 0,0 1 1 0 0,1-1 0 0 0,-1 0-1 0 0,0 1 1 0 0,0-1 0 0 0,0 1-1 0 0,0-1 1 0 0,1 1 0 0 0,-1-1-1 0 0,0 1 1 0 0,0-1 0 0 0,0 0-1 0 0,0 1 1 0 0,0-1-1 0 0,0 1 1 0 0,0-1 0 0 0,0 1-1 0 0,-1-1 1 0 0,1 1 0 0 0,0-1-1 0 0,0 0 1 0 0,0 1 0 0 0,0-1-1 0 0,-1 1 1 0 0,1-1 0 0 0,0 0-1 0 0,0 1 1 0 0,-1 0 0 0 0,-27 11 181 0 0,-41 0 139 0 0,59-11-196 0 0,0-1 0 0 0,0 0-1 0 0,-1-1 1 0 0,1 0 0 0 0,0-1 0 0 0,-16-4 0 0 0,24 6-108 0 0,0-1 1 0 0,0 1-1 0 0,1-1 0 0 0,-1 0 1 0 0,0 0-1 0 0,0 0 0 0 0,1 0 1 0 0,-1 0-1 0 0,1 0 0 0 0,-1 0 1 0 0,1 0-1 0 0,-1-1 1 0 0,1 1-1 0 0,0 0 0 0 0,0-1 1 0 0,0 0-1 0 0,0 1 0 0 0,0-1 1 0 0,0 1-1 0 0,0-1 0 0 0,0 0 1 0 0,0 0-1 0 0,1 0 0 0 0,-1 1 1 0 0,1-1-1 0 0,0 0 1 0 0,-1 0-1 0 0,1 0 0 0 0,0 0 1 0 0,0 0-1 0 0,0 0 0 0 0,0 0 1 0 0,0 1-1 0 0,1-1 0 0 0,-1 0 1 0 0,1 0-1 0 0,-1 0 0 0 0,1 0 1 0 0,-1 0-1 0 0,1 1 1 0 0,0-1-1 0 0,0 0 0 0 0,2-1 1 0 0,7-17-3 0 0,2 1 1 0 0,0 1 0 0 0,1 0 0 0 0,1 1 0 0 0,1 0-1 0 0,0 1 1 0 0,32-26 0 0 0,4 3-2 0 0,80-47-1 0 0,-117 77-56 0 0,-9 5-24 0 0,0 0-1 0 0,1 1 0 0 0,-1-1 0 0 0,1 1 1 0 0,-1 1-1 0 0,1-1 0 0 0,0 1 1 0 0,0 0-1 0 0,11-2 0 0 0,-20 8-165 0 0,-34 34-817 0 0,3-17-2734 0 0,20-15 1105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2.96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73 132 6037 0 0,'-43'20'-1701'0'0,"55"-19"1785"0"0,-11-1-79 0 0,0 1-1 0 0,-1-1 1 0 0,1 1-1 0 0,0-1 1 0 0,0 1 0 0 0,0-1-1 0 0,0 0 1 0 0,1 0 0 0 0,-1 1-1 0 0,0-1 1 0 0,0 0-1 0 0,0 0 1 0 0,0 0 0 0 0,0 0-1 0 0,0 0 1 0 0,0 0-1 0 0,2-1 1 0 0,15-2 103 0 0,0-1-1 0 0,0-1 0 0 0,0-1 1 0 0,19-8-1 0 0,-32 12-47 0 0,0-1-1 0 0,1 0 0 0 0,-1 0 0 0 0,-1 0 1 0 0,1-1-1 0 0,0 1 0 0 0,-1-1 0 0 0,1 0 0 0 0,-1 0 1 0 0,0-1-1 0 0,-1 1 0 0 0,1-1 0 0 0,-1 0 1 0 0,0 0-1 0 0,0 0 0 0 0,0 0 0 0 0,3-11 1 0 0,-5 15-46 0 0,-1-1 1 0 0,0 1-1 0 0,1 0 1 0 0,-1 0-1 0 0,0 0 1 0 0,0 0-1 0 0,1-1 1 0 0,-1 1-1 0 0,0 0 1 0 0,0 0 0 0 0,0-1-1 0 0,-1 1 1 0 0,1 0-1 0 0,0 0 1 0 0,0 0-1 0 0,-1-1 1 0 0,1 1-1 0 0,0 0 1 0 0,-1 0-1 0 0,0 0 1 0 0,1 0 0 0 0,-1 0-1 0 0,1 0 1 0 0,-1 0-1 0 0,0 0 1 0 0,0 0-1 0 0,0 0 1 0 0,1 0-1 0 0,-1 0 1 0 0,0 1-1 0 0,0-1 1 0 0,0 0-1 0 0,0 1 1 0 0,0-1 0 0 0,-1 0-1 0 0,1 1 1 0 0,0-1-1 0 0,0 1 1 0 0,0 0-1 0 0,0-1 1 0 0,-1 1-1 0 0,1 0 1 0 0,0 0-1 0 0,0 0 1 0 0,0 0 0 0 0,-1 0-1 0 0,0 0 1 0 0,-5 0 7 0 0,0 0 1 0 0,1 1 0 0 0,-1 0 0 0 0,0 0 0 0 0,1 0 0 0 0,-1 1-1 0 0,-7 3 1 0 0,-2 2 4 0 0,1 1 0 0 0,-1 0-1 0 0,1 1 1 0 0,-13 12 0 0 0,21-16-20 0 0,0 0-1 0 0,1 1 1 0 0,0 0 0 0 0,0 0 0 0 0,0 1 0 0 0,1 0-1 0 0,-1 0 1 0 0,2 0 0 0 0,-8 15 0 0 0,11-20-4 0 0,1-1 1 0 0,-1 1 0 0 0,1-1-1 0 0,0 1 1 0 0,-1 0 0 0 0,1-1 0 0 0,0 1-1 0 0,0-1 1 0 0,0 1 0 0 0,1 0-1 0 0,-1-1 1 0 0,0 1 0 0 0,1-1-1 0 0,-1 1 1 0 0,0-1 0 0 0,1 1-1 0 0,0-1 1 0 0,-1 1 0 0 0,1-1 0 0 0,0 1-1 0 0,0-1 1 0 0,0 0 0 0 0,0 0-1 0 0,0 1 1 0 0,0-1 0 0 0,0 0-1 0 0,0 0 1 0 0,1 0 0 0 0,-1 0-1 0 0,0 0 1 0 0,1 0 0 0 0,-1 0 0 0 0,0-1-1 0 0,1 1 1 0 0,-1-1 0 0 0,3 1-1 0 0,7 4 20 0 0,1-1-1 0 0,0-1 0 0 0,21 4 0 0 0,-16-3-7 0 0,8 1-185 0 0,1-1-1 0 0,1-1 1 0 0,41-1-1 0 0,-49-2-991 0 0,1-2-1 0 0,37-8 0 0 0,-29 3-240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3.48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343 1 4276 0 0,'0'0'-23'0'0,"-6"0"105"0"0,-38 4 136 0 0,1 3 0 0 0,0 1 0 0 0,1 2 0 0 0,0 2 0 0 0,-53 21 0 0 0,68-16 121 0 0,174 18-248 0 0,-95-24-72 0 0,0 1 1 0 0,-1 3 0 0 0,58 26-1 0 0,-93-34-15 0 0,6 3-37 0 0,0 0 0 0 0,-1 2 0 0 0,-1 0-1 0 0,28 22 1 0 0,-47-34 35 0 0,-1 1-1 0 0,1-1 1 0 0,-1 0 0 0 0,0 1-1 0 0,1-1 1 0 0,-1 0-1 0 0,0 1 1 0 0,1-1-1 0 0,-1 0 1 0 0,0 1 0 0 0,0-1-1 0 0,1 1 1 0 0,-1-1-1 0 0,0 0 1 0 0,0 1 0 0 0,0-1-1 0 0,0 1 1 0 0,1-1-1 0 0,-1 1 1 0 0,0-1-1 0 0,0 1 1 0 0,0-1 0 0 0,0 1-1 0 0,0-1 1 0 0,0 1-1 0 0,0-1 1 0 0,0 1 0 0 0,-1-1-1 0 0,1 0 1 0 0,0 1-1 0 0,0-1 1 0 0,0 1-1 0 0,-1 0 1 0 0,-14 10 112 0 0,-22 1 137 0 0,-11-6 122 0 0,0-2 0 0 0,-81-5 0 0 0,50 0 323 0 0,77 1-736 0 0,-1 0 1 0 0,1 0-1 0 0,0-1 1 0 0,0 1-1 0 0,0 0 1 0 0,0-1-1 0 0,0 1 1 0 0,0-1-1 0 0,0 0 0 0 0,1 0 1 0 0,-1 0-1 0 0,0 0 1 0 0,-3-2-1 0 0,4 2-61 0 0,1 1 0 0 0,-1-1-1 0 0,1 1 1 0 0,-1-1 0 0 0,1 1-1 0 0,0-1 1 0 0,-1 1 0 0 0,1-1-1 0 0,0 0 1 0 0,-1 1 0 0 0,1-1-1 0 0,0 1 1 0 0,0-1 0 0 0,-1 0-1 0 0,1 1 1 0 0,0-1 0 0 0,0 0 0 0 0,0 0-1 0 0,0 1 1 0 0,0-1 0 0 0,0 0-1 0 0,0 1 1 0 0,0-1 0 0 0,0 0-1 0 0,0 1 1 0 0,1-1 0 0 0,-1 0-1 0 0,0 1 1 0 0,0-1 0 0 0,1 0-1 0 0,-1 1 1 0 0,0-1 0 0 0,1 0-1 0 0,-1 1 1 0 0,0-1 0 0 0,2 0-1 0 0,8-10-1962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4.17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1 124 5320 0 0,'12'-35'-347'0'0,"-7"24"686"0"0,-1 0-1 0 0,0 0 0 0 0,-1 0 0 0 0,0-1 0 0 0,1-19 0 0 0,-4 29-131 0 0,22 168 272 0 0,-13-108-451 0 0,2 0 1 0 0,3 0-1 0 0,2-1 1 0 0,3-1-1 0 0,27 57 1 0 0,-45-112-17 0 0,0 1-1 0 0,0-1 1 0 0,-1 1 0 0 0,1 0 0 0 0,-1-1 0 0 0,1 1 0 0 0,-1 0 0 0 0,1 0-1 0 0,-1-1 1 0 0,0 1 0 0 0,0 0 0 0 0,0 0 0 0 0,0 0 0 0 0,0-1 0 0 0,-1 1 0 0 0,1 0-1 0 0,0 0 1 0 0,-1-1 0 0 0,1 1 0 0 0,-1 0 0 0 0,0-1 0 0 0,1 1 0 0 0,-1 0-1 0 0,0-1 1 0 0,0 1 0 0 0,0-1 0 0 0,0 1 0 0 0,0-1 0 0 0,-1 0 0 0 0,1 0-1 0 0,0 1 1 0 0,-1-1 0 0 0,1 0 0 0 0,0 0 0 0 0,-1 0 0 0 0,0 0 0 0 0,1 0-1 0 0,-1-1 1 0 0,1 1 0 0 0,-1 0 0 0 0,0-1 0 0 0,-1 1 0 0 0,0-1 143 0 0,-1-1 2 0 0,2 1-134 0 0,0-1-1 0 0,0 0 1 0 0,0 1 0 0 0,-1-1 0 0 0,1 0-1 0 0,0 0 1 0 0,0 0 0 0 0,0 0 0 0 0,1-1-1 0 0,-1 1 1 0 0,0 0 0 0 0,0-1 0 0 0,1 0-1 0 0,-1 1 1 0 0,1-1 0 0 0,-1 0 0 0 0,1 0-1 0 0,0 1 1 0 0,0-1 0 0 0,-1 0 0 0 0,1 0-1 0 0,-1-4 1 0 0,2 2-3 0 0,-1 1 0 0 0,1-1 0 0 0,0 1 1 0 0,0-1-1 0 0,0 1 0 0 0,1-1 0 0 0,-1 1 0 0 0,1-1 0 0 0,0 1 0 0 0,0 0 0 0 0,0-1 0 0 0,0 1 0 0 0,3-5 1 0 0,1-2 1 0 0,1 0 0 0 0,1 0 1 0 0,0 0-1 0 0,0 1 1 0 0,1 0-1 0 0,0 0 1 0 0,0 1-1 0 0,13-10 1 0 0,-14 14-22 0 0,1-1 1 0 0,-1 1 0 0 0,1 0 0 0 0,0 0 0 0 0,0 1-1 0 0,0 0 1 0 0,0 0 0 0 0,1 1 0 0 0,-1 0 0 0 0,1 1-1 0 0,-1 0 1 0 0,1 0 0 0 0,0 0 0 0 0,-1 1 0 0 0,1 1-1 0 0,0 0 1 0 0,-1 0 0 0 0,1 0 0 0 0,-1 1 0 0 0,1 1-1 0 0,-1-1 1 0 0,0 1 0 0 0,0 1 0 0 0,13 6 0 0 0,-3 1-47 0 0,0 1 1 0 0,0 0-1 0 0,-2 1 1 0 0,1 1 0 0 0,-2 0-1 0 0,0 2 1 0 0,-1-1-1 0 0,25 36 1 0 0,-30-37-222 0 0,28 37-1131 0 0,-6-22-2275 0 0,-17-19 1530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5.03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385 19 5280 0 0,'8'-2'-107'0'0,"-8"2"112"0"0,0 0 0 0 0,0 0-1 0 0,-1 0 1 0 0,1 0 0 0 0,0 0 0 0 0,0 0-1 0 0,0 0 1 0 0,0 0 0 0 0,0 0-1 0 0,0 0 1 0 0,0 0 0 0 0,0 0 0 0 0,0-1-1 0 0,0 1 1 0 0,0 0 0 0 0,0 0 0 0 0,-1 0-1 0 0,1 0 1 0 0,0 0 0 0 0,0 0-1 0 0,0 0 1 0 0,0 0 0 0 0,0-1 0 0 0,0 1-1 0 0,0 0 1 0 0,0 0 0 0 0,0 0 0 0 0,0 0-1 0 0,0 0 1 0 0,0 0 0 0 0,0 0-1 0 0,0 0 1 0 0,0-1 0 0 0,0 1 0 0 0,0 0-1 0 0,1 0 1 0 0,-1 0 0 0 0,0 0 0 0 0,0 0-1 0 0,0 0 1 0 0,0 0 0 0 0,0 0 0 0 0,0 0-1 0 0,0-1 1 0 0,0 1 0 0 0,0 0-1 0 0,0 0 1 0 0,0 0 0 0 0,0 0 0 0 0,0 0-1 0 0,1 0 1 0 0,-1 0 0 0 0,-19-4 32 0 0,1 1 0 0 0,-1 0 1 0 0,0 2-1 0 0,0 0 0 0 0,0 1 0 0 0,0 1 1 0 0,-29 5-1 0 0,12 0-10 0 0,0 2 0 0 0,1 1 0 0 0,-40 17 0 0 0,73-26-25 0 0,0 1 0 0 0,-1 0 0 0 0,1 0 0 0 0,0 0 0 0 0,0 1 1 0 0,0-1-1 0 0,-1 0 0 0 0,2 1 0 0 0,-1 0 0 0 0,0-1 0 0 0,-3 4 0 0 0,5-4 0 0 0,-1-1-1 0 0,1 1 1 0 0,0 0-1 0 0,0-1 0 0 0,-1 1 1 0 0,1 0-1 0 0,0-1 0 0 0,0 1 1 0 0,0 0-1 0 0,0-1 1 0 0,0 1-1 0 0,0 0 0 0 0,0-1 1 0 0,0 1-1 0 0,0 0 1 0 0,0-1-1 0 0,0 1 0 0 0,0 0 1 0 0,0-1-1 0 0,1 1 1 0 0,-1-1-1 0 0,0 1 0 0 0,1 0 1 0 0,-1-1-1 0 0,0 1 0 0 0,1-1 1 0 0,0 2-1 0 0,2 1 3 0 0,1 0 0 0 0,0 0 1 0 0,0 0-1 0 0,0 0 0 0 0,0-1 0 0 0,0 1 0 0 0,1-1 0 0 0,-1 0 0 0 0,1 0 0 0 0,5 1 0 0 0,175 48 37 0 0,-116-35-58 0 0,-1 3 0 0 0,126 55 0 0 0,-193-74 21 0 0,0 1 1 0 0,0-1 0 0 0,0 0 0 0 0,0 0 0 0 0,0 1-1 0 0,0-1 1 0 0,0 0 0 0 0,0 1 0 0 0,-1-1 0 0 0,1 1 0 0 0,0-1-1 0 0,0 1 1 0 0,0 0 0 0 0,-1-1 0 0 0,1 1 0 0 0,0 0-1 0 0,-1-1 1 0 0,1 1 0 0 0,-1 0 0 0 0,1 0 0 0 0,-1 0-1 0 0,1-1 1 0 0,-1 1 0 0 0,0 0 0 0 0,1 0 0 0 0,-1 0 0 0 0,0 0-1 0 0,1 0 1 0 0,-1 0 0 0 0,0 0 0 0 0,0 0 0 0 0,0 1-1 0 0,-1 0 13 0 0,-1-1 0 0 0,1 1-1 0 0,0-1 1 0 0,-1 0-1 0 0,1 1 1 0 0,-1-1 0 0 0,0 0-1 0 0,1 0 1 0 0,-1 0 0 0 0,0 0-1 0 0,0-1 1 0 0,1 1-1 0 0,-1 0 1 0 0,-3 0 0 0 0,-71 14 350 0 0,-228-3 1616 0 0,287-16-1810 0 0,16 4-240 0 0,1 0 1 0 0,0 0-1 0 0,0 0 1 0 0,0 0-1 0 0,-1 0 1 0 0,1 0-1 0 0,0 0 1 0 0,0 0-1 0 0,-1 0 1 0 0,1 0-1 0 0,0-1 0 0 0,0 1 1 0 0,0 0-1 0 0,0 0 1 0 0,-1 0-1 0 0,1 0 1 0 0,0 0-1 0 0,0 0 1 0 0,0-1-1 0 0,0 1 1 0 0,-1 0-1 0 0,1 0 1 0 0,0 0-1 0 0,0-1 1 0 0,0 1-1 0 0,0 0 1 0 0,0 0-1 0 0,0 0 1 0 0,0-1-1 0 0,-1 1 0 0 0,1 0 1 0 0,0 0-1 0 0,0 0 1 0 0,0-1-1 0 0,0 1 1 0 0,0 0-1 0 0,0 0 1 0 0,0-1-1 0 0,0 1 1 0 0,0 0-1 0 0,0 0 1 0 0,0 0-1 0 0,1-1 1 0 0,-1 1-1 0 0,0 0 1 0 0,0 0-1 0 0,0 0 1 0 0,0-1-1 0 0,0 1 0 0 0,0 0 1 0 0,0 0-1 0 0,0 0 1 0 0,1-1-1 0 0,-1 1 1 0 0,0 0-1 0 0,0 0 1 0 0,0 0-1 0 0,0 0 1 0 0,1 0-1 0 0,-1-1 1 0 0,0 1-1 0 0,0 0 1 0 0,0 0-1 0 0,1 0 1 0 0,-1 0-1 0 0,18-10-2546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5.40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312 6 6093 0 0,'0'0'-196'0'0,"-5"-1"22"0"0,-15-3 23 0 0,15 4 41 0 0,0 0 48 0 0,-14 5 95 0 0,1 0 1 0 0,0 1-1 0 0,0 0 1 0 0,0 2-1 0 0,1 0 0 0 0,0 1 1 0 0,0 0-1 0 0,1 2 1 0 0,1 0-1 0 0,0 1 1 0 0,0 0-1 0 0,1 1 0 0 0,0 1 1 0 0,-11 15-1 0 0,23-26-23 0 0,-1 0-1 0 0,1 0 0 0 0,0 1 1 0 0,0-1-1 0 0,1 1 0 0 0,-1-1 1 0 0,1 1-1 0 0,0 0 0 0 0,0 0 1 0 0,0 0-1 0 0,0 0 0 0 0,0-1 0 0 0,1 1 1 0 0,0 0-1 0 0,0 0 0 0 0,0 0 1 0 0,0 0-1 0 0,1 0 0 0 0,-1 0 1 0 0,1 0-1 0 0,0 0 0 0 0,3 6 1 0 0,0-3 9 0 0,0-1 0 0 0,0 0 0 0 0,0-1 0 0 0,1 1 1 0 0,0-1-1 0 0,0 0 0 0 0,0 0 0 0 0,1 0 0 0 0,0-1 1 0 0,0 0-1 0 0,10 6 0 0 0,-4-4-36 0 0,0 1 1 0 0,1-2-1 0 0,-1 0 1 0 0,1 0-1 0 0,0-1 0 0 0,0 0 1 0 0,20 2-1 0 0,-22-5-408 0 0,-1-1-1 0 0,1 0 0 0 0,0 0 0 0 0,-1-1 0 0 0,1 0 1 0 0,10-3-1 0 0,4-3-951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6.01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45 65 4372 0 0,'-6'-2'-60'0'0,"1"0"0"0"0,0 0 0 0 0,0-1-1 0 0,0 0 1 0 0,0 0 0 0 0,-7-6-1 0 0,11 8 51 0 0,13 2-28 0 0,0 0 44 0 0,0 1 1 0 0,-1 0-1 0 0,1 0 1 0 0,-1 2-1 0 0,1-1 1 0 0,-1 1-1 0 0,0 1 1 0 0,0 0-1 0 0,-1 1 1 0 0,1 0-1 0 0,14 11 1 0 0,8 10 37 0 0,-1 1-1 0 0,34 38 1 0 0,-27-25-31 0 0,-28-30 94 0 0,0 0-1 0 0,-2 0 0 0 0,15 21 0 0 0,-23-30 97 0 0,-1-2-186 0 0,-1 0 0 0 0,1 1-1 0 0,0-1 1 0 0,0 1-1 0 0,0-1 1 0 0,0 1-1 0 0,0-1 1 0 0,0 0 0 0 0,-1 1-1 0 0,1-1 1 0 0,0 0-1 0 0,0 1 1 0 0,-1-1-1 0 0,1 0 1 0 0,0 1 0 0 0,-1-1-1 0 0,1 0 1 0 0,0 0-1 0 0,-1 1 1 0 0,1-1-1 0 0,0 0 1 0 0,-1 0 0 0 0,1 1-1 0 0,0-1 1 0 0,-1 0-1 0 0,1 0 1 0 0,-1 0-1 0 0,1 0 1 0 0,0 0 0 0 0,-1 0-1 0 0,1 0 1 0 0,-1 0-1 0 0,1 0 1 0 0,0 0-1 0 0,-1 0 1 0 0,1 0 0 0 0,-1 0-1 0 0,-22 4 535 0 0,13-6-427 0 0,0 0 0 0 0,1 0 0 0 0,-1 0 1 0 0,0-1-1 0 0,1-1 0 0 0,0 0 0 0 0,0 0 1 0 0,0 0-1 0 0,1-1 0 0 0,-1-1 0 0 0,1 1 1 0 0,-7-8-1 0 0,11 10-96 0 0,1 0-1 0 0,0 0 1 0 0,0 0 0 0 0,0 0 0 0 0,1 0-1 0 0,-1-1 1 0 0,1 1 0 0 0,0-1 0 0 0,0 0-1 0 0,0 1 1 0 0,0-1 0 0 0,1 0 0 0 0,0 0-1 0 0,-1 0 1 0 0,1 0 0 0 0,1-1 0 0 0,-1 1 0 0 0,1 0-1 0 0,-1 0 1 0 0,1 0 0 0 0,0-1 0 0 0,1 1-1 0 0,-1 0 1 0 0,1 0 0 0 0,0 0 0 0 0,0-1-1 0 0,0 1 1 0 0,0 0 0 0 0,1 0 0 0 0,0 1-1 0 0,2-6 1 0 0,2 0-14 0 0,1 0 0 0 0,-1 0 0 0 0,1 1 0 0 0,1-1 0 0 0,0 2 0 0 0,0-1-1 0 0,0 1 1 0 0,1 0 0 0 0,0 1 0 0 0,0 0 0 0 0,1 0 0 0 0,16-6 0 0 0,3 0-18 0 0,0 2-1 0 0,1 1 1 0 0,37-7 0 0 0,-24 11-279 0 0,-41 5 219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6.56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1 154 5573 0 0,'45'7'-1079'0'0,"-38"-6"1128"0"0,0-1 1 0 0,0-1-1 0 0,0 1 1 0 0,0-1-1 0 0,-1 0 1 0 0,1-1-1 0 0,0 1 1 0 0,-1-2-1 0 0,1 1 1 0 0,-1-1-1 0 0,0 1 1 0 0,1-2 0 0 0,-2 1-1 0 0,1-1 1 0 0,0 0-1 0 0,-1 0 1 0 0,1 0-1 0 0,-1-1 1 0 0,0 0-1 0 0,-1 0 1 0 0,1 0-1 0 0,-1-1 1 0 0,0 1-1 0 0,0-1 1 0 0,-1 0-1 0 0,0 0 1 0 0,0-1-1 0 0,2-6 1 0 0,-4 12-25 0 0,-1-1 0 0 0,0 0 0 0 0,1 0 0 0 0,-1 1 1 0 0,0-1-1 0 0,0 0 0 0 0,0 0 0 0 0,0 1 0 0 0,0-1 0 0 0,0 0 0 0 0,-1 0 0 0 0,1 0 1 0 0,-1 1-1 0 0,1-1 0 0 0,-1 0 0 0 0,0 1 0 0 0,1-1 0 0 0,-1 1 0 0 0,0-1 0 0 0,0 0 1 0 0,0 1-1 0 0,0 0 0 0 0,-1-1 0 0 0,1 1 0 0 0,0 0 0 0 0,0 0 0 0 0,-1-1 0 0 0,1 1 1 0 0,-1 0-1 0 0,1 0 0 0 0,-1 1 0 0 0,1-1 0 0 0,-1 0 0 0 0,0 0 0 0 0,0 1 0 0 0,1-1 1 0 0,-3 0-1 0 0,1 1 16 0 0,-1 1-12 0 0,-7 1-15 0 0,1 1 0 0 0,-1 1 0 0 0,1 0 0 0 0,0 0 0 0 0,1 1-1 0 0,-1 0 1 0 0,-12 10 0 0 0,16-11-10 0 0,0 0-1 0 0,1 1 1 0 0,0-1 0 0 0,0 1-1 0 0,0 0 1 0 0,0 1-1 0 0,1-1 1 0 0,0 1 0 0 0,0 0-1 0 0,1 0 1 0 0,-1 1-1 0 0,1-1 1 0 0,-2 9 0 0 0,4-12 1 0 0,1 1 1 0 0,-1 0-1 0 0,1-1 0 0 0,0 1 1 0 0,1 0-1 0 0,-1-1 1 0 0,1 1-1 0 0,-1 0 1 0 0,1-1-1 0 0,0 1 1 0 0,0-1-1 0 0,1 1 0 0 0,-1-1 1 0 0,1 0-1 0 0,0 1 1 0 0,0-1-1 0 0,0 0 1 0 0,0 0-1 0 0,0 0 1 0 0,1-1-1 0 0,-1 1 0 0 0,1 0 1 0 0,0-1-1 0 0,-1 0 1 0 0,1 0-1 0 0,7 4 1 0 0,-2 0 5 0 0,2 0 1 0 0,-1-1-1 0 0,1-1 1 0 0,-1 1-1 0 0,1-1 1 0 0,1-1-1 0 0,-1 0 1 0 0,11 2-1 0 0,-9-5-407 0 0,0 0 0 0 0,-1 0 0 0 0,1-1 0 0 0,0-1 0 0 0,-1 0 0 0 0,0 0 0 0 0,1-1 0 0 0,17-8 0 0 0,-17 7-255 0 0,18-6-645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7.0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81 157 4032 0 0,'0'0'-182'0'0,"-9"2"-365"0"0,6-2 594 0 0,9-1 247 0 0,4-2-271 0 0,1 0 0 0 0,-1-1 0 0 0,0 0 0 0 0,0 0 0 0 0,0-1 0 0 0,-1 0 0 0 0,1-1 0 0 0,-2 0 0 0 0,1-1 0 0 0,10-9 0 0 0,-6 3-18 0 0,-8 8 142 0 0,1 0 0 0 0,-1-1-1 0 0,-1 1 1 0 0,1-1 0 0 0,-1 0 0 0 0,0 0-1 0 0,0-1 1 0 0,-1 1 0 0 0,4-8 0 0 0,-7 12 204 0 0,-1 1-319 0 0,0 0-1 0 0,0 0 1 0 0,0 0-1 0 0,0 0 1 0 0,0 0-1 0 0,-1 0 1 0 0,1 0-1 0 0,0 0 1 0 0,0 0-1 0 0,-1 1 1 0 0,1-1-1 0 0,0 1 0 0 0,-1-1 1 0 0,1 1-1 0 0,-1-1 1 0 0,1 1-1 0 0,-3-1 1 0 0,-11 6 7 0 0,1-1 0 0 0,-1 2 0 0 0,1-1 0 0 0,1 2 0 0 0,-1 0 0 0 0,1 1 0 0 0,0 0 0 0 0,1 1 0 0 0,0 0 0 0 0,0 1 0 0 0,1 1 0 0 0,1-1 0 0 0,-1 2 0 0 0,2 0 0 0 0,0 0 0 0 0,-12 20 0 0 0,19-29-35 0 0,1 0 0 0 0,0 0 1 0 0,0 1-1 0 0,0-1 0 0 0,1 0 0 0 0,-1 0 1 0 0,1 1-1 0 0,-1-1 0 0 0,1 0 1 0 0,0 1-1 0 0,0-1 0 0 0,1 0 0 0 0,-1 1 1 0 0,1-1-1 0 0,0 0 0 0 0,-1 0 1 0 0,2 1-1 0 0,-1-1 0 0 0,0 0 0 0 0,2 3 1 0 0,1-1 20 0 0,-1 1 0 0 0,1-1 1 0 0,0 0-1 0 0,1 0 0 0 0,-1-1 1 0 0,1 0-1 0 0,0 1 0 0 0,0-1 1 0 0,1-1-1 0 0,5 4 0 0 0,-1-1-114 0 0,0-1 0 0 0,0 0 0 0 0,1-1-1 0 0,-1 0 1 0 0,1-1 0 0 0,0 0 0 0 0,0-1-1 0 0,0 0 1 0 0,0 0 0 0 0,0-1 0 0 0,0-1-1 0 0,14-1 1 0 0,21-11-2564 0 0,-24 5 1003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7.61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166 64 4752 0 0,'-2'-1'34'0'0,"1"0"0"0"0,0 0-1 0 0,-1 0 1 0 0,1 0-1 0 0,0 0 1 0 0,-1 0-1 0 0,1 1 1 0 0,-1-1 0 0 0,0 1-1 0 0,1-1 1 0 0,-1 1-1 0 0,1-1 1 0 0,-1 1 0 0 0,0 0-1 0 0,1 0 1 0 0,-1 0-1 0 0,0 0 1 0 0,1 0-1 0 0,-1 0 1 0 0,0 0 0 0 0,1 1-1 0 0,-1-1 1 0 0,0 0-1 0 0,1 1 1 0 0,-1 0-1 0 0,1-1 1 0 0,-1 1 0 0 0,1 0-1 0 0,-1 0 1 0 0,1 0-1 0 0,-2 1 1 0 0,0 2-21 0 0,0 0 0 0 0,1 0 0 0 0,-1 0-1 0 0,1 0 1 0 0,0 0 0 0 0,1 0 0 0 0,-1 1 0 0 0,1-1 0 0 0,0 1 0 0 0,-1 6 0 0 0,-3 39-47 0 0,5-42 52 0 0,0 0 0 0 0,-1 0 0 0 0,0 0 0 0 0,-4 15 0 0 0,5-22 100 0 0,-2 2 197 0 0,2-3-283 0 0,0 1 0 0 0,0-1 1 0 0,0 0-1 0 0,0 0 0 0 0,0 1 0 0 0,0-1 1 0 0,0 0-1 0 0,0 0 0 0 0,-1 1 0 0 0,1-1 1 0 0,0 0-1 0 0,0 0 0 0 0,0 1 0 0 0,0-1 1 0 0,0 0-1 0 0,0 0 0 0 0,-1 0 0 0 0,1 0 1 0 0,0 1-1 0 0,0-1 0 0 0,0 0 0 0 0,-1 0 1 0 0,1 0-1 0 0,0 0 0 0 0,0 1 0 0 0,0-1 1 0 0,-1 0-1 0 0,1 0 0 0 0,0 0 0 0 0,0 0 1 0 0,-1 0-1 0 0,1 0 0 0 0,0 0 0 0 0,0 0 1 0 0,-1 0-1 0 0,1 0 0 0 0,0 0 0 0 0,0 0 1 0 0,-1 0-1 0 0,1 0 0 0 0,0 0 0 0 0,0 0 1 0 0,-1 0-1 0 0,1 0 0 0 0,0 0 0 0 0,0 0 1 0 0,0 0-1 0 0,-1-1 0 0 0,1 1 0 0 0,0 0 1 0 0,0 0-1 0 0,0 0 0 0 0,-1 0 1 0 0,1 0-1 0 0,0-1 0 0 0,0 1 0 0 0,0 0 1 0 0,-1 0-1 0 0,-5-3 73 0 0,1-1 1 0 0,-1 1 0 0 0,0-1 0 0 0,1 0-1 0 0,0 0 1 0 0,0 0 0 0 0,-8-10-1 0 0,11 11-70 0 0,0 1 0 0 0,0 0 0 0 0,1-1 0 0 0,-1 1 0 0 0,1-1 0 0 0,0 1 0 0 0,0-1 0 0 0,0 0-1 0 0,0 1 1 0 0,0-1 0 0 0,1 0 0 0 0,-1 0 0 0 0,1 0 0 0 0,0 1 0 0 0,-1-1 0 0 0,1 0 0 0 0,1 0-1 0 0,-1 0 1 0 0,0 0 0 0 0,1 0 0 0 0,-1 1 0 0 0,1-1 0 0 0,0 0 0 0 0,0 1 0 0 0,2-4 0 0 0,1-2-17 0 0,1 0 1 0 0,0 1 0 0 0,1-1-1 0 0,-1 1 1 0 0,2 0 0 0 0,-1 1-1 0 0,1 0 1 0 0,0 0 0 0 0,0 0 0 0 0,0 1-1 0 0,1 0 1 0 0,0 0 0 0 0,0 1-1 0 0,0 0 1 0 0,0 0 0 0 0,1 1-1 0 0,0 0 1 0 0,0 1 0 0 0,10-2 0 0 0,-5 1-31 0 0,-1 1 1 0 0,1 1 0 0 0,0 0 0 0 0,0 1-1 0 0,0 0 1 0 0,0 1 0 0 0,0 1 0 0 0,0 0 0 0 0,-1 0-1 0 0,1 2 1 0 0,23 9 0 0 0,-29-10-3 0 0,0 1 0 0 0,0 1 0 0 0,-1-1 0 0 0,1 1 0 0 0,-1 1 1 0 0,-1-1-1 0 0,1 1 0 0 0,-1 0 0 0 0,0 0 0 0 0,0 1 0 0 0,-1 0 0 0 0,7 10 0 0 0,-9-11 5 0 0,0-1-1 0 0,-1 1 1 0 0,1 0 0 0 0,-1 0-1 0 0,-1 0 1 0 0,1 0-1 0 0,-1 0 1 0 0,0 1 0 0 0,0-1-1 0 0,-1 0 1 0 0,0 1-1 0 0,0-1 1 0 0,0 0 0 0 0,-1 0-1 0 0,0 1 1 0 0,0-1-1 0 0,-4 10 1 0 0,4-14-108 0 0,0 0 0 0 0,1 1 0 0 0,-1-1 0 0 0,1 0 0 0 0,-1 0 0 0 0,1 1 0 0 0,0-1 0 0 0,0 0 1 0 0,0 0-1 0 0,0 1 0 0 0,0-1 0 0 0,0 0 0 0 0,1 3 0 0 0,0-4-44 0 0,-1 0 0 0 0,1 0 1 0 0,0 0-1 0 0,0 0 0 0 0,-1 0 1 0 0,1 0-1 0 0,0 0 0 0 0,0-1 1 0 0,0 1-1 0 0,0 0 0 0 0,0-1 0 0 0,0 1 1 0 0,0-1-1 0 0,0 1 0 0 0,0-1 1 0 0,0 1-1 0 0,0-1 0 0 0,0 0 1 0 0,0 1-1 0 0,0-1 0 0 0,0 0 1 0 0,0 0-1 0 0,0 0 0 0 0,1 0 0 0 0,-1 0 1 0 0,2 0-1 0 0,16 0-2010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8.50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9 241 5408 0 0,'-9'1'-47'0'0,"9"-1"58"0"0,1 0 1 0 0,-1 0-1 0 0,0 0 1 0 0,0 0-1 0 0,0 0 0 0 0,0 0 1 0 0,0 0-1 0 0,0 0 1 0 0,0 0-1 0 0,0 0 1 0 0,1-1-1 0 0,-1 1 0 0 0,0 0 1 0 0,0 0-1 0 0,0 0 1 0 0,0 0-1 0 0,0 0 1 0 0,0 0-1 0 0,0 0 1 0 0,0-1-1 0 0,0 1 0 0 0,0 0 1 0 0,0 0-1 0 0,0 0 1 0 0,0 0-1 0 0,0 0 1 0 0,0 0-1 0 0,0-1 0 0 0,0 1 1 0 0,0 0-1 0 0,0 0 1 0 0,0 0-1 0 0,0 0 1 0 0,0 0-1 0 0,0 0 0 0 0,0 0 1 0 0,0-1-1 0 0,0 1 1 0 0,0 0-1 0 0,0 0 1 0 0,0 0-1 0 0,0 0 1 0 0,0 0-1 0 0,0 0 0 0 0,-1 0 1 0 0,1-1-1 0 0,0 1 1 0 0,0 0-1 0 0,0 0 1 0 0,21-10 8 0 0,1 0 0 0 0,0 1 1 0 0,0 2-1 0 0,1 0 1 0 0,0 1-1 0 0,38-4 1 0 0,-25 4-2 0 0,615-106 127 0 0,7 52-43 0 0,-127 65-183 0 0,-180 16-2859 0 0,-255-13 1470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20T05:58:28.895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55 272 4536 0 0,'-55'8'405'0'0,"394"-89"136"0"0,466-50 0 0 0,-138 71-3162 0 0,-544 52 1075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21T08:22:23.8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1 554 24575,'37'39'0,"55"75"0,-87-107 0,1-1 0,-1 1 0,1-1 0,0 0 0,1 0 0,0-1 0,0 0 0,0 0 0,0-1 0,1 0 0,-1 0 0,1-1 0,0 0 0,0 0 0,11 2 0,-17-5 0,-1-1 0,1 1 0,-1-1 0,0 1 0,1-1 0,-1 0 0,0 0 0,0 1 0,1-1 0,-1 0 0,0 0 0,0 0 0,0 0 0,0 0 0,0-1 0,0 1 0,-1 0 0,1 0 0,0-1 0,0 1 0,-1 0 0,1-1 0,-1 1 0,1-1 0,-1 1 0,0-3 0,4-5 0,86-167 0,114-165 0,-177 299 0,-6 10 0,-1-1 0,17-39 0,-23 46-1365,0 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9" Type="http://schemas.openxmlformats.org/officeDocument/2006/relationships/customXml" Target="../ink/ink19.xml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21.png"/><Relationship Id="rId42" Type="http://schemas.openxmlformats.org/officeDocument/2006/relationships/image" Target="../media/image25.png"/><Relationship Id="rId47" Type="http://schemas.openxmlformats.org/officeDocument/2006/relationships/customXml" Target="../ink/ink23.xml"/><Relationship Id="rId50" Type="http://schemas.openxmlformats.org/officeDocument/2006/relationships/image" Target="../media/image29.png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3.png"/><Relationship Id="rId46" Type="http://schemas.openxmlformats.org/officeDocument/2006/relationships/image" Target="../media/image27.png"/><Relationship Id="rId2" Type="http://schemas.openxmlformats.org/officeDocument/2006/relationships/image" Target="../media/image6.png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29" Type="http://schemas.openxmlformats.org/officeDocument/2006/relationships/customXml" Target="../ink/ink14.xml"/><Relationship Id="rId41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24" Type="http://schemas.openxmlformats.org/officeDocument/2006/relationships/image" Target="../media/image16.png"/><Relationship Id="rId32" Type="http://schemas.openxmlformats.org/officeDocument/2006/relationships/image" Target="../media/image20.png"/><Relationship Id="rId37" Type="http://schemas.openxmlformats.org/officeDocument/2006/relationships/customXml" Target="../ink/ink18.xml"/><Relationship Id="rId40" Type="http://schemas.openxmlformats.org/officeDocument/2006/relationships/image" Target="../media/image24.png"/><Relationship Id="rId45" Type="http://schemas.openxmlformats.org/officeDocument/2006/relationships/customXml" Target="../ink/ink22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8.png"/><Relationship Id="rId36" Type="http://schemas.openxmlformats.org/officeDocument/2006/relationships/image" Target="../media/image22.png"/><Relationship Id="rId49" Type="http://schemas.openxmlformats.org/officeDocument/2006/relationships/customXml" Target="../ink/ink24.xml"/><Relationship Id="rId10" Type="http://schemas.openxmlformats.org/officeDocument/2006/relationships/image" Target="../media/image9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4" Type="http://schemas.openxmlformats.org/officeDocument/2006/relationships/image" Target="../media/image26.png"/><Relationship Id="rId52" Type="http://schemas.openxmlformats.org/officeDocument/2006/relationships/image" Target="../media/image30.png"/><Relationship Id="rId4" Type="http://schemas.openxmlformats.org/officeDocument/2006/relationships/image" Target="../media/image610.png"/><Relationship Id="rId9" Type="http://schemas.openxmlformats.org/officeDocument/2006/relationships/customXml" Target="../ink/ink4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customXml" Target="../ink/ink13.xml"/><Relationship Id="rId30" Type="http://schemas.openxmlformats.org/officeDocument/2006/relationships/image" Target="../media/image19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8.png"/><Relationship Id="rId8" Type="http://schemas.openxmlformats.org/officeDocument/2006/relationships/image" Target="../media/image8.png"/><Relationship Id="rId51" Type="http://schemas.openxmlformats.org/officeDocument/2006/relationships/customXml" Target="../ink/ink25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1.xml"/><Relationship Id="rId18" Type="http://schemas.openxmlformats.org/officeDocument/2006/relationships/image" Target="../media/image39.png"/><Relationship Id="rId26" Type="http://schemas.openxmlformats.org/officeDocument/2006/relationships/image" Target="../media/image43.png"/><Relationship Id="rId39" Type="http://schemas.openxmlformats.org/officeDocument/2006/relationships/customXml" Target="../ink/ink44.xml"/><Relationship Id="rId21" Type="http://schemas.openxmlformats.org/officeDocument/2006/relationships/customXml" Target="../ink/ink35.xml"/><Relationship Id="rId34" Type="http://schemas.openxmlformats.org/officeDocument/2006/relationships/image" Target="../media/image47.png"/><Relationship Id="rId42" Type="http://schemas.openxmlformats.org/officeDocument/2006/relationships/image" Target="../media/image51.png"/><Relationship Id="rId47" Type="http://schemas.openxmlformats.org/officeDocument/2006/relationships/customXml" Target="../ink/ink48.xml"/><Relationship Id="rId50" Type="http://schemas.openxmlformats.org/officeDocument/2006/relationships/image" Target="../media/image55.png"/><Relationship Id="rId55" Type="http://schemas.openxmlformats.org/officeDocument/2006/relationships/customXml" Target="../ink/ink52.xml"/><Relationship Id="rId63" Type="http://schemas.openxmlformats.org/officeDocument/2006/relationships/customXml" Target="../ink/ink56.xml"/><Relationship Id="rId68" Type="http://schemas.openxmlformats.org/officeDocument/2006/relationships/image" Target="../media/image64.png"/><Relationship Id="rId76" Type="http://schemas.openxmlformats.org/officeDocument/2006/relationships/image" Target="../media/image68.png"/><Relationship Id="rId84" Type="http://schemas.openxmlformats.org/officeDocument/2006/relationships/image" Target="../media/image72.png"/><Relationship Id="rId7" Type="http://schemas.openxmlformats.org/officeDocument/2006/relationships/customXml" Target="../ink/ink28.xml"/><Relationship Id="rId71" Type="http://schemas.openxmlformats.org/officeDocument/2006/relationships/customXml" Target="../ink/ink60.xml"/><Relationship Id="rId2" Type="http://schemas.openxmlformats.org/officeDocument/2006/relationships/image" Target="../media/image31.png"/><Relationship Id="rId16" Type="http://schemas.openxmlformats.org/officeDocument/2006/relationships/image" Target="../media/image38.png"/><Relationship Id="rId29" Type="http://schemas.openxmlformats.org/officeDocument/2006/relationships/customXml" Target="../ink/ink39.xml"/><Relationship Id="rId11" Type="http://schemas.openxmlformats.org/officeDocument/2006/relationships/customXml" Target="../ink/ink30.xml"/><Relationship Id="rId24" Type="http://schemas.openxmlformats.org/officeDocument/2006/relationships/image" Target="../media/image42.png"/><Relationship Id="rId32" Type="http://schemas.openxmlformats.org/officeDocument/2006/relationships/image" Target="../media/image46.png"/><Relationship Id="rId37" Type="http://schemas.openxmlformats.org/officeDocument/2006/relationships/customXml" Target="../ink/ink43.xml"/><Relationship Id="rId40" Type="http://schemas.openxmlformats.org/officeDocument/2006/relationships/image" Target="../media/image50.png"/><Relationship Id="rId45" Type="http://schemas.openxmlformats.org/officeDocument/2006/relationships/customXml" Target="../ink/ink47.xml"/><Relationship Id="rId53" Type="http://schemas.openxmlformats.org/officeDocument/2006/relationships/customXml" Target="../ink/ink51.xml"/><Relationship Id="rId58" Type="http://schemas.openxmlformats.org/officeDocument/2006/relationships/image" Target="../media/image59.png"/><Relationship Id="rId66" Type="http://schemas.openxmlformats.org/officeDocument/2006/relationships/image" Target="../media/image63.png"/><Relationship Id="rId74" Type="http://schemas.openxmlformats.org/officeDocument/2006/relationships/image" Target="../media/image67.png"/><Relationship Id="rId79" Type="http://schemas.openxmlformats.org/officeDocument/2006/relationships/customXml" Target="../ink/ink64.xml"/><Relationship Id="rId5" Type="http://schemas.openxmlformats.org/officeDocument/2006/relationships/customXml" Target="../ink/ink27.xml"/><Relationship Id="rId61" Type="http://schemas.openxmlformats.org/officeDocument/2006/relationships/customXml" Target="../ink/ink55.xml"/><Relationship Id="rId82" Type="http://schemas.openxmlformats.org/officeDocument/2006/relationships/image" Target="../media/image71.png"/><Relationship Id="rId10" Type="http://schemas.openxmlformats.org/officeDocument/2006/relationships/image" Target="../media/image35.png"/><Relationship Id="rId19" Type="http://schemas.openxmlformats.org/officeDocument/2006/relationships/customXml" Target="../ink/ink34.xml"/><Relationship Id="rId31" Type="http://schemas.openxmlformats.org/officeDocument/2006/relationships/customXml" Target="../ink/ink40.xml"/><Relationship Id="rId44" Type="http://schemas.openxmlformats.org/officeDocument/2006/relationships/image" Target="../media/image52.png"/><Relationship Id="rId52" Type="http://schemas.openxmlformats.org/officeDocument/2006/relationships/image" Target="../media/image56.png"/><Relationship Id="rId60" Type="http://schemas.openxmlformats.org/officeDocument/2006/relationships/image" Target="../media/image60.png"/><Relationship Id="rId65" Type="http://schemas.openxmlformats.org/officeDocument/2006/relationships/customXml" Target="../ink/ink57.xml"/><Relationship Id="rId73" Type="http://schemas.openxmlformats.org/officeDocument/2006/relationships/customXml" Target="../ink/ink61.xml"/><Relationship Id="rId78" Type="http://schemas.openxmlformats.org/officeDocument/2006/relationships/image" Target="../media/image69.png"/><Relationship Id="rId81" Type="http://schemas.openxmlformats.org/officeDocument/2006/relationships/customXml" Target="../ink/ink65.xml"/><Relationship Id="rId4" Type="http://schemas.openxmlformats.org/officeDocument/2006/relationships/image" Target="../media/image32.png"/><Relationship Id="rId9" Type="http://schemas.openxmlformats.org/officeDocument/2006/relationships/customXml" Target="../ink/ink29.xml"/><Relationship Id="rId14" Type="http://schemas.openxmlformats.org/officeDocument/2006/relationships/image" Target="../media/image37.png"/><Relationship Id="rId22" Type="http://schemas.openxmlformats.org/officeDocument/2006/relationships/image" Target="../media/image41.png"/><Relationship Id="rId27" Type="http://schemas.openxmlformats.org/officeDocument/2006/relationships/customXml" Target="../ink/ink38.xml"/><Relationship Id="rId30" Type="http://schemas.openxmlformats.org/officeDocument/2006/relationships/image" Target="../media/image45.png"/><Relationship Id="rId35" Type="http://schemas.openxmlformats.org/officeDocument/2006/relationships/customXml" Target="../ink/ink42.xml"/><Relationship Id="rId43" Type="http://schemas.openxmlformats.org/officeDocument/2006/relationships/customXml" Target="../ink/ink46.xml"/><Relationship Id="rId48" Type="http://schemas.openxmlformats.org/officeDocument/2006/relationships/image" Target="../media/image54.png"/><Relationship Id="rId56" Type="http://schemas.openxmlformats.org/officeDocument/2006/relationships/image" Target="../media/image58.png"/><Relationship Id="rId64" Type="http://schemas.openxmlformats.org/officeDocument/2006/relationships/image" Target="../media/image62.png"/><Relationship Id="rId69" Type="http://schemas.openxmlformats.org/officeDocument/2006/relationships/customXml" Target="../ink/ink59.xml"/><Relationship Id="rId77" Type="http://schemas.openxmlformats.org/officeDocument/2006/relationships/customXml" Target="../ink/ink63.xml"/><Relationship Id="rId8" Type="http://schemas.openxmlformats.org/officeDocument/2006/relationships/image" Target="../media/image34.png"/><Relationship Id="rId51" Type="http://schemas.openxmlformats.org/officeDocument/2006/relationships/customXml" Target="../ink/ink50.xml"/><Relationship Id="rId72" Type="http://schemas.openxmlformats.org/officeDocument/2006/relationships/image" Target="../media/image66.png"/><Relationship Id="rId80" Type="http://schemas.openxmlformats.org/officeDocument/2006/relationships/image" Target="../media/image70.png"/><Relationship Id="rId3" Type="http://schemas.openxmlformats.org/officeDocument/2006/relationships/customXml" Target="../ink/ink26.xml"/><Relationship Id="rId12" Type="http://schemas.openxmlformats.org/officeDocument/2006/relationships/image" Target="../media/image36.png"/><Relationship Id="rId17" Type="http://schemas.openxmlformats.org/officeDocument/2006/relationships/customXml" Target="../ink/ink33.xml"/><Relationship Id="rId25" Type="http://schemas.openxmlformats.org/officeDocument/2006/relationships/customXml" Target="../ink/ink37.xml"/><Relationship Id="rId33" Type="http://schemas.openxmlformats.org/officeDocument/2006/relationships/customXml" Target="../ink/ink41.xml"/><Relationship Id="rId38" Type="http://schemas.openxmlformats.org/officeDocument/2006/relationships/image" Target="../media/image49.png"/><Relationship Id="rId46" Type="http://schemas.openxmlformats.org/officeDocument/2006/relationships/image" Target="../media/image53.png"/><Relationship Id="rId59" Type="http://schemas.openxmlformats.org/officeDocument/2006/relationships/customXml" Target="../ink/ink54.xml"/><Relationship Id="rId67" Type="http://schemas.openxmlformats.org/officeDocument/2006/relationships/customXml" Target="../ink/ink58.xml"/><Relationship Id="rId20" Type="http://schemas.openxmlformats.org/officeDocument/2006/relationships/image" Target="../media/image40.png"/><Relationship Id="rId41" Type="http://schemas.openxmlformats.org/officeDocument/2006/relationships/customXml" Target="../ink/ink45.xml"/><Relationship Id="rId54" Type="http://schemas.openxmlformats.org/officeDocument/2006/relationships/image" Target="../media/image57.png"/><Relationship Id="rId62" Type="http://schemas.openxmlformats.org/officeDocument/2006/relationships/image" Target="../media/image61.png"/><Relationship Id="rId70" Type="http://schemas.openxmlformats.org/officeDocument/2006/relationships/image" Target="../media/image65.png"/><Relationship Id="rId75" Type="http://schemas.openxmlformats.org/officeDocument/2006/relationships/customXml" Target="../ink/ink62.xml"/><Relationship Id="rId83" Type="http://schemas.openxmlformats.org/officeDocument/2006/relationships/customXml" Target="../ink/ink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5" Type="http://schemas.openxmlformats.org/officeDocument/2006/relationships/customXml" Target="../ink/ink32.xml"/><Relationship Id="rId23" Type="http://schemas.openxmlformats.org/officeDocument/2006/relationships/customXml" Target="../ink/ink36.xml"/><Relationship Id="rId28" Type="http://schemas.openxmlformats.org/officeDocument/2006/relationships/image" Target="../media/image44.png"/><Relationship Id="rId36" Type="http://schemas.openxmlformats.org/officeDocument/2006/relationships/image" Target="../media/image48.png"/><Relationship Id="rId49" Type="http://schemas.openxmlformats.org/officeDocument/2006/relationships/customXml" Target="../ink/ink49.xml"/><Relationship Id="rId57" Type="http://schemas.openxmlformats.org/officeDocument/2006/relationships/customXml" Target="../ink/ink5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47257-CBC7-755E-E30A-EE756EDB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9B188C-081E-4728-EAC9-8DBD3A6D6427}"/>
              </a:ext>
            </a:extLst>
          </p:cNvPr>
          <p:cNvSpPr txBox="1"/>
          <p:nvPr/>
        </p:nvSpPr>
        <p:spPr>
          <a:xfrm>
            <a:off x="195072" y="2355563"/>
            <a:ext cx="11996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Creating Compartments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554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2D83AC-806E-D530-7144-037B85DACB1F}"/>
              </a:ext>
            </a:extLst>
          </p:cNvPr>
          <p:cNvSpPr txBox="1"/>
          <p:nvPr/>
        </p:nvSpPr>
        <p:spPr>
          <a:xfrm>
            <a:off x="97536" y="452277"/>
            <a:ext cx="1199692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a Compartment in OCI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Oracle Cloud Infrastructure (OCI),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compartment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secure, logical container used to organize and isolate your cloud resources - like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buckets,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virtual machines,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databases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Key Characteristics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Security Boundaries: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 apply access policies to a compartment to control exactly which users can see or modify the resources inside 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Hierarchical Structure: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Compartments can be nested inside other compartments, much like subfolders on your computer.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Root Compartment: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Every OCI account has a default main compartment (named after your tenancy) that acts as the root folder for everything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C44D4C-5A36-4E01-6585-F8663DCFA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906774"/>
            <a:ext cx="4635732" cy="186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272B6-CFBA-2D80-F902-8D80A8FE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66D964-D043-0542-F460-E8F7FD1D0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365" y="438912"/>
            <a:ext cx="7070976" cy="633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592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71702-2776-DB9E-0A6A-57D94EF01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0C25A-89A5-1936-BEB0-81530424A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82" y="768095"/>
            <a:ext cx="10162581" cy="619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136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B3A43-D53F-D91D-9C31-3FFEC38D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6D70C5-CDD0-CB4C-700D-DB3B55BFB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893" y="1188720"/>
            <a:ext cx="8713304" cy="510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583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579E-155C-1917-6FE2-A91170A0B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E5872B-099A-FF8C-3C5A-B97863CBA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114" y="80176"/>
            <a:ext cx="8712709" cy="6162648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38EC57E6-50AF-C498-7962-5356EF792886}"/>
              </a:ext>
            </a:extLst>
          </p:cNvPr>
          <p:cNvGrpSpPr/>
          <p:nvPr/>
        </p:nvGrpSpPr>
        <p:grpSpPr>
          <a:xfrm>
            <a:off x="7462584" y="4973256"/>
            <a:ext cx="2135880" cy="878400"/>
            <a:chOff x="7462584" y="4973256"/>
            <a:chExt cx="2135880" cy="87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6D8158C-B443-F41D-EFDF-F5D4E4A57421}"/>
                    </a:ext>
                  </a:extLst>
                </p14:cNvPr>
                <p14:cNvContentPartPr/>
                <p14:nvPr/>
              </p14:nvContentPartPr>
              <p14:xfrm>
                <a:off x="7462584" y="5425776"/>
                <a:ext cx="221040" cy="168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6D8158C-B443-F41D-EFDF-F5D4E4A5742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44944" y="5407776"/>
                  <a:ext cx="2566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F645DF4-4B76-0087-8DDE-99D141BE8C64}"/>
                    </a:ext>
                  </a:extLst>
                </p14:cNvPr>
                <p14:cNvContentPartPr/>
                <p14:nvPr/>
              </p14:nvContentPartPr>
              <p14:xfrm>
                <a:off x="7678944" y="5235696"/>
                <a:ext cx="148320" cy="315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F645DF4-4B76-0087-8DDE-99D141BE8C6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60944" y="5217696"/>
                  <a:ext cx="18396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1F5934-859A-C8C0-7177-8028F10A7827}"/>
                    </a:ext>
                  </a:extLst>
                </p14:cNvPr>
                <p14:cNvContentPartPr/>
                <p14:nvPr/>
              </p14:nvContentPartPr>
              <p14:xfrm>
                <a:off x="7853904" y="5412096"/>
                <a:ext cx="72000" cy="11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1F5934-859A-C8C0-7177-8028F10A782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35904" y="5394096"/>
                  <a:ext cx="1076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4EE38C8-92AF-277C-BF16-2B344D1A7483}"/>
                    </a:ext>
                  </a:extLst>
                </p14:cNvPr>
                <p14:cNvContentPartPr/>
                <p14:nvPr/>
              </p14:nvContentPartPr>
              <p14:xfrm>
                <a:off x="7868304" y="5328936"/>
                <a:ext cx="7200" cy="17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4EE38C8-92AF-277C-BF16-2B344D1A748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50664" y="5311296"/>
                  <a:ext cx="428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60171F3-1EDC-93B5-F450-860DAF768486}"/>
                    </a:ext>
                  </a:extLst>
                </p14:cNvPr>
                <p14:cNvContentPartPr/>
                <p14:nvPr/>
              </p14:nvContentPartPr>
              <p14:xfrm>
                <a:off x="8018424" y="5228856"/>
                <a:ext cx="390600" cy="2635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60171F3-1EDC-93B5-F450-860DAF76848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00424" y="5211216"/>
                  <a:ext cx="4262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74EF56-656D-6B56-1AA3-02181605E052}"/>
                    </a:ext>
                  </a:extLst>
                </p14:cNvPr>
                <p14:cNvContentPartPr/>
                <p14:nvPr/>
              </p14:nvContentPartPr>
              <p14:xfrm>
                <a:off x="8670744" y="5175936"/>
                <a:ext cx="185400" cy="147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74EF56-656D-6B56-1AA3-02181605E05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52744" y="5157936"/>
                  <a:ext cx="221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2B2B07E-E267-C85E-FEC2-8BAC0B7AEE99}"/>
                    </a:ext>
                  </a:extLst>
                </p14:cNvPr>
                <p14:cNvContentPartPr/>
                <p14:nvPr/>
              </p14:nvContentPartPr>
              <p14:xfrm>
                <a:off x="8836344" y="5120136"/>
                <a:ext cx="147240" cy="173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2B2B07E-E267-C85E-FEC2-8BAC0B7AEE9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818344" y="5102136"/>
                  <a:ext cx="1828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1C85281-6CB0-32D3-B2D6-F2CFF34D440F}"/>
                    </a:ext>
                  </a:extLst>
                </p14:cNvPr>
                <p14:cNvContentPartPr/>
                <p14:nvPr/>
              </p14:nvContentPartPr>
              <p14:xfrm>
                <a:off x="9023904" y="5178816"/>
                <a:ext cx="110880" cy="113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1C85281-6CB0-32D3-B2D6-F2CFF34D440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005904" y="5160816"/>
                  <a:ext cx="1465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730F78A-A66F-BF97-7162-B97C04FA78B4}"/>
                    </a:ext>
                  </a:extLst>
                </p14:cNvPr>
                <p14:cNvContentPartPr/>
                <p14:nvPr/>
              </p14:nvContentPartPr>
              <p14:xfrm>
                <a:off x="9138744" y="4973256"/>
                <a:ext cx="351360" cy="289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730F78A-A66F-BF97-7162-B97C04FA78B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121104" y="4955616"/>
                  <a:ext cx="3870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5B88E6-3D72-DA54-C299-18DD23B242D5}"/>
                    </a:ext>
                  </a:extLst>
                </p14:cNvPr>
                <p14:cNvContentPartPr/>
                <p14:nvPr/>
              </p14:nvContentPartPr>
              <p14:xfrm>
                <a:off x="9229824" y="4990176"/>
                <a:ext cx="141480" cy="90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5B88E6-3D72-DA54-C299-18DD23B242D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12184" y="4972536"/>
                  <a:ext cx="1771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F3BDC34-BFC1-FAC7-ABA7-9F0CB7B0A378}"/>
                    </a:ext>
                  </a:extLst>
                </p14:cNvPr>
                <p14:cNvContentPartPr/>
                <p14:nvPr/>
              </p14:nvContentPartPr>
              <p14:xfrm>
                <a:off x="7961184" y="5711976"/>
                <a:ext cx="194760" cy="119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F3BDC34-BFC1-FAC7-ABA7-9F0CB7B0A37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43544" y="5693976"/>
                  <a:ext cx="230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7A82DFF-7EDF-60C3-2620-4FD61A244220}"/>
                    </a:ext>
                  </a:extLst>
                </p14:cNvPr>
                <p14:cNvContentPartPr/>
                <p14:nvPr/>
              </p14:nvContentPartPr>
              <p14:xfrm>
                <a:off x="8174664" y="5680296"/>
                <a:ext cx="105120" cy="10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7A82DFF-7EDF-60C3-2620-4FD61A24422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156664" y="5662296"/>
                  <a:ext cx="140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A0FCEA1-5B7A-8FC4-0D7B-F523C97CE1D4}"/>
                    </a:ext>
                  </a:extLst>
                </p14:cNvPr>
                <p14:cNvContentPartPr/>
                <p14:nvPr/>
              </p14:nvContentPartPr>
              <p14:xfrm>
                <a:off x="8322984" y="5613336"/>
                <a:ext cx="228600" cy="157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A0FCEA1-5B7A-8FC4-0D7B-F523C97CE1D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05344" y="5595696"/>
                  <a:ext cx="264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D1AB901-9990-1977-D7D3-430070C3958A}"/>
                    </a:ext>
                  </a:extLst>
                </p14:cNvPr>
                <p14:cNvContentPartPr/>
                <p14:nvPr/>
              </p14:nvContentPartPr>
              <p14:xfrm>
                <a:off x="8570664" y="5538456"/>
                <a:ext cx="153720" cy="260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D1AB901-9990-1977-D7D3-430070C3958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52664" y="5520816"/>
                  <a:ext cx="1893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C079632-A0A8-A631-74DE-C4AA0C7C82CB}"/>
                    </a:ext>
                  </a:extLst>
                </p14:cNvPr>
                <p14:cNvContentPartPr/>
                <p14:nvPr/>
              </p14:nvContentPartPr>
              <p14:xfrm>
                <a:off x="8790984" y="5518656"/>
                <a:ext cx="13644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C079632-A0A8-A631-74DE-C4AA0C7C82C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772984" y="5500656"/>
                  <a:ext cx="1720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D75CB4-34F0-3545-6E79-7B2EC7CDA4DA}"/>
                    </a:ext>
                  </a:extLst>
                </p14:cNvPr>
                <p14:cNvContentPartPr/>
                <p14:nvPr/>
              </p14:nvContentPartPr>
              <p14:xfrm>
                <a:off x="8915544" y="5449176"/>
                <a:ext cx="106920" cy="154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D75CB4-34F0-3545-6E79-7B2EC7CDA4D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897904" y="5431176"/>
                  <a:ext cx="1425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97C65C-BC71-D02F-1238-6BA31097DCBD}"/>
                    </a:ext>
                  </a:extLst>
                </p14:cNvPr>
                <p14:cNvContentPartPr/>
                <p14:nvPr/>
              </p14:nvContentPartPr>
              <p14:xfrm>
                <a:off x="9044424" y="5380416"/>
                <a:ext cx="81360" cy="175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97C65C-BC71-D02F-1238-6BA31097DCB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26424" y="5362776"/>
                  <a:ext cx="1170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8756B0F-2817-1DF5-52F4-A47DC172699A}"/>
                    </a:ext>
                  </a:extLst>
                </p14:cNvPr>
                <p14:cNvContentPartPr/>
                <p14:nvPr/>
              </p14:nvContentPartPr>
              <p14:xfrm>
                <a:off x="9035784" y="5448096"/>
                <a:ext cx="62280" cy="43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8756B0F-2817-1DF5-52F4-A47DC172699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018144" y="5430096"/>
                  <a:ext cx="979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682A59B-5712-C8F0-F45A-1A9DD8246D8B}"/>
                    </a:ext>
                  </a:extLst>
                </p14:cNvPr>
                <p14:cNvContentPartPr/>
                <p14:nvPr/>
              </p14:nvContentPartPr>
              <p14:xfrm>
                <a:off x="9139464" y="5386176"/>
                <a:ext cx="163800" cy="142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682A59B-5712-C8F0-F45A-1A9DD8246D8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21464" y="5368536"/>
                  <a:ext cx="199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B12A86F-342E-AD2B-07F3-0FDA0DF752F4}"/>
                    </a:ext>
                  </a:extLst>
                </p14:cNvPr>
                <p14:cNvContentPartPr/>
                <p14:nvPr/>
              </p14:nvContentPartPr>
              <p14:xfrm>
                <a:off x="9298584" y="5369976"/>
                <a:ext cx="89640" cy="103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B12A86F-342E-AD2B-07F3-0FDA0DF752F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80944" y="5352336"/>
                  <a:ext cx="1252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1CAA7D-E873-970E-368C-BE07A9298F2B}"/>
                    </a:ext>
                  </a:extLst>
                </p14:cNvPr>
                <p14:cNvContentPartPr/>
                <p14:nvPr/>
              </p14:nvContentPartPr>
              <p14:xfrm>
                <a:off x="9375984" y="5357376"/>
                <a:ext cx="95040" cy="79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1CAA7D-E873-970E-368C-BE07A9298F2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358344" y="5339376"/>
                  <a:ext cx="130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3F4C6B-DFBA-F471-627F-43FB6DC365B7}"/>
                    </a:ext>
                  </a:extLst>
                </p14:cNvPr>
                <p14:cNvContentPartPr/>
                <p14:nvPr/>
              </p14:nvContentPartPr>
              <p14:xfrm>
                <a:off x="9463464" y="5178096"/>
                <a:ext cx="84600" cy="177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3F4C6B-DFBA-F471-627F-43FB6DC365B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445824" y="5160096"/>
                  <a:ext cx="120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3B1F3F-2B57-94D6-6197-4015183746EB}"/>
                    </a:ext>
                  </a:extLst>
                </p14:cNvPr>
                <p14:cNvContentPartPr/>
                <p14:nvPr/>
              </p14:nvContentPartPr>
              <p14:xfrm>
                <a:off x="9438264" y="5175216"/>
                <a:ext cx="160200" cy="135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3B1F3F-2B57-94D6-6197-4015183746E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420624" y="5157216"/>
                  <a:ext cx="195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5CFBBBC-4D3C-7362-0816-F18FFF3D3CC1}"/>
                    </a:ext>
                  </a:extLst>
                </p14:cNvPr>
                <p14:cNvContentPartPr/>
                <p14:nvPr/>
              </p14:nvContentPartPr>
              <p14:xfrm>
                <a:off x="8837424" y="5174136"/>
                <a:ext cx="642960" cy="246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5CFBBBC-4D3C-7362-0816-F18FFF3D3CC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819424" y="5156496"/>
                  <a:ext cx="6786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7362A7-C2B6-34BE-4019-81247FA3DC2F}"/>
                    </a:ext>
                  </a:extLst>
                </p14:cNvPr>
                <p14:cNvContentPartPr/>
                <p14:nvPr/>
              </p14:nvContentPartPr>
              <p14:xfrm>
                <a:off x="8432784" y="5462136"/>
                <a:ext cx="1069200" cy="389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7362A7-C2B6-34BE-4019-81247FA3DC2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415144" y="5444496"/>
                  <a:ext cx="1104840" cy="425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09006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2FF9-CBE0-1D7F-C3B0-33C8ABDD5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A2AD0-2BD2-04C9-C38B-F4BDA958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" y="2112265"/>
            <a:ext cx="11790525" cy="4411310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062945F-6C8A-B65F-C14C-86DA71F58170}"/>
              </a:ext>
            </a:extLst>
          </p:cNvPr>
          <p:cNvGrpSpPr/>
          <p:nvPr/>
        </p:nvGrpSpPr>
        <p:grpSpPr>
          <a:xfrm>
            <a:off x="3682944" y="4082256"/>
            <a:ext cx="3474720" cy="1084320"/>
            <a:chOff x="3682944" y="4082256"/>
            <a:chExt cx="3474720" cy="108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720050D-691C-5E06-5BBF-4F53F5A22464}"/>
                    </a:ext>
                  </a:extLst>
                </p14:cNvPr>
                <p14:cNvContentPartPr/>
                <p14:nvPr/>
              </p14:nvContentPartPr>
              <p14:xfrm>
                <a:off x="3682944" y="4519296"/>
                <a:ext cx="1025280" cy="647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720050D-691C-5E06-5BBF-4F53F5A2246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665304" y="4501296"/>
                  <a:ext cx="1060920" cy="6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4B7A005-7446-81D6-EE9A-AE5274B68FBC}"/>
                    </a:ext>
                  </a:extLst>
                </p14:cNvPr>
                <p14:cNvContentPartPr/>
                <p14:nvPr/>
              </p14:nvContentPartPr>
              <p14:xfrm>
                <a:off x="4635864" y="4472856"/>
                <a:ext cx="214200" cy="165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4B7A005-7446-81D6-EE9A-AE5274B68FB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17864" y="4454856"/>
                  <a:ext cx="24984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8EB766-B750-430F-3CC4-E29660216EF5}"/>
                    </a:ext>
                  </a:extLst>
                </p14:cNvPr>
                <p14:cNvContentPartPr/>
                <p14:nvPr/>
              </p14:nvContentPartPr>
              <p14:xfrm>
                <a:off x="5143824" y="4338216"/>
                <a:ext cx="320760" cy="1526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8EB766-B750-430F-3CC4-E29660216EF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125824" y="4320216"/>
                  <a:ext cx="356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6211097-4D9E-5335-7E9B-12C7F5DDD8EA}"/>
                    </a:ext>
                  </a:extLst>
                </p14:cNvPr>
                <p14:cNvContentPartPr/>
                <p14:nvPr/>
              </p14:nvContentPartPr>
              <p14:xfrm>
                <a:off x="5522544" y="4291776"/>
                <a:ext cx="220320" cy="155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6211097-4D9E-5335-7E9B-12C7F5DDD8E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04544" y="4273776"/>
                  <a:ext cx="2559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641DA2-CFBB-1F8C-C1C8-DADFF37A6CD3}"/>
                    </a:ext>
                  </a:extLst>
                </p14:cNvPr>
                <p14:cNvContentPartPr/>
                <p14:nvPr/>
              </p14:nvContentPartPr>
              <p14:xfrm>
                <a:off x="5790384" y="4350456"/>
                <a:ext cx="154080" cy="108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641DA2-CFBB-1F8C-C1C8-DADFF37A6CD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72384" y="4332816"/>
                  <a:ext cx="189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2139C7-383A-BFCA-5756-5E20422366B9}"/>
                    </a:ext>
                  </a:extLst>
                </p14:cNvPr>
                <p14:cNvContentPartPr/>
                <p14:nvPr/>
              </p14:nvContentPartPr>
              <p14:xfrm>
                <a:off x="5972904" y="4357656"/>
                <a:ext cx="266760" cy="102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2139C7-383A-BFCA-5756-5E20422366B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54904" y="4339656"/>
                  <a:ext cx="3024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C23F763-7F93-7E29-85FF-81AACE919972}"/>
                    </a:ext>
                  </a:extLst>
                </p14:cNvPr>
                <p14:cNvContentPartPr/>
                <p14:nvPr/>
              </p14:nvContentPartPr>
              <p14:xfrm>
                <a:off x="6308424" y="4169016"/>
                <a:ext cx="174960" cy="239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C23F763-7F93-7E29-85FF-81AACE91997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90424" y="4151376"/>
                  <a:ext cx="210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A78C409-4F01-A434-A648-DFCCA2D1982C}"/>
                    </a:ext>
                  </a:extLst>
                </p14:cNvPr>
                <p14:cNvContentPartPr/>
                <p14:nvPr/>
              </p14:nvContentPartPr>
              <p14:xfrm>
                <a:off x="6263064" y="4305096"/>
                <a:ext cx="169200" cy="37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A78C409-4F01-A434-A648-DFCCA2D1982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245064" y="4287096"/>
                  <a:ext cx="2048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52A7A5-1A72-A7AA-41E0-BD993E051EAA}"/>
                    </a:ext>
                  </a:extLst>
                </p14:cNvPr>
                <p14:cNvContentPartPr/>
                <p14:nvPr/>
              </p14:nvContentPartPr>
              <p14:xfrm>
                <a:off x="6554664" y="4305816"/>
                <a:ext cx="174600" cy="97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52A7A5-1A72-A7AA-41E0-BD993E051EA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37024" y="4288176"/>
                  <a:ext cx="2102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CF54E00-95E1-6C17-707B-9F055DACD0FB}"/>
                    </a:ext>
                  </a:extLst>
                </p14:cNvPr>
                <p14:cNvContentPartPr/>
                <p14:nvPr/>
              </p14:nvContentPartPr>
              <p14:xfrm>
                <a:off x="6716304" y="4082256"/>
                <a:ext cx="239040" cy="338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CF54E00-95E1-6C17-707B-9F055DACD0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98664" y="4064616"/>
                  <a:ext cx="27468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83498F7-EEB2-3BE0-6186-90268C3835F2}"/>
                    </a:ext>
                  </a:extLst>
                </p14:cNvPr>
                <p14:cNvContentPartPr/>
                <p14:nvPr/>
              </p14:nvContentPartPr>
              <p14:xfrm>
                <a:off x="5762664" y="4482576"/>
                <a:ext cx="1086120" cy="160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83498F7-EEB2-3BE0-6186-90268C3835F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744664" y="4464936"/>
                  <a:ext cx="1121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9D09A24-A290-0AE3-C44C-639D428B0371}"/>
                    </a:ext>
                  </a:extLst>
                </p14:cNvPr>
                <p14:cNvContentPartPr/>
                <p14:nvPr/>
              </p14:nvContentPartPr>
              <p14:xfrm>
                <a:off x="6027984" y="4539456"/>
                <a:ext cx="860400" cy="115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9D09A24-A290-0AE3-C44C-639D428B037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010344" y="4521456"/>
                  <a:ext cx="896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B522B73-F1EF-0E25-485E-546D5162A8B3}"/>
                    </a:ext>
                  </a:extLst>
                </p14:cNvPr>
                <p14:cNvContentPartPr/>
                <p14:nvPr/>
              </p14:nvContentPartPr>
              <p14:xfrm>
                <a:off x="7154424" y="4392936"/>
                <a:ext cx="3240" cy="15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B522B73-F1EF-0E25-485E-546D5162A8B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136784" y="4375296"/>
                  <a:ext cx="38880" cy="5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5B3D7D1-696E-7608-3022-CB837546E569}"/>
              </a:ext>
            </a:extLst>
          </p:cNvPr>
          <p:cNvGrpSpPr/>
          <p:nvPr/>
        </p:nvGrpSpPr>
        <p:grpSpPr>
          <a:xfrm>
            <a:off x="7527744" y="3919176"/>
            <a:ext cx="4110840" cy="829800"/>
            <a:chOff x="7527744" y="3919176"/>
            <a:chExt cx="4110840" cy="82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2E402B-087C-498C-18FD-91E5926E997C}"/>
                    </a:ext>
                  </a:extLst>
                </p14:cNvPr>
                <p14:cNvContentPartPr/>
                <p14:nvPr/>
              </p14:nvContentPartPr>
              <p14:xfrm>
                <a:off x="10035864" y="3919176"/>
                <a:ext cx="298440" cy="264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2E402B-087C-498C-18FD-91E5926E997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018224" y="3901536"/>
                  <a:ext cx="33408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3BCCA7C-6647-67C9-4210-A62705B3FB6E}"/>
                    </a:ext>
                  </a:extLst>
                </p14:cNvPr>
                <p14:cNvContentPartPr/>
                <p14:nvPr/>
              </p14:nvContentPartPr>
              <p14:xfrm>
                <a:off x="10374984" y="4079736"/>
                <a:ext cx="245880" cy="99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3BCCA7C-6647-67C9-4210-A62705B3FB6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0356984" y="4062096"/>
                  <a:ext cx="281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117647-46F7-7263-E975-489B67577996}"/>
                    </a:ext>
                  </a:extLst>
                </p14:cNvPr>
                <p14:cNvContentPartPr/>
                <p14:nvPr/>
              </p14:nvContentPartPr>
              <p14:xfrm>
                <a:off x="10587744" y="4061376"/>
                <a:ext cx="212760" cy="135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117647-46F7-7263-E975-489B675779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569744" y="4043736"/>
                  <a:ext cx="2484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53E86B-9E00-C230-33C7-B7B43A38DB61}"/>
                    </a:ext>
                  </a:extLst>
                </p14:cNvPr>
                <p14:cNvContentPartPr/>
                <p14:nvPr/>
              </p14:nvContentPartPr>
              <p14:xfrm>
                <a:off x="10870344" y="4077576"/>
                <a:ext cx="187920" cy="101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53E86B-9E00-C230-33C7-B7B43A38DB6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852344" y="4059576"/>
                  <a:ext cx="223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A7FB2E7-7E4A-5541-20C5-DA01559A04B2}"/>
                    </a:ext>
                  </a:extLst>
                </p14:cNvPr>
                <p14:cNvContentPartPr/>
                <p14:nvPr/>
              </p14:nvContentPartPr>
              <p14:xfrm>
                <a:off x="7599024" y="3992616"/>
                <a:ext cx="95400" cy="78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A7FB2E7-7E4A-5541-20C5-DA01559A04B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81024" y="3974976"/>
                  <a:ext cx="1310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CAB6D8-687E-2CBE-D4E4-1C12EB9BBA43}"/>
                    </a:ext>
                  </a:extLst>
                </p14:cNvPr>
                <p14:cNvContentPartPr/>
                <p14:nvPr/>
              </p14:nvContentPartPr>
              <p14:xfrm>
                <a:off x="7527744" y="3958056"/>
                <a:ext cx="289440" cy="363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CAB6D8-687E-2CBE-D4E4-1C12EB9BBA4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510104" y="3940416"/>
                  <a:ext cx="3250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BD171F-9352-4B4F-CB72-D1BA13F36924}"/>
                    </a:ext>
                  </a:extLst>
                </p14:cNvPr>
                <p14:cNvContentPartPr/>
                <p14:nvPr/>
              </p14:nvContentPartPr>
              <p14:xfrm>
                <a:off x="7776864" y="4161456"/>
                <a:ext cx="100440" cy="110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BD171F-9352-4B4F-CB72-D1BA13F3692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758864" y="4143816"/>
                  <a:ext cx="1360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066816F-A17C-A658-22C3-4A3FB377DD36}"/>
                    </a:ext>
                  </a:extLst>
                </p14:cNvPr>
                <p14:cNvContentPartPr/>
                <p14:nvPr/>
              </p14:nvContentPartPr>
              <p14:xfrm>
                <a:off x="7964064" y="4161816"/>
                <a:ext cx="385560" cy="113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066816F-A17C-A658-22C3-4A3FB377DD3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946424" y="4144176"/>
                  <a:ext cx="4212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FA7BCA4-27E7-0618-328A-D4679F474051}"/>
                    </a:ext>
                  </a:extLst>
                </p14:cNvPr>
                <p14:cNvContentPartPr/>
                <p14:nvPr/>
              </p14:nvContentPartPr>
              <p14:xfrm>
                <a:off x="8600904" y="4101696"/>
                <a:ext cx="435600" cy="163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FA7BCA4-27E7-0618-328A-D4679F47405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83264" y="4084056"/>
                  <a:ext cx="4712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F008D72-1AA1-8A27-8A5A-652D36653076}"/>
                    </a:ext>
                  </a:extLst>
                </p14:cNvPr>
                <p14:cNvContentPartPr/>
                <p14:nvPr/>
              </p14:nvContentPartPr>
              <p14:xfrm>
                <a:off x="9083664" y="4106016"/>
                <a:ext cx="599400" cy="325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F008D72-1AA1-8A27-8A5A-652D3665307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065664" y="4088016"/>
                  <a:ext cx="6350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7D0CB16-20DB-6562-BA20-CA1E98537962}"/>
                    </a:ext>
                  </a:extLst>
                </p14:cNvPr>
                <p14:cNvContentPartPr/>
                <p14:nvPr/>
              </p14:nvContentPartPr>
              <p14:xfrm>
                <a:off x="7936704" y="4406616"/>
                <a:ext cx="100080" cy="193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7D0CB16-20DB-6562-BA20-CA1E9853796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919064" y="4388976"/>
                  <a:ext cx="135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4A7254-C522-7ECB-0C0C-88D745B5A4B6}"/>
                    </a:ext>
                  </a:extLst>
                </p14:cNvPr>
                <p14:cNvContentPartPr/>
                <p14:nvPr/>
              </p14:nvContentPartPr>
              <p14:xfrm>
                <a:off x="7874424" y="4513896"/>
                <a:ext cx="300600" cy="716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4A7254-C522-7ECB-0C0C-88D745B5A4B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856424" y="4495896"/>
                  <a:ext cx="3362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FF6BC6-DAFF-A7A3-D5E7-77068EF15868}"/>
                    </a:ext>
                  </a:extLst>
                </p14:cNvPr>
                <p14:cNvContentPartPr/>
                <p14:nvPr/>
              </p14:nvContentPartPr>
              <p14:xfrm>
                <a:off x="8755704" y="4452696"/>
                <a:ext cx="236880" cy="142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FF6BC6-DAFF-A7A3-D5E7-77068EF1586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738064" y="4435056"/>
                  <a:ext cx="272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1FDFA4-9234-7063-6B84-80392F12E917}"/>
                    </a:ext>
                  </a:extLst>
                </p14:cNvPr>
                <p14:cNvContentPartPr/>
                <p14:nvPr/>
              </p14:nvContentPartPr>
              <p14:xfrm>
                <a:off x="9075024" y="4491216"/>
                <a:ext cx="156240" cy="92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1FDFA4-9234-7063-6B84-80392F12E91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057384" y="4473216"/>
                  <a:ext cx="1918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F753580-1002-AA17-968E-90047E114C61}"/>
                    </a:ext>
                  </a:extLst>
                </p14:cNvPr>
                <p14:cNvContentPartPr/>
                <p14:nvPr/>
              </p14:nvContentPartPr>
              <p14:xfrm>
                <a:off x="9202824" y="4364496"/>
                <a:ext cx="93960" cy="344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F753580-1002-AA17-968E-90047E114C6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84824" y="4346856"/>
                  <a:ext cx="12960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217F71B-CB98-12FD-4C1B-D11A404A29E9}"/>
                    </a:ext>
                  </a:extLst>
                </p14:cNvPr>
                <p14:cNvContentPartPr/>
                <p14:nvPr/>
              </p14:nvContentPartPr>
              <p14:xfrm>
                <a:off x="9254664" y="4509576"/>
                <a:ext cx="152640" cy="432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217F71B-CB98-12FD-4C1B-D11A404A29E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36664" y="4491576"/>
                  <a:ext cx="1882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69D0ADC-4C5E-5D5A-B3A3-6A1C096FE4DF}"/>
                    </a:ext>
                  </a:extLst>
                </p14:cNvPr>
                <p14:cNvContentPartPr/>
                <p14:nvPr/>
              </p14:nvContentPartPr>
              <p14:xfrm>
                <a:off x="9416304" y="4453416"/>
                <a:ext cx="248760" cy="147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69D0ADC-4C5E-5D5A-B3A3-6A1C096FE4D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98304" y="4435776"/>
                  <a:ext cx="2844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808C5E7-E9FB-BDEF-E4F3-F2730C1ECE95}"/>
                    </a:ext>
                  </a:extLst>
                </p14:cNvPr>
                <p14:cNvContentPartPr/>
                <p14:nvPr/>
              </p14:nvContentPartPr>
              <p14:xfrm>
                <a:off x="9709344" y="4503816"/>
                <a:ext cx="138240" cy="82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808C5E7-E9FB-BDEF-E4F3-F2730C1ECE9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91344" y="4486176"/>
                  <a:ext cx="173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191BC9B-50C0-A6B5-BDE6-900748DFDEDB}"/>
                    </a:ext>
                  </a:extLst>
                </p14:cNvPr>
                <p14:cNvContentPartPr/>
                <p14:nvPr/>
              </p14:nvContentPartPr>
              <p14:xfrm>
                <a:off x="9880704" y="4482576"/>
                <a:ext cx="204120" cy="122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191BC9B-50C0-A6B5-BDE6-900748DFDED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63064" y="4464936"/>
                  <a:ext cx="239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DB15F5C-85E1-A0E1-B4DA-4F67408A3F53}"/>
                    </a:ext>
                  </a:extLst>
                </p14:cNvPr>
                <p14:cNvContentPartPr/>
                <p14:nvPr/>
              </p14:nvContentPartPr>
              <p14:xfrm>
                <a:off x="10083024" y="4346856"/>
                <a:ext cx="239400" cy="250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DB15F5C-85E1-A0E1-B4DA-4F67408A3F5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65384" y="4328856"/>
                  <a:ext cx="27504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3DE319A-489E-2E61-2E1B-058C97B09183}"/>
                    </a:ext>
                  </a:extLst>
                </p14:cNvPr>
                <p14:cNvContentPartPr/>
                <p14:nvPr/>
              </p14:nvContentPartPr>
              <p14:xfrm>
                <a:off x="10621224" y="4433256"/>
                <a:ext cx="213120" cy="126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3DE319A-489E-2E61-2E1B-058C97B0918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603584" y="4415616"/>
                  <a:ext cx="2487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06785CF-5D71-F174-EB8B-42A8C14D15E4}"/>
                    </a:ext>
                  </a:extLst>
                </p14:cNvPr>
                <p14:cNvContentPartPr/>
                <p14:nvPr/>
              </p14:nvContentPartPr>
              <p14:xfrm>
                <a:off x="10841904" y="4464936"/>
                <a:ext cx="112320" cy="130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06785CF-5D71-F174-EB8B-42A8C14D15E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824264" y="4447296"/>
                  <a:ext cx="1479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8B71AEA-5BE9-87FC-143C-317779160555}"/>
                    </a:ext>
                  </a:extLst>
                </p14:cNvPr>
                <p14:cNvContentPartPr/>
                <p14:nvPr/>
              </p14:nvContentPartPr>
              <p14:xfrm>
                <a:off x="10996344" y="4461336"/>
                <a:ext cx="189000" cy="122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8B71AEA-5BE9-87FC-143C-31777916055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978704" y="4443696"/>
                  <a:ext cx="224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2D82EA0-592E-AB38-290D-C600415CD3ED}"/>
                    </a:ext>
                  </a:extLst>
                </p14:cNvPr>
                <p14:cNvContentPartPr/>
                <p14:nvPr/>
              </p14:nvContentPartPr>
              <p14:xfrm>
                <a:off x="11218464" y="4482576"/>
                <a:ext cx="113760" cy="92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2D82EA0-592E-AB38-290D-C600415CD3E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200824" y="4464936"/>
                  <a:ext cx="1494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81C53D-D15E-A4CA-5A86-DF8AF3908166}"/>
                    </a:ext>
                  </a:extLst>
                </p14:cNvPr>
                <p14:cNvContentPartPr/>
                <p14:nvPr/>
              </p14:nvContentPartPr>
              <p14:xfrm>
                <a:off x="11362464" y="4447656"/>
                <a:ext cx="103320" cy="118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81C53D-D15E-A4CA-5A86-DF8AF390816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344464" y="4429656"/>
                  <a:ext cx="138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553E48C-2A02-B540-5DEB-22550A2AAF5F}"/>
                    </a:ext>
                  </a:extLst>
                </p14:cNvPr>
                <p14:cNvContentPartPr/>
                <p14:nvPr/>
              </p14:nvContentPartPr>
              <p14:xfrm>
                <a:off x="11459304" y="4461696"/>
                <a:ext cx="179280" cy="9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553E48C-2A02-B540-5DEB-22550A2AAF5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441304" y="4444056"/>
                  <a:ext cx="2149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526DE9F-56EF-56A5-D20B-A03BA9F2FD95}"/>
                    </a:ext>
                  </a:extLst>
                </p14:cNvPr>
                <p14:cNvContentPartPr/>
                <p14:nvPr/>
              </p14:nvContentPartPr>
              <p14:xfrm>
                <a:off x="9255744" y="4648536"/>
                <a:ext cx="906840" cy="874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526DE9F-56EF-56A5-D20B-A03BA9F2FD9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237744" y="4630536"/>
                  <a:ext cx="9424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3529E8D-DFE3-4A6E-1230-CFE83373F720}"/>
                    </a:ext>
                  </a:extLst>
                </p14:cNvPr>
                <p14:cNvContentPartPr/>
                <p14:nvPr/>
              </p14:nvContentPartPr>
              <p14:xfrm>
                <a:off x="9340704" y="4648176"/>
                <a:ext cx="696600" cy="100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3529E8D-DFE3-4A6E-1230-CFE83373F72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322704" y="4630176"/>
                  <a:ext cx="732240" cy="136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7112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22E1-8D21-7745-F6FA-E7586260F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53A745-E084-43D2-B4D7-EB3B8A449743}"/>
                  </a:ext>
                </a:extLst>
              </p14:cNvPr>
              <p14:cNvContentPartPr/>
              <p14:nvPr/>
            </p14:nvContentPartPr>
            <p14:xfrm>
              <a:off x="10798704" y="5917896"/>
              <a:ext cx="255240" cy="282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53A745-E084-43D2-B4D7-EB3B8A4497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81064" y="5900256"/>
                <a:ext cx="290880" cy="31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8781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36953-D3D1-E442-C337-8441045C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4696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1114</TotalTime>
  <Words>111</Words>
  <Application>Microsoft Office PowerPoint</Application>
  <PresentationFormat>Widescreen</PresentationFormat>
  <Paragraphs>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150</cp:revision>
  <dcterms:created xsi:type="dcterms:W3CDTF">2025-09-22T02:44:38Z</dcterms:created>
  <dcterms:modified xsi:type="dcterms:W3CDTF">2026-06-21T08:45:41Z</dcterms:modified>
</cp:coreProperties>
</file>