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95" r:id="rId2"/>
    <p:sldId id="282" r:id="rId3"/>
    <p:sldId id="284" r:id="rId4"/>
    <p:sldId id="283" r:id="rId5"/>
    <p:sldId id="289" r:id="rId6"/>
    <p:sldId id="285" r:id="rId7"/>
    <p:sldId id="286" r:id="rId8"/>
    <p:sldId id="290" r:id="rId9"/>
    <p:sldId id="287" r:id="rId10"/>
    <p:sldId id="292" r:id="rId11"/>
    <p:sldId id="288" r:id="rId12"/>
    <p:sldId id="294" r:id="rId13"/>
    <p:sldId id="291" r:id="rId14"/>
    <p:sldId id="29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0T08:21:27.31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0 530 24575,'0'4'0,"0"10"0,0 8 0,5-1 0,9-4 0,16-17 0,20-31 0,19-31 0,6-19 0,-1-3 0,0-5 0,-4 8 0,-5 5 0,-10 15 0,-14 19-8191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0T08:21:29.46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1454 29 24575,'-3'-2'0,"0"0"0,-1 0 0,1 1 0,0-1 0,-1 1 0,1 0 0,-1 0 0,0 0 0,1 0 0,-1 1 0,0 0 0,-3 0 0,-4-1 0,-143-11 0,-199 11 0,164 3 0,-436-1 0,623-2 0,0 1 0,0 0 0,0 1 0,1-1 0,-1 0 0,0 0 0,0 1 0,0-1 0,1 1 0,-1-1 0,0 1 0,1 0 0,-1 0 0,0 0 0,1 0 0,-1 0 0,1 0 0,-1 0 0,1 0 0,0 0 0,0 1 0,-1-1 0,1 1 0,-1 1 0,0 3 0,-1 0 0,1 1 0,0-1 0,1 0 0,-1 1 0,0 9 0,-11 139 0,9 204 0,5-211 0,10 491 0,51 0 0,-10-70 0,-45 1 0,6-275 0,-1-8 0,-15 18 0,6 327 0,9-424 0,2 101 0,-14-243 0,-2 39 0,5 0 0,19 115 0,-12-160 0,34 248 0,-40-273 0,2-1 0,1-1 0,2 1 0,19 48 0,-11-6 0,-11-42 0,-5-31 0,0 0 0,0 0 0,0 0 0,0 0 0,1 0 0,-1 0 0,1 0 0,0-1 0,0 1 0,0 0 0,0-1 0,0 0 0,1 0 0,-1 1 0,1-1 0,-1-1 0,1 1 0,0 0 0,0-1 0,-1 1 0,1-1 0,0 0 0,1 0 0,-1 0 0,0 0 0,0-1 0,0 1 0,0-1 0,1 0 0,-1 0 0,5 0 0,12-1 0,0-1 0,-1 0 0,37-10 0,-47 10 0,169-54 125,-11 2-1615,-128 46-5336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1T09:39:49.9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1 368 24575,'4'1'0,"-1"-1"0,1 1 0,-1 0 0,1 0 0,-1 0 0,0 1 0,1-1 0,-1 1 0,0 0 0,0 0 0,0 0 0,0 0 0,0 0 0,0 1 0,2 3 0,38 47 0,-36-45 0,60 98 0,7 8 0,-73-111 0,1-1 0,-1 0 0,0 0 0,1-1 0,0 1 0,-1 0 0,1 0 0,0-1 0,0 1 0,0-1 0,0 0 0,0 1 0,0-1 0,0 0 0,1 0 0,-1 0 0,0-1 0,1 1 0,-1-1 0,0 1 0,1-1 0,-1 0 0,1 1 0,-1-1 0,0 0 0,1-1 0,-1 1 0,1 0 0,-1-1 0,0 0 0,4-1 0,3-3 0,0 0 0,-1-1 0,1 0 0,-1 0 0,-1-1 0,10-10 0,-3 3 0,682-575 0,-658 562-1365,-6 6-5461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1T09:39:52.9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1 479 24575,'0'5'0,"1"0"0,0 0 0,0 0 0,1 0 0,-1 0 0,1-1 0,0 1 0,1-1 0,-1 1 0,1-1 0,0 0 0,0 0 0,6 6 0,51 49 0,-49-50 0,-6-4 0,0-1 0,0 0 0,1 0 0,0 0 0,0 0 0,0-1 0,0 0 0,0 0 0,0-1 0,1 0 0,-1 0 0,1 0 0,0-1 0,0 0 0,8 1 0,-5-3 0,0-1 0,0 0 0,0 0 0,-1 0 0,1-1 0,-1-1 0,0 0 0,0 0 0,0-1 0,11-7 0,312-232 0,-99 65 0,22 9-1365,-206 142-5461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1T09:39:55.8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1 521 24575,'4'0'0,"6"0"0,5 4 0,1 6 0,1 1 0,16-14 0,19-41 0,18-26 0,14-15 0,6 0 0,-3 9 0,-9 9 0,-12 16 0,-18 12 0,-17 13-8191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1T09:39:57.5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1 473 24575,'3'0'0,"-1"1"0,1 0 0,0 0 0,0 1 0,-1-1 0,1 0 0,0 1 0,-1-1 0,0 1 0,1 0 0,-1 0 0,0 0 0,0 0 0,0 0 0,3 5 0,26 37 0,-15-13 0,-10-19 0,1-1 0,0 1 0,13 14 0,-19-24 0,1-1 0,-1 0 0,1 0 0,-1-1 0,1 1 0,-1 0 0,1 0 0,0-1 0,-1 1 0,1-1 0,0 1 0,0-1 0,-1 0 0,1 0 0,0 0 0,0 0 0,-1 0 0,1 0 0,0 0 0,0-1 0,-1 1 0,1-1 0,0 1 0,-1-1 0,1 1 0,0-1 0,-1 0 0,1 0 0,-1 0 0,1 0 0,-1 0 0,0 0 0,1 0 0,1-3 0,10-7 0,-1 0 0,19-24 0,-22 25 0,287-289 120,-236 249-491,3 1-1,1 4 1,94-50 0,-104 68-6455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1T09:39:58.7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2 200 24575,'0'38'0,"-1"-19"0,1 0 0,0 0 0,2 0 0,0 0 0,6 24 0,-8-42 0,1 1 0,-1-1 0,1 0 0,0 1 0,-1-1 0,1 1 0,0-1 0,0 0 0,0 0 0,0 1 0,0-1 0,0 0 0,0 0 0,0 0 0,0 0 0,1 0 0,-1 0 0,0-1 0,1 1 0,-1 0 0,1-1 0,-1 1 0,1-1 0,-1 1 0,1-1 0,-1 0 0,1 1 0,-1-1 0,1 0 0,-1 0 0,1 0 0,-1 0 0,1-1 0,-1 1 0,1 0 0,0-1 0,1 0 0,7-2 0,-1 0 0,1-1 0,-1 0 0,13-9 0,-19 12 0,207-137 0,-59 36 0,27-10-1365,-145 93-5461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8.png"/><Relationship Id="rId7" Type="http://schemas.openxmlformats.org/officeDocument/2006/relationships/image" Target="../media/image5.png"/><Relationship Id="rId12" Type="http://schemas.openxmlformats.org/officeDocument/2006/relationships/customXml" Target="../ink/ink5.xml"/><Relationship Id="rId17" Type="http://schemas.openxmlformats.org/officeDocument/2006/relationships/image" Target="../media/image10.png"/><Relationship Id="rId2" Type="http://schemas.openxmlformats.org/officeDocument/2006/relationships/customXml" Target="../ink/ink1.xml"/><Relationship Id="rId16" Type="http://schemas.openxmlformats.org/officeDocument/2006/relationships/customXml" Target="../ink/ink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11" Type="http://schemas.openxmlformats.org/officeDocument/2006/relationships/image" Target="../media/image7.png"/><Relationship Id="rId5" Type="http://schemas.openxmlformats.org/officeDocument/2006/relationships/customXml" Target="../ink/ink2.xml"/><Relationship Id="rId15" Type="http://schemas.openxmlformats.org/officeDocument/2006/relationships/image" Target="../media/image9.png"/><Relationship Id="rId10" Type="http://schemas.openxmlformats.org/officeDocument/2006/relationships/customXml" Target="../ink/ink4.xml"/><Relationship Id="rId4" Type="http://schemas.openxmlformats.org/officeDocument/2006/relationships/image" Target="../media/image77.png"/><Relationship Id="rId9" Type="http://schemas.openxmlformats.org/officeDocument/2006/relationships/image" Target="../media/image6.png"/><Relationship Id="rId14" Type="http://schemas.openxmlformats.org/officeDocument/2006/relationships/customXml" Target="../ink/ink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54A4D-079C-B20C-3D49-5FFA22378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203BE6-6C3D-D76F-BDF4-049B22227ADC}"/>
              </a:ext>
            </a:extLst>
          </p:cNvPr>
          <p:cNvSpPr txBox="1"/>
          <p:nvPr/>
        </p:nvSpPr>
        <p:spPr>
          <a:xfrm>
            <a:off x="2070354" y="2428947"/>
            <a:ext cx="80512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Document Understanding Using AI</a:t>
            </a:r>
          </a:p>
        </p:txBody>
      </p:sp>
    </p:spTree>
    <p:extLst>
      <p:ext uri="{BB962C8B-B14F-4D97-AF65-F5344CB8AC3E}">
        <p14:creationId xmlns:p14="http://schemas.microsoft.com/office/powerpoint/2010/main" val="3780313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69E6F-16C6-394C-B42C-9A6EC89E9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581A61-D03D-945C-72FD-BA52FB72173B}"/>
              </a:ext>
            </a:extLst>
          </p:cNvPr>
          <p:cNvSpPr txBox="1"/>
          <p:nvPr/>
        </p:nvSpPr>
        <p:spPr>
          <a:xfrm>
            <a:off x="1911096" y="234387"/>
            <a:ext cx="805129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Document Understanding Demo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Navigate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Analytics and AI → Document Understanding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will see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Text Extraction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Table Extraction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Value Extraction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Document Classification, etc.</a:t>
            </a:r>
          </a:p>
        </p:txBody>
      </p:sp>
    </p:spTree>
    <p:extLst>
      <p:ext uri="{BB962C8B-B14F-4D97-AF65-F5344CB8AC3E}">
        <p14:creationId xmlns:p14="http://schemas.microsoft.com/office/powerpoint/2010/main" val="1814574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107E2-9742-1FC3-48E2-E1B76A079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4CE216A-6A7A-3D68-A628-47C796685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0160"/>
            <a:ext cx="11871084" cy="546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513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A0375-E84F-1A6C-9A43-50D7FB250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FCBE4E-C87C-0653-6DA6-D5C803A06E1C}"/>
              </a:ext>
            </a:extLst>
          </p:cNvPr>
          <p:cNvSpPr txBox="1"/>
          <p:nvPr/>
        </p:nvSpPr>
        <p:spPr>
          <a:xfrm>
            <a:off x="3986784" y="2395728"/>
            <a:ext cx="33682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Text Extraction </a:t>
            </a:r>
          </a:p>
        </p:txBody>
      </p:sp>
    </p:spTree>
    <p:extLst>
      <p:ext uri="{BB962C8B-B14F-4D97-AF65-F5344CB8AC3E}">
        <p14:creationId xmlns:p14="http://schemas.microsoft.com/office/powerpoint/2010/main" val="2964791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F1980-9421-9407-0904-C4A0AFBD2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F3899C-3AEF-022F-3C25-E750CE5FE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18" y="2715768"/>
            <a:ext cx="12040932" cy="3907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765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7E01B-C280-2FB5-4767-6C33DDB72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1D4953-71B4-5162-385B-C5A106E94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5828"/>
            <a:ext cx="12192000" cy="5252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476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B0559-160A-C0AE-C48D-9FF6E5F0F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5E34938E-095F-EFDF-2517-D154537B4D02}"/>
              </a:ext>
            </a:extLst>
          </p:cNvPr>
          <p:cNvGrpSpPr/>
          <p:nvPr/>
        </p:nvGrpSpPr>
        <p:grpSpPr>
          <a:xfrm>
            <a:off x="8640864" y="4205016"/>
            <a:ext cx="549000" cy="2319480"/>
            <a:chOff x="8640864" y="4205016"/>
            <a:chExt cx="549000" cy="231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2548AF1-F585-1EE8-B943-C0FA6E4B9775}"/>
                    </a:ext>
                  </a:extLst>
                </p14:cNvPr>
                <p14:cNvContentPartPr/>
                <p14:nvPr/>
              </p14:nvContentPartPr>
              <p14:xfrm>
                <a:off x="8640864" y="4664736"/>
                <a:ext cx="224280" cy="2192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2548AF1-F585-1EE8-B943-C0FA6E4B977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622864" y="4647096"/>
                  <a:ext cx="25992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78EE2D1-B13D-E4D6-7DD6-80D2882CDC77}"/>
                    </a:ext>
                  </a:extLst>
                </p14:cNvPr>
                <p14:cNvContentPartPr/>
                <p14:nvPr/>
              </p14:nvContentPartPr>
              <p14:xfrm>
                <a:off x="8666424" y="4205016"/>
                <a:ext cx="523440" cy="23194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78EE2D1-B13D-E4D6-7DD6-80D2882CDC7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648784" y="4187376"/>
                  <a:ext cx="559080" cy="23551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DA2473E-64E6-7446-3195-D042CDE0408E}"/>
              </a:ext>
            </a:extLst>
          </p:cNvPr>
          <p:cNvSpPr txBox="1"/>
          <p:nvPr/>
        </p:nvSpPr>
        <p:spPr>
          <a:xfrm>
            <a:off x="2359661" y="216885"/>
            <a:ext cx="68302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text would appear on the right-hand side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059F6C-9A11-F1FB-8649-514559753B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27" y="960121"/>
            <a:ext cx="11881125" cy="589788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32473D3-CFB0-CE73-3565-690E9A68BACF}"/>
                  </a:ext>
                </a:extLst>
              </p14:cNvPr>
              <p14:cNvContentPartPr/>
              <p14:nvPr/>
            </p14:nvContentPartPr>
            <p14:xfrm>
              <a:off x="4644864" y="1970496"/>
              <a:ext cx="418680" cy="2548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32473D3-CFB0-CE73-3565-690E9A68BAC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627224" y="1952496"/>
                <a:ext cx="454320" cy="29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4F128A0-03B3-BAA2-E09E-9EF18A3BA565}"/>
                  </a:ext>
                </a:extLst>
              </p14:cNvPr>
              <p14:cNvContentPartPr/>
              <p14:nvPr/>
            </p14:nvContentPartPr>
            <p14:xfrm>
              <a:off x="1097064" y="3649896"/>
              <a:ext cx="430200" cy="2386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4F128A0-03B3-BAA2-E09E-9EF18A3BA56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79424" y="3632256"/>
                <a:ext cx="465840" cy="27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6FED999-204B-6E33-B238-FE57B0CDD9F7}"/>
                  </a:ext>
                </a:extLst>
              </p14:cNvPr>
              <p14:cNvContentPartPr/>
              <p14:nvPr/>
            </p14:nvContentPartPr>
            <p14:xfrm>
              <a:off x="8293464" y="3378816"/>
              <a:ext cx="252720" cy="1969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6FED999-204B-6E33-B238-FE57B0CDD9F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275824" y="3360816"/>
                <a:ext cx="288360" cy="23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2F638A21-2207-B732-7A9E-DDBB3EC699DA}"/>
              </a:ext>
            </a:extLst>
          </p:cNvPr>
          <p:cNvGrpSpPr/>
          <p:nvPr/>
        </p:nvGrpSpPr>
        <p:grpSpPr>
          <a:xfrm>
            <a:off x="8750664" y="2609496"/>
            <a:ext cx="771480" cy="233640"/>
            <a:chOff x="8750664" y="2609496"/>
            <a:chExt cx="771480" cy="23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2B19CC1-4EAB-8845-FF8A-4E2820E06CA9}"/>
                    </a:ext>
                  </a:extLst>
                </p14:cNvPr>
                <p14:cNvContentPartPr/>
                <p14:nvPr/>
              </p14:nvContentPartPr>
              <p14:xfrm>
                <a:off x="8750664" y="2609496"/>
                <a:ext cx="341280" cy="2336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2B19CC1-4EAB-8845-FF8A-4E2820E06CA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733024" y="2591856"/>
                  <a:ext cx="37692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E63D5BA-765E-549B-1D0F-864141B47D88}"/>
                    </a:ext>
                  </a:extLst>
                </p14:cNvPr>
                <p14:cNvContentPartPr/>
                <p14:nvPr/>
              </p14:nvContentPartPr>
              <p14:xfrm>
                <a:off x="9271224" y="2634696"/>
                <a:ext cx="250920" cy="1450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E63D5BA-765E-549B-1D0F-864141B47D8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253584" y="2617056"/>
                  <a:ext cx="286560" cy="180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60081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AC5E3-EA58-B492-6786-88570FB36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C4B96C-036A-EE3C-EEC6-E8A7719E32DA}"/>
              </a:ext>
            </a:extLst>
          </p:cNvPr>
          <p:cNvSpPr txBox="1"/>
          <p:nvPr/>
        </p:nvSpPr>
        <p:spPr>
          <a:xfrm>
            <a:off x="3986784" y="2395728"/>
            <a:ext cx="36172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Table Extraction </a:t>
            </a:r>
          </a:p>
        </p:txBody>
      </p:sp>
    </p:spTree>
    <p:extLst>
      <p:ext uri="{BB962C8B-B14F-4D97-AF65-F5344CB8AC3E}">
        <p14:creationId xmlns:p14="http://schemas.microsoft.com/office/powerpoint/2010/main" val="132404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613AA-71B5-8CE6-EC28-F5C153BAE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212E3B-894D-D4B0-22F6-E3593D5FE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2697831"/>
            <a:ext cx="11972544" cy="4160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393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20716-976F-B1F1-D3A9-4EEFE495D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D34A9C-F5D9-F584-5A74-B67D53A7F6E8}"/>
              </a:ext>
            </a:extLst>
          </p:cNvPr>
          <p:cNvSpPr txBox="1"/>
          <p:nvPr/>
        </p:nvSpPr>
        <p:spPr>
          <a:xfrm>
            <a:off x="3986784" y="2395728"/>
            <a:ext cx="45267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Value Extraction </a:t>
            </a:r>
          </a:p>
        </p:txBody>
      </p:sp>
    </p:spTree>
    <p:extLst>
      <p:ext uri="{BB962C8B-B14F-4D97-AF65-F5344CB8AC3E}">
        <p14:creationId xmlns:p14="http://schemas.microsoft.com/office/powerpoint/2010/main" val="555426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2D3BC-CC97-0072-96B4-93C0AF34B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0CA184-8CDF-AF07-700C-5C5B16E64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12264"/>
            <a:ext cx="11807952" cy="4479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8726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10E35-8E4B-9F71-5E3D-1221DF87B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42493C-E7D7-ED20-2E66-3256AC69B815}"/>
              </a:ext>
            </a:extLst>
          </p:cNvPr>
          <p:cNvSpPr txBox="1"/>
          <p:nvPr/>
        </p:nvSpPr>
        <p:spPr>
          <a:xfrm>
            <a:off x="3986784" y="2395728"/>
            <a:ext cx="51835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>
                <a:solidFill>
                  <a:schemeClr val="accent6">
                    <a:lumMod val="60000"/>
                    <a:lumOff val="40000"/>
                  </a:schemeClr>
                </a:solidFill>
              </a:rPr>
              <a:t>Document Classification</a:t>
            </a:r>
            <a:endParaRPr lang="en-US" sz="4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1209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830F6-FEAA-2EE3-31EF-4A113C3D6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4F232B-C9DA-2461-C004-169BE18F2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72" y="2578609"/>
            <a:ext cx="11949055" cy="418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78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CCFFF-5D60-97E6-D065-39B175E71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1404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1212</TotalTime>
  <Words>47</Words>
  <Application>Microsoft Office PowerPoint</Application>
  <PresentationFormat>Widescreen</PresentationFormat>
  <Paragraphs>16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152</cp:revision>
  <dcterms:created xsi:type="dcterms:W3CDTF">2025-09-22T02:44:38Z</dcterms:created>
  <dcterms:modified xsi:type="dcterms:W3CDTF">2026-06-21T09:40:03Z</dcterms:modified>
</cp:coreProperties>
</file>