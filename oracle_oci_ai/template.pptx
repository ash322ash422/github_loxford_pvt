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7" r:id="rId3"/>
    <p:sldId id="275" r:id="rId4"/>
    <p:sldId id="27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DDD-25C4-0F38-B5E8-8946606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19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923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125</cp:revision>
  <dcterms:created xsi:type="dcterms:W3CDTF">2025-09-22T02:44:38Z</dcterms:created>
  <dcterms:modified xsi:type="dcterms:W3CDTF">2026-06-19T19:00:12Z</dcterms:modified>
</cp:coreProperties>
</file>