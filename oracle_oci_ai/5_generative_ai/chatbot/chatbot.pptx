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7" r:id="rId3"/>
    <p:sldId id="275" r:id="rId4"/>
    <p:sldId id="278" r:id="rId5"/>
    <p:sldId id="279" r:id="rId6"/>
    <p:sldId id="280" r:id="rId7"/>
    <p:sldId id="282" r:id="rId8"/>
    <p:sldId id="281" r:id="rId9"/>
    <p:sldId id="283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4:10:54.77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0 571 24575,'3'1'0,"-1"-1"0,1 1 0,-1-1 0,0 1 0,1 0 0,-1 0 0,0 0 0,0 0 0,0 0 0,1 0 0,-1 1 0,0-1 0,-1 1 0,1 0 0,0-1 0,2 4 0,25 33 0,-23-29 0,47 70 0,84 117 0,-122-173 0,-10-16 0,-1 1 0,1-1 0,0 0 0,1-1 0,8 10 0,-12-15 0,-1 0 0,0 0 0,0-1 0,1 1 0,-1 0 0,0 0 0,1-1 0,-1 1 0,1-1 0,-1 1 0,1-1 0,-1 0 0,1 1 0,-1-1 0,1 0 0,-1 0 0,1 0 0,-1 0 0,1 0 0,-1-1 0,1 1 0,-1 0 0,1-1 0,-1 1 0,1-1 0,-1 0 0,0 1 0,1-1 0,-1 0 0,0 0 0,1 0 0,-1 1 0,0-1 0,0-1 0,2-1 0,19-22 0,-2 0 0,-1-2 0,0 0 0,24-52 0,9-12 0,198-241 0,-121 173 0,-94 115-341,1 3 0,3 1-1,66-53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4:10:57.688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1 24575,'1447'0'-1365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4:11:00.09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1 754 24575,'1'4'0,"1"0"0,-1 0 0,1-1 0,0 1 0,1 0 0,-1-1 0,0 0 0,1 1 0,0-1 0,0 0 0,0 0 0,4 3 0,9 10 0,22 35 0,-21-27 0,1-1 0,2 0 0,0-1 0,24 20 0,-38-38 0,0-1 0,1 1 0,0-1 0,0 0 0,0-1 0,0 0 0,0 0 0,0 0 0,1-1 0,-1 0 0,1 0 0,-1-1 0,1 0 0,-1 0 0,0-1 0,1 0 0,-1 0 0,0-1 0,1 0 0,-1 0 0,8-4 0,18-8 0,-1-1 0,-1-1 0,33-22 0,-56 33 0,105-70 0,-4-4 0,112-106 0,170-222 0,-359 369-455,-1-1 0,38-65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4:11:57.153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4:27:39.025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4:27:46.919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0 277 24575,'3'36'0,"1"1"0,2-1 0,1 0 0,2-1 0,1 1 0,25 54 0,-33-85 0,0-1 0,1 1 0,-1-1 0,1 0 0,0 0 0,0 0 0,0-1 0,1 1 0,-1-1 0,1 1 0,0-1 0,0 0 0,0-1 0,0 1 0,0-1 0,1 0 0,-1 0 0,1 0 0,0 0 0,-1-1 0,1 0 0,0 0 0,0 0 0,0 0 0,0-1 0,0 0 0,-1 0 0,1 0 0,0-1 0,6-1 0,15-3 0,0-1 0,-1-1 0,0-1 0,33-15 0,-58 22 0,104-46 0,104-65 0,92-77 0,-184 114 0,80-57-1365,-136 88-5461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4:27:48.564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1 138 24575,'1'49'0,"2"0"0,2 0 0,21 88 0,-24-132 0,-1 0 0,1 0 0,0-1 0,0 1 0,1 0 0,-1-1 0,1 1 0,0-1 0,0 0 0,1 0 0,-1 0 0,1-1 0,0 1 0,0-1 0,0 0 0,0 0 0,0 0 0,1-1 0,0 1 0,-1-1 0,1 0 0,0 0 0,0-1 0,0 1 0,0-1 0,0-1 0,0 1 0,0 0 0,0-1 0,1 0 0,6-1 0,12-1 0,-1-1 0,1-1 0,-1-1 0,0-1 0,34-15 0,13-9 0,-2-4 0,66-43 0,35-19 0,204-83 0,-259 126-1365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774FE4-F8C8-5D6D-56F9-ED59349D4E0A}"/>
              </a:ext>
            </a:extLst>
          </p:cNvPr>
          <p:cNvSpPr txBox="1"/>
          <p:nvPr/>
        </p:nvSpPr>
        <p:spPr>
          <a:xfrm>
            <a:off x="3566160" y="2221992"/>
            <a:ext cx="5487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 Using Generative AI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4CCE2-FB09-3A0D-D24C-38B58419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513943"/>
            <a:ext cx="10631384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72C13-7197-740B-B3B2-4EE76B7F8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242032"/>
            <a:ext cx="10573512" cy="561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52A9-4B2E-50AB-A169-E3D89145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A420A-458F-23DA-DDD3-9D696055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373219"/>
            <a:ext cx="11542776" cy="42720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183CAE-6F7E-51E9-3CD9-2AF2510833C3}"/>
                  </a:ext>
                </a:extLst>
              </p14:cNvPr>
              <p14:cNvContentPartPr/>
              <p14:nvPr/>
            </p14:nvContentPartPr>
            <p14:xfrm>
              <a:off x="9299304" y="4046256"/>
              <a:ext cx="410400" cy="35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183CAE-6F7E-51E9-3CD9-2AF2510833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3304" y="4010616"/>
                <a:ext cx="48204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3469E67-7A49-67C8-C090-29A09FEFB898}"/>
                  </a:ext>
                </a:extLst>
              </p14:cNvPr>
              <p14:cNvContentPartPr/>
              <p14:nvPr/>
            </p14:nvContentPartPr>
            <p14:xfrm>
              <a:off x="11164824" y="3712176"/>
              <a:ext cx="52128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3469E67-7A49-67C8-C090-29A09FEFB8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28824" y="3676536"/>
                <a:ext cx="592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1F4974F-3760-A3CC-7E92-5C0AA03ED653}"/>
                  </a:ext>
                </a:extLst>
              </p14:cNvPr>
              <p14:cNvContentPartPr/>
              <p14:nvPr/>
            </p14:nvContentPartPr>
            <p14:xfrm>
              <a:off x="5778864" y="4702896"/>
              <a:ext cx="542520" cy="371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1F4974F-3760-A3CC-7E92-5C0AA03ED6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43224" y="4667256"/>
                <a:ext cx="614160" cy="44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403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13F6-8D21-15D3-D4D6-21F80F5E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75B4D7-B79F-AE0B-F512-A80F61901EFB}"/>
                  </a:ext>
                </a:extLst>
              </p14:cNvPr>
              <p14:cNvContentPartPr/>
              <p14:nvPr/>
            </p14:nvContentPartPr>
            <p14:xfrm>
              <a:off x="5842944" y="630021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75B4D7-B79F-AE0B-F512-A80F61901E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6944" y="6264216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B18171F-BD4E-3253-3D4A-4C1D74D1B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383072"/>
            <a:ext cx="11478768" cy="53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5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45E1-2613-547A-C021-379A2112F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DCCB9-99EF-1C1B-DC0C-BF9FCF641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514600"/>
            <a:ext cx="6555425" cy="2738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8F8E13-7170-832E-B187-5EC3787666D7}"/>
              </a:ext>
            </a:extLst>
          </p:cNvPr>
          <p:cNvSpPr txBox="1"/>
          <p:nvPr/>
        </p:nvSpPr>
        <p:spPr>
          <a:xfrm>
            <a:off x="2852928" y="731520"/>
            <a:ext cx="6102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copied and ran the code in 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45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4E7E-CFF0-EEB4-E96E-48BB61DD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5EE23-5F92-95B3-D224-5A62F39AF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38" y="941833"/>
            <a:ext cx="9613928" cy="534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16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15E5-B074-F4C9-81EF-F24C8646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29988-0A72-10E7-0238-4A62995AE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3172"/>
            <a:ext cx="12192000" cy="49627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265E52-ABFF-714B-C847-AD337B822EC0}"/>
                  </a:ext>
                </a:extLst>
              </p14:cNvPr>
              <p14:cNvContentPartPr/>
              <p14:nvPr/>
            </p14:nvContentPartPr>
            <p14:xfrm>
              <a:off x="6994944" y="3474576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265E52-ABFF-714B-C847-AD337B822E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59304" y="343857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31D029-1ABC-2FFD-E4E3-FE3609523F5D}"/>
                  </a:ext>
                </a:extLst>
              </p14:cNvPr>
              <p14:cNvContentPartPr/>
              <p14:nvPr/>
            </p14:nvContentPartPr>
            <p14:xfrm>
              <a:off x="7415784" y="3942216"/>
              <a:ext cx="485640" cy="235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31D029-1ABC-2FFD-E4E3-FE3609523F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79784" y="3906576"/>
                <a:ext cx="557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FFB05A-A9EB-5E1B-9395-D2511CAC5B59}"/>
                  </a:ext>
                </a:extLst>
              </p14:cNvPr>
              <p14:cNvContentPartPr/>
              <p14:nvPr/>
            </p14:nvContentPartPr>
            <p14:xfrm>
              <a:off x="5028984" y="5994576"/>
              <a:ext cx="456840" cy="184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FFB05A-A9EB-5E1B-9395-D2511CAC5B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93344" y="5958936"/>
                <a:ext cx="528480" cy="25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263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15B-B703-DE8E-C6F2-9206EBAC2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598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957</TotalTime>
  <Words>14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131</cp:revision>
  <dcterms:created xsi:type="dcterms:W3CDTF">2025-09-22T02:44:38Z</dcterms:created>
  <dcterms:modified xsi:type="dcterms:W3CDTF">2026-06-22T14:28:44Z</dcterms:modified>
</cp:coreProperties>
</file>