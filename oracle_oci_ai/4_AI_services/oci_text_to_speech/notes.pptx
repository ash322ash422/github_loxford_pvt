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7" r:id="rId2"/>
    <p:sldId id="278" r:id="rId3"/>
    <p:sldId id="277" r:id="rId4"/>
    <p:sldId id="275" r:id="rId5"/>
    <p:sldId id="280" r:id="rId6"/>
    <p:sldId id="281" r:id="rId7"/>
    <p:sldId id="279" r:id="rId8"/>
    <p:sldId id="276" r:id="rId9"/>
    <p:sldId id="282" r:id="rId10"/>
    <p:sldId id="283" r:id="rId11"/>
    <p:sldId id="284" r:id="rId12"/>
    <p:sldId id="285" r:id="rId13"/>
    <p:sldId id="286" r:id="rId14"/>
    <p:sldId id="287" r:id="rId15"/>
    <p:sldId id="28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9:36:57.690"/>
    </inkml:context>
    <inkml:brush xml:id="br0">
      <inkml:brushProperty name="width" value="0.2" units="cm"/>
      <inkml:brushProperty name="height" value="0.2" units="cm"/>
      <inkml:brushProperty name="color" value="#AB008B"/>
    </inkml:brush>
  </inkml:definitions>
  <inkml:trace contextRef="#ctx0" brushRef="#br0">1 0 24575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9:36:02.2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0 473 24575,'4'0'0,"-1"0"0,0 1 0,0-1 0,1 1 0,-1 0 0,0 0 0,0 0 0,0 0 0,0 1 0,0-1 0,0 1 0,-1 0 0,1 0 0,0 0 0,-1 0 0,1 0 0,2 5 0,36 52 0,-36-49 0,0-1 0,1 0 0,1 0 0,11 12 0,-17-20 0,1 0 0,0 1 0,0-1 0,0 0 0,0 0 0,0 0 0,1-1 0,-1 1 0,0 0 0,0-1 0,1 0 0,-1 1 0,0-1 0,0 0 0,1 0 0,-1 0 0,0-1 0,1 1 0,-1 0 0,0-1 0,0 1 0,0-1 0,1 0 0,-1 0 0,0 0 0,0 0 0,0 0 0,0 0 0,0-1 0,-1 1 0,4-4 0,9-6 0,-2-1 0,0 0 0,15-19 0,-11 12 0,38-37 0,1 3 0,4 3 0,73-49 0,209-102 0,-243 150-1365,-62 35-5461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9:36:10.682"/>
    </inkml:context>
    <inkml:brush xml:id="br0">
      <inkml:brushProperty name="width" value="0.2" units="cm"/>
      <inkml:brushProperty name="height" value="0.2" units="cm"/>
      <inkml:brushProperty name="color" value="#AB008B"/>
    </inkml:brush>
  </inkml:definitions>
  <inkml:trace contextRef="#ctx0" brushRef="#br0">0 501 24575,'4'1'0,"-1"1"0,1 0 0,-1 0 0,0 1 0,0-1 0,0 1 0,0-1 0,0 1 0,-1 0 0,1 0 0,-1 0 0,0 1 0,0-1 0,0 0 0,2 5 0,0-1 0,13 21 0,-8-12 0,1-1 0,0 0 0,17 18 0,-23-29 0,0 1 0,1-1 0,0 0 0,0-1 0,0 1 0,0-1 0,1 0 0,-1-1 0,1 1 0,0-1 0,-1 0 0,1-1 0,12 3 0,-5-3 0,-1 0 0,1-1 0,-1-1 0,1 0 0,-1 0 0,0-1 0,1-1 0,-1 0 0,0-1 0,0 0 0,18-10 0,6-5 0,-1-3 0,40-31 0,36-24 0,69-46 0,4-4 0,-24 26 0,-91 55 0,88-44 0,-125 74-1365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893F98-BDE2-D618-8127-734827B59738}"/>
              </a:ext>
            </a:extLst>
          </p:cNvPr>
          <p:cNvSpPr txBox="1"/>
          <p:nvPr/>
        </p:nvSpPr>
        <p:spPr>
          <a:xfrm>
            <a:off x="4050792" y="1965960"/>
            <a:ext cx="452463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Speech To Text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Console</a:t>
            </a:r>
          </a:p>
          <a:p>
            <a:pPr marL="457200" indent="-457200">
              <a:buAutoNum type="arabicParenR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Python scripts + SDK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48003-9132-EB27-CC77-06671E2EB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0554B6-C966-FA8A-CC11-B45DB1C3FDF9}"/>
              </a:ext>
            </a:extLst>
          </p:cNvPr>
          <p:cNvSpPr txBox="1"/>
          <p:nvPr/>
        </p:nvSpPr>
        <p:spPr>
          <a:xfrm>
            <a:off x="3026707" y="1739806"/>
            <a:ext cx="477399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Console</a:t>
            </a:r>
          </a:p>
          <a:p>
            <a:pPr marL="457200" indent="-457200">
              <a:buAutoNum type="arabicParenR"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Load the audio file in bucket 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Create Job for Speech to Text</a:t>
            </a:r>
          </a:p>
        </p:txBody>
      </p:sp>
    </p:spTree>
    <p:extLst>
      <p:ext uri="{BB962C8B-B14F-4D97-AF65-F5344CB8AC3E}">
        <p14:creationId xmlns:p14="http://schemas.microsoft.com/office/powerpoint/2010/main" val="2308412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4ADDD-25C4-0F38-B5E8-89466069E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4006A1-B48D-8532-55E3-E77B12D69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4" y="223390"/>
            <a:ext cx="12117491" cy="641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194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F58406-3927-78F6-8C0B-DCF2EAE1C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47" y="832103"/>
            <a:ext cx="11562705" cy="560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33213-B566-F9F2-E235-D5969DA01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08583-CCD6-07E1-2AFB-4065E1065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74" y="1170432"/>
            <a:ext cx="11428561" cy="535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614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FA2B7-D1C8-7AAE-CE40-DC683A1BF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570B57-6D73-2BAE-C90F-AF20D35FE3BF}"/>
              </a:ext>
            </a:extLst>
          </p:cNvPr>
          <p:cNvSpPr txBox="1"/>
          <p:nvPr/>
        </p:nvSpPr>
        <p:spPr>
          <a:xfrm>
            <a:off x="905256" y="1739806"/>
            <a:ext cx="101132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 to here the audio file has been uploaded in bucket 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we create Job for Speech to Text</a:t>
            </a:r>
          </a:p>
        </p:txBody>
      </p:sp>
    </p:spTree>
    <p:extLst>
      <p:ext uri="{BB962C8B-B14F-4D97-AF65-F5344CB8AC3E}">
        <p14:creationId xmlns:p14="http://schemas.microsoft.com/office/powerpoint/2010/main" val="2959108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68842-DACE-14B2-E2B7-8EA741109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F78D39-0A11-69B7-B01F-586FF6204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21" y="689001"/>
            <a:ext cx="10736173" cy="599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88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8168E-2889-EB8C-92FA-7877BF03B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A8766DC-5432-6092-90E3-F201A4FF3018}"/>
                  </a:ext>
                </a:extLst>
              </p14:cNvPr>
              <p14:cNvContentPartPr/>
              <p14:nvPr/>
            </p14:nvContentPartPr>
            <p14:xfrm>
              <a:off x="5613984" y="3959136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A8766DC-5432-6092-90E3-F201A4FF30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78344" y="3923136"/>
                <a:ext cx="72000" cy="72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5514C8A-3C82-F421-631A-972510245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9" y="1640712"/>
            <a:ext cx="10022951" cy="506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880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8BB4F-5217-09EB-D85D-CFAB52750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668089-A93B-0B49-9CB0-339E78293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12" y="97679"/>
            <a:ext cx="7642932" cy="666264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75B3DC7-AD5D-A7E8-B5D1-A7D972E5086B}"/>
                  </a:ext>
                </a:extLst>
              </p14:cNvPr>
              <p14:cNvContentPartPr/>
              <p14:nvPr/>
            </p14:nvContentPartPr>
            <p14:xfrm>
              <a:off x="2551104" y="6084216"/>
              <a:ext cx="383040" cy="226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75B3DC7-AD5D-A7E8-B5D1-A7D972E508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33104" y="6066576"/>
                <a:ext cx="41868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C60548F-16E2-F471-B39C-0120FE96D9DB}"/>
                  </a:ext>
                </a:extLst>
              </p14:cNvPr>
              <p14:cNvContentPartPr/>
              <p14:nvPr/>
            </p14:nvContentPartPr>
            <p14:xfrm>
              <a:off x="2541744" y="6065136"/>
              <a:ext cx="509040" cy="254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C60548F-16E2-F471-B39C-0120FE96D9D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05744" y="6029496"/>
                <a:ext cx="580680" cy="32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4562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D38EB-FCAF-D976-BCF8-4CDD8CB27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5CF5C8-6ABB-B77B-A0B7-4B8A02D84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181604"/>
            <a:ext cx="11689080" cy="447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53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CBC9E-D36D-7288-560D-34B8ACE07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9E1671-40B0-EC00-F594-3E9EBF51A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566143"/>
            <a:ext cx="11679936" cy="513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242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C22D0-1A41-7CE2-A201-5713AA4B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48DDDD-04E9-F3CE-33D7-1A21F5FC0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85232"/>
            <a:ext cx="11579352" cy="482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750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BBE68-1DFD-3229-307E-A5F113F57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BF4C55-A861-F19D-31EC-DB230F017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846508"/>
            <a:ext cx="11442192" cy="582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677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8A66B-9D93-0DEB-276B-C9DB5CDF0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9538E0-1A8B-40C3-1952-08DAA527AC27}"/>
              </a:ext>
            </a:extLst>
          </p:cNvPr>
          <p:cNvSpPr txBox="1"/>
          <p:nvPr/>
        </p:nvSpPr>
        <p:spPr>
          <a:xfrm>
            <a:off x="4050792" y="1965960"/>
            <a:ext cx="406297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Speech To Text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Python scripts + SDK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488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E717F-0B60-63F8-7102-A55F50AB9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9DB89F-67CF-0DD3-523F-FCC62A269484}"/>
              </a:ext>
            </a:extLst>
          </p:cNvPr>
          <p:cNvSpPr txBox="1"/>
          <p:nvPr/>
        </p:nvSpPr>
        <p:spPr>
          <a:xfrm>
            <a:off x="4050792" y="1965960"/>
            <a:ext cx="51726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See 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 </a:t>
            </a:r>
            <a:r>
              <a:rPr lang="en-US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for the code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068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1150</TotalTime>
  <Words>58</Words>
  <Application>Microsoft Office PowerPoint</Application>
  <PresentationFormat>Widescreen</PresentationFormat>
  <Paragraphs>16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135</cp:revision>
  <dcterms:created xsi:type="dcterms:W3CDTF">2025-09-22T02:44:38Z</dcterms:created>
  <dcterms:modified xsi:type="dcterms:W3CDTF">2026-06-24T20:18:15Z</dcterms:modified>
</cp:coreProperties>
</file>