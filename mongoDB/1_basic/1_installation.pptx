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2:38.5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1 738 24575,'0'0'0,"0"-1"0,0 0 0,0 0 0,1 0 0,-1 0 0,0 0 0,1 1 0,-1-1 0,0 0 0,1 0 0,-1 1 0,1-1 0,-1 0 0,1 0 0,-1 1 0,1-1 0,0 1 0,-1-1 0,1 1 0,0-1 0,0 1 0,-1-1 0,1 1 0,0-1 0,0 1 0,0 0 0,-1-1 0,1 1 0,0 0 0,0 0 0,0 0 0,0 0 0,0 0 0,-1 0 0,1 0 0,0 0 0,0 0 0,0 0 0,0 0 0,0 0 0,-1 1 0,3 0 0,35 12 0,-8 16 0,-28-25 0,1-1 0,0 1 0,-1-1 0,1 0 0,0 0 0,1 0 0,-1-1 0,0 1 0,1-1 0,0 0 0,-1 0 0,1 0 0,0 0 0,0 0 0,0-1 0,0 0 0,7 1 0,2-3 0,0-1 0,0-1 0,0 0 0,0 0 0,-1-2 0,23-10 0,3 0 0,364-170 0,-8-29 0,-136 72 0,16-19-1365,-186 103-5461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2:40.2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0 272 24575,'4'6'0,"0"1"0,-1 0 0,1 0 0,-2 0 0,1 1 0,-1-1 0,0 1 0,-1-1 0,0 1 0,1 10 0,3 15 0,-1-15 0,-2-8 0,0 0 0,1 0 0,0-1 0,0 1 0,8 14 0,-9-21 0,0 0 0,0-1 0,0 1 0,1 0 0,-1-1 0,1 0 0,-1 0 0,1 1 0,0-2 0,0 1 0,0 0 0,0 0 0,0-1 0,0 0 0,0 0 0,0 0 0,1 0 0,-1 0 0,0 0 0,1-1 0,5 0 0,20 1 0,1-2 0,-1-1 0,1-1 0,30-8 0,118-37 0,-142 37 0,94-28 60,165-76 0,-242 91-308,-1-3 1,-2-3-1,-1-1 1,-1-3-1,77-70 1,-83 61-6579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2:41.4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1 645 24575,'4'4'0,"2"10"0,4 3 0,0 3 0,3-3 0,3-3 0,12-18 0,28-29 0,42-35 0,36-28 0,28-19 0,14-7 0,-11 4 0,-20 18 0,-35 26-8191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34:32.6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244 391 5929 0 0,'-2'-8'97'0'0,"0"1"0"0"0,0 0 1 0 0,-1 0-1 0 0,0 0 1 0 0,-1 1-1 0 0,1-1 0 0 0,-1 1 1 0 0,-1 0-1 0 0,-7-9 1 0 0,11 14-13 0 0,1 1-86 0 0,0 0 0 0 0,0 0 1 0 0,0 0-1 0 0,0 1 0 0 0,0-1 0 0 0,0 0 1 0 0,0 0-1 0 0,0 0 0 0 0,-1 0 0 0 0,1 0 1 0 0,0 0-1 0 0,0 0 0 0 0,0 0 0 0 0,0 0 1 0 0,0 1-1 0 0,0-1 0 0 0,0 0 0 0 0,0 0 0 0 0,0 0 1 0 0,-1 0-1 0 0,1 0 0 0 0,0 0 0 0 0,0 0 1 0 0,0 0-1 0 0,0 0 0 0 0,0 0 0 0 0,0 0 1 0 0,-1 0-1 0 0,1 0 0 0 0,0 0 0 0 0,0 0 1 0 0,0 0-1 0 0,0 0 0 0 0,0 0 0 0 0,0 0 1 0 0,0 0-1 0 0,-1 0 0 0 0,1 0 0 0 0,0 0 0 0 0,0 0 1 0 0,0 0-1 0 0,0 0 0 0 0,0-1 0 0 0,0 1 1 0 0,0 0-1 0 0,-1 0 0 0 0,1 0 0 0 0,0 0 1 0 0,0 0-1 0 0,0 0 0 0 0,0 0 0 0 0,0 0 1 0 0,0 0-1 0 0,0-1 0 0 0,0 1 0 0 0,0 0 0 0 0,0 0 1 0 0,0 0-1 0 0,0 0 0 0 0,0 0 0 0 0,-2 20-10 0 0,6 30-20 0 0,11 1 25 0 0,2 1 0 0 0,3-2 0 0 0,1 0 0 0 0,29 47 0 0 0,-46-91 188 0 0,0 0 1 0 0,0 0 0 0 0,-1 0-1 0 0,0 1 1 0 0,-1-1 0 0 0,1 1-1 0 0,-1 0 1 0 0,1 7 0 0 0,-9-18-39 0 0,-5-3-104 0 0,1 0 0 0 0,0 0 0 0 0,0-2-1 0 0,1 1 1 0 0,0-1 0 0 0,0 0-1 0 0,1-1 1 0 0,0 0 0 0 0,1 0-1 0 0,-8-15 1 0 0,-61-129 98 0 0,58 113-97 0 0,-82-215 130 0 0,72 180-147 0 0,12 13-344 0 0,15 61 250 0 0,15-17-126 0 0,-1 15 156 0 0,0-1 0 0 0,0 2 1 0 0,0-1-1 0 0,1 2 0 0 0,0 0 0 0 0,17 0 0 0 0,87 3-39 0 0,-97 0 56 0 0,17 1-19 0 0,1 1 0 0 0,-1 2 0 0 0,0 2 0 0 0,-1 2 1 0 0,38 12-1 0 0,-56-13 20 0 0,0-1 1 0 0,-1 2-1 0 0,0 1 1 0 0,0 0-1 0 0,-1 1 1 0 0,0 1-1 0 0,-1 0 1 0 0,-1 2-1 0 0,0 0 0 0 0,0 0 1 0 0,16 22-1 0 0,-7-4 10 0 0,-7-13 10 0 0,-2 0 0 0 0,0 2 0 0 0,-2 0 0 0 0,0 0-1 0 0,-1 1 1 0 0,-1 1 0 0 0,8 24 0 0 0,-18-42 8 0 0,0 0 1 0 0,-1 0-1 0 0,1 0 0 0 0,-1 0 0 0 0,0 0 1 0 0,0 0-1 0 0,0 0 0 0 0,-1 0 1 0 0,0 0-1 0 0,0 0 0 0 0,0 0 0 0 0,0 0 1 0 0,-1-1-1 0 0,0 1 0 0 0,-2 4 0 0 0,-1 0 0 0 0,0-1-1 0 0,-1 0 0 0 0,0 0 1 0 0,0-1-1 0 0,-1 0 0 0 0,0 0 1 0 0,-10 8-1 0 0,-7 3 15 0 0,-2-1-1 0 0,0-1 0 0 0,-53 23 1 0 0,11-12 55 0 0,-1-4 0 0 0,-1-2 0 0 0,-125 19 0 0 0,193-39-97 0 0,1-1-67 0 0,-1 0 0 0 0,1 0 0 0 0,-1 0 0 0 0,1 0 0 0 0,0 0-1 0 0,-1 0 1 0 0,1 0 0 0 0,-1 0 0 0 0,1 0 0 0 0,0 0-1 0 0,-1-1 1 0 0,1 1 0 0 0,0-1 0 0 0,-1 1 0 0 0,1-1 0 0 0,-2-1-1 0 0,-8-1-3147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34:35.2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354 281 4800 0 0,'0'0'-245'0'0,"-15"-20"-188"0"0,11 18 438 0 0,1 0 0 0 0,-1 0 0 0 0,-1 1 0 0 0,1-1 0 0 0,0 1 0 0 0,0 0 0 0 0,0 0 1 0 0,-1 1-1 0 0,1-1 0 0 0,0 1 0 0 0,-1 0 0 0 0,1 0 0 0 0,0 1 0 0 0,-1-1 0 0 0,1 1 0 0 0,0 0 1 0 0,0 0-1 0 0,-1 0 0 0 0,1 0 0 0 0,0 1 0 0 0,0 0 0 0 0,1 0 0 0 0,-1 0 0 0 0,0 0 0 0 0,0 1 1 0 0,1-1-1 0 0,0 1 0 0 0,-1 0 0 0 0,1 0 0 0 0,0 0 0 0 0,-3 5 0 0 0,-2 1-31 0 0,1 0-1 0 0,0 0 0 0 0,0 1 1 0 0,0 0-1 0 0,2 1 0 0 0,-1-1 1 0 0,1 1-1 0 0,1 0 1 0 0,-6 19-1 0 0,9-23 18 0 0,0 1 1 0 0,1-1-1 0 0,-1 0 0 0 0,1 1 1 0 0,1-1-1 0 0,0 0 0 0 0,0 0 1 0 0,0 1-1 0 0,1-1 1 0 0,0 0-1 0 0,0 0 0 0 0,0 0 1 0 0,1-1-1 0 0,0 1 0 0 0,1-1 1 0 0,0 1-1 0 0,0-1 0 0 0,0 0 1 0 0,0-1-1 0 0,1 1 0 0 0,0-1 1 0 0,0 0-1 0 0,8 6 0 0 0,-6-6 38 0 0,-1 0 1 0 0,1 0-1 0 0,0-1 0 0 0,0 0 0 0 0,0 0 0 0 0,1-1 0 0 0,-1 0 0 0 0,1-1 0 0 0,0 1 0 0 0,-1-1 0 0 0,1-1 0 0 0,0 1 0 0 0,0-2 0 0 0,1 1 0 0 0,-1-1 0 0 0,0 0 0 0 0,0 0 1 0 0,0-1-1 0 0,0-1 0 0 0,13-2 0 0 0,-19 3 20 0 0,1 0 1 0 0,0 0-1 0 0,0-1 0 0 0,0 1 1 0 0,-1 0-1 0 0,1-1 1 0 0,-1 0-1 0 0,1 1 0 0 0,-1-1 1 0 0,0 0-1 0 0,0 0 1 0 0,0-1-1 0 0,0 1 0 0 0,0 0 1 0 0,0-1-1 0 0,0 1 1 0 0,-1-1-1 0 0,1 0 0 0 0,1-5 1 0 0,-1 3 11 0 0,-1 0 1 0 0,0-1 0 0 0,0 1-1 0 0,-1 0 1 0 0,0-1 0 0 0,1 1-1 0 0,-2-1 1 0 0,1 1-1 0 0,-1-1 1 0 0,-1-6 0 0 0,-2-2 41 0 0,0 1 0 0 0,0 0 0 0 0,-1 0-1 0 0,-1 0 1 0 0,0 1 0 0 0,-1 0 0 0 0,-15-21 0 0 0,14 24-63 0 0,-1 0 0 0 0,0 0 0 0 0,0 1 0 0 0,-1 0-1 0 0,0 1 1 0 0,-1 0 0 0 0,0 0 0 0 0,0 1 0 0 0,0 1 0 0 0,-1 0-1 0 0,-20-6 1 0 0,8 5-17 0 0,-1 0 0 0 0,-1 2 1 0 0,1 1-1 0 0,-43 0 0 0 0,64 3-38 0 0,0 0 2 0 0,-30 0-89 0 0,31 0 57 0 0,-7 0-328 0 0,6 0 312 0 0,11 0-312 0 0,26 0 351 0 0,0-2 0 0 0,-1-2 0 0 0,0-1 0 0 0,0-1 0 0 0,40-14-1 0 0,160-68 612 0 0,-230 87-476 0 0,3-1 15 0 0,12 0 892 0 0,-20 9-1040 0 0,-1 1 1 0 0,2 0-1 0 0,-1 1 0 0 0,1-1 0 0 0,0 0 0 0 0,1 1 1 0 0,0-1-1 0 0,1 1 0 0 0,-1-1 0 0 0,2 12 1 0 0,1-4-9 0 0,0 1 1 0 0,1-1-1 0 0,1 0 1 0 0,1 0-1 0 0,8 19 0 0 0,-7-20 4 0 0,1 0-1 0 0,0 0 1 0 0,1-1-1 0 0,1 0 1 0 0,0 0-1 0 0,1-1 0 0 0,0 0 1 0 0,1-1-1 0 0,1 0 1 0 0,0-1-1 0 0,0 0 1 0 0,18 11-1 0 0,-25-19 27 0 0,-1-1 0 0 0,1 1 1 0 0,0-1-1 0 0,0 0 0 0 0,0-1 0 0 0,0 1 0 0 0,0-1 0 0 0,1 0 1 0 0,-1 0-1 0 0,0 0 0 0 0,1-1 0 0 0,-1 0 0 0 0,0 0 0 0 0,1 0 1 0 0,-1-1-1 0 0,0 1 0 0 0,1-1 0 0 0,-1-1 0 0 0,0 1 0 0 0,0-1 1 0 0,7-3-1 0 0,-5 1 7 0 0,0 0 1 0 0,0-1 0 0 0,-1 0 0 0 0,0 0-1 0 0,0-1 1 0 0,0 0 0 0 0,0 0-1 0 0,-1 0 1 0 0,0 0 0 0 0,-1-1-1 0 0,1 0 1 0 0,-1 0 0 0 0,5-12-1 0 0,0-6 81 0 0,-1 1 0 0 0,-2-1 0 0 0,0 0-1 0 0,-1-1 1 0 0,-1 1 0 0 0,-2-1 0 0 0,-1-51-1 0 0,-1 75-83 0 0,-4 6-121 0 0,2-1 101 0 0,-1 0 1 0 0,1 1-1 0 0,0-1 0 0 0,1 1 0 0 0,-1-1 0 0 0,1 1 1 0 0,-1 0-1 0 0,1 0 0 0 0,0 0 0 0 0,0 0 0 0 0,1-1 1 0 0,-1 1-1 0 0,1 0 0 0 0,0 0 0 0 0,0 0 0 0 0,0 0 1 0 0,1 0-1 0 0,-1 0 0 0 0,1 0 0 0 0,0 0 1 0 0,3 7-1 0 0,-1-3-16 0 0,0 1 0 0 0,1-2 0 0 0,0 1 0 0 0,1 0 0 0 0,-1-1 0 0 0,1 0 0 0 0,1 0 0 0 0,0 0 0 0 0,0-1 0 0 0,0 1 0 0 0,0-2 0 0 0,1 1 0 0 0,0-1 0 0 0,0 0 0 0 0,12 6 0 0 0,-2-2 3 0 0,0-2 0 0 0,1 0 1 0 0,-1-1-1 0 0,1-1 0 0 0,0-1 1 0 0,20 3-1 0 0,-34-7 30 0 0,0 0 0 0 0,1 0 1 0 0,-1 0-1 0 0,1-1 0 0 0,-1 1 0 0 0,0-1 1 0 0,0 0-1 0 0,1-1 0 0 0,-1 1 0 0 0,0-1 1 0 0,0 1-1 0 0,0-1 0 0 0,0-1 0 0 0,0 1 1 0 0,-1 0-1 0 0,6-5 0 0 0,-2 1 18 0 0,-1 0-1 0 0,1 0 0 0 0,-1-1 1 0 0,0 1-1 0 0,-1-1 1 0 0,8-14-1 0 0,-10 15-10 0 0,0 0 0 0 0,0-1 0 0 0,-1 1 0 0 0,0-1 0 0 0,0 0 0 0 0,-1 1 0 0 0,0-1 0 0 0,0 0 0 0 0,0 0 1 0 0,-1 0-1 0 0,0 0 0 0 0,-1 0 0 0 0,1 0 0 0 0,-1 0 0 0 0,-1 1 0 0 0,1-1 0 0 0,-1 0 0 0 0,0 1 0 0 0,-1-1 0 0 0,0 1 0 0 0,0 0 0 0 0,0-1 0 0 0,0 2 0 0 0,-1-1 0 0 0,0 0 0 0 0,-1 1 0 0 0,1-1 0 0 0,-1 1 0 0 0,0 1 0 0 0,0-1 1 0 0,0 1-1 0 0,-1-1 0 0 0,0 2 0 0 0,0-1 0 0 0,0 1 0 0 0,0-1 0 0 0,0 2 0 0 0,-1-1 0 0 0,1 1 0 0 0,-1 0 0 0 0,-13-2 0 0 0,14 2-17 0 0,-26-5-68 0 0,23 4-33 0 0,0 1 0 0 0,0 1 0 0 0,0-1 0 0 0,-1 1 0 0 0,-9 1 0 0 0,19 0 97 0 0,0 0 1 0 0,0 0-1 0 0,0 0 1 0 0,0 0-1 0 0,1 0 1 0 0,-1 0-1 0 0,0 0 0 0 0,0 0 1 0 0,0 0-1 0 0,1 0 1 0 0,-1 0-1 0 0,0 0 1 0 0,0 0-1 0 0,0-1 0 0 0,0 1 1 0 0,0 0-1 0 0,1 0 1 0 0,-1 0-1 0 0,0 0 1 0 0,0 0-1 0 0,0 0 0 0 0,0 0 1 0 0,0-1-1 0 0,0 1 1 0 0,1 0-1 0 0,-1 0 1 0 0,0 0-1 0 0,0 0 0 0 0,0 0 1 0 0,0-1-1 0 0,0 1 1 0 0,0 0-1 0 0,0 0 1 0 0,0 0-1 0 0,0 0 0 0 0,0-1 1 0 0,0 1-1 0 0,0 0 1 0 0,0 0-1 0 0,0 0 1 0 0,0 0-1 0 0,0-1 0 0 0,0 1 1 0 0,0 0-1 0 0,0 0 1 0 0,0 0-1 0 0,0 0 1 0 0,0-1-1 0 0,0 1 0 0 0,0 0 1 0 0,0 0-1 0 0,0 0 1 0 0,-1 0-1 0 0,1-1 1 0 0,0 1-1 0 0,0 0 0 0 0,0 0 1 0 0,0 0-1 0 0,0 0 1 0 0,0 0-1 0 0,-1 0 1 0 0,1 0-1 0 0,0-1 0 0 0,0 1 1 0 0,0 0-1 0 0,0 0 1 0 0,0 0-1 0 0,-1 0 0 0 0,1 0 1 0 0,45-6-112 0 0,-1-2 1 0 0,0-1-1 0 0,72-27 0 0 0,-72 22 451 0 0,-42 13-197 0 0,23-6 332 0 0,-24 6-463 0 0,0 1 0 0 0,0-1-1 0 0,0 1 1 0 0,0 0 0 0 0,0 0 0 0 0,0-1-1 0 0,0 1 1 0 0,0 0 0 0 0,0 0-1 0 0,0 0 1 0 0,0 0 0 0 0,0 0-1 0 0,0 0 1 0 0,0 0 0 0 0,0 1-1 0 0,0-1 1 0 0,0 0 0 0 0,0 1 0 0 0,0-1-1 0 0,0 0 1 0 0,0 1 0 0 0,0-1-1 0 0,0 1 1 0 0,0-1 0 0 0,0 1-1 0 0,-1 0 1 0 0,1-1 0 0 0,0 1 0 0 0,0 0-1 0 0,0 1 1 0 0,16 57-66 0 0,2 0 1 0 0,2 0-1 0 0,4-2 0 0 0,56 98 1 0 0,-79-153 145 0 0,-1-1 0 0 0,0 0 1 0 0,0 1-1 0 0,0-1 1 0 0,0 1-1 0 0,0-1 1 0 0,-1 1-1 0 0,1 0 0 0 0,0-1 1 0 0,-1 1-1 0 0,1 0 1 0 0,-1-1-1 0 0,0 1 0 0 0,1 3 1 0 0,-17-14 1088 0 0,9 4-1048 0 0,0-2 1 0 0,0 1 0 0 0,1-1 0 0 0,0 0-1 0 0,-5-8 1 0 0,6 4-163 0 0,0 1-1 0 0,1-2 0 0 0,1 1 0 0 0,0 0 1 0 0,0-1-1 0 0,1 1 0 0 0,1-1 0 0 0,0 0 1 0 0,0 1-1 0 0,1-1 0 0 0,1 0 1 0 0,0 0-1 0 0,0 1 0 0 0,1-1 0 0 0,1 0 1 0 0,0 1-1 0 0,0 0 0 0 0,1 0 1 0 0,1 0-1 0 0,0 0 0 0 0,0 1 0 0 0,1 0 1 0 0,0 0-1 0 0,1 0 0 0 0,0 1 1 0 0,1 0-1 0 0,0 0 0 0 0,0 1 0 0 0,1 0 1 0 0,0 0-1 0 0,0 1 0 0 0,1 0 1 0 0,0 1-1 0 0,0 0 0 0 0,0 0 0 0 0,1 1 1 0 0,0 1-1 0 0,0 0 0 0 0,0 0 1 0 0,1 1-1 0 0,-1 1 0 0 0,22-3 0 0 0,-24 5-10 0 0,1 1 0 0 0,0 0-1 0 0,0 0 1 0 0,-1 1-1 0 0,1 0 1 0 0,-1 0-1 0 0,0 1 1 0 0,1 1 0 0 0,-1 0-1 0 0,-1 0 1 0 0,1 0-1 0 0,0 1 1 0 0,-1 1-1 0 0,0-1 1 0 0,-1 1 0 0 0,1 1-1 0 0,-1-1 1 0 0,0 1-1 0 0,0 0 1 0 0,-1 1-1 0 0,10 15 1 0 0,3 7-7 0 0,-2 0 1 0 0,-1 1-1 0 0,-1 0 0 0 0,19 60 0 0 0,-30-68 100 0 0,-3-20-358 0 0,-1 1 0 0 0,0-1 0 0 0,1 0 0 0 0,-1 0 0 0 0,1 0 1 0 0,0 0-1 0 0,0 0 0 0 0,1 0 0 0 0,-1 0 0 0 0,3 4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34:35.8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17 114 4528 0 0,'-16'-112'2823'0'0,"15"110"-2573"0"0,1 9-257 0 0,2 32-14 0 0,2 1 0 0 0,1-1 0 0 0,2-1 0 0 0,15 48 1 0 0,61 156-49 0 0,-74-217 65 0 0,31 78-2 0 0,-9-27 45 0 0,33 128 0 0 0,-51-146 139 0 0,-13-57-337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34:36.4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144 70 5228 0 0,'-7'-40'-979'0'0,"5"36"1029"0"0,-1 2-36 0 0,-8-3 4 0 0,9 4-24 0 0,-3 3 2 0 0,0 0-6 0 0,1 0-1 0 0,-1 0 1 0 0,0 1-1 0 0,1 0 1 0 0,-1 0-1 0 0,1 0 0 0 0,0 0 1 0 0,0 1-1 0 0,0-1 1 0 0,1 1-1 0 0,-1 0 1 0 0,1 0-1 0 0,0 1 1 0 0,0-1-1 0 0,0 1 1 0 0,0-1-1 0 0,1 1 1 0 0,0 0-1 0 0,0 0 1 0 0,0 0-1 0 0,1 0 1 0 0,0 0-1 0 0,0 0 1 0 0,0 1-1 0 0,0-1 1 0 0,1 0-1 0 0,0 0 1 0 0,0 1-1 0 0,2 8 1 0 0,-2-7 1 0 0,1-1 0 0 0,0 1 1 0 0,0-1-1 0 0,1 0 0 0 0,-1 0 1 0 0,2 1-1 0 0,-1-1 0 0 0,1 0 0 0 0,-1-1 1 0 0,2 1-1 0 0,-1 0 0 0 0,1-1 1 0 0,-1 0-1 0 0,2 0 0 0 0,-1 0 1 0 0,0 0-1 0 0,1-1 0 0 0,9 8 1 0 0,-6-8 17 0 0,0 1 1 0 0,0-1 0 0 0,0-1 0 0 0,1 0 0 0 0,-1 0 0 0 0,1 0 0 0 0,0-1 0 0 0,0-1 0 0 0,0 1-1 0 0,0-1 1 0 0,0-1 0 0 0,18-1 0 0 0,-13 1 156 0 0,0-1 0 0 0,1-1 0 0 0,-1 0 0 0 0,0-2-1 0 0,0 1 1 0 0,-1-1 0 0 0,1-1 0 0 0,22-11 0 0 0,-32 13-62 0 0,1 0 1 0 0,-1 0 0 0 0,1-1-1 0 0,-1 1 1 0 0,0-1-1 0 0,0 0 1 0 0,-1 0-1 0 0,1 0 1 0 0,-1 0 0 0 0,0-1-1 0 0,0 1 1 0 0,0-1-1 0 0,-1 0 1 0 0,1 0-1 0 0,-1 0 1 0 0,0 0 0 0 0,-1 0-1 0 0,1 0 1 0 0,-1-1-1 0 0,0 1 1 0 0,-1 0-1 0 0,1-1 1 0 0,-1 1 0 0 0,0-1-1 0 0,-1-9 1 0 0,0 10-53 0 0,1-1 0 0 0,-1 1 0 0 0,0 0-1 0 0,-1-1 1 0 0,1 1 0 0 0,-1 0 0 0 0,0 0 0 0 0,-1 0 0 0 0,1 0 0 0 0,-1 0 0 0 0,0 0 0 0 0,0 1 0 0 0,0-1 0 0 0,-1 1 0 0 0,1 0-1 0 0,-1 0 1 0 0,-5-4 0 0 0,1 3-11 0 0,1 0 1 0 0,-1 0-1 0 0,0 1 0 0 0,0 0 0 0 0,0 1 0 0 0,-1 0 0 0 0,1 0 0 0 0,-1 1 1 0 0,-16-2-1 0 0,-2 1-22 0 0,0 2 0 0 0,0 1 0 0 0,0 1 0 0 0,0 1 0 0 0,-52 12 1 0 0,64-11-982 0 0,1 1 1 0 0,0 1 0 0 0,-23 9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34:37.2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167 87 5032 0 0,'0'0'-241'0'0,"1"-2"305"0"0,-1 0 0 0 0,1 0 0 0 0,-1 1 0 0 0,0-1 1 0 0,1 0-1 0 0,-1 0 0 0 0,0 0 0 0 0,0 1 0 0 0,0-1 0 0 0,-1 0 0 0 0,1 0 0 0 0,0 0 0 0 0,-1 1 0 0 0,0-4 1 0 0,-7 6-58 0 0,1 0 1 0 0,0 1 0 0 0,-1 0 0 0 0,1 0 0 0 0,0 0 0 0 0,0 1 0 0 0,1 0 0 0 0,-1 1 0 0 0,0-1 0 0 0,1 1 0 0 0,0 1-1 0 0,0-1 1 0 0,0 1 0 0 0,1 0 0 0 0,0 0 0 0 0,-1 0 0 0 0,2 1 0 0 0,-1 0 0 0 0,1 0 0 0 0,0 0 0 0 0,-6 12-1 0 0,6-12-17 0 0,1 1-1 0 0,-1 1 0 0 0,1-1 1 0 0,0 0-1 0 0,0 1 0 0 0,1-1 0 0 0,0 1 1 0 0,1 0-1 0 0,-1 0 0 0 0,2 0 0 0 0,-1 0 1 0 0,1 0-1 0 0,0 0 0 0 0,0 0 1 0 0,1-1-1 0 0,1 1 0 0 0,-1 0 0 0 0,1 0 1 0 0,0-1-1 0 0,5 12 0 0 0,-4-14 12 0 0,1 0 1 0 0,0 0-1 0 0,0 0 0 0 0,0 0 0 0 0,0-1 0 0 0,1 0 0 0 0,-1 0 1 0 0,1 0-1 0 0,0 0 0 0 0,0-1 0 0 0,1 0 0 0 0,-1 0 0 0 0,1 0 1 0 0,0-1-1 0 0,-1 1 0 0 0,1-1 0 0 0,0-1 0 0 0,0 1 1 0 0,0-1-1 0 0,0 0 0 0 0,1-1 0 0 0,-1 1 0 0 0,0-1 0 0 0,11-2 1 0 0,-9 2 30 0 0,0-1 1 0 0,-1 0 0 0 0,1-1 0 0 0,0 0-1 0 0,-1 0 1 0 0,1-1 0 0 0,-1 0 0 0 0,0 0 0 0 0,0-1-1 0 0,0 0 1 0 0,0 0 0 0 0,0-1 0 0 0,-1 1-1 0 0,0-1 1 0 0,0-1 0 0 0,0 1 0 0 0,-1-1-1 0 0,9-13 1 0 0,-7 7 57 0 0,0-1-1 0 0,-1 0 1 0 0,-1-1 0 0 0,0 0-1 0 0,-1 1 1 0 0,-1-1 0 0 0,4-25-1 0 0,-3-8 643 0 0,-2-47 0 0 0,-2 81-550 0 0,0 11-165 0 0,0 1-1 0 0,0-1 0 0 0,0 1 1 0 0,0-1-1 0 0,0 1 1 0 0,-1-1-1 0 0,1 1 0 0 0,0-1 1 0 0,-1 1-1 0 0,1-1 1 0 0,-1 1-1 0 0,0-1 1 0 0,1 1-1 0 0,-3-3 0 0 0,3 4-12 0 0,0-1-1 0 0,-1 1 0 0 0,1 0 0 0 0,-1-1 0 0 0,1 1 1 0 0,-1 0-1 0 0,1 0 0 0 0,-1 0 0 0 0,1-1 0 0 0,-1 1 1 0 0,1 0-1 0 0,-1 0 0 0 0,1 0 0 0 0,-1 0 1 0 0,1 0-1 0 0,-1 0 0 0 0,1 0 0 0 0,-1 0 0 0 0,1 0 1 0 0,-1 0-1 0 0,1 0 0 0 0,-1 0 0 0 0,1 0 0 0 0,0 1 1 0 0,-1-1-1 0 0,1 0 0 0 0,-1 0 0 0 0,0 1 0 0 0,-1 0-5 0 0,0 1 0 0 0,0-1 0 0 0,1 0 0 0 0,-1 1 0 0 0,1 0 0 0 0,-1-1 0 0 0,1 1 0 0 0,-1 0 0 0 0,1 0 0 0 0,0 0 0 0 0,0 0 0 0 0,0 0 0 0 0,0 0-1 0 0,0 0 1 0 0,0 0 0 0 0,1 0 0 0 0,-2 4 0 0 0,1 11-25 0 0,1-1 0 0 0,0 0 0 0 0,1 0 1 0 0,1 1-1 0 0,0-1 0 0 0,1 0 0 0 0,1 0 0 0 0,0 0 0 0 0,8 17 0 0 0,-7-20 12 0 0,1-1 0 0 0,0 1 1 0 0,1-1-1 0 0,0-1 0 0 0,1 1 0 0 0,0-1 0 0 0,1 0 0 0 0,0-1 0 0 0,0 0 1 0 0,1-1-1 0 0,15 12 0 0 0,-20-18-25 0 0,1 1 0 0 0,-1-1-1 0 0,1 0 1 0 0,0 0 0 0 0,0 0 0 0 0,0-1 0 0 0,0 0 0 0 0,0-1 0 0 0,1 1 0 0 0,-1-1 0 0 0,0 0 0 0 0,1 0-1 0 0,-1-1 1 0 0,1 0 0 0 0,-1 0 0 0 0,10-2 0 0 0,-7 0-427 0 0,0-1 1 0 0,0 1-1 0 0,-1-2 0 0 0,0 1 1 0 0,0-1-1 0 0,0 0 0 0 0,8-6 1 0 0,9-7-1834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34:37.8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225 734 5577 0 0,'0'0'-148'0'0,"-8"1"-123"0"0,-7 1 280 0 0,-1 1 0 0 0,1 1 0 0 0,0 0 0 0 0,0 2 1 0 0,0-1-1 0 0,1 2 0 0 0,0-1 0 0 0,-14 10 0 0 0,23-13-14 0 0,1 0 0 0 0,-1 0 0 0 0,1 0 0 0 0,-1 0 0 0 0,1 1 0 0 0,0 0 0 0 0,0 0 0 0 0,0 0 0 0 0,1 0-1 0 0,-1 0 1 0 0,1 1 0 0 0,0 0 0 0 0,1 0 0 0 0,-1-1 0 0 0,1 1 0 0 0,0 1 0 0 0,0-1 0 0 0,0 0 0 0 0,1 0 0 0 0,0 1 0 0 0,0-1 0 0 0,0 1 0 0 0,1-1 0 0 0,0 1 0 0 0,0-1 0 0 0,0 1 0 0 0,2 9-1 0 0,0-9 7 0 0,0 0 0 0 0,1-1 0 0 0,0 1-1 0 0,0-1 1 0 0,0 1 0 0 0,1-1-1 0 0,-1 0 1 0 0,1-1 0 0 0,0 1-1 0 0,1-1 1 0 0,-1 0 0 0 0,1 0-1 0 0,0 0 1 0 0,0 0 0 0 0,0-1 0 0 0,1 0-1 0 0,-1 0 1 0 0,1 0 0 0 0,-1-1-1 0 0,1 0 1 0 0,0 0 0 0 0,0 0-1 0 0,0-1 1 0 0,0 0 0 0 0,6 1-1 0 0,-2-1 82 0 0,0 0-1 0 0,0 0 0 0 0,0 0 0 0 0,0-2 0 0 0,0 1 1 0 0,1-1-1 0 0,-2 0 0 0 0,1-1 0 0 0,0-1 1 0 0,0 1-1 0 0,-1-1 0 0 0,1-1 0 0 0,-1 0 0 0 0,17-9 1 0 0,-21 8 5 0 0,0 0 1 0 0,0 0 0 0 0,0 0 0 0 0,-1-1 0 0 0,0 0 0 0 0,0 0 0 0 0,0 0 0 0 0,-1 0 0 0 0,0 0-1 0 0,0-1 1 0 0,-1 1 0 0 0,0-1 0 0 0,0 0 0 0 0,0 1 0 0 0,-1-1 0 0 0,0 0 0 0 0,0 0 0 0 0,-1 0-1 0 0,0-9 1 0 0,-1-18 87 0 0,-1 0-1 0 0,-12-56 0 0 0,12 78-144 0 0,-21-116 260 0 0,-6 2-1 0 0,-6 2 0 0 0,-55-135 0 0 0,66 208-211 0 0,23 50-122 0 0,-3 6-102 0 0,-2 6 128 0 0,0-1 0 0 0,1 1 0 0 0,0 0 1 0 0,1 0-1 0 0,0 1 0 0 0,1-1 1 0 0,0 1-1 0 0,1 0 0 0 0,0 0 0 0 0,0 0 1 0 0,2 13-1 0 0,4 147-98 0 0,-2-151 103 0 0,5 68-59 0 0,4-1 0 0 0,4 0 0 0 0,49 160 0 0 0,-54-219-11 0 0,1-1 0 0 0,22 39 0 0 0,-28-57-345 0 0,1-1 0 0 0,0 0 1 0 0,1 0-1 0 0,-1 0 0 0 0,2-1 0 0 0,-1 0 0 0 0,1 0 0 0 0,1-1 1 0 0,-1 0-1 0 0,12 7 0 0 0,-1-6-1821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34:40.7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6212 319 5308 0 0,'0'0'2'0'0,"1"0"-1"0"0,0 0 0 0 0,0 0 0 0 0,0 0 0 0 0,0 0 1 0 0,0 1-1 0 0,0-1 0 0 0,0 0 0 0 0,-1 0 0 0 0,1 1 0 0 0,0-1 1 0 0,0 1-1 0 0,0-1 0 0 0,-1 1 0 0 0,1-1 0 0 0,0 1 1 0 0,0-1-1 0 0,-1 1 0 0 0,1-1 0 0 0,-1 1 0 0 0,1 0 0 0 0,0 0 1 0 0,-1-1-1 0 0,1 1 0 0 0,0 1 0 0 0,-2-1 9 0 0,1 0-1 0 0,0 0 0 0 0,-1 0 1 0 0,1 0-1 0 0,-1 0 1 0 0,1 0-1 0 0,-1 0 0 0 0,1 0 1 0 0,-1 0-1 0 0,0-1 1 0 0,0 1-1 0 0,1 0 1 0 0,-1 0-1 0 0,0-1 0 0 0,0 1 1 0 0,0-1-1 0 0,0 1 1 0 0,-1 0-1 0 0,-61 28 418 0 0,52-24-375 0 0,-143 52 352 0 0,-2-6 0 0 0,-3-6 0 0 0,-1-8-1 0 0,-273 27 1 0 0,-656 37 465 0 0,36-30-522 0 0,502-79-110 0 0,457 4-194 0 0,-320-34 16 0 0,257 19-46 0 0,37 3 252 0 0,-212-56 1 0 0,251 48-39 0 0,1-2-1 0 0,-80-41 1 0 0,65 27-200 0 0,-134-38 1 0 0,128 46-16 0 0,-250-73-33 0 0,346 103 17 0 0,-4-2 0 0 0,-2 2 0 0 0,3 3 6 0 0,-19-11 7 0 0,13 6-144 0 0,8 2 54 0 0,7 5-693 0 0,5 15 728 0 0,0 0 0 0 0,1 0 1 0 0,1-1-1 0 0,1 0 0 0 0,11 16 0 0 0,62 82-88 0 0,-64-91 113 0 0,-3-4 1280 0 0,-14-18-877 0 0,-3-5-132 0 0,-24-34-41 0 0,-6-9 67 0 0,-58-65 191 0 0,15 21-240 0 0,69 84-218 0 0,4 5-7 0 0,0 0-1 0 0,0 0 1 0 0,0 0 0 0 0,0-1-1 0 0,0 1 1 0 0,1-1 0 0 0,-1 1 0 0 0,0-1-1 0 0,1 0 1 0 0,0 0 0 0 0,-1 1-1 0 0,1-1 1 0 0,0 0 0 0 0,-2-4-1 0 0,2 5-15 0 0,0 0 0 0 0,0 0-1 0 0,0-1 1 0 0,0 1 0 0 0,0 0-1 0 0,0-1 1 0 0,1 1-1 0 0,-1-1 1 0 0,0 1 0 0 0,1-1-1 0 0,-1 1 1 0 0,1-1-1 0 0,0 0 1 0 0,-1 1 0 0 0,1-1-1 0 0,0 0 1 0 0,0 1 0 0 0,0-1-1 0 0,0 1 1 0 0,0-1-1 0 0,1 0 1 0 0,-1-1 0 0 0,2 0-13 0 0,0 0 1 0 0,0 0 0 0 0,0 0 0 0 0,0 0 0 0 0,1 1 0 0 0,-1-1-1 0 0,1 1 1 0 0,0 0 0 0 0,-1-1 0 0 0,5-1 0 0 0,10-8-67 0 0,1 1 0 0 0,1 1 0 0 0,0 1 0 0 0,35-13 0 0 0,87-18-493 0 0,-85 26 326 0 0,-27 7 95 0 0,-18 5 61 0 0,0-1-1 0 0,0 0 1 0 0,0 0 0 0 0,20-10-1 0 0,-30 12-38 0 0,13-2-5267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45:21.1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6 588 3272 0 0,'0'0'6572'0'0,"-2"-7"-6193"0"0,2 7-359 0 0,0 0 0 0 0,-1 0 1 0 0,1 0-1 0 0,0 0 0 0 0,0 0 1 0 0,0 0-1 0 0,0 0 1 0 0,0 0-1 0 0,0 0 0 0 0,0 0 1 0 0,0 0-1 0 0,0 0 0 0 0,0 0 1 0 0,-1 0-1 0 0,1 0 0 0 0,0 0 1 0 0,0 0-1 0 0,0 0 0 0 0,0 0 1 0 0,0 0-1 0 0,0 0 1 0 0,0 0-1 0 0,0 0 0 0 0,0 0 1 0 0,0 0-1 0 0,0 0 0 0 0,0 0 1 0 0,-1 0-1 0 0,1 0 0 0 0,0 0 1 0 0,0 0-1 0 0,0 0 0 0 0,0 0 1 0 0,0-1-1 0 0,0 1 1 0 0,0 0-1 0 0,0 0 0 0 0,0 0 1 0 0,0 0-1 0 0,1 57-298 0 0,18 109 1 0 0,-16-141 234 0 0,-3-18 42 0 0,1 0 1 0 0,0 0-1 0 0,0 0 1 0 0,0 0-1 0 0,1 0 0 0 0,0 0 1 0 0,1-1-1 0 0,3 9 1 0 0,-5-14 7 0 0,-1 0-6 0 0,0-1 0 0 0,0 0 0 0 0,0 1 0 0 0,0-1 0 0 0,0 0 0 0 0,1 0 0 0 0,-1 1 0 0 0,0-1 0 0 0,0 0 0 0 0,0 0 0 0 0,0 1 0 0 0,1-1 0 0 0,-1 0 0 0 0,0 0 0 0 0,0 1 0 0 0,0-1 0 0 0,1 0 0 0 0,-1 0 0 0 0,0 0 0 0 0,0 1 0 0 0,1-1 0 0 0,-1 0 0 0 0,0 0 0 0 0,0 0 0 0 0,1 0 0 0 0,-1 0 0 0 0,0 0 0 0 0,1 0 0 0 0,-1 0 0 0 0,0 1 0 0 0,1-1 0 0 0,-1 0 0 0 0,0 0 0 0 0,0 0 0 0 0,1 0 0 0 0,-1-1 0 0 0,0 1 0 0 0,1 0 0 0 0,-1 0 0 0 0,0 0 0 0 0,1 0 0 0 0,-1 0 0 0 0,0 0 0 0 0,0 0 0 0 0,1-1 0 0 0,29-16 9 0 0,-1-2 0 0 0,-1-1-1 0 0,-1-1 1 0 0,48-47 0 0 0,-33 29-12 0 0,160-131-64 0 0,291-188 1 0 0,-431 319 171 0 0,-34 23 114 0 0,-1-2 0 0 0,31-25 0 0 0,-56 42-176 0 0,14-24-711 0 0,-18 4-992 0 0,-2 3-3080 0 0,2 8 2447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45:23.2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1 693 6113 0 0,'0'0'1702'0'0,"-1"-4"-1644"0"0,1-6-139 0 0,2 13 27 0 0,7 27 5 0 0,9 50 8 0 0,37 143-73 0 0,-42-174 97 0 0,25 56 325 0 0,-38-104-146 0 0,0-1-145 0 0,1 0-1 0 0,-1 1 0 0 0,0-1 0 0 0,0 0 0 0 0,0 0 0 0 0,0 1 1 0 0,1-1-1 0 0,-1 0 0 0 0,0 0 0 0 0,0 0 0 0 0,0 1 1 0 0,1-1-1 0 0,-1 0 0 0 0,0 0 0 0 0,0 0 0 0 0,1 0 0 0 0,-1 1 1 0 0,0-1-1 0 0,1 0 0 0 0,-1 0 0 0 0,0 0 0 0 0,0 0 1 0 0,1 0-1 0 0,-1 0 0 0 0,0 0 0 0 0,1 0 0 0 0,-1 0 0 0 0,0 0 1 0 0,1 0-1 0 0,-1 0 0 0 0,0 0 0 0 0,0 0 0 0 0,1 0 1 0 0,-1 0-1 0 0,0 0 0 0 0,1 0 0 0 0,-1-1 0 0 0,0 1 0 0 0,0 0 1 0 0,1 0-1 0 0,-1 0 0 0 0,0 0 0 0 0,0-1 0 0 0,1 1 1 0 0,-1 0-1 0 0,0 0 0 0 0,0 0 0 0 0,0-1 0 0 0,1 1 0 0 0,-1 0 1 0 0,0 0-1 0 0,0-1 0 0 0,0 1 0 0 0,0 0 0 0 0,0-1 1 0 0,14-11 253 0 0,141-168 533 0 0,-6 7-551 0 0,558-472 467 0 0,-558 523-415 0 0,-148 121-270 0 0,28-27 212 0 0,-28 27-309 0 0,-24-5-6346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45:26.0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84 2864 0 0,'0'0'863'0'0,"-17"2"1145"0"0,8-2-772 0 0,0 0 334 0 0,13 0-1008 0 0,53-7-701 0 0,56-13 121 0 0,164-8 0 0 0,-125 16 18 0 0,64-2 11 0 0,0 10-1 0 0,262 27 0 0 0,164 71 220 0 0,-639-94-169 0 0,9 2 187 0 0,-12-2-282 0 0,1 1-1 0 0,0-1 1 0 0,0 0 0 0 0,-1 0 0 0 0,1 0 0 0 0,0 0-1 0 0,0 1 1 0 0,0-1 0 0 0,-1 0 0 0 0,1 0-1 0 0,0-1 1 0 0,0 1 0 0 0,0 0 0 0 0,-1 0 0 0 0,1 0-1 0 0,0 0 1 0 0,0-1 0 0 0,-1 1 0 0 0,3-1 0 0 0,1-15-3951 0 0,-4 2 1012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45:26.7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600 77 6633 0 0,'-10'-13'381'0'0,"0"0"1"0"0,-1 0-1 0 0,-14-13 1 0 0,23 24-100 0 0,-11-7 2329 0 0,26 26-2632 0 0,0-1 0 0 0,1 0 1 0 0,1-1-1 0 0,0 0 1 0 0,1-2-1 0 0,35 25 0 0 0,125 64-18 0 0,-111-67 25 0 0,13 7 22 0 0,-6-4 32 0 0,96 69 0 0 0,-167-107-36 0 0,0 1 0 0 0,0 0 0 0 0,0-1 0 0 0,-1 1 0 0 0,1 0 0 0 0,0 0 0 0 0,-1 0 0 0 0,1 0 0 0 0,-1 0 0 0 0,1 0 0 0 0,-1 0 0 0 0,1 0 0 0 0,-1 0 0 0 0,0 0 0 0 0,1 0 1 0 0,-1 0-1 0 0,0 0 0 0 0,0 0 0 0 0,0 0 0 0 0,0 0 0 0 0,0 0 0 0 0,0 0 0 0 0,0 1 0 0 0,0-1 0 0 0,0 0 0 0 0,0 0 0 0 0,-1 0 0 0 0,1 0 0 0 0,0 0 0 0 0,-1 0 0 0 0,1 0 0 0 0,-1 0 0 0 0,1 0 0 0 0,-1 0 1 0 0,1 0-1 0 0,-1 0 0 0 0,0-1 0 0 0,0 1 0 0 0,1 0 0 0 0,-2 1 0 0 0,-41 34 62 0 0,39-32-60 0 0,-46 27 23 0 0,-1-2-1 0 0,-1-2 1 0 0,-107 39-1 0 0,27-13-11 0 0,95-36-12 0 0,-245 113 27 0 0,203-89-33 0 0,-108 74 0 0 0,38-6-1624 0 0,188-135-6240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45:31.5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42 583 5436 0 0,'-19'-105'2901'0'0,"19"104"-2726"0"0,0-7 5 0 0,0 5-76 0 0,-1 8 528 0 0,-8 50-555 0 0,2 1-1 0 0,2 74 1 0 0,8-71-63 0 0,-3-59-15 0 0,0 1 0 0 0,-1-1 0 0 0,1 1 0 0 0,0-1-1 0 0,0 0 1 0 0,0 1 0 0 0,0-1 0 0 0,1 1 0 0 0,-1-1 0 0 0,0 1 0 0 0,0-1-1 0 0,0 0 1 0 0,0 1 0 0 0,0-1 0 0 0,0 1 0 0 0,1-1 0 0 0,-1 0 0 0 0,0 1-1 0 0,0-1 1 0 0,1 0 0 0 0,-1 1 0 0 0,0-1 0 0 0,0 0 0 0 0,1 1 0 0 0,-1-1-1 0 0,0 0 1 0 0,1 1 0 0 0,-1-1 0 0 0,1 0 0 0 0,-1 0 0 0 0,0 0 0 0 0,1 1-1 0 0,-1-1 1 0 0,1 0 0 0 0,17-5-9 0 0,17-21 18 0 0,-32 23-10 0 0,242-196 41 0 0,323-241 248 0 0,-536 420-132 0 0,-17 11-38 0 0,0 0 0 0 0,-1-2 0 0 0,17-14 0 0 0,-24 20-332 0 0,4-5-552 0 0,-11-11-6972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46:13.8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1173 6 2272 0 0,'2'-5'6458'0'0,"-2"4"-6378"0"0,-53 1 121 0 0,0 2-1 0 0,-59 11 1 0 0,12-2-105 0 0,-566 77 448 0 0,609-77-513 0 0,29-7 167 0 0,-52 15 1 0 0,78-18-155 0 0,1-1-13 0 0,-21-2-2682 0 0,22 1 2512 0 0,0 0 0 0 0,1 0 1 0 0,-1 0-1 0 0,1 0 0 0 0,-1 0 0 0 0,0 1 1 0 0,1-1-1 0 0,0 0 0 0 0,-1 0 0 0 0,1 1 0 0 0,-1-1 1 0 0,1 0-1 0 0,0 1 0 0 0,0-1 0 0 0,-1 0 1 0 0,1 1-1 0 0,0-1 0 0 0,0 1 0 0 0,0-1 1 0 0,-1 1-1 0 0,2-1 0 0 0,20-11-2856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46:15.0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157 87 6457 0 0,'-4'-4'-138'0'0,"0"1"0"0"0,-1-1 0 0 0,0 1 0 0 0,0-1-1 0 0,0 1 1 0 0,0 1 0 0 0,-11-5 0 0 0,-5-4 817 0 0,20 10-461 0 0,-43-18 3760 0 0,44 18-3967 0 0,-1 1 0 0 0,1 0 1 0 0,0 0-1 0 0,0-1 0 0 0,0 1 1 0 0,0 0-1 0 0,-1 0 0 0 0,1-1 0 0 0,0 1 1 0 0,0 0-1 0 0,0-1 0 0 0,0 1 0 0 0,0 0 1 0 0,0 0-1 0 0,0-1 0 0 0,0 1 0 0 0,0 0 1 0 0,0-1-1 0 0,0 1 0 0 0,0 0 0 0 0,0-1 1 0 0,0 1-1 0 0,0 0 0 0 0,0-1 0 0 0,0 1 1 0 0,0 0-1 0 0,0 0 0 0 0,0-1 1 0 0,1 1-1 0 0,-1 0 0 0 0,0-1 0 0 0,0 1 1 0 0,0 0-1 0 0,1 0 0 0 0,-1-1 0 0 0,0 1 1 0 0,79-14 374 0 0,-76 14-376 0 0,36 3 60 0 0,241 48 126 0 0,-279-51-184 0 0,0 0 0 0 0,0 0 0 0 0,0 0 1 0 0,0 1-1 0 0,0-1 0 0 0,0 0 1 0 0,0 1-1 0 0,0-1 0 0 0,0 1 0 0 0,0-1 1 0 0,0 1-1 0 0,0-1 0 0 0,-1 1 0 0 0,1 0 1 0 0,0-1-1 0 0,0 1 0 0 0,-1 0 0 0 0,1 0 1 0 0,0-1-1 0 0,-1 1 0 0 0,1 0 0 0 0,-1 0 1 0 0,1 0-1 0 0,-1 0 0 0 0,1 0 1 0 0,-1 0-1 0 0,0 0 0 0 0,1 0 0 0 0,-1 0 1 0 0,0 0-1 0 0,0 0 0 0 0,0 0 0 0 0,0 0 1 0 0,0 0-1 0 0,0 0 0 0 0,0 0 0 0 0,0 0 1 0 0,0 0-1 0 0,0 0 0 0 0,-1 0 0 0 0,1 0 1 0 0,0 0-1 0 0,-1 0 0 0 0,1 0 1 0 0,-1 0-1 0 0,1-1 0 0 0,-1 2 0 0 0,-4 7 29 0 0,0 0 0 0 0,-1 0 0 0 0,-13 15 0 0 0,10-13-32 0 0,-37 49 76 0 0,-3-2 1 0 0,-2-3-1 0 0,-95 81 0 0 0,114-106-42 0 0,-15 10 94 0 0,46-39-129 0 0,-20-13-2807 0 0,6-13-1875 0 0,7 10 1407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46:15.8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7 726 7001 0 0,'6'-43'-29'0'0,"-1"12"847"0"0,0-46-1 0 0,-23 144-665 0 0,15-49-125 0 0,2 1-1 0 0,0-1 0 0 0,2 1 0 0 0,0-1 0 0 0,0 0 0 0 0,2 0 0 0 0,6 24 0 0 0,-8-41-13 0 0,-1 0 0 0 0,1 1 0 0 0,-1-1 0 0 0,1 0 0 0 0,0 1 0 0 0,0-1 0 0 0,0 0-1 0 0,0 0 1 0 0,0 0 0 0 0,0 0 0 0 0,0 1 0 0 0,0-2 0 0 0,0 1 0 0 0,1 0 0 0 0,-1 0 0 0 0,0 0 0 0 0,0 0-1 0 0,1-1 1 0 0,-1 1 0 0 0,1-1 0 0 0,-1 1 0 0 0,1-1 0 0 0,-1 0 0 0 0,1 1 0 0 0,-1-1 0 0 0,1 0 0 0 0,-1 0 0 0 0,1 0-1 0 0,-1 0 1 0 0,1 0 0 0 0,-1 0 0 0 0,1 0 0 0 0,-1-1 0 0 0,2 0 0 0 0,7-1 36 0 0,0-2 0 0 0,-1 1 0 0 0,1-1 0 0 0,10-6 0 0 0,-6 3-5 0 0,226-116 361 0 0,-6-9 0 0 0,288-217 0 0 0,-441 293-178 0 0,-32 23 604 0 0,51-44 1 0 0,-99 76-747 0 0,10-18-734 0 0,-19 8-1904 0 0,-7 9-3076 0 0,-3 2 3417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48:15.6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27 3748 0 0,'0'0'516'0'0,"-21"5"1872"0"0,10-1-981 0 0,12-3-1507 0 0,738-38 20 0 0,-214 48 79 0 0,-375-4 9 0 0,-25 4-31 0 0,194 42-1 0 0,-170-24 100 0 0,-78-12 404 0 0,-69-17-398 0 0,7 3 43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48:16.4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234 30 6197 0 0,'-38'-26'262'0'0,"30"22"661"0"0,7 10-408 0 0,15 24-316 0 0,30 38-363 0 0,-16-29 175 0 0,3-3 0 0 0,1 0 0 0 0,56 48 1 0 0,124 79 137 0 0,-201-155-136 0 0,0 0-1 0 0,-1 0 0 0 0,-1 1 1 0 0,1 1-1 0 0,10 14 1 0 0,-20-22-9 0 0,-1 0-1 0 0,0 0 1 0 0,0 0 0 0 0,0 0 0 0 0,0 0-1 0 0,0 0 1 0 0,0 0 0 0 0,0 0 0 0 0,-1-1 0 0 0,1 1-1 0 0,0 0 1 0 0,-1-1 0 0 0,-2 2 0 0 0,4-3-5 0 0,-24 21 18 0 0,-2-2 0 0 0,0-1 0 0 0,-1-1 0 0 0,-1-1 0 0 0,0-1 0 0 0,-32 11 0 0 0,5-1-9 0 0,-307 148 90 0 0,311-153-581 0 0,50-20-57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49:52.2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1 408 1864 0 0,'34'-26'4738'0'0,"-32"25"-4703"0"0,-1 1 0 0 0,1-1 1 0 0,0 1-1 0 0,-1-1 0 0 0,1 1 0 0 0,-1-1 1 0 0,1 1-1 0 0,0 0 0 0 0,-1 0 0 0 0,1 0 1 0 0,0 0-1 0 0,-1 0 0 0 0,1 0 0 0 0,0 0 0 0 0,-1 1 1 0 0,1-1-1 0 0,-1 0 0 0 0,1 1 0 0 0,0-1 1 0 0,-1 1-1 0 0,1 0 0 0 0,-1 0 0 0 0,0 0 1 0 0,1-1-1 0 0,-1 1 0 0 0,1 0 0 0 0,-1 1 1 0 0,0-1-1 0 0,0 0 0 0 0,0 0 0 0 0,0 0 0 0 0,0 1 1 0 0,0-1-1 0 0,0 0 0 0 0,1 3 0 0 0,8 11 535 0 0,-1 0 0 0 0,13 27 0 0 0,-10-17-317 0 0,39 58-242 0 0,-50-82 15 0 0,-1 0 9 0 0,0-1 1 0 0,1 1 0 0 0,-1 0 0 0 0,1-1 0 0 0,-1 1 0 0 0,1-1-1 0 0,-1 1 1 0 0,1-1 0 0 0,0 1 0 0 0,-1-1 0 0 0,1 1 0 0 0,0-1 0 0 0,-1 1-1 0 0,1-1 1 0 0,0 0 0 0 0,-1 1 0 0 0,1-1 0 0 0,0 0 0 0 0,0 0-1 0 0,-1 1 1 0 0,1-1 0 0 0,0 0 0 0 0,0 0 0 0 0,1 0 0 0 0,18-17 19 0 0,0-1 1 0 0,-1-1 0 0 0,-1-1 0 0 0,-1-1-1 0 0,17-26 1 0 0,25-28-2 0 0,192-187 192 0 0,-208 221 35 0 0,-42 40-301 0 0,-1 0-130 0 0,1 0 67 0 0,-1 1-1 0 0,1-1 1 0 0,-1 0-1 0 0,1 1 0 0 0,-1-1 1 0 0,0 0-1 0 0,1 0 0 0 0,-1 1 1 0 0,0-1-1 0 0,0 0 1 0 0,1 0-1 0 0,-1 0 0 0 0,0 0 1 0 0,0 1-1 0 0,0-1 1 0 0,0 0-1 0 0,0 0 0 0 0,0 0 1 0 0,0 0-1 0 0,-1 1 0 0 0,1-1 1 0 0,0 0-1 0 0,0 0 1 0 0,-1-1-1 0 0,-5-24-2770 0 0,6 25 2573 0 0,-2-9-1841 0 0,4 0-186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8:49:55.7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0 388 5833 0 0,'3'-55'270'0'0,"-3"53"-4"0"0,7-16 1321 0 0,8 77-1465 0 0,-12-44-115 0 0,0 1 0 0 0,1-1 0 0 0,1 0 0 0 0,1 0 1 0 0,11 22-1 0 0,-18-37-11 0 0,1 0 3 0 0,0 1 0 0 0,0-1 1 0 0,1 1-1 0 0,-1-1 0 0 0,0 1 0 0 0,0-1 0 0 0,0 0 0 0 0,0 1 0 0 0,0-1 1 0 0,0 1-1 0 0,1-1 0 0 0,-1 0 0 0 0,0 1 0 0 0,0-1 0 0 0,0 1 0 0 0,1-1 1 0 0,-1 0-1 0 0,0 1 0 0 0,1-1 0 0 0,-1 0 0 0 0,0 1 0 0 0,1-1 0 0 0,-1 0 1 0 0,0 0-1 0 0,1 1 0 0 0,-1-1 0 0 0,1 0 0 0 0,-1 0 0 0 0,0 0 1 0 0,1 0-1 0 0,-1 0 0 0 0,1 1 0 0 0,-1-1 0 0 0,1 0 0 0 0,-1 0 0 0 0,0 0 1 0 0,1 0-1 0 0,-1 0 0 0 0,1 0 0 0 0,-1 0 0 0 0,1 0 0 0 0,-1-1 0 0 0,1 1 1 0 0,0 0-1 0 0,2 0 1 0 0,0 0 1 0 0,0 0-1 0 0,0-1 1 0 0,0 1-1 0 0,0-1 1 0 0,0 1-1 0 0,0-1 1 0 0,0 0-1 0 0,0 0 1 0 0,0 0-1 0 0,0-1 1 0 0,-1 1-1 0 0,4-3 1 0 0,39-29 15 0 0,-31 22-11 0 0,90-68-63 0 0,-3-5 0 0 0,100-106 0 0 0,-195 183-534 0 0,1-1-1 0 0,-1 0 0 0 0,0 0 1 0 0,-1-1-1 0 0,0 1 0 0 0,7-18 0 0 0,-8 15-1335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39.0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6 388 4084 0 0,'-6'-28'4970'0'0,"14"44"-4992"0"0,-1 1-1 0 0,-1 0 0 0 0,0 0 1 0 0,5 33-1 0 0,-5-24 3 0 0,16 44 0 0 0,5 15 56 0 0,-27-84-32 0 0,0 1-2 0 0,0 5-3 0 0,0-7 3 0 0,0 0-1 0 0,0 1 0 0 0,0-1 1 0 0,0 1-1 0 0,0-1 1 0 0,-1 1-1 0 0,1-1 0 0 0,0 0 1 0 0,0 1-1 0 0,0-1 1 0 0,0 1-1 0 0,0-1 0 0 0,0 1 1 0 0,0-1-1 0 0,1 0 1 0 0,-1 1-1 0 0,0-1 0 0 0,0 1 1 0 0,0-1-1 0 0,0 0 0 0 0,0 1 1 0 0,1-1-1 0 0,-1 1 1 0 0,0-1-1 0 0,0 0 0 0 0,1 1 1 0 0,-1-1-1 0 0,0 0 1 0 0,1 1-1 0 0,-1-1 0 0 0,0 0 1 0 0,1 0-1 0 0,-1 1 1 0 0,0-1-1 0 0,1 0 0 0 0,-1 0 1 0 0,1 1-1 0 0,-1-1 1 0 0,0 0-1 0 0,1 0 0 0 0,-1 0 1 0 0,1 0-1 0 0,-1 0 1 0 0,0 0-1 0 0,1 0 0 0 0,-1 0 1 0 0,1 0-1 0 0,-1 0 1 0 0,1 0-1 0 0,-1 0 0 0 0,1 0 1 0 0,-1 0-1 0 0,0 0 1 0 0,1 0-1 0 0,19-14 112 0 0,-17 12-99 0 0,21-20 24 0 0,0 0 1 0 0,21-27-1 0 0,6-5-14 0 0,0 7-15 0 0,1 2 0 0 0,93-59 1 0 0,127-56-9 0 0,-215 128 9 0 0,-15 10 2 0 0,46-29-8 0 0,-41 24 704 0 0,-45 26-621 0 0,-30-24-5938 0 0,20 20 3423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40.4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12 123 5925 0 0,'-11'-41'1836'0'0,"12"172"-1836"0"0,7-41 23 0 0,2 43-40 0 0,-10-132 18 0 0,0 0-1 0 0,0 0 0 0 0,-1 0 0 0 0,1 0 0 0 0,0 0 1 0 0,0 0-1 0 0,0 0 0 0 0,0 1 0 0 0,0-1 0 0 0,0 0 1 0 0,1 0-1 0 0,-1 0 0 0 0,0 0 0 0 0,0 0 0 0 0,1 0 0 0 0,-1 0 1 0 0,1 0-1 0 0,-1 0 0 0 0,1 0 0 0 0,-1 0 0 0 0,1 0 1 0 0,0 0-1 0 0,-1 0 0 0 0,1-1 0 0 0,0 1 0 0 0,0 0 1 0 0,-1 0-1 0 0,1-1 0 0 0,0 1 0 0 0,0 0 0 0 0,0-1 1 0 0,0 1-1 0 0,0-1 0 0 0,0 0 0 0 0,0 1 0 0 0,0-1 1 0 0,0 0-1 0 0,0 1 0 0 0,0-1 0 0 0,1 0 0 0 0,-1 0 1 0 0,0 0-1 0 0,0 0 0 0 0,2 0 0 0 0,2-1 8 0 0,1-1-1 0 0,-1 0 0 0 0,1 0 1 0 0,-1 0-1 0 0,0-1 0 0 0,7-4 1 0 0,-5 3-10 0 0,187-117 61 0 0,-120 72-57 0 0,84-41 1 0 0,98-41 833 0 0,-255 131-829 0 0,1-1 0 0 0,-1 1 0 0 0,0-1 0 0 0,1 1 0 0 0,-1-1-1 0 0,0 1 1 0 0,0-1 0 0 0,0 0 0 0 0,1 0 0 0 0,-1 0 0 0 0,0 0 0 0 0,0 0 0 0 0,0 0 0 0 0,0 0 0 0 0,-1 0-1 0 0,1 0 1 0 0,0 0 0 0 0,0 0 0 0 0,-1-1 0 0 0,1 1 0 0 0,-1 0 0 0 0,1 0 0 0 0,0-2 0 0 0,-7-20-3887 0 0,1 14 724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52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22 634 5637 0 0,'-10'-30'339'0'0,"3"15"1106"0"0,4 4-515 0 0,2 5-589 0 0,2 8-501 0 0,11 29 117 0 0,2 0-1 0 0,1-2 1 0 0,1 0 0 0 0,23 30-1 0 0,-38-58 47 0 0,0-1 1 0 0,0 1-1 0 0,0-1 0 0 0,0 0 0 0 0,1 0 0 0 0,-1 1 0 0 0,0-1 0 0 0,0 0 0 0 0,1 0 0 0 0,-1 0 0 0 0,0 0 0 0 0,0 0 0 0 0,0-1 0 0 0,1 1 0 0 0,-1 0 0 0 0,0-1 0 0 0,0 1 1 0 0,0 0-1 0 0,0-1 0 0 0,0 1 0 0 0,1-1 0 0 0,0-1 0 0 0,28-13 24 0 0,-27 14-25 0 0,96-61 107 0 0,148-118 0 0 0,-60 39-38 0 0,245-161 1025 0 0,-412 289-903 0 0,-15 10-350 0 0,1-1 0 0 0,-1 1 1 0 0,0-2-1 0 0,0 1 0 0 0,0 0 0 0 0,7-9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53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1 403 7265 0 0,'0'0'-19'0'0,"0"0"0"0"0,0 0 0 0 0,0 0 0 0 0,0 0 0 0 0,0 0 0 0 0,0 0 0 0 0,0 1 0 0 0,1-1 0 0 0,-1 0 0 0 0,0 0 0 0 0,0 0 0 0 0,0 0 1 0 0,0 0-1 0 0,0 0 0 0 0,1 0 0 0 0,-1 0 0 0 0,0 0 0 0 0,0 0 0 0 0,0 0 0 0 0,0 0 0 0 0,1 0 0 0 0,-1 0 0 0 0,0 0 0 0 0,0 0 0 0 0,0 0 0 0 0,0 0 0 0 0,1 0 0 0 0,-1 0 1 0 0,0 0-1 0 0,0 0 0 0 0,0 0 0 0 0,0 0 0 0 0,0 0 0 0 0,0 0 0 0 0,1-1 0 0 0,-1 1 0 0 0,0 0 0 0 0,0 0 0 0 0,0 0 0 0 0,0 0 0 0 0,0 0 0 0 0,0 0 0 0 0,0 0 1 0 0,1-1-1 0 0,-1 1 0 0 0,0 0 0 0 0,0 0 0 0 0,0 0 0 0 0,0 0 0 0 0,0-1 0 0 0,0 1 0 0 0,0 0 0 0 0,0 0 0 0 0,0 0 0 0 0,0 0 0 0 0,0-1 0 0 0,5 27-336 0 0,-4-20 346 0 0,-1 0 1 0 0,1 0 0 0 0,0 0-1 0 0,1-1 1 0 0,-1 1 0 0 0,1 0-1 0 0,0-1 1 0 0,1 1 0 0 0,-1-1-1 0 0,1 0 1 0 0,0 0 0 0 0,6 8-1 0 0,-5-11 16 0 0,1 0 1 0 0,-1-1-1 0 0,1 1 0 0 0,0-1 0 0 0,-1 0 0 0 0,1 0 0 0 0,0 0 1 0 0,0-1-1 0 0,0 0 0 0 0,0 0 0 0 0,0 0 0 0 0,-1 0 0 0 0,1-1 1 0 0,9-2-1 0 0,74-26 95 0 0,-77 25-95 0 0,119-52 37 0 0,-4-6 0 0 0,-2-4-1 0 0,182-132 1 0 0,-185 106-2832 0 0,-112 86 1319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54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1 570 4548 0 0,'0'-59'2019'0'0,"2"51"-1949"0"0,2 1 0 0 0,-1 0 0 0 0,1-1 0 0 0,0 1 1 0 0,1 1-1 0 0,-1-1 0 0 0,2 0 0 0 0,-1 1 0 0 0,10-9 1 0 0,61-48 79 0 0,-72 60-134 0 0,359-234-738 0 0,-207 142-2103 0 0,-100 60 793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54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33 329 5649 0 0,'-31'31'3875'0'0,"29"-30"-3347"0"0,6-5-308 0 0,21-20-112 0 0,1 0 0 0 0,1 2 0 0 0,0 1 1 0 0,2 2-1 0 0,0 0 0 0 0,38-16 0 0 0,201-77-749 0 0,-102 57-888 0 0,-134 47-716 0 0,49-6 1 0 0,-47 11-270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56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39 516 6677 0 0,'-5'-23'219'0'0,"-1"0"1"0"0,-13-30 0 0 0,14 40-39 0 0,5 12-155 0 0,-4-15-389 0 0,73 154 104 0 0,-69-138 261 0 0,0 0-1 0 0,0 1 1 0 0,1-1-1 0 0,-1 1 0 0 0,0-1 1 0 0,1 1-1 0 0,-1-1 1 0 0,0 0-1 0 0,1 1 0 0 0,-1-1 1 0 0,1 0-1 0 0,-1 1 1 0 0,1-1-1 0 0,-1 0 1 0 0,1 0-1 0 0,-1 0 0 0 0,1 1 1 0 0,-1-1-1 0 0,1 0 1 0 0,-1 0-1 0 0,1 0 0 0 0,-1 0 1 0 0,1 0-1 0 0,-1 0 1 0 0,1 0-1 0 0,-1 0 1 0 0,1 0-1 0 0,-1 0 0 0 0,1 0 1 0 0,-1 0-1 0 0,1 0 1 0 0,-1 0-1 0 0,1-1 0 0 0,-1 1 1 0 0,1 0-1 0 0,-1 0 1 0 0,1-1-1 0 0,17-12 5 0 0,-15 11 2 0 0,42-36 20 0 0,64-68 0 0 0,-10 8-7 0 0,92-76 38 0 0,-144 130 8 0 0,-6 6-157 0 0,-40 37-135 0 0,-7-14-4796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58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1206 124 3784 0 0,'0'0'-173'0'0,"-19"0"-222"0"0,-19-2 275 0 0,22 2 130 0 0,12 0 82 0 0,0 0-12 0 0,-27-2 262 0 0,0-1 1 0 0,-38-10-1 0 0,-42-4-9 0 0,-13 5-76 0 0,-104-5 0 0 0,193 17-244 0 0,0 1 0 0 0,-1 1 1 0 0,1 3-1 0 0,-48 11 0 0 0,54-8-24 0 0,-1-1-38 0 0,0 2 1 0 0,-31 14-1 0 0,51-18 29 0 0,-1 0-1 0 0,1 1 1 0 0,0 1 0 0 0,1 0 0 0 0,0 0 0 0 0,0 1-1 0 0,0 0 1 0 0,-14 18 0 0 0,15-16 0 0 0,1 1-1 0 0,1 0 1 0 0,0 1-1 0 0,0-1 0 0 0,1 1 1 0 0,1 0-1 0 0,0 0 1 0 0,0 1-1 0 0,-1 13 1 0 0,4-20 7 0 0,1 0 0 0 0,0 1 0 0 0,0-1 0 0 0,0 0 0 0 0,1 1 1 0 0,0-1-1 0 0,0 0 0 0 0,1 1 0 0 0,0-1 0 0 0,0 0 0 0 0,0 0 0 0 0,1-1 0 0 0,-1 1 1 0 0,1 0-1 0 0,1-1 0 0 0,-1 1 0 0 0,1-1 0 0 0,0 0 0 0 0,5 4 0 0 0,6 8-3 0 0,1-1 0 0 0,1-1-1 0 0,36 26 1 0 0,-7-12 7 0 0,0-1 0 0 0,2-3-1 0 0,0-2 1 0 0,2-2 0 0 0,1-2 0 0 0,73 17 0 0 0,-55-21 15 0 0,1-4 0 0 0,-1-2 1 0 0,2-3-1 0 0,101-5 0 0 0,-122-4 21 0 0,0-1 0 0 0,0-3 0 0 0,0-2 0 0 0,-1-2 0 0 0,0-2 0 0 0,-1-2 0 0 0,-1-2 0 0 0,68-35 0 0 0,-88 37 101 0 0,1-1 1 0 0,-2-1-1 0 0,0-1 0 0 0,-1-1 1 0 0,-1-2-1 0 0,-1 0 0 0 0,30-36 1 0 0,-48 51-19 0 0,1-1 0 0 0,-1 0 1 0 0,0 0-1 0 0,-1-1 0 0 0,0 1 1 0 0,0-1-1 0 0,-1 0 0 0 0,0 0 1 0 0,0 0-1 0 0,0 0 0 0 0,-1-1 1 0 0,-1 1-1 0 0,0-1 0 0 0,0 1 1 0 0,0-1-1 0 0,-1 0 0 0 0,0 1 1 0 0,-1-1-1 0 0,0 1 0 0 0,0-1 1 0 0,-1 1-1 0 0,0-1 0 0 0,-1 1 1 0 0,1 0-1 0 0,-2 0 0 0 0,1 0 1 0 0,-1 0-1 0 0,0 1 0 0 0,-1-1 1 0 0,1 1-1 0 0,-2 0 0 0 0,1 1 1 0 0,-13-13-1 0 0,-5 0-20 0 0,0 2 0 0 0,-2 0 0 0 0,0 1 0 0 0,-1 2 0 0 0,0 0-1 0 0,-1 2 1 0 0,-1 1 0 0 0,1 1 0 0 0,-56-11 0 0 0,32 11-171 0 0,0 3 0 0 0,-1 3 0 0 0,1 1 0 0 0,-98 8 1 0 0,131-3-909 0 0,0 0 1 0 0,0-2-1 0 0,0 0 1 0 0,-27-5-1 0 0,20-1-2046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53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1 403 7265 0 0,'0'0'-19'0'0,"0"0"0"0"0,0 0 0 0 0,0 0 0 0 0,0 0 0 0 0,0 0 0 0 0,0 0 0 0 0,0 1 0 0 0,1-1 0 0 0,-1 0 0 0 0,0 0 0 0 0,0 0 0 0 0,0 0 1 0 0,0 0-1 0 0,0 0 0 0 0,1 0 0 0 0,-1 0 0 0 0,0 0 0 0 0,0 0 0 0 0,0 0 0 0 0,0 0 0 0 0,1 0 0 0 0,-1 0 0 0 0,0 0 0 0 0,0 0 0 0 0,0 0 0 0 0,0 0 0 0 0,1 0 0 0 0,-1 0 1 0 0,0 0-1 0 0,0 0 0 0 0,0 0 0 0 0,0 0 0 0 0,0 0 0 0 0,0 0 0 0 0,1-1 0 0 0,-1 1 0 0 0,0 0 0 0 0,0 0 0 0 0,0 0 0 0 0,0 0 0 0 0,0 0 0 0 0,0 0 0 0 0,0 0 1 0 0,1-1-1 0 0,-1 1 0 0 0,0 0 0 0 0,0 0 0 0 0,0 0 0 0 0,0 0 0 0 0,0-1 0 0 0,0 1 0 0 0,0 0 0 0 0,0 0 0 0 0,0 0 0 0 0,0 0 0 0 0,0-1 0 0 0,5 27-336 0 0,-4-20 346 0 0,-1 0 1 0 0,1 0 0 0 0,0 0-1 0 0,1-1 1 0 0,-1 1 0 0 0,1 0-1 0 0,0-1 1 0 0,1 1 0 0 0,-1-1-1 0 0,1 0 1 0 0,0 0 0 0 0,6 8-1 0 0,-5-11 16 0 0,1 0 1 0 0,-1-1-1 0 0,1 1 0 0 0,0-1 0 0 0,-1 0 0 0 0,1 0 0 0 0,0 0 1 0 0,0-1-1 0 0,0 0 0 0 0,0 0 0 0 0,0 0 0 0 0,-1 0 0 0 0,1-1 1 0 0,9-2-1 0 0,74-26 95 0 0,-77 25-95 0 0,119-52 37 0 0,-4-6 0 0 0,-2-4-1 0 0,182-132 1 0 0,-185 106-2832 0 0,-112 86 1319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54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1 570 4548 0 0,'0'-59'2019'0'0,"2"51"-1949"0"0,2 1 0 0 0,-1 0 0 0 0,1-1 0 0 0,0 1 1 0 0,1 1-1 0 0,-1-1 0 0 0,2 0 0 0 0,-1 1 0 0 0,10-9 1 0 0,61-48 79 0 0,-72 60-134 0 0,359-234-738 0 0,-207 142-2103 0 0,-100 60 793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54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33 329 5649 0 0,'-31'31'3875'0'0,"29"-30"-3347"0"0,6-5-308 0 0,21-20-112 0 0,1 0 0 0 0,1 2 0 0 0,0 1 1 0 0,2 2-1 0 0,0 0 0 0 0,38-16 0 0 0,201-77-749 0 0,-102 57-888 0 0,-134 47-716 0 0,49-6 1 0 0,-47 11-270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56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39 516 6677 0 0,'-5'-23'219'0'0,"-1"0"1"0"0,-13-30 0 0 0,14 40-39 0 0,5 12-155 0 0,-4-15-389 0 0,73 154 104 0 0,-69-138 261 0 0,0 0-1 0 0,0 1 1 0 0,1-1-1 0 0,-1 1 0 0 0,0-1 1 0 0,1 1-1 0 0,-1-1 1 0 0,0 0-1 0 0,1 1 0 0 0,-1-1 1 0 0,1 0-1 0 0,-1 1 1 0 0,1-1-1 0 0,-1 0 1 0 0,1 0-1 0 0,-1 0 0 0 0,1 1 1 0 0,-1-1-1 0 0,1 0 1 0 0,-1 0-1 0 0,1 0 0 0 0,-1 0 1 0 0,1 0-1 0 0,-1 0 1 0 0,1 0-1 0 0,-1 0 1 0 0,1 0-1 0 0,-1 0 0 0 0,1 0 1 0 0,-1 0-1 0 0,1 0 1 0 0,-1 0-1 0 0,1-1 0 0 0,-1 1 1 0 0,1 0-1 0 0,-1 0 1 0 0,1-1-1 0 0,17-12 5 0 0,-15 11 2 0 0,42-36 20 0 0,64-68 0 0 0,-10 8-7 0 0,92-76 38 0 0,-144 130 8 0 0,-6 6-157 0 0,-40 37-135 0 0,-7-14-4796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58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1206 124 3784 0 0,'0'0'-173'0'0,"-19"0"-222"0"0,-19-2 275 0 0,22 2 130 0 0,12 0 82 0 0,0 0-12 0 0,-27-2 262 0 0,0-1 1 0 0,-38-10-1 0 0,-42-4-9 0 0,-13 5-76 0 0,-104-5 0 0 0,193 17-244 0 0,0 1 0 0 0,-1 1 1 0 0,1 3-1 0 0,-48 11 0 0 0,54-8-24 0 0,-1-1-38 0 0,0 2 1 0 0,-31 14-1 0 0,51-18 29 0 0,-1 0-1 0 0,1 1 1 0 0,0 1 0 0 0,1 0 0 0 0,0 0 0 0 0,0 1-1 0 0,0 0 1 0 0,-14 18 0 0 0,15-16 0 0 0,1 1-1 0 0,1 0 1 0 0,0 1-1 0 0,0-1 0 0 0,1 1 1 0 0,1 0-1 0 0,0 0 1 0 0,0 1-1 0 0,-1 13 1 0 0,4-20 7 0 0,1 0 0 0 0,0 1 0 0 0,0-1 0 0 0,0 0 0 0 0,1 1 1 0 0,0-1-1 0 0,0 0 0 0 0,1 1 0 0 0,0-1 0 0 0,0 0 0 0 0,0 0 0 0 0,1-1 0 0 0,-1 1 1 0 0,1 0-1 0 0,1-1 0 0 0,-1 1 0 0 0,1-1 0 0 0,0 0 0 0 0,5 4 0 0 0,6 8-3 0 0,1-1 0 0 0,1-1-1 0 0,36 26 1 0 0,-7-12 7 0 0,0-1 0 0 0,2-3-1 0 0,0-2 1 0 0,2-2 0 0 0,1-2 0 0 0,73 17 0 0 0,-55-21 15 0 0,1-4 0 0 0,-1-2 1 0 0,2-3-1 0 0,101-5 0 0 0,-122-4 21 0 0,0-1 0 0 0,0-3 0 0 0,0-2 0 0 0,-1-2 0 0 0,0-2 0 0 0,-1-2 0 0 0,-1-2 0 0 0,68-35 0 0 0,-88 37 101 0 0,1-1 1 0 0,-2-1-1 0 0,0-1 0 0 0,-1-1 1 0 0,-1-2-1 0 0,-1 0 0 0 0,30-36 1 0 0,-48 51-19 0 0,1-1 0 0 0,-1 0 1 0 0,0 0-1 0 0,-1-1 0 0 0,0 1 1 0 0,0-1-1 0 0,-1 0 0 0 0,0 0 1 0 0,0 0-1 0 0,0 0 0 0 0,-1-1 1 0 0,-1 1-1 0 0,0-1 0 0 0,0 1 1 0 0,0-1-1 0 0,-1 0 0 0 0,0 1 1 0 0,-1-1-1 0 0,0 1 0 0 0,0-1 1 0 0,-1 1-1 0 0,0-1 0 0 0,-1 1 1 0 0,1 0-1 0 0,-2 0 0 0 0,1 0 1 0 0,-1 0-1 0 0,0 1 0 0 0,-1-1 1 0 0,1 1-1 0 0,-2 0 0 0 0,1 1 1 0 0,-13-13-1 0 0,-5 0-20 0 0,0 2 0 0 0,-2 0 0 0 0,0 1 0 0 0,-1 2 0 0 0,0 0-1 0 0,-1 2 1 0 0,-1 1 0 0 0,1 1 0 0 0,-56-11 0 0 0,32 11-171 0 0,0 3 0 0 0,-1 3 0 0 0,1 1 0 0 0,-98 8 1 0 0,131-3-909 0 0,0 0 1 0 0,0-2-1 0 0,0 0 1 0 0,-27-5-1 0 0,20-1-2046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41:39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13 482 2232 0 0,'2'-38'1441'0'0,"-4"-43"2307"0"0,2 79-3494 0 0,-8-13 562 0 0,4 7-381 0 0,3 10-219 0 0,65 215 21 0 0,-60-200-245 0 0,0 0 0 0 0,-1 1-1 0 0,-1-1 1 0 0,0 25 0 0 0,-3-41 14 0 0,1 0 0 0 0,0 0 0 0 0,0 0 0 0 0,0 0-1 0 0,0-1 1 0 0,0 1 0 0 0,0 0 0 0 0,1 0 0 0 0,-1 0 0 0 0,0 0 0 0 0,0 0-1 0 0,1 0 1 0 0,-1 0 0 0 0,0-1 0 0 0,1 1 0 0 0,-1 0 0 0 0,1 0 0 0 0,-1 0 0 0 0,1-1-1 0 0,-1 1 1 0 0,1 0 0 0 0,0-1 0 0 0,-1 1 0 0 0,1 0 0 0 0,0-1 0 0 0,0 1-1 0 0,-1-1 1 0 0,1 1 0 0 0,0-1 0 0 0,0 0 0 0 0,0 1 0 0 0,0-1 0 0 0,-1 0-1 0 0,1 1 1 0 0,0-1 0 0 0,0 0 0 0 0,0 0 0 0 0,0 0 0 0 0,0 0 0 0 0,0 0-1 0 0,0 0 1 0 0,0 0 0 0 0,0 0 0 0 0,-1 0 0 0 0,1 0 0 0 0,0-1 0 0 0,0 1-1 0 0,0 0 1 0 0,0-1 0 0 0,0 1 0 0 0,0 0 0 0 0,0-2 0 0 0,11-2 112 0 0,-1-2 1 0 0,0 0 0 0 0,14-9 0 0 0,-8 4-37 0 0,188-103 146 0 0,431-222-34 0 0,-340 197 120 0 0,-282 133-219 0 0,-11 5-87 0 0,0 0 1 0 0,0 0-1 0 0,-1-1 1 0 0,1 1-1 0 0,0-1 0 0 0,0 0 1 0 0,-1 0-1 0 0,1 0 1 0 0,3-4-1 0 0,-5 4-17 0 0,19-22-2367 0 0,-20 18 1835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41:42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19 433 6137 0 0,'-11'-40'212'0'0,"11"38"-63"0"0,-7-34 1239 0 0,14 70-1386 0 0,17 45 0 0 0,1 8 27 0 0,-15-57-30 0 0,-7-21 115 0 0,0 0 1 0 0,0 0-1 0 0,-1 0 1 0 0,2 18-1 0 0,-4-26-89 0 0,0-1 0 0 0,0 0 0 0 0,0 0-1 0 0,0 1 1 0 0,0-1 0 0 0,0 0 0 0 0,1 0 0 0 0,-1 1-1 0 0,0-1 1 0 0,0 0 0 0 0,0 0 0 0 0,0 1 0 0 0,0-1-1 0 0,1 0 1 0 0,-1 0 0 0 0,0 0 0 0 0,0 1 0 0 0,1-1-1 0 0,-1 0 1 0 0,0 0 0 0 0,0 0 0 0 0,0 0 0 0 0,1 1-1 0 0,-1-1 1 0 0,0 0 0 0 0,1 0 0 0 0,-1 0 0 0 0,0 0 0 0 0,0 0-1 0 0,1 0 1 0 0,-1 0 0 0 0,0 0 0 0 0,0 0 0 0 0,1 0-1 0 0,-1 0 1 0 0,0 0 0 0 0,1 0 0 0 0,-1 0 0 0 0,0 0-1 0 0,0 0 1 0 0,1 0 0 0 0,-1 0 0 0 0,0 0 0 0 0,0-1-1 0 0,1 1 1 0 0,-1 0 0 0 0,0 0 0 0 0,165-93 708 0 0,241-145-158 0 0,-213 122-416 0 0,54-36 76 0 0,-200 122-308 0 0,-45 30 51 0 0,1-5-259 0 0,7-13-6382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54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33 329 5649 0 0,'-31'31'3875'0'0,"29"-30"-3347"0"0,6-5-308 0 0,21-20-112 0 0,1 0 0 0 0,1 2 0 0 0,0 1 1 0 0,2 2-1 0 0,0 0 0 0 0,38-16 0 0 0,201-77-749 0 0,-102 57-888 0 0,-134 47-716 0 0,49-6 1 0 0,-47 11-270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31:56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39 516 6677 0 0,'-5'-23'219'0'0,"-1"0"1"0"0,-13-30 0 0 0,14 40-39 0 0,5 12-155 0 0,-4-15-389 0 0,73 154 104 0 0,-69-138 261 0 0,0 0-1 0 0,0 1 1 0 0,1-1-1 0 0,-1 1 0 0 0,0-1 1 0 0,1 1-1 0 0,-1-1 1 0 0,0 0-1 0 0,1 1 0 0 0,-1-1 1 0 0,1 0-1 0 0,-1 1 1 0 0,1-1-1 0 0,-1 0 1 0 0,1 0-1 0 0,-1 0 0 0 0,1 1 1 0 0,-1-1-1 0 0,1 0 1 0 0,-1 0-1 0 0,1 0 0 0 0,-1 0 1 0 0,1 0-1 0 0,-1 0 1 0 0,1 0-1 0 0,-1 0 1 0 0,1 0-1 0 0,-1 0 0 0 0,1 0 1 0 0,-1 0-1 0 0,1 0 1 0 0,-1 0-1 0 0,1-1 0 0 0,-1 1 1 0 0,1 0-1 0 0,-1 0 1 0 0,1-1-1 0 0,17-12 5 0 0,-15 11 2 0 0,42-36 20 0 0,64-68 0 0 0,-10 8-7 0 0,92-76 38 0 0,-144 130 8 0 0,-6 6-157 0 0,-40 37-135 0 0,-7-14-4796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42:51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44 510 4224 0 0,'-27'-45'3685'0'0,"26"44"-3315"0"0,1 0-344 0 0,0 1-1 0 0,0 0 1 0 0,0 0-1 0 0,0 0 1 0 0,0 0-1 0 0,0 0 1 0 0,0 0 0 0 0,0 0-1 0 0,0-1 1 0 0,0 1-1 0 0,0 0 1 0 0,0 0-1 0 0,0 0 1 0 0,0 0-1 0 0,0 0 1 0 0,0 0 0 0 0,0-1-1 0 0,0 1 1 0 0,0 0-1 0 0,0 0 1 0 0,0 0-1 0 0,0 0 1 0 0,0 0-1 0 0,0 0 1 0 0,0 0-1 0 0,0 0 1 0 0,-1-1 0 0 0,1 1-1 0 0,0 0 1 0 0,0 0-1 0 0,0 0 1 0 0,0 0-1 0 0,0 0 1 0 0,0 0-1 0 0,0 0 1 0 0,0 0 0 0 0,-1 0-1 0 0,1 0 1 0 0,0 0-1 0 0,0 0 1 0 0,0 0-1 0 0,0 0 1 0 0,0 0-1 0 0,0 0 1 0 0,0 0 0 0 0,-1 0-1 0 0,1 0 1 0 0,0 0-1 0 0,0 0 1 0 0,0 0-1 0 0,0 0 1 0 0,0 0-1 0 0,0 0 1 0 0,0 0-1 0 0,-1 0 1 0 0,1 0 0 0 0,0 0-1 0 0,0 0 1 0 0,0 0-1 0 0,0 0 1 0 0,0 0-1 0 0,0 1 1 0 0,-1-1-27 0 0,0 1 1 0 0,0-1-1 0 0,0 1 1 0 0,1-1 0 0 0,-1 1-1 0 0,0 0 1 0 0,1-1 0 0 0,-1 1-1 0 0,0 0 1 0 0,1-1 0 0 0,-1 1-1 0 0,1 0 1 0 0,-1 0 0 0 0,1 0 0 0 0,0 0-1 0 0,-1 0 1 0 0,1-1 0 0 0,0 1-1 0 0,0 0 1 0 0,-1 2 0 0 0,2 4 3 0 0,-1 0 0 0 0,2 0 1 0 0,-1-1-1 0 0,1 1 1 0 0,0 0-1 0 0,0-1 1 0 0,1 1-1 0 0,6 11 1 0 0,-1 0 1 0 0,30 61 65 0 0,-37-78-62 0 0,11 11 180 0 0,-11-12-150 0 0,-1 1-1 0 0,1-1 0 0 0,-1 1 1 0 0,1-1-1 0 0,-1 0 1 0 0,1 1-1 0 0,-1-1 1 0 0,1 0-1 0 0,0 1 0 0 0,-1-1 1 0 0,1 0-1 0 0,-1 0 1 0 0,1 0-1 0 0,0 1 0 0 0,-1-1 1 0 0,1 0-1 0 0,0 0 1 0 0,-1 0-1 0 0,1 0 1 0 0,0 0-1 0 0,-1 0 0 0 0,1 0 1 0 0,0-1-1 0 0,-1 1 1 0 0,1 0-1 0 0,0 0 0 0 0,-1 0 1 0 0,1-1-1 0 0,0 1 1 0 0,-1 0-1 0 0,1-1 1 0 0,-1 1-1 0 0,2-1 0 0 0,66-72 233 0 0,4 4-1 0 0,136-104 1 0 0,-79 83-188 0 0,144-75 0 0 0,-243 150-311 0 0,50-17 0 0 0,-77 31 211 0 0,-2 0-14 0 0,7-2 27 0 0,-6 2 20 0 0,2-2 31 0 0,-4 3-85 0 0,1 0 0 0 0,-1 0 0 0 0,0 0 0 0 0,1 0-1 0 0,-1 0 1 0 0,1 0 0 0 0,-1-1 0 0 0,0 1 0 0 0,1 0 0 0 0,-1 0 0 0 0,1 0 0 0 0,-1-1 0 0 0,0 1 0 0 0,1 0 0 0 0,-1 0 0 0 0,0-1 0 0 0,1 1 0 0 0,-1 0 0 0 0,0-1-1 0 0,0 1 1 0 0,1 0 0 0 0,-1-1 0 0 0,0 1 0 0 0,0-1 0 0 0,0 1 0 0 0,0 0 0 0 0,1-1 0 0 0,-1 1 0 0 0,0-1 0 0 0,0 1 0 0 0,0 0 0 0 0,0-1 0 0 0,0 1 0 0 0,0-1-1 0 0,0 1 1 0 0,0-1 0 0 0,0 1 0 0 0,-5-23-5528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42:54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18 244 6689 0 0,'-6'-83'-962'0'0,"4"24"2200"0"0,-4 31 424 0 0,3 53-1622 0 0,2 1-1 0 0,1-1 1 0 0,2 0-1 0 0,7 47 0 0 0,-8-63-47 0 0,-1-7 7 0 0,0 0 1 0 0,1-1-1 0 0,-1 1 0 0 0,0 0 0 0 0,0-1 1 0 0,1 1-1 0 0,-1 0 0 0 0,1-1 0 0 0,0 1 1 0 0,0 0-1 0 0,-1-1 0 0 0,1 1 0 0 0,0-1 1 0 0,0 0-1 0 0,0 1 0 0 0,0-1 0 0 0,1 0 1 0 0,-1 0-1 0 0,0 1 0 0 0,0-1 0 0 0,1 0 1 0 0,-1 0-1 0 0,1 0 0 0 0,-1 0 0 0 0,1-1 1 0 0,-1 1-1 0 0,1 0 0 0 0,-1-1 0 0 0,1 1 1 0 0,0-1-1 0 0,-1 0 0 0 0,1 1 0 0 0,0-1 1 0 0,0 0-1 0 0,-1 0 0 0 0,1 0 0 0 0,0 0 1 0 0,2 0-1 0 0,6-2 9 0 0,0-1 0 0 0,0 1 0 0 0,0-1 0 0 0,-1-1 0 0 0,13-6 0 0 0,-7 4-12 0 0,87-42 15 0 0,164-104-1 0 0,-173 95-150 0 0,-77 49-8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30T09:42:55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1 348 6089 0 0,'13'-67'322'0'0,"-13"65"-189"0"0,1 2-114 0 0,-1 0-1 0 0,0 0 1 0 0,1 0-1 0 0,-1 0 1 0 0,0 0-1 0 0,1 0 1 0 0,-1 0 0 0 0,0 0-1 0 0,1 0 1 0 0,-1 1-1 0 0,1-1 1 0 0,-1 0 0 0 0,0 0-1 0 0,0 0 1 0 0,1 0-1 0 0,-1 1 1 0 0,0-1 0 0 0,1 0-1 0 0,-1 0 1 0 0,0 1-1 0 0,0-1 1 0 0,1 0 0 0 0,-1 0-1 0 0,0 1 1 0 0,0-1-1 0 0,0 0 1 0 0,1 1-1 0 0,-1-1 1 0 0,0 0 0 0 0,0 1-1 0 0,0 0 1 0 0,2 22-39 0 0,-2-21 34 0 0,0 1 32 0 0,0-2-39 0 0,0-1 0 0 0,0 1-1 0 0,0-1 1 0 0,0 0-1 0 0,0 1 1 0 0,0-1-1 0 0,0 1 1 0 0,0-1-1 0 0,0 1 1 0 0,0-1-1 0 0,0 1 1 0 0,0-1-1 0 0,0 1 1 0 0,0-1-1 0 0,0 1 1 0 0,0-1-1 0 0,0 1 1 0 0,0-1 0 0 0,1 0-1 0 0,-1 1 1 0 0,0-1-1 0 0,0 1 1 0 0,1-1-1 0 0,-1 0 1 0 0,0 1-1 0 0,1-1 1 0 0,-1 1-1 0 0,0-1 1 0 0,1 0-1 0 0,-1 0 1 0 0,0 1-1 0 0,1-1 1 0 0,-1 0 0 0 0,1 0-1 0 0,-1 1 1 0 0,0-1-1 0 0,1 0 1 0 0,-1 0-1 0 0,1 0 1 0 0,-1 0-1 0 0,1 0 1 0 0,-1 0-1 0 0,1 1 1 0 0,0-1-1 0 0,39-14 97 0 0,-1-2-1 0 0,0-2 1 0 0,-1-1-1 0 0,-1-2 1 0 0,43-32-1 0 0,42-22 37 0 0,17-4-331 0 0,-82 45-4003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3" Type="http://schemas.openxmlformats.org/officeDocument/2006/relationships/customXml" Target="../ink/ink1.xml"/><Relationship Id="rId21" Type="http://schemas.openxmlformats.org/officeDocument/2006/relationships/image" Target="../media/image11.png"/><Relationship Id="rId7" Type="http://schemas.openxmlformats.org/officeDocument/2006/relationships/customXml" Target="../ink/ink3.xml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" Type="http://schemas.openxmlformats.org/officeDocument/2006/relationships/image" Target="../media/image2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6.png"/><Relationship Id="rId5" Type="http://schemas.openxmlformats.org/officeDocument/2006/relationships/customXml" Target="../ink/ink2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10" Type="http://schemas.openxmlformats.org/officeDocument/2006/relationships/customXml" Target="../ink/ink4.xml"/><Relationship Id="rId19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hyperlink" Target="https://www.mongodb.com/try/download/community" TargetMode="External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13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customXml" Target="../ink/ink1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0" Type="http://schemas.openxmlformats.org/officeDocument/2006/relationships/customXml" Target="../ink/ink14.xml"/><Relationship Id="rId4" Type="http://schemas.openxmlformats.org/officeDocument/2006/relationships/customXml" Target="../ink/ink11.xml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6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customXml" Target="../ink/ink20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customXml" Target="../ink/ink17.xml"/><Relationship Id="rId10" Type="http://schemas.openxmlformats.org/officeDocument/2006/relationships/customXml" Target="../ink/ink19.xml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customXml" Target="../ink/ink22.xml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28.xml"/><Relationship Id="rId18" Type="http://schemas.openxmlformats.org/officeDocument/2006/relationships/image" Target="../media/image38.png"/><Relationship Id="rId3" Type="http://schemas.openxmlformats.org/officeDocument/2006/relationships/customXml" Target="../ink/ink23.xml"/><Relationship Id="rId7" Type="http://schemas.openxmlformats.org/officeDocument/2006/relationships/customXml" Target="../ink/ink25.xml"/><Relationship Id="rId12" Type="http://schemas.openxmlformats.org/officeDocument/2006/relationships/image" Target="../media/image35.png"/><Relationship Id="rId17" Type="http://schemas.openxmlformats.org/officeDocument/2006/relationships/customXml" Target="../ink/ink30.xml"/><Relationship Id="rId2" Type="http://schemas.openxmlformats.org/officeDocument/2006/relationships/image" Target="../media/image30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customXml" Target="../ink/ink27.xml"/><Relationship Id="rId5" Type="http://schemas.openxmlformats.org/officeDocument/2006/relationships/customXml" Target="../ink/ink24.xml"/><Relationship Id="rId15" Type="http://schemas.openxmlformats.org/officeDocument/2006/relationships/customXml" Target="../ink/ink29.xml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customXml" Target="../ink/ink26.xml"/><Relationship Id="rId1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customXml" Target="../ink/ink36.xml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12" Type="http://schemas.openxmlformats.org/officeDocument/2006/relationships/image" Target="../media/image44.png"/><Relationship Id="rId2" Type="http://schemas.openxmlformats.org/officeDocument/2006/relationships/customXml" Target="../ink/ink31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11" Type="http://schemas.openxmlformats.org/officeDocument/2006/relationships/image" Target="../media/image43.png"/><Relationship Id="rId5" Type="http://schemas.openxmlformats.org/officeDocument/2006/relationships/image" Target="../media/image40.png"/><Relationship Id="rId15" Type="http://schemas.openxmlformats.org/officeDocument/2006/relationships/customXml" Target="../ink/ink37.xml"/><Relationship Id="rId10" Type="http://schemas.openxmlformats.org/officeDocument/2006/relationships/customXml" Target="../ink/ink35.xml"/><Relationship Id="rId4" Type="http://schemas.openxmlformats.org/officeDocument/2006/relationships/customXml" Target="../ink/ink32.xml"/><Relationship Id="rId9" Type="http://schemas.openxmlformats.org/officeDocument/2006/relationships/image" Target="../media/image42.png"/><Relationship Id="rId1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customXml" Target="../ink/ink38.xml"/><Relationship Id="rId7" Type="http://schemas.openxmlformats.org/officeDocument/2006/relationships/customXml" Target="../ink/ink40.xml"/><Relationship Id="rId12" Type="http://schemas.openxmlformats.org/officeDocument/2006/relationships/image" Target="../media/image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customXml" Target="../ink/ink42.xml"/><Relationship Id="rId5" Type="http://schemas.openxmlformats.org/officeDocument/2006/relationships/customXml" Target="../ink/ink39.xml"/><Relationship Id="rId10" Type="http://schemas.openxmlformats.org/officeDocument/2006/relationships/image" Target="../media/image49.png"/><Relationship Id="rId4" Type="http://schemas.openxmlformats.org/officeDocument/2006/relationships/image" Target="../media/image41.png"/><Relationship Id="rId9" Type="http://schemas.openxmlformats.org/officeDocument/2006/relationships/customXml" Target="../ink/ink4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96FC8-B4FA-7532-A57A-17151561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513B5D-8A92-DD52-B687-D18EF351E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935" y="521208"/>
            <a:ext cx="6223463" cy="61411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5D6E1B-A4E2-0ACF-6CDA-0DF000564AC9}"/>
                  </a:ext>
                </a:extLst>
              </p14:cNvPr>
              <p14:cNvContentPartPr/>
              <p14:nvPr/>
            </p14:nvContentPartPr>
            <p14:xfrm>
              <a:off x="4745376" y="3803256"/>
              <a:ext cx="623880" cy="291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5D6E1B-A4E2-0ACF-6CDA-0DF000564A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9736" y="3767616"/>
                <a:ext cx="69552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1FE04E-B480-8759-45AE-7D081F2D6216}"/>
                  </a:ext>
                </a:extLst>
              </p14:cNvPr>
              <p14:cNvContentPartPr/>
              <p14:nvPr/>
            </p14:nvContentPartPr>
            <p14:xfrm>
              <a:off x="4535496" y="4721256"/>
              <a:ext cx="491760" cy="188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1FE04E-B480-8759-45AE-7D081F2D62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99496" y="4685616"/>
                <a:ext cx="56340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28BFDD1-0BBE-585C-24A8-AAB1C275C823}"/>
                  </a:ext>
                </a:extLst>
              </p14:cNvPr>
              <p14:cNvContentPartPr/>
              <p14:nvPr/>
            </p14:nvContentPartPr>
            <p14:xfrm>
              <a:off x="4736376" y="6004296"/>
              <a:ext cx="408240" cy="263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28BFDD1-0BBE-585C-24A8-AAB1C275C8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00736" y="5968656"/>
                <a:ext cx="479880" cy="3348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0A5D985-9884-90C5-AC36-B899BBB2AD14}"/>
              </a:ext>
            </a:extLst>
          </p:cNvPr>
          <p:cNvSpPr txBox="1"/>
          <p:nvPr/>
        </p:nvSpPr>
        <p:spPr>
          <a:xfrm>
            <a:off x="0" y="93666"/>
            <a:ext cx="6190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https://www.mongodb.com/try/download/community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Arial" panose="020B0604020202020204" pitchFamily="34" charset="0"/>
              </a:rPr>
              <a:t> 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331CE8-E5FA-FDC7-22E3-242CC81DDA3F}"/>
              </a:ext>
            </a:extLst>
          </p:cNvPr>
          <p:cNvGrpSpPr/>
          <p:nvPr/>
        </p:nvGrpSpPr>
        <p:grpSpPr>
          <a:xfrm>
            <a:off x="949104" y="5897736"/>
            <a:ext cx="4614840" cy="733680"/>
            <a:chOff x="949104" y="5897736"/>
            <a:chExt cx="4614840" cy="73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D9A7A80-1BB2-EDB8-3C00-5BCADF9C4330}"/>
                    </a:ext>
                  </a:extLst>
                </p14:cNvPr>
                <p14:cNvContentPartPr/>
                <p14:nvPr/>
              </p14:nvContentPartPr>
              <p14:xfrm>
                <a:off x="949104" y="6126336"/>
                <a:ext cx="320400" cy="283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D9A7A80-1BB2-EDB8-3C00-5BCADF9C433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1104" y="6108696"/>
                  <a:ext cx="3560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C76DCE4-F715-3BF1-AC35-7DCBA577E91C}"/>
                    </a:ext>
                  </a:extLst>
                </p14:cNvPr>
                <p14:cNvContentPartPr/>
                <p14:nvPr/>
              </p14:nvContentPartPr>
              <p14:xfrm>
                <a:off x="1353744" y="6144336"/>
                <a:ext cx="728640" cy="222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C76DCE4-F715-3BF1-AC35-7DCBA577E91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35744" y="6126336"/>
                  <a:ext cx="7642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FDBEE89-BF30-71F1-83FC-CE30341EB882}"/>
                    </a:ext>
                  </a:extLst>
                </p14:cNvPr>
                <p14:cNvContentPartPr/>
                <p14:nvPr/>
              </p14:nvContentPartPr>
              <p14:xfrm>
                <a:off x="2114064" y="5947776"/>
                <a:ext cx="101160" cy="345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FDBEE89-BF30-71F1-83FC-CE30341EB8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96064" y="5929776"/>
                  <a:ext cx="1368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94382F7-B4B2-A6AC-2FFB-ECA6176DEE47}"/>
                    </a:ext>
                  </a:extLst>
                </p14:cNvPr>
                <p14:cNvContentPartPr/>
                <p14:nvPr/>
              </p14:nvContentPartPr>
              <p14:xfrm>
                <a:off x="2321064" y="6163416"/>
                <a:ext cx="158760" cy="108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94382F7-B4B2-A6AC-2FFB-ECA6176DEE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03424" y="6145776"/>
                  <a:ext cx="1944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746E4EE-84CB-F191-EC84-1FFAF90C244A}"/>
                    </a:ext>
                  </a:extLst>
                </p14:cNvPr>
                <p14:cNvContentPartPr/>
                <p14:nvPr/>
              </p14:nvContentPartPr>
              <p14:xfrm>
                <a:off x="2499264" y="6133536"/>
                <a:ext cx="234000" cy="142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746E4EE-84CB-F191-EC84-1FFAF90C244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81624" y="6115896"/>
                  <a:ext cx="2696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01C82E5-A50F-42FE-6DB8-49B67D555834}"/>
                    </a:ext>
                  </a:extLst>
                </p14:cNvPr>
                <p14:cNvContentPartPr/>
                <p14:nvPr/>
              </p14:nvContentPartPr>
              <p14:xfrm>
                <a:off x="2763864" y="5897736"/>
                <a:ext cx="125280" cy="393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01C82E5-A50F-42FE-6DB8-49B67D55583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46224" y="5880096"/>
                  <a:ext cx="16092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9B0CD0D-8632-1F55-568F-0A7CF4DD9F05}"/>
                    </a:ext>
                  </a:extLst>
                </p14:cNvPr>
                <p14:cNvContentPartPr/>
                <p14:nvPr/>
              </p14:nvContentPartPr>
              <p14:xfrm>
                <a:off x="3320064" y="6340536"/>
                <a:ext cx="2243880" cy="290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9B0CD0D-8632-1F55-568F-0A7CF4DD9F0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02064" y="6322536"/>
                  <a:ext cx="2279520" cy="32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72557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C81AE-7031-6716-9016-303E56419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9F531F-4E4C-DA06-620F-2630B2851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69" y="218436"/>
            <a:ext cx="4715533" cy="36962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0433A1-81AA-8855-95EE-7D7326FC3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387" y="1860740"/>
            <a:ext cx="4639322" cy="36485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1C91984-887E-994C-D304-28A16B50E72E}"/>
                  </a:ext>
                </a:extLst>
              </p14:cNvPr>
              <p14:cNvContentPartPr/>
              <p14:nvPr/>
            </p14:nvContentPartPr>
            <p14:xfrm>
              <a:off x="3443904" y="4048056"/>
              <a:ext cx="421920" cy="326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1C91984-887E-994C-D304-28A16B50E7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26264" y="4030416"/>
                <a:ext cx="45756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6C3E185-C635-70AA-90DF-21B54ECE99C6}"/>
                  </a:ext>
                </a:extLst>
              </p14:cNvPr>
              <p14:cNvContentPartPr/>
              <p14:nvPr/>
            </p14:nvContentPartPr>
            <p14:xfrm>
              <a:off x="9698904" y="5391576"/>
              <a:ext cx="487440" cy="422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6C3E185-C635-70AA-90DF-21B54ECE99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80904" y="5373936"/>
                <a:ext cx="523080" cy="45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BB58AAF4-F4F0-DD26-373F-5D23BEEE87AA}"/>
              </a:ext>
            </a:extLst>
          </p:cNvPr>
          <p:cNvGrpSpPr/>
          <p:nvPr/>
        </p:nvGrpSpPr>
        <p:grpSpPr>
          <a:xfrm>
            <a:off x="5192784" y="2736936"/>
            <a:ext cx="951840" cy="415080"/>
            <a:chOff x="5192784" y="2736936"/>
            <a:chExt cx="95184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9F56B0A-425A-8453-D1A2-738AD677BC7B}"/>
                    </a:ext>
                  </a:extLst>
                </p14:cNvPr>
                <p14:cNvContentPartPr/>
                <p14:nvPr/>
              </p14:nvContentPartPr>
              <p14:xfrm>
                <a:off x="5192784" y="2864376"/>
                <a:ext cx="789120" cy="43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9F56B0A-425A-8453-D1A2-738AD677BC7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75144" y="2846736"/>
                  <a:ext cx="8247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792F6D1-01CA-EE79-02AA-5D9F3292C780}"/>
                    </a:ext>
                  </a:extLst>
                </p14:cNvPr>
                <p14:cNvContentPartPr/>
                <p14:nvPr/>
              </p14:nvContentPartPr>
              <p14:xfrm>
                <a:off x="5699664" y="2736936"/>
                <a:ext cx="444960" cy="415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792F6D1-01CA-EE79-02AA-5D9F3292C78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82024" y="2719296"/>
                  <a:ext cx="480600" cy="45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EDF2749-05BE-4504-0A5D-03ECC3C4D981}"/>
                  </a:ext>
                </a:extLst>
              </p14:cNvPr>
              <p14:cNvContentPartPr/>
              <p14:nvPr/>
            </p14:nvContentPartPr>
            <p14:xfrm>
              <a:off x="6141384" y="4653576"/>
              <a:ext cx="361800" cy="282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EDF2749-05BE-4504-0A5D-03ECC3C4D98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23744" y="4635576"/>
                <a:ext cx="397440" cy="31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1237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EFBD-DE2F-D854-ECF8-B841957DB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9E3D29-32AE-8C41-83A1-418F30840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888" y="368356"/>
            <a:ext cx="4763165" cy="374384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E5C5262-922D-7219-A5C5-6F46EA92EBD3}"/>
              </a:ext>
            </a:extLst>
          </p:cNvPr>
          <p:cNvGrpSpPr/>
          <p:nvPr/>
        </p:nvGrpSpPr>
        <p:grpSpPr>
          <a:xfrm>
            <a:off x="390888" y="1197432"/>
            <a:ext cx="792000" cy="570600"/>
            <a:chOff x="2804904" y="2349576"/>
            <a:chExt cx="792000" cy="57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4C6E43B-81A2-8186-3A90-BF8E1CEF8F9E}"/>
                    </a:ext>
                  </a:extLst>
                </p14:cNvPr>
                <p14:cNvContentPartPr/>
                <p14:nvPr/>
              </p14:nvContentPartPr>
              <p14:xfrm>
                <a:off x="3095064" y="2801736"/>
                <a:ext cx="423000" cy="54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4C6E43B-81A2-8186-3A90-BF8E1CEF8F9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77424" y="2783736"/>
                  <a:ext cx="458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2E381C7-909D-A445-F775-9418B689CF5B}"/>
                    </a:ext>
                  </a:extLst>
                </p14:cNvPr>
                <p14:cNvContentPartPr/>
                <p14:nvPr/>
              </p14:nvContentPartPr>
              <p14:xfrm>
                <a:off x="3429144" y="2727936"/>
                <a:ext cx="167760" cy="192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2E381C7-909D-A445-F775-9418B689CF5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11504" y="2710296"/>
                  <a:ext cx="2034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D51EC69-7293-A18D-6697-2630DFFD0EE7}"/>
                    </a:ext>
                  </a:extLst>
                </p14:cNvPr>
                <p14:cNvContentPartPr/>
                <p14:nvPr/>
              </p14:nvContentPartPr>
              <p14:xfrm>
                <a:off x="2804904" y="2349576"/>
                <a:ext cx="493200" cy="300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D51EC69-7293-A18D-6697-2630DFFD0EE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86904" y="2331576"/>
                  <a:ext cx="528840" cy="336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7D470B2-F694-271B-A900-232DB991B7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9318" y="1498392"/>
            <a:ext cx="4725059" cy="370574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AB462C7-465C-6770-36C4-C4D8850EA80D}"/>
              </a:ext>
            </a:extLst>
          </p:cNvPr>
          <p:cNvGrpSpPr/>
          <p:nvPr/>
        </p:nvGrpSpPr>
        <p:grpSpPr>
          <a:xfrm>
            <a:off x="6036264" y="2569176"/>
            <a:ext cx="856800" cy="326520"/>
            <a:chOff x="6036264" y="2569176"/>
            <a:chExt cx="856800" cy="32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014A08F-DDB6-D05C-4635-E23641B0EB55}"/>
                    </a:ext>
                  </a:extLst>
                </p14:cNvPr>
                <p14:cNvContentPartPr/>
                <p14:nvPr/>
              </p14:nvContentPartPr>
              <p14:xfrm>
                <a:off x="6036264" y="2696256"/>
                <a:ext cx="752760" cy="47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014A08F-DDB6-D05C-4635-E23641B0EB5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18264" y="2678256"/>
                  <a:ext cx="788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BDDB940-03C6-DDEE-40FE-10D1814E39E8}"/>
                    </a:ext>
                  </a:extLst>
                </p14:cNvPr>
                <p14:cNvContentPartPr/>
                <p14:nvPr/>
              </p14:nvContentPartPr>
              <p14:xfrm>
                <a:off x="6638184" y="2569176"/>
                <a:ext cx="254880" cy="326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BDDB940-03C6-DDEE-40FE-10D1814E39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20544" y="2551176"/>
                  <a:ext cx="290520" cy="362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1804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30A1-9B07-35A0-67B6-6227881ED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4393A3-6E9E-0164-E697-2CB3112F1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93" y="1498214"/>
            <a:ext cx="4667901" cy="37152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BB5C1A-BE3D-2378-10EA-CA6F708396B5}"/>
                  </a:ext>
                </a:extLst>
              </p14:cNvPr>
              <p14:cNvContentPartPr/>
              <p14:nvPr/>
            </p14:nvContentPartPr>
            <p14:xfrm>
              <a:off x="4246704" y="5183136"/>
              <a:ext cx="250920" cy="212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BB5C1A-BE3D-2378-10EA-CA6F708396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9064" y="5165496"/>
                <a:ext cx="2865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0D6C3CF-A81D-C668-757C-AE92496CE6D5}"/>
                  </a:ext>
                </a:extLst>
              </p14:cNvPr>
              <p14:cNvContentPartPr/>
              <p14:nvPr/>
            </p14:nvContentPartPr>
            <p14:xfrm>
              <a:off x="502704" y="4833936"/>
              <a:ext cx="229320" cy="178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0D6C3CF-A81D-C668-757C-AE92496CE6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4704" y="4815936"/>
                <a:ext cx="264960" cy="2142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FBFAE6D-075F-9D3A-AC1A-3C206A6D0978}"/>
              </a:ext>
            </a:extLst>
          </p:cNvPr>
          <p:cNvSpPr txBox="1"/>
          <p:nvPr/>
        </p:nvSpPr>
        <p:spPr>
          <a:xfrm>
            <a:off x="6583680" y="3429000"/>
            <a:ext cx="3202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Installation takes 5 – 10 minutes</a:t>
            </a:r>
          </a:p>
        </p:txBody>
      </p:sp>
    </p:spTree>
    <p:extLst>
      <p:ext uri="{BB962C8B-B14F-4D97-AF65-F5344CB8AC3E}">
        <p14:creationId xmlns:p14="http://schemas.microsoft.com/office/powerpoint/2010/main" val="4114832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8E7A0-752D-9AD5-F2FE-188D240CB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6EE4681-9B6D-E612-F5E4-DB47C11DE2CF}"/>
              </a:ext>
            </a:extLst>
          </p:cNvPr>
          <p:cNvSpPr txBox="1"/>
          <p:nvPr/>
        </p:nvSpPr>
        <p:spPr>
          <a:xfrm>
            <a:off x="1664208" y="137160"/>
            <a:ext cx="3991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install MongoDB Shell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EA766-7962-C6EB-BF0E-82AE2299A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339" y="649224"/>
            <a:ext cx="9058175" cy="620877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5CE0D5-1D46-6D17-9787-5C5BC13293F6}"/>
                  </a:ext>
                </a:extLst>
              </p14:cNvPr>
              <p14:cNvContentPartPr/>
              <p14:nvPr/>
            </p14:nvContentPartPr>
            <p14:xfrm>
              <a:off x="2660184" y="2967336"/>
              <a:ext cx="370800" cy="245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5CE0D5-1D46-6D17-9787-5C5BC13293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42184" y="2949336"/>
                <a:ext cx="40644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9AA9081-B7D3-EB0E-B06D-5548D8768F1B}"/>
                  </a:ext>
                </a:extLst>
              </p14:cNvPr>
              <p14:cNvContentPartPr/>
              <p14:nvPr/>
            </p14:nvContentPartPr>
            <p14:xfrm>
              <a:off x="2651904" y="2034936"/>
              <a:ext cx="289800" cy="169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9AA9081-B7D3-EB0E-B06D-5548D8768F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34264" y="2016936"/>
                <a:ext cx="32544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0F11637-B146-CB91-1F1F-902D71DE0059}"/>
                  </a:ext>
                </a:extLst>
              </p14:cNvPr>
              <p14:cNvContentPartPr/>
              <p14:nvPr/>
            </p14:nvContentPartPr>
            <p14:xfrm>
              <a:off x="4426704" y="2842416"/>
              <a:ext cx="427320" cy="272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0F11637-B146-CB91-1F1F-902D71DE005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09064" y="2824416"/>
                <a:ext cx="46296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7EBC2EC-AD93-5CBA-AFED-FD9A8F88B86C}"/>
                  </a:ext>
                </a:extLst>
              </p14:cNvPr>
              <p14:cNvContentPartPr/>
              <p14:nvPr/>
            </p14:nvContentPartPr>
            <p14:xfrm>
              <a:off x="7927704" y="4172616"/>
              <a:ext cx="373680" cy="186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7EBC2EC-AD93-5CBA-AFED-FD9A8F88B86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10064" y="4154616"/>
                <a:ext cx="4093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22A4970-1919-4C25-9706-4D8788B3C181}"/>
                  </a:ext>
                </a:extLst>
              </p14:cNvPr>
              <p14:cNvContentPartPr/>
              <p14:nvPr/>
            </p14:nvContentPartPr>
            <p14:xfrm>
              <a:off x="8395704" y="4827816"/>
              <a:ext cx="255240" cy="205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22A4970-1919-4C25-9706-4D8788B3C18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78064" y="4809816"/>
                <a:ext cx="29088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4AE92F9-5929-C8D7-B4E5-E1E27D310F15}"/>
                  </a:ext>
                </a:extLst>
              </p14:cNvPr>
              <p14:cNvContentPartPr/>
              <p14:nvPr/>
            </p14:nvContentPartPr>
            <p14:xfrm>
              <a:off x="8013744" y="5651496"/>
              <a:ext cx="293760" cy="129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4AE92F9-5929-C8D7-B4E5-E1E27D310F1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95744" y="5633856"/>
                <a:ext cx="32940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6CA3CA8-6F66-9905-F1F6-88425AD98C2B}"/>
                  </a:ext>
                </a:extLst>
              </p14:cNvPr>
              <p14:cNvContentPartPr/>
              <p14:nvPr/>
            </p14:nvContentPartPr>
            <p14:xfrm>
              <a:off x="6655824" y="6345936"/>
              <a:ext cx="230760" cy="191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6CA3CA8-6F66-9905-F1F6-88425AD98C2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37824" y="6327936"/>
                <a:ext cx="2664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49F3027-989B-4E35-E95A-322E51542B24}"/>
                  </a:ext>
                </a:extLst>
              </p14:cNvPr>
              <p14:cNvContentPartPr/>
              <p14:nvPr/>
            </p14:nvContentPartPr>
            <p14:xfrm>
              <a:off x="6957504" y="5780376"/>
              <a:ext cx="648000" cy="277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49F3027-989B-4E35-E95A-322E51542B2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39864" y="5762736"/>
                <a:ext cx="683640" cy="3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7561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E8BAA-CA17-5868-AA23-A20E3BD70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97C4A4D-BF7F-3CEB-A49B-84BB96BC18FD}"/>
              </a:ext>
            </a:extLst>
          </p:cNvPr>
          <p:cNvSpPr txBox="1"/>
          <p:nvPr/>
        </p:nvSpPr>
        <p:spPr>
          <a:xfrm>
            <a:off x="0" y="155448"/>
            <a:ext cx="36210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installation, extract the zip file and move it to document folder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Copy the path of the exe file and put it in env variables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76282E6-875A-031F-C923-EBA541D73C6D}"/>
                  </a:ext>
                </a:extLst>
              </p14:cNvPr>
              <p14:cNvContentPartPr/>
              <p14:nvPr/>
            </p14:nvContentPartPr>
            <p14:xfrm>
              <a:off x="7927704" y="4172616"/>
              <a:ext cx="373680" cy="186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76282E6-875A-031F-C923-EBA541D73C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09687" y="4154616"/>
                <a:ext cx="409354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2491E0E-178B-F929-2D32-48F95B792F46}"/>
                  </a:ext>
                </a:extLst>
              </p14:cNvPr>
              <p14:cNvContentPartPr/>
              <p14:nvPr/>
            </p14:nvContentPartPr>
            <p14:xfrm>
              <a:off x="8395704" y="4827816"/>
              <a:ext cx="255240" cy="205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2491E0E-178B-F929-2D32-48F95B792F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77679" y="4809816"/>
                <a:ext cx="29093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1FA9E4-41B5-CEA4-9E40-F95D9572B86B}"/>
                  </a:ext>
                </a:extLst>
              </p14:cNvPr>
              <p14:cNvContentPartPr/>
              <p14:nvPr/>
            </p14:nvContentPartPr>
            <p14:xfrm>
              <a:off x="8013744" y="5651496"/>
              <a:ext cx="293760" cy="129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1FA9E4-41B5-CEA4-9E40-F95D9572B8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95744" y="5633496"/>
                <a:ext cx="32940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C6BEB3D-3F5F-181B-3B11-03CEB15433F0}"/>
                  </a:ext>
                </a:extLst>
              </p14:cNvPr>
              <p14:cNvContentPartPr/>
              <p14:nvPr/>
            </p14:nvContentPartPr>
            <p14:xfrm>
              <a:off x="6655824" y="6345936"/>
              <a:ext cx="230760" cy="191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C6BEB3D-3F5F-181B-3B11-03CEB15433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37824" y="6327936"/>
                <a:ext cx="2664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D924BBF-4536-CAAA-DA80-FBC0FC53F76D}"/>
                  </a:ext>
                </a:extLst>
              </p14:cNvPr>
              <p14:cNvContentPartPr/>
              <p14:nvPr/>
            </p14:nvContentPartPr>
            <p14:xfrm>
              <a:off x="6957504" y="5780376"/>
              <a:ext cx="648000" cy="277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D924BBF-4536-CAAA-DA80-FBC0FC53F76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39504" y="5762376"/>
                <a:ext cx="683640" cy="31356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8CB4919-4622-44CF-8224-97AFF49C97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07949" y="250010"/>
            <a:ext cx="3905795" cy="44011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2AE6DAF-7C51-4669-0E58-DE20967C0C7F}"/>
                  </a:ext>
                </a:extLst>
              </p14:cNvPr>
              <p14:cNvContentPartPr/>
              <p14:nvPr/>
            </p14:nvContentPartPr>
            <p14:xfrm>
              <a:off x="5769864" y="368856"/>
              <a:ext cx="500400" cy="249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2AE6DAF-7C51-4669-0E58-DE20967C0C7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51864" y="350856"/>
                <a:ext cx="53604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3B233D7-8403-AB5E-61FD-6AFB095DBAA9}"/>
                  </a:ext>
                </a:extLst>
              </p14:cNvPr>
              <p14:cNvContentPartPr/>
              <p14:nvPr/>
            </p14:nvContentPartPr>
            <p14:xfrm>
              <a:off x="6380784" y="3766896"/>
              <a:ext cx="419760" cy="2358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3B233D7-8403-AB5E-61FD-6AFB095DBAA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363144" y="3749256"/>
                <a:ext cx="455400" cy="27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7983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E67A9-9B33-2F93-C34B-ECA0EA70C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DA9C085-7848-17C6-C910-AE54F490C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8" y="647312"/>
            <a:ext cx="6906589" cy="55633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C294C3-56D2-1CD5-6CDD-3D7FFF0A12F9}"/>
              </a:ext>
            </a:extLst>
          </p:cNvPr>
          <p:cNvSpPr txBox="1"/>
          <p:nvPr/>
        </p:nvSpPr>
        <p:spPr>
          <a:xfrm>
            <a:off x="0" y="155448"/>
            <a:ext cx="36210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installation, extract the zip file and move it to document folder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Copy the path of the exe file and put it in env variables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6EA910F-5226-7EBA-AAB0-C62BF8DCA847}"/>
                  </a:ext>
                </a:extLst>
              </p14:cNvPr>
              <p14:cNvContentPartPr/>
              <p14:nvPr/>
            </p14:nvContentPartPr>
            <p14:xfrm>
              <a:off x="8013744" y="5651496"/>
              <a:ext cx="293760" cy="129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6EA910F-5226-7EBA-AAB0-C62BF8DCA8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95744" y="5633496"/>
                <a:ext cx="32940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0BD169B-3D6C-61CF-D7FB-73258CD8C072}"/>
                  </a:ext>
                </a:extLst>
              </p14:cNvPr>
              <p14:cNvContentPartPr/>
              <p14:nvPr/>
            </p14:nvContentPartPr>
            <p14:xfrm>
              <a:off x="6655824" y="6345936"/>
              <a:ext cx="230760" cy="191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0BD169B-3D6C-61CF-D7FB-73258CD8C0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37824" y="6327936"/>
                <a:ext cx="2664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87F5A7-5D4D-C319-3B23-8DBF3A9AC288}"/>
                  </a:ext>
                </a:extLst>
              </p14:cNvPr>
              <p14:cNvContentPartPr/>
              <p14:nvPr/>
            </p14:nvContentPartPr>
            <p14:xfrm>
              <a:off x="7403544" y="5219496"/>
              <a:ext cx="356760" cy="239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87F5A7-5D4D-C319-3B23-8DBF3A9AC28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85544" y="5201856"/>
                <a:ext cx="39240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8541D3F-DED3-3268-08EC-704207DF9649}"/>
                  </a:ext>
                </a:extLst>
              </p14:cNvPr>
              <p14:cNvContentPartPr/>
              <p14:nvPr/>
            </p14:nvContentPartPr>
            <p14:xfrm>
              <a:off x="6341544" y="2195136"/>
              <a:ext cx="223920" cy="106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8541D3F-DED3-3268-08EC-704207DF964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23544" y="2177496"/>
                <a:ext cx="2595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BDEBCC-F678-B02E-D532-0B938B8B5C85}"/>
                  </a:ext>
                </a:extLst>
              </p14:cNvPr>
              <p14:cNvContentPartPr/>
              <p14:nvPr/>
            </p14:nvContentPartPr>
            <p14:xfrm>
              <a:off x="6204744" y="2555856"/>
              <a:ext cx="226080" cy="125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DBDEBCC-F678-B02E-D532-0B938B8B5C8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86744" y="2538216"/>
                <a:ext cx="261720" cy="16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9051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ABA60-7C6C-C4D3-A932-6DBB3D25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33B208-87E5-03D5-6385-9E8D3A1FA29E}"/>
              </a:ext>
            </a:extLst>
          </p:cNvPr>
          <p:cNvSpPr txBox="1"/>
          <p:nvPr/>
        </p:nvSpPr>
        <p:spPr>
          <a:xfrm>
            <a:off x="0" y="155448"/>
            <a:ext cx="7571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command prompt and type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mongosh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049E24-FD23-94C6-57C6-7C8EC025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368" y="729543"/>
            <a:ext cx="9078592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40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96C38-1F54-2068-CD76-A497150F7974}"/>
              </a:ext>
            </a:extLst>
          </p:cNvPr>
          <p:cNvSpPr txBox="1"/>
          <p:nvPr/>
        </p:nvSpPr>
        <p:spPr>
          <a:xfrm>
            <a:off x="5811012" y="2353347"/>
            <a:ext cx="65090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NoSQL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 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"name": "Arthur",    "age": 32,    "</a:t>
            </a: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gpa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3.2,    "</a:t>
            </a: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fullTime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false  },  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"name": "David",    "age": 38,    "</a:t>
            </a: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gpa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1.5,    "</a:t>
            </a: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fullTime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false  },  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"name": "Elena",    "age": 27,    "</a:t>
            </a: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gpa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4.0,    "</a:t>
            </a: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fullTime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true  }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2B0C28-48C6-8937-DC93-54B0FFA03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285770"/>
              </p:ext>
            </p:extLst>
          </p:nvPr>
        </p:nvGraphicFramePr>
        <p:xfrm>
          <a:off x="252984" y="2498990"/>
          <a:ext cx="4968240" cy="1463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64336">
                  <a:extLst>
                    <a:ext uri="{9D8B030D-6E8A-4147-A177-3AD203B41FA5}">
                      <a16:colId xmlns:a16="http://schemas.microsoft.com/office/drawing/2014/main" val="3531146904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3218050970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1575982388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19293834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gpa</a:t>
                      </a:r>
                      <a:endParaRPr lang="en-US" b="1" u="sng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fullTime</a:t>
                      </a:r>
                      <a:endParaRPr lang="en-US" b="1" u="sng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678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Arthur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26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David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252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Elena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8084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A201338-A3DC-BFEC-AFFC-FA474BBD5A52}"/>
              </a:ext>
            </a:extLst>
          </p:cNvPr>
          <p:cNvSpPr txBox="1"/>
          <p:nvPr/>
        </p:nvSpPr>
        <p:spPr>
          <a:xfrm>
            <a:off x="832104" y="187452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1409</TotalTime>
  <Words>168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215</cp:revision>
  <dcterms:created xsi:type="dcterms:W3CDTF">2025-09-22T02:44:38Z</dcterms:created>
  <dcterms:modified xsi:type="dcterms:W3CDTF">2026-08-30T09:46:35Z</dcterms:modified>
</cp:coreProperties>
</file>