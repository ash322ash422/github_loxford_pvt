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9" r:id="rId3"/>
    <p:sldId id="280" r:id="rId4"/>
    <p:sldId id="28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0:19.8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1 244 24575,'3'0'0,"1"0"0,-1 1 0,1-1 0,0 1 0,-1-1 0,1 1 0,-1 0 0,0 1 0,1-1 0,-1 0 0,0 1 0,0 0 0,0 0 0,0 0 0,0 0 0,0 0 0,0 0 0,4 6 0,-1 1 0,1 0 0,-1 1 0,-1 0 0,7 17 0,-8-19 0,-1 0 0,1 0 0,0 0 0,1 0 0,0 0 0,0-1 0,0 0 0,1 0 0,7 6 0,-10-12 0,0 1 0,0-1 0,0 0 0,0 0 0,0 0 0,0 0 0,0-1 0,0 1 0,0-1 0,0 0 0,0 0 0,0 0 0,0 0 0,0 0 0,0-1 0,0 1 0,0-1 0,0 0 0,0 0 0,0 0 0,0 0 0,0-1 0,-1 1 0,1-1 0,3-2 0,11-7 0,-1-1 0,26-23 0,-34 28 0,155-148 104,21-18-1573,-158 151-5357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0:21.8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0 352 24575,'2'-2'0,"0"0"0,0 0 0,1 0 0,-1 0 0,0 1 0,1-1 0,-1 1 0,1-1 0,0 1 0,-1 0 0,1 0 0,0 0 0,0 0 0,0 1 0,0-1 0,0 1 0,-1 0 0,1 0 0,0 0 0,0 0 0,0 0 0,0 0 0,0 1 0,0 0 0,0-1 0,0 1 0,-1 0 0,1 0 0,0 1 0,-1-1 0,1 1 0,-1-1 0,1 1 0,-1 0 0,0 0 0,4 4 0,3 2 0,0 1 0,-1 0 0,-1 0 0,1 1 0,-1 0 0,-1 0 0,8 17 0,-13-24 0,1 1 0,-1-1 0,1 1 0,0-1 0,1 1 0,-1-1 0,1 0 0,-1 0 0,1 0 0,5 4 0,-6-6 0,0 0 0,0 0 0,0 0 0,0-1 0,0 1 0,0-1 0,0 1 0,0-1 0,0 0 0,0 1 0,1-1 0,-1-1 0,0 1 0,0 0 0,0 0 0,0-1 0,0 1 0,0-1 0,0 0 0,0 1 0,0-1 0,3-2 0,57-31 0,-2-4 0,-1-1 0,74-67 0,-55 38-88,-41 34-168,1 2 1,1 2 0,1 2-1,72-39 1,-96 60-6571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0:27.2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1 554 24575,'4'0'0,"10"9"0,8 2 0,3 4 0,3 0 0,8-21 0,34-34 0,31-33 0,19-16 0,2-7 0,-2 1 0,-8 7 0,-19 19 0,-26 22-8191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0:28.6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0 522 24575,'5'7'0,"-1"0"0,-1 0 0,1 1 0,-1 0 0,-1-1 0,1 1 0,-1 0 0,-1 0 0,1 11 0,2 1 0,-1-5 0,-2-5 0,1 0 0,0 0 0,1-1 0,4 11 0,-6-18 0,-1-1 0,1 1 0,0-1 0,0 1 0,-1-1 0,1 1 0,0-1 0,0 0 0,0 1 0,1-1 0,-1 0 0,0 0 0,0 0 0,1 0 0,-1 0 0,1 0 0,-1 0 0,1 0 0,-1-1 0,1 1 0,-1-1 0,1 1 0,-1-1 0,1 1 0,0-1 0,-1 0 0,1 0 0,0 0 0,-1 0 0,1 0 0,2-1 0,11-3 0,-1-2 0,1 0 0,-1 0 0,-1-2 0,1 0 0,17-13 0,-9 6 0,632-422 0,-399 253-1365,-213 150-5461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1:19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1 101 24575,'105'-20'0,"0"5"0,158-3 0,-151 13 0,2460-38 0,-2186 64 0,48 0 0,-97-24 0,179 2 0,-1 34 0,116 58 0,-70-9 0,-455-69 0,88 11 0,267 67 0,-197-24 0,352 46 0,-505-97 0,-1 6 0,-1 4 0,165 63 0,-195-64 0,1-2 0,1-4 0,0-4 0,108 7 0,155 21-1365,-311-37-5461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1:31.5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299 0 24575,'1'0'0,"0"1"0,0-1 0,0 0 0,-1 0 0,1 1 0,0-1 0,0 1 0,0-1 0,-1 1 0,1-1 0,0 1 0,0-1 0,-1 1 0,1 0 0,0-1 0,-1 1 0,1 0 0,-1 0 0,1-1 0,-1 1 0,1 0 0,-1 0 0,0 0 0,1 0 0,-1-1 0,0 1 0,0 0 0,0 0 0,1 0 0,-1 0 0,0 0 0,0 0 0,0 0 0,0 0 0,-1 0 0,1-1 0,0 1 0,0 0 0,-1 2 0,-10 36 0,1-26 0,0 0 0,-1 0 0,0-1 0,-1-1 0,0 0 0,0 0 0,-1-2 0,-1 1 0,-29 14 0,-43 33 0,79-48 0,0 0 0,0 0 0,0 1 0,1 0 0,1 0 0,0 0 0,0 1 0,1 0 0,0 0 0,1 0 0,-3 15 0,4-18 0,1-4 0,1-1 0,-1 0 0,1 1 0,0-1 0,0 0 0,0 1 0,1-1 0,-1 0 0,1 0 0,0 1 0,0-1 0,0 0 0,0 0 0,0 0 0,1 0 0,-1 0 0,1 0 0,0 0 0,0 0 0,0-1 0,0 1 0,1-1 0,-1 0 0,0 1 0,5 2 0,7 4 0,-1 1 0,2-2 0,26 13 0,-29-15 0,90 41 0,93 48 0,-115-54 84,-50-27-808,38 24-1,-42-20-6101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5:23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1 419 24575,'3'1'0,"1"-1"0,-1 1 0,0 0 0,0 0 0,0 0 0,0 0 0,0 1 0,0-1 0,0 1 0,0 0 0,-1 0 0,1 0 0,0 0 0,-1 0 0,0 0 0,1 1 0,-1-1 0,0 1 0,0 0 0,-1 0 0,1-1 0,2 6 0,4 10 0,0 0 0,9 31 0,-11-31 0,1 5 0,-5-14 0,1 0 0,-1-1 0,2 1 0,-1-1 0,1 0 0,6 10 0,-9-17 0,0 0 0,0 0 0,0 0 0,0 0 0,0 0 0,0 0 0,1 0 0,-1 0 0,0 0 0,0 0 0,1-1 0,-1 1 0,1-1 0,-1 1 0,0-1 0,1 1 0,2-1 0,-1 0 0,-1 0 0,0-1 0,1 1 0,-1-1 0,1 1 0,-1-1 0,0 0 0,1 0 0,-1 0 0,0 0 0,0-1 0,0 1 0,0 0 0,2-3 0,53-47 0,-2-2 0,81-103 0,-56 61 0,131-149-1365,-159 183-5461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5:2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1 347 24575,'1'1'0,"1"-1"0,-1 1 0,1-1 0,-1 1 0,1 0 0,-1 0 0,0-1 0,1 1 0,-1 0 0,0 0 0,0 0 0,0 1 0,1-1 0,-1 0 0,0 0 0,0 1 0,-1-1 0,1 0 0,1 3 0,16 35 0,-14-30 0,19 60 0,-18-52 0,0 0 0,13 27 0,-17-42 0,0-1 0,1 1 0,-1-1 0,0 0 0,0 1 0,1-1 0,-1 0 0,1 0 0,-1 0 0,1 0 0,-1 0 0,1 0 0,0 0 0,-1-1 0,1 1 0,0 0 0,0-1 0,-1 0 0,1 1 0,0-1 0,0 0 0,0 0 0,0 0 0,-1 0 0,1 0 0,0 0 0,0-1 0,0 1 0,0-1 0,2 0 0,8-3 0,0 0 0,-1-1 0,17-10 0,-18 10 0,415-260 0,-338 207 0,173-125-1365,-199 142-5461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5:26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1 526 24575,'1'-1'0,"1"0"0,-1 0 0,1 0 0,-1 0 0,1 0 0,-1 0 0,1 1 0,0-1 0,0 0 0,-1 1 0,1-1 0,0 1 0,0 0 0,-1-1 0,1 1 0,0 0 0,0 0 0,0 0 0,-1 1 0,1-1 0,0 0 0,0 1 0,-1-1 0,1 1 0,0-1 0,0 1 0,-1 0 0,1 0 0,-1 0 0,1 0 0,-1 0 0,3 2 0,4 4 0,1 0 0,-1 0 0,-1 1 0,8 9 0,-13-14 0,23 30 0,25 43 0,-30-43 0,34 42 0,-52-73 0,0 1 0,0-1 0,1 0 0,-1 0 0,1 0 0,-1 0 0,1 0 0,0-1 0,-1 1 0,1-1 0,0 1 0,0-1 0,0 0 0,0 0 0,0-1 0,0 1 0,0-1 0,1 1 0,-1-1 0,0 0 0,0 0 0,0 0 0,0-1 0,1 1 0,-1-1 0,0 0 0,0 1 0,0-2 0,5-1 0,5-3 0,-1-2 0,1 1 0,-1-1 0,-1-1 0,16-15 0,35-39 0,-2-4 0,-4-1 0,49-78 0,-51 70 0,140-212 0,-175 263-1365,-3 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5:3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24575,'0'13'0,"9"17"0,2 17 0,0 4 0,-2-2 0,2-5 0,3-5 0,21-19 0,17-25 0,13-16 0,13-22 0,5-8 0,-1-4 0,-8 3 0,-6-2 0,-11 7 0,-16 13-8191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7:2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7:36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24575,'4'-10'0,"4"18"0,6 18 0,5 22 0,3 0 0,38 60 0,-59-106 0,0 1 0,0-2 0,0 1 0,1 0 0,-1 0 0,1 0 0,-1-1 0,1 1 0,0 0 0,0-1 0,-1 0 0,1 1 0,0-1 0,0 0 0,0 0 0,1 0 0,-1 0 0,0 0 0,0-1 0,0 1 0,1-1 0,-1 1 0,0-1 0,1 0 0,-1 0 0,0 0 0,0 0 0,1 0 0,-1-1 0,0 1 0,1-1 0,-1 1 0,3-2 0,5-3 0,0-1 0,0 0 0,-1 0 0,1-1 0,13-13 0,-6 5 0,62-50-341,3 4 0,2 3-1,147-75 1,-187 113-6485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2:27:3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1 483 24575,'4'1'0,"1"2"0,-1-1 0,1 1 0,-1-1 0,0 1 0,0 0 0,0 1 0,0-1 0,-1 1 0,1-1 0,5 9 0,-3-4 0,44 61 0,-40-53 0,1-1 0,0 1 0,21 20 0,-30-34 0,0-1 0,0 0 0,0 1 0,0-1 0,1 0 0,-1 0 0,0 0 0,1 0 0,-1-1 0,1 1 0,-1-1 0,1 1 0,-1-1 0,1 0 0,-1 0 0,1 0 0,0 0 0,-1-1 0,1 1 0,-1-1 0,5-1 0,52-24 0,-52 22 0,36-21 0,-2-2 0,0-1 0,64-61 0,99-118 0,-174 175 0,171-183-1365,-163 173-5461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customXml" Target="../ink/ink13.xml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Commands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6FC8-B4FA-7532-A57A-17151561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81B0F-C214-345B-E8B8-71C6E01E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479971"/>
            <a:ext cx="6005882" cy="58980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32E75E-F622-DC95-27F3-C76F439D6928}"/>
                  </a:ext>
                </a:extLst>
              </p14:cNvPr>
              <p14:cNvContentPartPr/>
              <p14:nvPr/>
            </p14:nvContentPartPr>
            <p14:xfrm>
              <a:off x="2651400" y="716616"/>
              <a:ext cx="249840" cy="155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32E75E-F622-DC95-27F3-C76F439D69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3760" y="698616"/>
                <a:ext cx="2854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1BFD22-A315-BC5D-A249-EF984C4E7C7C}"/>
                  </a:ext>
                </a:extLst>
              </p14:cNvPr>
              <p14:cNvContentPartPr/>
              <p14:nvPr/>
            </p14:nvContentPartPr>
            <p14:xfrm>
              <a:off x="3054240" y="1802736"/>
              <a:ext cx="332280" cy="177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1BFD22-A315-BC5D-A249-EF984C4E7C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6240" y="1785096"/>
                <a:ext cx="3679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1D32F8-F652-A8FB-1C61-C670C28A0842}"/>
                  </a:ext>
                </a:extLst>
              </p14:cNvPr>
              <p14:cNvContentPartPr/>
              <p14:nvPr/>
            </p14:nvContentPartPr>
            <p14:xfrm>
              <a:off x="6235920" y="2306016"/>
              <a:ext cx="336600" cy="217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1D32F8-F652-A8FB-1C61-C670C28A08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18280" y="2288376"/>
                <a:ext cx="3722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C6193D-C38A-D44C-143D-869634EB29D7}"/>
                  </a:ext>
                </a:extLst>
              </p14:cNvPr>
              <p14:cNvContentPartPr/>
              <p14:nvPr/>
            </p14:nvContentPartPr>
            <p14:xfrm>
              <a:off x="4398120" y="4292856"/>
              <a:ext cx="426600" cy="263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C6193D-C38A-D44C-143D-869634EB29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80120" y="4274856"/>
                <a:ext cx="462240" cy="2988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66787A6-38BD-FA4A-78B6-DE85650F6322}"/>
              </a:ext>
            </a:extLst>
          </p:cNvPr>
          <p:cNvSpPr txBox="1"/>
          <p:nvPr/>
        </p:nvSpPr>
        <p:spPr>
          <a:xfrm>
            <a:off x="7296912" y="1426464"/>
            <a:ext cx="3981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default, MongoDB has 3 DB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6DE4FF8-4CDB-9033-CF72-C2E7EDD7793D}"/>
                  </a:ext>
                </a:extLst>
              </p14:cNvPr>
              <p14:cNvContentPartPr/>
              <p14:nvPr/>
            </p14:nvContentPartPr>
            <p14:xfrm>
              <a:off x="3757824" y="1408176"/>
              <a:ext cx="3481560" cy="309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6DE4FF8-4CDB-9033-CF72-C2E7EDD779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0184" y="1390176"/>
                <a:ext cx="35172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7E56B0A-171C-D2E5-5478-800C6EED672D}"/>
                  </a:ext>
                </a:extLst>
              </p14:cNvPr>
              <p14:cNvContentPartPr/>
              <p14:nvPr/>
            </p14:nvContentPartPr>
            <p14:xfrm>
              <a:off x="3750984" y="1298376"/>
              <a:ext cx="227160" cy="283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7E56B0A-171C-D2E5-5478-800C6EED67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32984" y="1280376"/>
                <a:ext cx="262800" cy="318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A374E3-C95A-DECA-2953-614A1C4C318B}"/>
              </a:ext>
            </a:extLst>
          </p:cNvPr>
          <p:cNvSpPr txBox="1"/>
          <p:nvPr/>
        </p:nvSpPr>
        <p:spPr>
          <a:xfrm>
            <a:off x="4398120" y="110639"/>
            <a:ext cx="5779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to create a DB, collections and drop DB</a:t>
            </a:r>
          </a:p>
        </p:txBody>
      </p:sp>
    </p:spTree>
    <p:extLst>
      <p:ext uri="{BB962C8B-B14F-4D97-AF65-F5344CB8AC3E}">
        <p14:creationId xmlns:p14="http://schemas.microsoft.com/office/powerpoint/2010/main" val="117255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72BC-66A0-39E6-A68E-1637F757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BFD97D-0008-611C-10AE-D6E05E0C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67080"/>
            <a:ext cx="8991385" cy="61794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DEBBC9-14FD-BA48-2371-82A211207707}"/>
                  </a:ext>
                </a:extLst>
              </p14:cNvPr>
              <p14:cNvContentPartPr/>
              <p14:nvPr/>
            </p14:nvContentPartPr>
            <p14:xfrm>
              <a:off x="7625664" y="3049416"/>
              <a:ext cx="284040" cy="243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DEBBC9-14FD-BA48-2371-82A2112077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8024" y="3031416"/>
                <a:ext cx="3196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1684E0-0989-0D49-FC66-9CA1258C37BD}"/>
                  </a:ext>
                </a:extLst>
              </p14:cNvPr>
              <p14:cNvContentPartPr/>
              <p14:nvPr/>
            </p14:nvContentPartPr>
            <p14:xfrm>
              <a:off x="7826904" y="3825216"/>
              <a:ext cx="380880" cy="21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1684E0-0989-0D49-FC66-9CA1258C37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09264" y="3807576"/>
                <a:ext cx="4165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960A4E-640F-0158-DC3D-812BD73F507F}"/>
                  </a:ext>
                </a:extLst>
              </p14:cNvPr>
              <p14:cNvContentPartPr/>
              <p14:nvPr/>
            </p14:nvContentPartPr>
            <p14:xfrm>
              <a:off x="10917504" y="5159736"/>
              <a:ext cx="360360" cy="295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960A4E-640F-0158-DC3D-812BD73F50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99864" y="5141736"/>
                <a:ext cx="3960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3FDD33-61EA-E815-5EEA-0A5F10D1431F}"/>
                  </a:ext>
                </a:extLst>
              </p14:cNvPr>
              <p14:cNvContentPartPr/>
              <p14:nvPr/>
            </p14:nvContentPartPr>
            <p14:xfrm>
              <a:off x="4443984" y="2708856"/>
              <a:ext cx="252360" cy="130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3FDD33-61EA-E815-5EEA-0A5F10D143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25984" y="2691216"/>
                <a:ext cx="28800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083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E499-4187-7BE6-547A-A1E211EE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D174F1-E8C3-258B-D03D-21A505169A0D}"/>
                  </a:ext>
                </a:extLst>
              </p14:cNvPr>
              <p14:cNvContentPartPr/>
              <p14:nvPr/>
            </p14:nvContentPartPr>
            <p14:xfrm>
              <a:off x="4270104" y="39134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D174F1-E8C3-258B-D03D-21A505169A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2104" y="38957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3396D15-27E6-ED9F-C6E0-4E2B3471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88" y="2388033"/>
            <a:ext cx="10498015" cy="38010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D3D479-6083-FA38-5916-7A790C267496}"/>
                  </a:ext>
                </a:extLst>
              </p14:cNvPr>
              <p14:cNvContentPartPr/>
              <p14:nvPr/>
            </p14:nvContentPartPr>
            <p14:xfrm>
              <a:off x="6647544" y="4665096"/>
              <a:ext cx="290160" cy="146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D3D479-6083-FA38-5916-7A790C2674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9544" y="4647096"/>
                <a:ext cx="3258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7739F5-0E2F-D1DA-28E5-35623A378AF7}"/>
                  </a:ext>
                </a:extLst>
              </p14:cNvPr>
              <p14:cNvContentPartPr/>
              <p14:nvPr/>
            </p14:nvContentPartPr>
            <p14:xfrm>
              <a:off x="9701424" y="4837176"/>
              <a:ext cx="360360" cy="252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7739F5-0E2F-D1DA-28E5-35623A378A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83784" y="4819176"/>
                <a:ext cx="396000" cy="2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971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1339</TotalTime>
  <Words>19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212</cp:revision>
  <dcterms:created xsi:type="dcterms:W3CDTF">2025-09-22T02:44:38Z</dcterms:created>
  <dcterms:modified xsi:type="dcterms:W3CDTF">2026-08-30T12:28:00Z</dcterms:modified>
</cp:coreProperties>
</file>