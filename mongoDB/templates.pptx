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DB Challenges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6FC8-B4FA-7532-A57A-17151561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55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1325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2026-08-30T08:21:45Z</dcterms:modified>
</cp:coreProperties>
</file>