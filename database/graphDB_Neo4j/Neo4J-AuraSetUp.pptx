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6698-B43E-A0F0-1270-0EFD7AB60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28383-4B84-6AD8-9188-7D0B830A8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E9AB9-7307-9E85-1768-3FBA1822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A5662-C579-F408-F9BB-D3F6D1C3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FEC43-1946-2924-5F5F-4202B495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4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A00D-E150-B6A2-D460-20DFFB1B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146D-1C4C-3944-C465-BEF867D13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6A34C-00AA-DEA0-F47E-FCE01C51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A4E38-81A9-CE9B-33B6-B8F6C428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BB14C-7E62-7F6D-6397-7961B723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3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4B64-EEED-3C57-BB17-C987D9E4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8A6E-4D89-BEA1-F2AC-77C20D4E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5B84F-F1FB-C367-5A5D-4102B685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0275D-61F8-D63C-55DF-B5714F8D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2287-D0A4-FDDF-F46F-C0D12BB8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51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DBF2-CCC2-C193-7093-E3A905DC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2739-AAA1-DECE-1AFA-129A228B5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38885-DBA8-E90A-5849-FABA14ACC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453F6-A4DA-D78A-059E-18F6D215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0F300-7CD4-AA2C-40A0-F78A26ED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AFCE8-B63C-AAEC-F9D7-73CCB11B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62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3959-9603-43E7-8720-4FDB3778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F9DA-7F3A-881D-2985-02EA4D4C8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CBB84-8704-F8DE-2F2B-1A9C7D4A5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D34E3-1688-F093-DF05-1DBDED58D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D21E8-1658-6495-C24B-B8915FC32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49930-0C3F-DE1E-8AEC-B07DC852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745B8-24A0-08E2-8811-C2A06507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7A4D7-1A63-E950-F0D1-9F5ED971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1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B870-E7CA-7FE5-1E4D-AC302CC7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277B0-C689-211F-BE38-FA1B9D48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7DA94-B855-C53D-1C00-5F633930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2B4EE-6623-B8F6-12E7-F5B64F1F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0E448-2477-9332-E4E4-D1D192A8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F80EC-1D51-C96A-6293-52655F9A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BF6F6-AFEE-493A-856A-D05D0AA8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7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0088-C946-B4E1-D08C-E3EA7145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EA52-E972-55B0-CC87-E99CA5D56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86419-24AB-8944-5A20-7F810F144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A0013-A4C3-8AAA-E3E0-D7353080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83FD-1AA3-6FDA-754E-94E432A8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59FDA-239E-6D7A-F0DE-BE91CA81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68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7F8D-C986-2B4D-EBF7-00FF943E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1D104-8244-5D4C-E79E-6A37EBB65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EE119-5AE5-7C48-B1BB-C7BF21380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34A81-6620-F187-17EB-7C59D068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AFCA5-F54D-C376-3C3E-0450A04A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90AE4-43F2-B4A6-0D4D-DA9B03A5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3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C86E-AB39-DBF6-0FEA-58B8C367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915D2-E4E7-5BD6-26DB-84BB0F70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7E2C5-5947-5FDE-5750-79E121FC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BCD5-4BCD-8CA2-8303-D34C3F40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3C35-F78D-2685-8DBB-EB24A12C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9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E5C27-1869-CFE9-9358-9860AC3CD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556FC-B661-9BF0-17FB-6F79930CA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878AE-EE8E-343D-44CC-CC689F4B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B849C-13A6-6248-6B93-E0053A3B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F236-E794-23F8-7045-A772C09F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2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BC271-26B7-D788-9A71-2DB0BE6C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B31CB-07F6-A958-59F4-982975BAC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7DB1-ABCA-6187-5BBD-ED7DE217A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24F74-B654-41AB-8B13-A9E443141571}" type="datetimeFigureOut">
              <a:rPr lang="en-IN" smtClean="0"/>
              <a:t>29-03-2025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F8D6C-1A8F-F95F-0D73-E3E833839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C1E80-DA8E-E933-F4BF-47FC08F1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D28C0-60F1-46CD-8F4A-98AC3829E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0B2B-7D11-B426-0840-89C4A428A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Neo4J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03DAC-C911-94D0-08B0-7168C8566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9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AC9D-302F-2A07-1206-E9B3EE60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723"/>
          </a:xfrm>
        </p:spPr>
        <p:txBody>
          <a:bodyPr/>
          <a:lstStyle/>
          <a:p>
            <a:r>
              <a:rPr lang="en-US" dirty="0"/>
              <a:t>Set up (p1): Install Neo4j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FAAB47-C82A-1652-2CF3-A03749159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91" y="1573746"/>
            <a:ext cx="9523321" cy="4603217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9F8EAF-9D35-6335-8708-0FC549F8C9D6}"/>
              </a:ext>
            </a:extLst>
          </p:cNvPr>
          <p:cNvCxnSpPr/>
          <p:nvPr/>
        </p:nvCxnSpPr>
        <p:spPr>
          <a:xfrm flipV="1">
            <a:off x="771787" y="5897461"/>
            <a:ext cx="947956" cy="47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59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2ABA-203B-C7D0-AF8C-2C2A8DB0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8222-2289-577A-36B0-17508AA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723"/>
          </a:xfrm>
        </p:spPr>
        <p:txBody>
          <a:bodyPr/>
          <a:lstStyle/>
          <a:p>
            <a:r>
              <a:rPr lang="en-US" dirty="0"/>
              <a:t>Set up </a:t>
            </a:r>
            <a:r>
              <a:rPr lang="en-US"/>
              <a:t>(p2): </a:t>
            </a:r>
            <a:r>
              <a:rPr lang="en-US" dirty="0"/>
              <a:t>Install Neo4j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D8CC8-8BE3-AE38-FAD4-1A8E78AB3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791" y="1573746"/>
            <a:ext cx="9523321" cy="4603217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3FEBC0-6E83-B6D8-206C-E1B26F53027B}"/>
              </a:ext>
            </a:extLst>
          </p:cNvPr>
          <p:cNvCxnSpPr>
            <a:cxnSpLocks/>
          </p:cNvCxnSpPr>
          <p:nvPr/>
        </p:nvCxnSpPr>
        <p:spPr>
          <a:xfrm flipH="1">
            <a:off x="10142290" y="2248250"/>
            <a:ext cx="1661020" cy="71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D0A48F-F843-394A-E607-C6917933A9AC}"/>
              </a:ext>
            </a:extLst>
          </p:cNvPr>
          <p:cNvCxnSpPr>
            <a:cxnSpLocks/>
          </p:cNvCxnSpPr>
          <p:nvPr/>
        </p:nvCxnSpPr>
        <p:spPr>
          <a:xfrm flipH="1">
            <a:off x="10294690" y="4112006"/>
            <a:ext cx="1661020" cy="71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52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5A56-8C2D-FCFE-75E6-CB23ED2B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36" y="222513"/>
            <a:ext cx="11769754" cy="868056"/>
          </a:xfrm>
        </p:spPr>
        <p:txBody>
          <a:bodyPr>
            <a:noAutofit/>
          </a:bodyPr>
          <a:lstStyle/>
          <a:p>
            <a:r>
              <a:rPr lang="en-US" sz="1800" dirty="0"/>
              <a:t>You will be directed to a page to create an </a:t>
            </a:r>
            <a:r>
              <a:rPr lang="en-US" sz="1800" b="1" dirty="0"/>
              <a:t>instance. </a:t>
            </a:r>
            <a:br>
              <a:rPr lang="en-US" sz="1800" b="1" dirty="0"/>
            </a:br>
            <a:r>
              <a:rPr lang="en-US" sz="1800" b="1" dirty="0"/>
              <a:t>- </a:t>
            </a:r>
            <a:r>
              <a:rPr lang="en-US" sz="1800" dirty="0"/>
              <a:t>Create your instance</a:t>
            </a:r>
            <a:br>
              <a:rPr lang="en-US" sz="1800" dirty="0"/>
            </a:br>
            <a:r>
              <a:rPr lang="en-US" sz="1800" dirty="0"/>
              <a:t>- choose the </a:t>
            </a:r>
            <a:r>
              <a:rPr lang="en-US" sz="1800" b="1" dirty="0"/>
              <a:t>free plan</a:t>
            </a:r>
            <a:r>
              <a:rPr lang="en-US" sz="1800" dirty="0"/>
              <a:t>, and username/password will be given to you. Download that</a:t>
            </a:r>
            <a:r>
              <a:rPr lang="en-US" sz="1800" b="1" dirty="0"/>
              <a:t> </a:t>
            </a:r>
            <a:endParaRPr lang="en-IN" sz="1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36C1A8-27D3-363F-CFF5-66EABFEDB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9" y="1803702"/>
            <a:ext cx="11914493" cy="4412540"/>
          </a:xfrm>
        </p:spPr>
      </p:pic>
    </p:spTree>
    <p:extLst>
      <p:ext uri="{BB962C8B-B14F-4D97-AF65-F5344CB8AC3E}">
        <p14:creationId xmlns:p14="http://schemas.microsoft.com/office/powerpoint/2010/main" val="60245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9A92-C477-47B3-300F-7B1E502E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668"/>
          </a:xfrm>
        </p:spPr>
        <p:txBody>
          <a:bodyPr/>
          <a:lstStyle/>
          <a:p>
            <a:r>
              <a:rPr lang="en-US" b="1" dirty="0"/>
              <a:t>Instance</a:t>
            </a:r>
            <a:r>
              <a:rPr lang="en-US" dirty="0"/>
              <a:t> would be created. Takes 4-5 minutes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583BF-FA62-4DA4-389A-A642EEA5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72" y="1647434"/>
            <a:ext cx="10875628" cy="5141523"/>
          </a:xfrm>
        </p:spPr>
      </p:pic>
    </p:spTree>
    <p:extLst>
      <p:ext uri="{BB962C8B-B14F-4D97-AF65-F5344CB8AC3E}">
        <p14:creationId xmlns:p14="http://schemas.microsoft.com/office/powerpoint/2010/main" val="242855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Neo4J</vt:lpstr>
      <vt:lpstr>Set up (p1): Install Neo4j</vt:lpstr>
      <vt:lpstr>Set up (p2): Install Neo4j</vt:lpstr>
      <vt:lpstr>You will be directed to a page to create an instance.  - Create your instance - choose the free plan, and username/password will be given to you. Download that </vt:lpstr>
      <vt:lpstr>Instance would be created. Takes 4-5 minutes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ash322.ash422@gmail.com</dc:creator>
  <cp:lastModifiedBy>ash322.ash422@gmail.com</cp:lastModifiedBy>
  <cp:revision>12</cp:revision>
  <dcterms:created xsi:type="dcterms:W3CDTF">2025-03-28T16:31:15Z</dcterms:created>
  <dcterms:modified xsi:type="dcterms:W3CDTF">2025-03-29T02:45:38Z</dcterms:modified>
</cp:coreProperties>
</file>