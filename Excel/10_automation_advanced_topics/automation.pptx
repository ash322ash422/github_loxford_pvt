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82E7-8F6C-474C-95AA-721101FD7A9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8AB50-263B-41F0-B41A-BF4939FA6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16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82E7-8F6C-474C-95AA-721101FD7A9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8AB50-263B-41F0-B41A-BF4939FA6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979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82E7-8F6C-474C-95AA-721101FD7A9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8AB50-263B-41F0-B41A-BF4939FA6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27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82E7-8F6C-474C-95AA-721101FD7A9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8AB50-263B-41F0-B41A-BF4939FA6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7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82E7-8F6C-474C-95AA-721101FD7A9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8AB50-263B-41F0-B41A-BF4939FA6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24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82E7-8F6C-474C-95AA-721101FD7A9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8AB50-263B-41F0-B41A-BF4939FA6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84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82E7-8F6C-474C-95AA-721101FD7A9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8AB50-263B-41F0-B41A-BF4939FA6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76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82E7-8F6C-474C-95AA-721101FD7A9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8AB50-263B-41F0-B41A-BF4939FA6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21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82E7-8F6C-474C-95AA-721101FD7A9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8AB50-263B-41F0-B41A-BF4939FA6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1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82E7-8F6C-474C-95AA-721101FD7A9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8AB50-263B-41F0-B41A-BF4939FA6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8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882E7-8F6C-474C-95AA-721101FD7A9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8AB50-263B-41F0-B41A-BF4939FA6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1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882E7-8F6C-474C-95AA-721101FD7A9C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8AB50-263B-41F0-B41A-BF4939FA6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3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10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2042" y="720982"/>
            <a:ext cx="782122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Module 10: Automation &amp; Advanced Topics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Named ranges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Introduction to macros (recording simple macros)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Protecting sheets and workbooks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Dynamic arrays: UNIQUE, SORT, FILTER, SEQUENCE (Available</a:t>
            </a:r>
            <a:r>
              <a:rPr kumimoji="0" lang="en-US" altLang="en-US" sz="16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in excel 2019 onwards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864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42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</dc:creator>
  <cp:lastModifiedBy>Ashwani Kumar</cp:lastModifiedBy>
  <cp:revision>5</cp:revision>
  <dcterms:created xsi:type="dcterms:W3CDTF">2025-06-27T06:26:53Z</dcterms:created>
  <dcterms:modified xsi:type="dcterms:W3CDTF">2025-07-09T09:38:38Z</dcterms:modified>
</cp:coreProperties>
</file>