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CF76-296B-4401-80E3-A7B9CE387F6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9E79C-E7D4-4466-B37E-6221379D2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74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CF76-296B-4401-80E3-A7B9CE387F6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9E79C-E7D4-4466-B37E-6221379D2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33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CF76-296B-4401-80E3-A7B9CE387F6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9E79C-E7D4-4466-B37E-6221379D2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775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CF76-296B-4401-80E3-A7B9CE387F6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9E79C-E7D4-4466-B37E-6221379D2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90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CF76-296B-4401-80E3-A7B9CE387F6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9E79C-E7D4-4466-B37E-6221379D2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23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CF76-296B-4401-80E3-A7B9CE387F6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9E79C-E7D4-4466-B37E-6221379D2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4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CF76-296B-4401-80E3-A7B9CE387F6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9E79C-E7D4-4466-B37E-6221379D2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08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CF76-296B-4401-80E3-A7B9CE387F6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9E79C-E7D4-4466-B37E-6221379D2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619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CF76-296B-4401-80E3-A7B9CE387F6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9E79C-E7D4-4466-B37E-6221379D2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798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CF76-296B-4401-80E3-A7B9CE387F6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9E79C-E7D4-4466-B37E-6221379D2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124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ECF76-296B-4401-80E3-A7B9CE387F6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9E79C-E7D4-4466-B37E-6221379D2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24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ECF76-296B-4401-80E3-A7B9CE387F6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9E79C-E7D4-4466-B37E-6221379D2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9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Case studies and projects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229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Module 11: Case Studies &amp; Mini Projects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Real-world </a:t>
            </a:r>
            <a:r>
              <a:rPr lang="en-US" dirty="0" smtClean="0"/>
              <a:t>data cleaning exercise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Sales </a:t>
            </a:r>
            <a:r>
              <a:rPr lang="en-US" dirty="0" smtClean="0"/>
              <a:t>report with Pivot Tables &amp; Charts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HR </a:t>
            </a:r>
            <a:r>
              <a:rPr lang="en-US" dirty="0" smtClean="0"/>
              <a:t>dataset analysis (attrition, headcount trends)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mtClean="0"/>
              <a:t> Financial </a:t>
            </a:r>
            <a:r>
              <a:rPr lang="en-US" dirty="0" smtClean="0"/>
              <a:t>data summary with scenario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259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Case studies and projects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studies and projects</dc:title>
  <dc:creator>hi</dc:creator>
  <cp:lastModifiedBy>hi</cp:lastModifiedBy>
  <cp:revision>4</cp:revision>
  <dcterms:created xsi:type="dcterms:W3CDTF">2025-06-27T06:29:35Z</dcterms:created>
  <dcterms:modified xsi:type="dcterms:W3CDTF">2025-07-06T18:27:00Z</dcterms:modified>
</cp:coreProperties>
</file>