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72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E37F-5BA4-452E-85F5-0B6B625B2982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440B3-5243-416C-928E-7AFA2A68B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570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E37F-5BA4-452E-85F5-0B6B625B2982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440B3-5243-416C-928E-7AFA2A68B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423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E37F-5BA4-452E-85F5-0B6B625B2982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440B3-5243-416C-928E-7AFA2A68B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121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E37F-5BA4-452E-85F5-0B6B625B2982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440B3-5243-416C-928E-7AFA2A68B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142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E37F-5BA4-452E-85F5-0B6B625B2982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440B3-5243-416C-928E-7AFA2A68B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925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E37F-5BA4-452E-85F5-0B6B625B2982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440B3-5243-416C-928E-7AFA2A68B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662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E37F-5BA4-452E-85F5-0B6B625B2982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440B3-5243-416C-928E-7AFA2A68B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172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E37F-5BA4-452E-85F5-0B6B625B2982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440B3-5243-416C-928E-7AFA2A68B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567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E37F-5BA4-452E-85F5-0B6B625B2982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440B3-5243-416C-928E-7AFA2A68B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425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E37F-5BA4-452E-85F5-0B6B625B2982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440B3-5243-416C-928E-7AFA2A68B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813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E37F-5BA4-452E-85F5-0B6B625B2982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440B3-5243-416C-928E-7AFA2A68B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172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BE37F-5BA4-452E-85F5-0B6B625B2982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440B3-5243-416C-928E-7AFA2A68B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241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What if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705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714" y="793002"/>
            <a:ext cx="703999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Module 8: What-If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 Goal Seek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 Data Tables (one-variable and two-variable)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 Scenario Manager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702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21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What if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if</dc:title>
  <dc:creator>hi</dc:creator>
  <cp:lastModifiedBy>hi</cp:lastModifiedBy>
  <cp:revision>6</cp:revision>
  <dcterms:created xsi:type="dcterms:W3CDTF">2025-06-27T06:22:37Z</dcterms:created>
  <dcterms:modified xsi:type="dcterms:W3CDTF">2025-07-08T16:02:00Z</dcterms:modified>
</cp:coreProperties>
</file>