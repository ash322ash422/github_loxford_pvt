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990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09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7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04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21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27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2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7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86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63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777F8-0B27-49FE-82DA-69451CE993F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78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777F8-0B27-49FE-82DA-69451CE993F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3D3DE-63EC-4520-89BC-9F93DF7A9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5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02_read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1.5 </a:t>
            </a:r>
            <a:r>
              <a:rPr lang="en-US" dirty="0" err="1"/>
              <a:t>hr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448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099" y="824962"/>
            <a:ext cx="6822056" cy="1952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Module 1: Introduction to Excel for Data Analysis</a:t>
            </a:r>
          </a:p>
          <a:p>
            <a:r>
              <a:rPr lang="en-US" sz="1800" dirty="0"/>
              <a:t>Overview of Excel interface: ribbon, tabs, cells, ranges, sheets</a:t>
            </a:r>
          </a:p>
          <a:p>
            <a:r>
              <a:rPr lang="en-US" sz="1800" dirty="0"/>
              <a:t>Basic navigation, selection, formatting, flash-fill, etc.</a:t>
            </a:r>
          </a:p>
          <a:p>
            <a:r>
              <a:rPr lang="en-US" sz="1800" dirty="0"/>
              <a:t>Types of data (numeric, text, date)</a:t>
            </a:r>
          </a:p>
          <a:p>
            <a:r>
              <a:rPr lang="en-US" sz="1800" dirty="0"/>
              <a:t>Importance of clean and structured data in Excel</a:t>
            </a:r>
          </a:p>
        </p:txBody>
      </p:sp>
    </p:spTree>
    <p:extLst>
      <p:ext uri="{BB962C8B-B14F-4D97-AF65-F5344CB8AC3E}">
        <p14:creationId xmlns:p14="http://schemas.microsoft.com/office/powerpoint/2010/main" val="806247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1304"/>
          </a:xfrm>
        </p:spPr>
        <p:txBody>
          <a:bodyPr>
            <a:noAutofit/>
          </a:bodyPr>
          <a:lstStyle/>
          <a:p>
            <a:r>
              <a:rPr lang="en-US" sz="2400" dirty="0"/>
              <a:t>1) Overview of Excel interface: ribbon, tabs, cells, ranges, sheets (1.5 </a:t>
            </a:r>
            <a:r>
              <a:rPr lang="en-US" sz="2400" dirty="0" err="1"/>
              <a:t>hrs</a:t>
            </a:r>
            <a:r>
              <a:rPr lang="en-US" sz="24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2739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Open excel and explain about excel</a:t>
            </a:r>
          </a:p>
          <a:p>
            <a:r>
              <a:rPr lang="en-US" dirty="0"/>
              <a:t>How to find version: </a:t>
            </a:r>
            <a:r>
              <a:rPr lang="en-US" b="1" dirty="0"/>
              <a:t>File -&gt; Account -&gt; About excel</a:t>
            </a:r>
          </a:p>
          <a:p>
            <a:r>
              <a:rPr lang="en-US" dirty="0"/>
              <a:t>Type some data in columns…(customer name, </a:t>
            </a:r>
            <a:r>
              <a:rPr lang="en-US" dirty="0" err="1"/>
              <a:t>date_sold</a:t>
            </a:r>
            <a:r>
              <a:rPr lang="en-US" dirty="0"/>
              <a:t>, </a:t>
            </a:r>
            <a:r>
              <a:rPr lang="en-US" dirty="0" err="1"/>
              <a:t>units_sold</a:t>
            </a:r>
            <a:r>
              <a:rPr lang="en-US" dirty="0"/>
              <a:t>, </a:t>
            </a:r>
            <a:r>
              <a:rPr lang="en-US" dirty="0" err="1"/>
              <a:t>units_cost</a:t>
            </a:r>
            <a:r>
              <a:rPr lang="en-US" dirty="0"/>
              <a:t>, </a:t>
            </a:r>
            <a:r>
              <a:rPr lang="en-US" dirty="0" err="1"/>
              <a:t>units_price</a:t>
            </a:r>
            <a:r>
              <a:rPr lang="en-US" dirty="0"/>
              <a:t>)</a:t>
            </a:r>
          </a:p>
          <a:p>
            <a:r>
              <a:rPr lang="en-US" dirty="0"/>
              <a:t>Explain cell number, rename sheet,</a:t>
            </a:r>
          </a:p>
          <a:p>
            <a:r>
              <a:rPr lang="en-US" dirty="0"/>
              <a:t>Explain  all option on  Home tab: copy and paste, Bold, Italic, underline, Increase/decrease font, colors, align (left, center, right), orientation, wrap text, </a:t>
            </a:r>
            <a:r>
              <a:rPr lang="en-US" dirty="0" err="1"/>
              <a:t>merge&amp;centre</a:t>
            </a:r>
            <a:r>
              <a:rPr lang="en-US" dirty="0"/>
              <a:t> + cell name</a:t>
            </a:r>
          </a:p>
          <a:p>
            <a:r>
              <a:rPr lang="en-US" dirty="0"/>
              <a:t>Explain data type: general, number, text, date…change the </a:t>
            </a:r>
            <a:r>
              <a:rPr lang="en-US" dirty="0" err="1"/>
              <a:t>units_sold</a:t>
            </a:r>
            <a:r>
              <a:rPr lang="en-US" dirty="0"/>
              <a:t> to numbers and then remove .00</a:t>
            </a:r>
          </a:p>
          <a:p>
            <a:r>
              <a:rPr lang="en-US" dirty="0"/>
              <a:t>Explain $, comma, decrease/increase decimal, insert, delete, auto-sum, sort + filter, find + select</a:t>
            </a:r>
          </a:p>
          <a:p>
            <a:r>
              <a:rPr lang="en-US" dirty="0"/>
              <a:t>Explain why we see ####### sometimes in  a cell</a:t>
            </a:r>
          </a:p>
          <a:p>
            <a:r>
              <a:rPr lang="en-US" dirty="0"/>
              <a:t>Explain how the date column format when changed to general/text displays some strange number</a:t>
            </a:r>
          </a:p>
          <a:p>
            <a:r>
              <a:rPr lang="en-US" dirty="0"/>
              <a:t>Hide / unhide columns: To unhide -&gt; Select </a:t>
            </a:r>
            <a:r>
              <a:rPr lang="en-US"/>
              <a:t>the whole table </a:t>
            </a:r>
            <a:r>
              <a:rPr lang="en-US" dirty="0"/>
              <a:t>-&gt; Home -&gt; Cells group …Format -&gt; Hide/unhide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007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9161"/>
            <a:ext cx="10864442" cy="3618990"/>
          </a:xfrm>
        </p:spPr>
        <p:txBody>
          <a:bodyPr>
            <a:normAutofit/>
          </a:bodyPr>
          <a:lstStyle/>
          <a:p>
            <a:r>
              <a:rPr lang="en-US" dirty="0"/>
              <a:t>Explain insert ribbon tab</a:t>
            </a:r>
          </a:p>
          <a:p>
            <a:r>
              <a:rPr lang="en-US" dirty="0"/>
              <a:t>Explain tables:</a:t>
            </a:r>
          </a:p>
          <a:p>
            <a:pPr marL="0" indent="0">
              <a:buNone/>
            </a:pPr>
            <a:r>
              <a:rPr lang="en-US" dirty="0"/>
              <a:t>Click any 1 cell in raw table and then insert-&gt; table…</a:t>
            </a:r>
          </a:p>
          <a:p>
            <a:pPr marL="0" indent="0">
              <a:buNone/>
            </a:pPr>
            <a:r>
              <a:rPr lang="en-US" dirty="0"/>
              <a:t>Select whole table …design -&gt; choose styles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Explain pictures, online pic., shapes, </a:t>
            </a:r>
            <a:r>
              <a:rPr lang="en-US" dirty="0" err="1"/>
              <a:t>smartArt</a:t>
            </a:r>
            <a:r>
              <a:rPr lang="en-US" dirty="0"/>
              <a:t>, screenshot, Recommended charts, Hyperlink ( to </a:t>
            </a:r>
            <a:r>
              <a:rPr lang="en-US" dirty="0" err="1"/>
              <a:t>powerpoint</a:t>
            </a:r>
            <a:r>
              <a:rPr lang="en-US" dirty="0"/>
              <a:t> ), Equations + symbols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D27306-A603-F9A6-FC37-424EF94858F7}"/>
              </a:ext>
            </a:extLst>
          </p:cNvPr>
          <p:cNvSpPr txBox="1"/>
          <p:nvPr/>
        </p:nvSpPr>
        <p:spPr>
          <a:xfrm>
            <a:off x="838923" y="4328875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Autofit the column width:</a:t>
            </a:r>
          </a:p>
          <a:p>
            <a:r>
              <a:rPr lang="en-US" dirty="0"/>
              <a:t>1. Select the column(s).</a:t>
            </a:r>
          </a:p>
          <a:p>
            <a:r>
              <a:rPr lang="en-US" dirty="0"/>
              <a:t>2. Go to the </a:t>
            </a:r>
            <a:r>
              <a:rPr lang="en-US" b="1" dirty="0"/>
              <a:t>Home</a:t>
            </a:r>
            <a:r>
              <a:rPr lang="en-US" dirty="0"/>
              <a:t> tab.</a:t>
            </a:r>
          </a:p>
          <a:p>
            <a:r>
              <a:rPr lang="en-US" dirty="0"/>
              <a:t>3. Click </a:t>
            </a:r>
            <a:r>
              <a:rPr lang="en-US" b="1" dirty="0"/>
              <a:t>Format</a:t>
            </a:r>
            <a:r>
              <a:rPr lang="en-US" dirty="0"/>
              <a:t> (in the </a:t>
            </a:r>
            <a:r>
              <a:rPr lang="en-US" b="1" dirty="0"/>
              <a:t>Cells</a:t>
            </a:r>
            <a:r>
              <a:rPr lang="en-US" dirty="0"/>
              <a:t> group).</a:t>
            </a:r>
          </a:p>
          <a:p>
            <a:r>
              <a:rPr lang="en-US" dirty="0"/>
              <a:t>4. Click </a:t>
            </a:r>
            <a:r>
              <a:rPr lang="en-US" b="1" dirty="0"/>
              <a:t>AutoFit Column Width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772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350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Explain CSV file and then Import data (sales.csv)…</a:t>
            </a:r>
          </a:p>
          <a:p>
            <a:r>
              <a:rPr lang="en-US" dirty="0"/>
              <a:t>Calculate in a new columns and flash fill</a:t>
            </a:r>
          </a:p>
          <a:p>
            <a:pPr marL="0" indent="0">
              <a:buNone/>
            </a:pPr>
            <a:r>
              <a:rPr lang="en-US" dirty="0"/>
              <a:t>Total revenue=</a:t>
            </a:r>
            <a:r>
              <a:rPr lang="en-US" dirty="0" err="1"/>
              <a:t>unit_solds</a:t>
            </a:r>
            <a:r>
              <a:rPr lang="en-US" dirty="0"/>
              <a:t> * </a:t>
            </a:r>
            <a:r>
              <a:rPr lang="en-US" dirty="0" err="1"/>
              <a:t>units_price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Total cost=</a:t>
            </a:r>
            <a:r>
              <a:rPr lang="en-US" dirty="0" err="1"/>
              <a:t>units_sold</a:t>
            </a:r>
            <a:r>
              <a:rPr lang="en-US" dirty="0"/>
              <a:t> * </a:t>
            </a:r>
            <a:r>
              <a:rPr lang="en-US" dirty="0" err="1"/>
              <a:t>units_cost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76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393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02_read</vt:lpstr>
      <vt:lpstr>PowerPoint Presentation</vt:lpstr>
      <vt:lpstr>1) Overview of Excel interface: ribbon, tabs, cells, ranges, sheets (1.5 hrs)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02_read</dc:title>
  <dc:creator>hi</dc:creator>
  <cp:lastModifiedBy>Ashwani Kumar</cp:lastModifiedBy>
  <cp:revision>36</cp:revision>
  <dcterms:created xsi:type="dcterms:W3CDTF">2025-06-21T04:00:28Z</dcterms:created>
  <dcterms:modified xsi:type="dcterms:W3CDTF">2026-01-17T11:23:30Z</dcterms:modified>
</cp:coreProperties>
</file>