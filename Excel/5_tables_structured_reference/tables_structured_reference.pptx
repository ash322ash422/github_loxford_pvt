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3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4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3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73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8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8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2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87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4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3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E98C-4FEA-447D-A93F-514F624BAB34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40410-BC30-4C80-91BA-1F53D808E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7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Tables and Structured 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73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19198" y="28288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Module 5: Tables and Structured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Creating </a:t>
            </a:r>
            <a:r>
              <a:rPr lang="en-US" dirty="0" smtClean="0"/>
              <a:t>and formatting Excel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Table </a:t>
            </a:r>
            <a:r>
              <a:rPr lang="en-US" dirty="0" smtClean="0"/>
              <a:t>features: sorting, filtering, calculated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mtClean="0"/>
              <a:t> Structured </a:t>
            </a:r>
            <a:r>
              <a:rPr lang="en-US" dirty="0" smtClean="0"/>
              <a:t>references in formulas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660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32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Tables and Structured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 and Structured References</dc:title>
  <dc:creator>hi</dc:creator>
  <cp:lastModifiedBy>hi</cp:lastModifiedBy>
  <cp:revision>4</cp:revision>
  <dcterms:created xsi:type="dcterms:W3CDTF">2025-06-27T04:52:33Z</dcterms:created>
  <dcterms:modified xsi:type="dcterms:W3CDTF">2025-07-06T18:16:09Z</dcterms:modified>
</cp:coreProperties>
</file>