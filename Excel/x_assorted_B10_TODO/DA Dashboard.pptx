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C47A2-1AA4-4FBC-96B7-3182277205C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8BF2-366A-4539-90AB-15E602049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1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C47A2-1AA4-4FBC-96B7-3182277205C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8BF2-366A-4539-90AB-15E602049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7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C47A2-1AA4-4FBC-96B7-3182277205C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8BF2-366A-4539-90AB-15E602049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7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C47A2-1AA4-4FBC-96B7-3182277205C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8BF2-366A-4539-90AB-15E602049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95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C47A2-1AA4-4FBC-96B7-3182277205C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8BF2-366A-4539-90AB-15E602049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18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C47A2-1AA4-4FBC-96B7-3182277205C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8BF2-366A-4539-90AB-15E602049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7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C47A2-1AA4-4FBC-96B7-3182277205C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8BF2-366A-4539-90AB-15E602049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50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C47A2-1AA4-4FBC-96B7-3182277205C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8BF2-366A-4539-90AB-15E602049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1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C47A2-1AA4-4FBC-96B7-3182277205C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8BF2-366A-4539-90AB-15E602049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4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C47A2-1AA4-4FBC-96B7-3182277205C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8BF2-366A-4539-90AB-15E602049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19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C47A2-1AA4-4FBC-96B7-3182277205C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08BF2-366A-4539-90AB-15E602049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2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C47A2-1AA4-4FBC-96B7-3182277205C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08BF2-366A-4539-90AB-15E602049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55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 Dashboard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976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Advanced certification in DS…Batch 10, Module 8 Excel1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821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832758" cy="582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Steps1: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670" y="1266738"/>
            <a:ext cx="11669086" cy="4910225"/>
          </a:xfrm>
        </p:spPr>
        <p:txBody>
          <a:bodyPr/>
          <a:lstStyle/>
          <a:p>
            <a:r>
              <a:rPr lang="en-US" dirty="0" smtClean="0"/>
              <a:t>Explain how to Add Cost column: = </a:t>
            </a:r>
            <a:r>
              <a:rPr lang="en-US" dirty="0" err="1" smtClean="0"/>
              <a:t>Order_qty</a:t>
            </a:r>
            <a:r>
              <a:rPr lang="en-US" dirty="0" smtClean="0"/>
              <a:t> (I2) * </a:t>
            </a:r>
            <a:r>
              <a:rPr lang="en-US" dirty="0" err="1" smtClean="0"/>
              <a:t>unit_Cost</a:t>
            </a:r>
            <a:r>
              <a:rPr lang="en-US" dirty="0" smtClean="0"/>
              <a:t>(J2) and then DC + sign and it will flash fill</a:t>
            </a:r>
          </a:p>
          <a:p>
            <a:r>
              <a:rPr lang="en-US" dirty="0" smtClean="0"/>
              <a:t>Explain how to Add Profit column: = Revenue(M2) – Cost(L2) and then double + sign and it will flash fill</a:t>
            </a:r>
          </a:p>
          <a:p>
            <a:r>
              <a:rPr lang="en-US" dirty="0" err="1" smtClean="0"/>
              <a:t>Revenue_per_qty</a:t>
            </a:r>
            <a:r>
              <a:rPr lang="en-US" dirty="0" smtClean="0"/>
              <a:t> = Revenue/</a:t>
            </a:r>
            <a:r>
              <a:rPr lang="en-US" dirty="0" err="1" smtClean="0"/>
              <a:t>Order_qty</a:t>
            </a:r>
            <a:r>
              <a:rPr lang="en-US" dirty="0" smtClean="0"/>
              <a:t> …not put a 0 in </a:t>
            </a:r>
            <a:r>
              <a:rPr lang="en-US" dirty="0" err="1" smtClean="0"/>
              <a:t>order_qty</a:t>
            </a:r>
            <a:r>
              <a:rPr lang="en-US" dirty="0" smtClean="0"/>
              <a:t> and then you will see error. So use = =IFERROR(L2/I2,0)…explain</a:t>
            </a:r>
          </a:p>
          <a:p>
            <a:r>
              <a:rPr lang="en-US" dirty="0" smtClean="0"/>
              <a:t>Explain </a:t>
            </a:r>
            <a:r>
              <a:rPr lang="en-US" dirty="0" err="1" smtClean="0"/>
              <a:t>sum,subtraction</a:t>
            </a:r>
            <a:endParaRPr lang="en-US" dirty="0"/>
          </a:p>
          <a:p>
            <a:r>
              <a:rPr lang="en-US" dirty="0" smtClean="0"/>
              <a:t>Create cost2 and then compare with cost column: = cost=cost2 cell and flash fill…it will show TRUE or FALSE</a:t>
            </a:r>
          </a:p>
          <a:p>
            <a:r>
              <a:rPr lang="en-US" dirty="0" smtClean="0"/>
              <a:t>Explain the increase in size of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995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643231" cy="582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Steps2: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Total profit = sum(N:N)…N is the profit column</a:t>
            </a:r>
          </a:p>
          <a:p>
            <a:r>
              <a:rPr lang="en-US" dirty="0" smtClean="0"/>
              <a:t>Select the column country and then click </a:t>
            </a:r>
            <a:r>
              <a:rPr lang="en-US" dirty="0" err="1" smtClean="0"/>
              <a:t>sort+filter</a:t>
            </a:r>
            <a:r>
              <a:rPr lang="en-US" dirty="0"/>
              <a:t> </a:t>
            </a:r>
            <a:r>
              <a:rPr lang="en-US" dirty="0" smtClean="0"/>
              <a:t>-&gt; filter…this creates a filter….then select all column rows and do above….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customer_age</a:t>
            </a:r>
            <a:r>
              <a:rPr lang="en-US" dirty="0" smtClean="0"/>
              <a:t>, filters-&gt; number filters </a:t>
            </a:r>
            <a:r>
              <a:rPr lang="en-US" dirty="0" err="1" smtClean="0"/>
              <a:t>anf</a:t>
            </a:r>
            <a:r>
              <a:rPr lang="en-US" dirty="0" smtClean="0"/>
              <a:t> filter out &gt; 18 years of age</a:t>
            </a:r>
          </a:p>
          <a:p>
            <a:r>
              <a:rPr lang="en-US" dirty="0" smtClean="0"/>
              <a:t>In country , filters -&gt; Text and filter out beginning with united</a:t>
            </a:r>
          </a:p>
          <a:p>
            <a:r>
              <a:rPr lang="en-US" dirty="0" smtClean="0"/>
              <a:t>Now I want to sort by country then by the state: sort &amp; filter-&gt; custom sort -&gt; Sort by country…then add level and then sort by state</a:t>
            </a:r>
          </a:p>
          <a:p>
            <a:r>
              <a:rPr lang="en-US" dirty="0" smtClean="0"/>
              <a:t>Now Shuffle: create dummy col, cell value = rand() and then DC +. The sort this column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739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965272" cy="582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Steps3: </a:t>
            </a:r>
            <a:r>
              <a:rPr lang="en-US" dirty="0" smtClean="0"/>
              <a:t>date sheet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393" y="1230006"/>
            <a:ext cx="11669086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Copy and paste few records from date + another column. Create a column </a:t>
            </a:r>
            <a:r>
              <a:rPr lang="en-US" dirty="0" err="1" smtClean="0"/>
              <a:t>date_part</a:t>
            </a:r>
            <a:r>
              <a:rPr lang="en-US" dirty="0" smtClean="0"/>
              <a:t>, and cell </a:t>
            </a:r>
            <a:r>
              <a:rPr lang="en-US" dirty="0" err="1" smtClean="0"/>
              <a:t>val</a:t>
            </a:r>
            <a:r>
              <a:rPr lang="en-US" dirty="0" smtClean="0"/>
              <a:t> = Text(B2,”dd”) and then DC this cell</a:t>
            </a:r>
          </a:p>
          <a:p>
            <a:pPr marL="0" indent="0">
              <a:buNone/>
            </a:pPr>
            <a:r>
              <a:rPr lang="en-US" dirty="0" smtClean="0"/>
              <a:t>Try -&gt; Text(B2,”ddd”), Text(B2,”dddd”), Text(B2,”mm”), </a:t>
            </a:r>
            <a:r>
              <a:rPr lang="en-US" dirty="0"/>
              <a:t>=TEXT(A2, "mmm </a:t>
            </a:r>
            <a:r>
              <a:rPr lang="en-US" dirty="0" err="1"/>
              <a:t>dd</a:t>
            </a:r>
            <a:r>
              <a:rPr lang="en-US" dirty="0"/>
              <a:t> </a:t>
            </a:r>
            <a:r>
              <a:rPr lang="en-US" dirty="0" err="1"/>
              <a:t>yyyy</a:t>
            </a:r>
            <a:r>
              <a:rPr lang="en-US" dirty="0" smtClean="0"/>
              <a:t>"), </a:t>
            </a:r>
            <a:r>
              <a:rPr lang="en-US" dirty="0"/>
              <a:t>=TEXT(A2, "</a:t>
            </a:r>
            <a:r>
              <a:rPr lang="en-US" dirty="0" err="1"/>
              <a:t>dddd</a:t>
            </a:r>
            <a:r>
              <a:rPr lang="en-US" dirty="0"/>
              <a:t> </a:t>
            </a:r>
            <a:r>
              <a:rPr lang="en-US" dirty="0" err="1"/>
              <a:t>dd</a:t>
            </a:r>
            <a:r>
              <a:rPr lang="en-US" dirty="0"/>
              <a:t> </a:t>
            </a:r>
            <a:r>
              <a:rPr lang="en-US" dirty="0" err="1"/>
              <a:t>mmmm</a:t>
            </a:r>
            <a:r>
              <a:rPr lang="en-US" dirty="0"/>
              <a:t>, </a:t>
            </a:r>
            <a:r>
              <a:rPr lang="en-US" dirty="0" err="1" smtClean="0"/>
              <a:t>yyyy</a:t>
            </a:r>
            <a:r>
              <a:rPr lang="en-US" dirty="0" smtClean="0"/>
              <a:t>“), </a:t>
            </a:r>
            <a:r>
              <a:rPr lang="en-US" dirty="0"/>
              <a:t>=TEXT(A2, "d-mmm-</a:t>
            </a:r>
            <a:r>
              <a:rPr lang="en-US" dirty="0" err="1"/>
              <a:t>yy</a:t>
            </a:r>
            <a:r>
              <a:rPr lang="en-US" dirty="0" smtClean="0"/>
              <a:t>")</a:t>
            </a:r>
          </a:p>
          <a:p>
            <a:pPr marL="0" indent="0">
              <a:buNone/>
            </a:pPr>
            <a:r>
              <a:rPr lang="en-US" dirty="0" smtClean="0"/>
              <a:t>Explain how by selecting the date column, RC and then change date format from there.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728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7282343" cy="582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Steps4: </a:t>
            </a:r>
            <a:r>
              <a:rPr lang="en-US" dirty="0" smtClean="0"/>
              <a:t>concatenate sheet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393" y="1230006"/>
            <a:ext cx="11669086" cy="435133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Copy and paste few rows of country and state in this new sheet…create a new column </a:t>
            </a:r>
            <a:r>
              <a:rPr lang="en-US" dirty="0" err="1" smtClean="0"/>
              <a:t>pin_code</a:t>
            </a:r>
            <a:r>
              <a:rPr lang="en-US" dirty="0" smtClean="0"/>
              <a:t> and enter value in cell = =RANDBETWEEN(10000, 99999)…DC + and this will populate the entire column with 5 digit random numbers</a:t>
            </a:r>
          </a:p>
          <a:p>
            <a:r>
              <a:rPr lang="en-US" dirty="0" smtClean="0"/>
              <a:t>Create 2 columns: concatenate1 = A2 &amp; ", " &amp; B2 &amp; ", " &amp; C2</a:t>
            </a:r>
          </a:p>
          <a:p>
            <a:pPr marL="0" indent="0">
              <a:buNone/>
            </a:pPr>
            <a:r>
              <a:rPr lang="en-US" dirty="0" smtClean="0"/>
              <a:t>And concatenate2 = CONCATENATE(A2, ", ", B2, ", ", C2)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Copy one of the above column and paste it in new sheet…does not work…use paste it as value</a:t>
            </a:r>
          </a:p>
          <a:p>
            <a:pPr marL="0" indent="0">
              <a:buNone/>
            </a:pPr>
            <a:r>
              <a:rPr lang="en-US" dirty="0" smtClean="0"/>
              <a:t>Create a </a:t>
            </a:r>
            <a:r>
              <a:rPr lang="en-US" dirty="0" err="1" smtClean="0"/>
              <a:t>text_to_columns</a:t>
            </a:r>
            <a:r>
              <a:rPr lang="en-US" dirty="0" smtClean="0"/>
              <a:t> col then select col with </a:t>
            </a:r>
            <a:r>
              <a:rPr lang="en-US" dirty="0" smtClean="0"/>
              <a:t>comma ,</a:t>
            </a:r>
            <a:r>
              <a:rPr lang="en-US" dirty="0" smtClean="0"/>
              <a:t> </a:t>
            </a:r>
            <a:r>
              <a:rPr lang="en-US" dirty="0" smtClean="0"/>
              <a:t>values in it, Data-&gt; </a:t>
            </a:r>
            <a:r>
              <a:rPr lang="en-US" dirty="0" err="1" smtClean="0"/>
              <a:t>TextToColumn</a:t>
            </a:r>
            <a:r>
              <a:rPr lang="en-US" dirty="0" smtClean="0"/>
              <a:t>…make sure to change the destination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554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7282343" cy="582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Steps5: Sum sheet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393" y="1230006"/>
            <a:ext cx="1166908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Copy and paste few rows</a:t>
            </a:r>
          </a:p>
          <a:p>
            <a:r>
              <a:rPr lang="en-US" dirty="0" smtClean="0"/>
              <a:t>Create a new cell: sum </a:t>
            </a:r>
            <a:r>
              <a:rPr lang="en-US" dirty="0"/>
              <a:t>of profit = </a:t>
            </a:r>
            <a:r>
              <a:rPr lang="en-US" dirty="0" smtClean="0"/>
              <a:t>SUM(N:N), </a:t>
            </a:r>
            <a:r>
              <a:rPr lang="en-US" dirty="0"/>
              <a:t>Total count  = =COUNT(N2:N23</a:t>
            </a:r>
            <a:r>
              <a:rPr lang="en-US" dirty="0" smtClean="0"/>
              <a:t>)…show max/min of profit </a:t>
            </a:r>
          </a:p>
          <a:p>
            <a:r>
              <a:rPr lang="en-US" dirty="0"/>
              <a:t>sum of profit for </a:t>
            </a:r>
            <a:r>
              <a:rPr lang="en-US" dirty="0" smtClean="0"/>
              <a:t>Germany =</a:t>
            </a:r>
            <a:r>
              <a:rPr lang="en-US" dirty="0"/>
              <a:t>SUMIF(</a:t>
            </a:r>
            <a:r>
              <a:rPr lang="en-US" dirty="0" err="1"/>
              <a:t>C:C,"Germany",M:M</a:t>
            </a:r>
            <a:r>
              <a:rPr lang="en-US" dirty="0" smtClean="0"/>
              <a:t>)..verify with filters</a:t>
            </a:r>
            <a:endParaRPr lang="en-US" dirty="0"/>
          </a:p>
          <a:p>
            <a:r>
              <a:rPr lang="en-US" dirty="0" smtClean="0"/>
              <a:t>Count of Germany records </a:t>
            </a:r>
            <a:r>
              <a:rPr lang="en-US" dirty="0"/>
              <a:t>= =COUNTIF(</a:t>
            </a:r>
            <a:r>
              <a:rPr lang="en-US" dirty="0" err="1"/>
              <a:t>C:C,"Germany</a:t>
            </a:r>
            <a:r>
              <a:rPr lang="en-US" dirty="0" smtClean="0"/>
              <a:t>")</a:t>
            </a:r>
          </a:p>
          <a:p>
            <a:r>
              <a:rPr lang="en-US" dirty="0" smtClean="0"/>
              <a:t>Create a new column: </a:t>
            </a:r>
            <a:r>
              <a:rPr lang="en-US" dirty="0" err="1" smtClean="0"/>
              <a:t>profit_status</a:t>
            </a:r>
            <a:r>
              <a:rPr lang="en-US" dirty="0"/>
              <a:t> = </a:t>
            </a:r>
            <a:r>
              <a:rPr lang="en-US" dirty="0" smtClean="0"/>
              <a:t>IF(M2&gt;400</a:t>
            </a:r>
            <a:r>
              <a:rPr lang="en-US" dirty="0"/>
              <a:t>,"GOOD","BAD</a:t>
            </a:r>
            <a:r>
              <a:rPr lang="en-US" dirty="0" smtClean="0"/>
              <a:t>")…then apply filter to see all good and bad</a:t>
            </a:r>
          </a:p>
          <a:p>
            <a:r>
              <a:rPr lang="en-US" dirty="0" smtClean="0"/>
              <a:t>Create new col </a:t>
            </a:r>
            <a:r>
              <a:rPr lang="en-US" dirty="0" err="1" smtClean="0"/>
              <a:t>left_categ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 </a:t>
            </a:r>
            <a:r>
              <a:rPr lang="en-US" dirty="0"/>
              <a:t>LEFT(F2,4</a:t>
            </a:r>
            <a:r>
              <a:rPr lang="en-US" dirty="0" smtClean="0"/>
              <a:t>) and explain. Do the same for right/middle</a:t>
            </a:r>
          </a:p>
          <a:p>
            <a:r>
              <a:rPr lang="en-US" dirty="0" smtClean="0"/>
              <a:t>This would allow automatic updates when new data arrives, but it will fail at count</a:t>
            </a:r>
          </a:p>
          <a:p>
            <a:pPr marL="0" indent="0">
              <a:buNone/>
            </a:pPr>
            <a:r>
              <a:rPr lang="en-US" dirty="0" smtClean="0"/>
              <a:t>Solution: next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6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7282343" cy="582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Steps6: </a:t>
            </a:r>
            <a:r>
              <a:rPr lang="en-US" dirty="0" err="1" smtClean="0"/>
              <a:t>Aggregation_slicer</a:t>
            </a:r>
            <a:r>
              <a:rPr lang="en-US" dirty="0" smtClean="0"/>
              <a:t> sheet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393" y="1230006"/>
            <a:ext cx="11669086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Copy and paste previous sheet and make the data into table: Insert-&gt;table</a:t>
            </a:r>
          </a:p>
          <a:p>
            <a:r>
              <a:rPr lang="en-US" dirty="0" smtClean="0"/>
              <a:t>Ow sum </a:t>
            </a:r>
            <a:r>
              <a:rPr lang="en-US" dirty="0"/>
              <a:t>of profit = SUM(Table1[profit</a:t>
            </a:r>
            <a:r>
              <a:rPr lang="en-US" dirty="0" smtClean="0"/>
              <a:t>]), count </a:t>
            </a:r>
            <a:r>
              <a:rPr lang="en-US" dirty="0"/>
              <a:t>of profit = COUNT(Table1[profit</a:t>
            </a:r>
            <a:r>
              <a:rPr lang="en-US" dirty="0" smtClean="0"/>
              <a:t>])…now as new enters the values would get updated</a:t>
            </a:r>
          </a:p>
          <a:p>
            <a:r>
              <a:rPr lang="en-US" dirty="0" smtClean="0"/>
              <a:t>Slicer: click in a table cell -&gt; Design -&gt;Insert slicer …choose country and state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119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8406469" cy="582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Steps7: </a:t>
            </a:r>
            <a:r>
              <a:rPr lang="en-US" dirty="0" err="1" smtClean="0"/>
              <a:t>Conditional_formatting</a:t>
            </a:r>
            <a:r>
              <a:rPr lang="en-US" dirty="0" smtClean="0"/>
              <a:t> sheet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393" y="1230006"/>
            <a:ext cx="11669086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Copy and paste the few rows and change profit-&gt; </a:t>
            </a:r>
            <a:r>
              <a:rPr lang="en-US" dirty="0" err="1" smtClean="0"/>
              <a:t>profit_raw</a:t>
            </a:r>
            <a:r>
              <a:rPr lang="en-US" dirty="0" smtClean="0"/>
              <a:t> and copy this as </a:t>
            </a:r>
            <a:r>
              <a:rPr lang="en-US" dirty="0" err="1" smtClean="0"/>
              <a:t>profit_cond</a:t>
            </a:r>
            <a:endParaRPr lang="en-US" dirty="0" smtClean="0"/>
          </a:p>
          <a:p>
            <a:r>
              <a:rPr lang="en-US" dirty="0" smtClean="0"/>
              <a:t>Select </a:t>
            </a:r>
            <a:r>
              <a:rPr lang="en-US" dirty="0"/>
              <a:t>entire col </a:t>
            </a:r>
            <a:r>
              <a:rPr lang="en-US" dirty="0" err="1" smtClean="0"/>
              <a:t>profit_cond</a:t>
            </a:r>
            <a:r>
              <a:rPr lang="en-US" dirty="0" smtClean="0"/>
              <a:t>, Home -&gt; </a:t>
            </a:r>
            <a:r>
              <a:rPr lang="en-US" dirty="0" err="1" smtClean="0"/>
              <a:t>Cond.Formatting</a:t>
            </a:r>
            <a:r>
              <a:rPr lang="en-US" dirty="0" smtClean="0"/>
              <a:t>…then explain each </a:t>
            </a:r>
            <a:r>
              <a:rPr lang="en-US" dirty="0" err="1" smtClean="0"/>
              <a:t>one..also</a:t>
            </a:r>
            <a:r>
              <a:rPr lang="en-US" dirty="0" smtClean="0"/>
              <a:t> explain  manage rules… in data bars, remove the number that r displayed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576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8406469" cy="582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Steps7: duplicates sheet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393" y="1230006"/>
            <a:ext cx="11669086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Copy and paste the few country rows -&gt; data -&gt; </a:t>
            </a:r>
            <a:r>
              <a:rPr lang="en-US" smtClean="0"/>
              <a:t>remove duplicates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007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2332</TotalTime>
  <Words>662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 Dashboard</vt:lpstr>
      <vt:lpstr>PowerPoint Presentation</vt:lpstr>
      <vt:lpstr>Steps1:</vt:lpstr>
      <vt:lpstr>Steps2:</vt:lpstr>
      <vt:lpstr>Steps3: date sheet</vt:lpstr>
      <vt:lpstr>Steps4: concatenate sheet</vt:lpstr>
      <vt:lpstr>Steps5: Sum sheet</vt:lpstr>
      <vt:lpstr>Steps6: Aggregation_slicer sheet</vt:lpstr>
      <vt:lpstr>Steps7: Conditional_formatting sheet</vt:lpstr>
      <vt:lpstr>Steps7: duplicates 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 Dashboard</dc:title>
  <dc:creator>hi</dc:creator>
  <cp:lastModifiedBy>hi</cp:lastModifiedBy>
  <cp:revision>63</cp:revision>
  <dcterms:created xsi:type="dcterms:W3CDTF">2025-06-17T19:10:37Z</dcterms:created>
  <dcterms:modified xsi:type="dcterms:W3CDTF">2025-06-19T11:32:43Z</dcterms:modified>
</cp:coreProperties>
</file>