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93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0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4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4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6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63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7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0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6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0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9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0F09E-7864-406D-9C76-36DC980D43F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CAB6E-52A3-4311-9AD1-7E103198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4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Sorting_Filtering_Slicers_Subtotals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3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394" y="1121593"/>
            <a:ext cx="50417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Module 4: Sorting, Filtering, and Subtotals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Simple </a:t>
            </a:r>
            <a:r>
              <a:rPr lang="en-US" dirty="0"/>
              <a:t>and custom sorting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AutoFilter</a:t>
            </a:r>
            <a:r>
              <a:rPr lang="en-US" dirty="0"/>
              <a:t>, advanced filter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Using slicers with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Subtotals </a:t>
            </a:r>
            <a:r>
              <a:rPr lang="en-US" dirty="0"/>
              <a:t>for grouped data</a:t>
            </a:r>
          </a:p>
        </p:txBody>
      </p:sp>
    </p:spTree>
    <p:extLst>
      <p:ext uri="{BB962C8B-B14F-4D97-AF65-F5344CB8AC3E}">
        <p14:creationId xmlns:p14="http://schemas.microsoft.com/office/powerpoint/2010/main" val="148870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Sorting_Filtering_Slicers_Subtotals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Sorting_Filtering_Subtotals</dc:title>
  <dc:creator>hi</dc:creator>
  <cp:lastModifiedBy>hi</cp:lastModifiedBy>
  <cp:revision>6</cp:revision>
  <dcterms:created xsi:type="dcterms:W3CDTF">2025-06-25T11:21:50Z</dcterms:created>
  <dcterms:modified xsi:type="dcterms:W3CDTF">2025-07-08T14:22:50Z</dcterms:modified>
</cp:coreProperties>
</file>