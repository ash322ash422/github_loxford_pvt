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43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7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5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6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8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811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35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8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FD8B0-FAE2-4F49-8442-1A10095BA359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E52C5-8530-4973-9913-57293ECCD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3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Analysis and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2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6535" y="2486149"/>
            <a:ext cx="954884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Module 7: Data Analysis and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analysis: </a:t>
            </a:r>
            <a:r>
              <a:rPr lang="en-US" dirty="0" err="1"/>
              <a:t>toolpak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Creating and formatting charts (column, line, pie, bar, scatter, radar, </a:t>
            </a:r>
            <a:r>
              <a:rPr lang="en-US" dirty="0" err="1"/>
              <a:t>treemap</a:t>
            </a:r>
            <a:r>
              <a:rPr lang="en-US" dirty="0"/>
              <a:t>, sunburst, </a:t>
            </a:r>
            <a:r>
              <a:rPr lang="en-US" dirty="0" err="1"/>
              <a:t>waterchart</a:t>
            </a:r>
            <a:r>
              <a:rPr lang="en-US"/>
              <a:t>, </a:t>
            </a:r>
            <a:r>
              <a:rPr lang="en-US" dirty="0" err="1"/>
              <a:t>etc</a:t>
            </a:r>
            <a:r>
              <a:rPr lang="en-US" dirty="0"/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Sparklines: line, column, win-loss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Best practices for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477571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52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Data Analysis and visualization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hi</dc:creator>
  <cp:lastModifiedBy>UCT</cp:lastModifiedBy>
  <cp:revision>14</cp:revision>
  <dcterms:created xsi:type="dcterms:W3CDTF">2025-06-27T06:16:30Z</dcterms:created>
  <dcterms:modified xsi:type="dcterms:W3CDTF">2025-07-11T12:12:45Z</dcterms:modified>
</cp:coreProperties>
</file>