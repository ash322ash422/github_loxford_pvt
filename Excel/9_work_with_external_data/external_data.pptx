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2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7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8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4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7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7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0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2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0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62BF4-ABD6-40E9-89BB-0449FB8AEC00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CFE49-3ACE-4DD8-B4B0-618EA426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6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External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2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5106" y="683980"/>
            <a:ext cx="74039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Module 9: Working with External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Importing data (CSV, text files, web data</a:t>
            </a:r>
            <a:r>
              <a:rPr lang="en-US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mtClean="0"/>
              <a:t> Types of separator in files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Connecting Excel to other data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Basics of Power Query (Get &amp; Transform) for cleaning and reshaping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16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External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hi</cp:lastModifiedBy>
  <cp:revision>6</cp:revision>
  <dcterms:created xsi:type="dcterms:W3CDTF">2025-06-27T06:24:04Z</dcterms:created>
  <dcterms:modified xsi:type="dcterms:W3CDTF">2025-07-08T14:49:49Z</dcterms:modified>
</cp:coreProperties>
</file>