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7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B7F2-ABBD-46BE-0B66-4C6E5EA88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D8EAF-A07A-0BF5-1356-5AD5F4E60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D91A0-D9E7-4A41-20E9-1E536A72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9B011-87EF-74D0-9090-0A3F0339F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156D-C7DE-B78F-AF8E-1C05E7F5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58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652E-09FF-55FA-58C1-EE61A3DA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6211E-36C1-5DF8-B984-349B855D2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284B9-BA42-7762-79E5-1F61A0E0F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49446-0DF1-0624-B9DE-BB938F5FC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708E-246E-40A4-A4C7-6BDC3BFC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7433-DB20-6F18-6FF2-EF0091551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4992E-2147-098C-8789-05A1D435A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0B890-2179-BA9A-A8F8-FC2677A9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8AD6C-CB86-3DEC-F02C-60789E31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59F25-8ED7-4F4A-A786-E9C3AC89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67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41B64-FFD5-66AE-1BA4-0BEDEA18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C8FE2-8071-418B-4FB2-EAC03DF5A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EF1E7-9540-0BBA-1411-54578213D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4B9D5-5FD3-1CC7-324B-EBF995C5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5A634-4667-EF7F-074D-C013C410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6E8EE-407E-0B88-0FFE-DFC3CA0A6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72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31E1-9CA3-26BD-AE84-7AF0A0627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730EF-5D57-DEE7-6097-317FB1E0E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5C157-B162-32D6-E838-CAF20268F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5CE8A-9CC4-C039-F359-772623D71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49917-4496-7C8A-1A9B-603A3BD830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53E4F-194A-F1EE-A8AF-5B156D78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5ED99-5789-3910-37D8-2351F328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9D83E2-4EFD-96D7-C54A-4A6163A8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19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BA67-6CDA-EEFB-666C-B714901B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16E7F-8B9F-0940-02FB-0D266060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2123C-95BB-8B85-9991-E01391E6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B9616-7607-5F38-A921-16484E84E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348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27155-9766-2914-9786-73A44B61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8CF3E-950B-7554-401F-E3CAD3FB1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8211D-92E0-4781-E8F9-31E361E5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34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1613-432C-B5A2-8AE7-4E3A33C59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1CA09-A566-602B-B462-3EC2F8360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792D4-B4A2-3B63-7F5A-233A6D0A5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A05DD-7774-71BF-A334-A9997560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2B2D0-8080-9EB9-84EA-93CBF2A0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4DA72-4ABB-8305-68F9-214655A5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27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D5BB-B654-D5BA-4ECF-E62B9AA28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830FF-87BE-9E1F-D61B-AEE5C9554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2800E-99E0-D345-D9C3-EC50ABA7E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6633E-3890-2E11-9DAF-2BAA42B25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92C49-617E-B5E7-13A6-43FA0AE4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34AE2-8E90-EEC3-CCFE-C5E42906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73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AC9C-A50D-4146-9FF2-CB81096B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6E4BD-33B3-06DA-4F88-B290DA198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9E8C0-2B2E-7105-F59F-1B8E8035F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D393E-D107-C932-81C2-55A5E533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FF2E3-47D2-6FE0-B748-83638700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67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5ED1FC-4A03-3C6E-B43A-A6D6DAEC5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95D7A-376E-79F3-4024-23B0D0AE0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8AC41-0B69-0DD0-D52E-A9162682D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D9242-A01A-E8BB-0B3C-52E573D8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4B9F9-23B6-F0C0-B3F7-58DB77CE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87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CDE1B-46DF-4A2D-D860-A9EAD430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015F4-D2F5-7060-8C51-8C5387B2F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CCC5E-D286-A7AB-7E28-EE81C67B2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391A9-C852-4BA2-A0B4-32D801A1925B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54CCA-9D12-9883-66AA-A554176E6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0492E-AE67-166F-208F-98AFFFAD5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1CEF-F0D7-4EA7-B5CE-C5E6DD56B0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8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6F01-8212-3727-F3FB-8562F482F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summarization with </a:t>
            </a:r>
            <a:r>
              <a:rPr lang="en-US"/>
              <a:t>Pivot Tables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D4FA9-80C1-8885-3EA5-D1D5F64B8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87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BB635D-958E-23A7-C6AF-D1FDF2A435F6}"/>
              </a:ext>
            </a:extLst>
          </p:cNvPr>
          <p:cNvSpPr txBox="1"/>
          <p:nvPr/>
        </p:nvSpPr>
        <p:spPr>
          <a:xfrm>
            <a:off x="356558" y="108780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6: Data Summarization with Pivot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Creating </a:t>
            </a:r>
            <a:r>
              <a:rPr lang="en-US" dirty="0"/>
              <a:t>pivot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Grouping </a:t>
            </a:r>
            <a:r>
              <a:rPr lang="en-US" dirty="0"/>
              <a:t>data in pivots (dates, numbers)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Calculated </a:t>
            </a:r>
            <a:r>
              <a:rPr lang="en-US" dirty="0"/>
              <a:t>fields in pivots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Using </a:t>
            </a:r>
            <a:r>
              <a:rPr lang="en-US" dirty="0"/>
              <a:t>slicers and timelines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Pivot </a:t>
            </a:r>
            <a:r>
              <a:rPr lang="en-US" dirty="0"/>
              <a:t>charts</a:t>
            </a:r>
          </a:p>
        </p:txBody>
      </p:sp>
    </p:spTree>
    <p:extLst>
      <p:ext uri="{BB962C8B-B14F-4D97-AF65-F5344CB8AC3E}">
        <p14:creationId xmlns:p14="http://schemas.microsoft.com/office/powerpoint/2010/main" val="393753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Data summarization with Pivot Tables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summarization with Pivot Tables</dc:title>
  <dc:creator>Ashwani Kumar</dc:creator>
  <cp:lastModifiedBy>hi</cp:lastModifiedBy>
  <cp:revision>3</cp:revision>
  <dcterms:created xsi:type="dcterms:W3CDTF">2025-06-26T11:23:10Z</dcterms:created>
  <dcterms:modified xsi:type="dcterms:W3CDTF">2025-07-08T16:00:16Z</dcterms:modified>
</cp:coreProperties>
</file>