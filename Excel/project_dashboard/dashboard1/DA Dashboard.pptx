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0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1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3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4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3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1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4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5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6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0DA7F-3263-4CFD-8C00-178540F9E016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B467-D248-45DC-A768-B3612E9C4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9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Sheet </a:t>
            </a:r>
            <a:r>
              <a:rPr lang="en-US" dirty="0" err="1" smtClean="0"/>
              <a:t>RawData</a:t>
            </a:r>
            <a:r>
              <a:rPr lang="en-US" dirty="0" smtClean="0"/>
              <a:t> -&gt; (remove decimal, add $ sign form money) convert to table (insert-&gt;table) on new sheet </a:t>
            </a:r>
            <a:r>
              <a:rPr lang="en-US" b="1" dirty="0" smtClean="0"/>
              <a:t>Data</a:t>
            </a:r>
          </a:p>
          <a:p>
            <a:r>
              <a:rPr lang="en-US" dirty="0" smtClean="0"/>
              <a:t>Create pivot tables: select a cell in table Data -&gt; insert -&gt; PivotTable</a:t>
            </a:r>
          </a:p>
          <a:p>
            <a:pPr marL="0" indent="0">
              <a:buNone/>
            </a:pPr>
            <a:r>
              <a:rPr lang="en-US" dirty="0" smtClean="0"/>
              <a:t>Since I want 3 different charts, so create 3 PivotTables</a:t>
            </a:r>
          </a:p>
          <a:p>
            <a:pPr marL="514350" indent="-514350">
              <a:buAutoNum type="arabicParenR"/>
            </a:pPr>
            <a:r>
              <a:rPr lang="en-US" dirty="0" smtClean="0"/>
              <a:t>Profit by country and cookie</a:t>
            </a:r>
          </a:p>
          <a:p>
            <a:pPr marL="514350" indent="-514350">
              <a:buAutoNum type="arabicParenR"/>
            </a:pPr>
            <a:r>
              <a:rPr lang="en-US" dirty="0" smtClean="0"/>
              <a:t>Units sold each month</a:t>
            </a:r>
          </a:p>
          <a:p>
            <a:pPr marL="514350" indent="-514350">
              <a:buAutoNum type="arabicParenR"/>
            </a:pPr>
            <a:r>
              <a:rPr lang="en-US" dirty="0" smtClean="0"/>
              <a:t>Profit by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81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45367" cy="4486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1) PivotTable: Profit by country and cookie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Move country to rows, product to columns and profit to values</a:t>
            </a:r>
          </a:p>
          <a:p>
            <a:r>
              <a:rPr lang="en-US" dirty="0" smtClean="0"/>
              <a:t>Change format to $, put comma and remove decimals</a:t>
            </a:r>
          </a:p>
          <a:p>
            <a:r>
              <a:rPr lang="en-US" dirty="0" smtClean="0"/>
              <a:t>Sort by grand total column</a:t>
            </a:r>
          </a:p>
          <a:p>
            <a:r>
              <a:rPr lang="en-US" dirty="0" smtClean="0"/>
              <a:t>Sort by grand total row</a:t>
            </a:r>
          </a:p>
          <a:p>
            <a:r>
              <a:rPr lang="en-US" dirty="0" smtClean="0"/>
              <a:t>Now we insert the chart: Analyze -&gt; PivotChart -&gt; stacked column chart; </a:t>
            </a:r>
          </a:p>
          <a:p>
            <a:pPr marL="0" indent="0">
              <a:buNone/>
            </a:pPr>
            <a:r>
              <a:rPr lang="en-US" dirty="0" smtClean="0"/>
              <a:t>Select chart -&gt; design -&gt; add chart elements -&gt; chart title -&gt; Above the chart…add descriptive name to it</a:t>
            </a:r>
          </a:p>
          <a:p>
            <a:pPr marL="0" indent="0">
              <a:buNone/>
            </a:pPr>
            <a:r>
              <a:rPr lang="en-US" dirty="0" smtClean="0"/>
              <a:t>Hide the buttons Product/Country/</a:t>
            </a:r>
            <a:r>
              <a:rPr lang="en-US" dirty="0" err="1" smtClean="0"/>
              <a:t>SumOfProfits</a:t>
            </a:r>
            <a:r>
              <a:rPr lang="en-US" dirty="0" smtClean="0"/>
              <a:t> by RHC and hiding it</a:t>
            </a:r>
          </a:p>
          <a:p>
            <a:pPr marL="0" indent="0">
              <a:buNone/>
            </a:pPr>
            <a:r>
              <a:rPr lang="en-US" dirty="0" smtClean="0"/>
              <a:t>Copy and Paste this chart on the Dashboard sheet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908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45367" cy="448607"/>
          </a:xfrm>
        </p:spPr>
        <p:txBody>
          <a:bodyPr>
            <a:normAutofit fontScale="90000"/>
          </a:bodyPr>
          <a:lstStyle/>
          <a:p>
            <a:r>
              <a:rPr lang="en-US" dirty="0"/>
              <a:t>2</a:t>
            </a:r>
            <a:r>
              <a:rPr lang="en-US" dirty="0" smtClean="0"/>
              <a:t>) PivotTable: Units sold each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Move Date to rows, Unit sold to  values</a:t>
            </a:r>
          </a:p>
          <a:p>
            <a:r>
              <a:rPr lang="en-US" dirty="0" smtClean="0"/>
              <a:t>Change format to $, put comma and remove decimals</a:t>
            </a:r>
          </a:p>
          <a:p>
            <a:r>
              <a:rPr lang="en-US" dirty="0" smtClean="0"/>
              <a:t>Now we insert the chart: Analyze -&gt; PivotChart -&gt; Line chart; </a:t>
            </a:r>
          </a:p>
          <a:p>
            <a:pPr marL="0" indent="0">
              <a:buNone/>
            </a:pPr>
            <a:r>
              <a:rPr lang="en-US" dirty="0" smtClean="0"/>
              <a:t>Change the title: Units sold each month</a:t>
            </a:r>
          </a:p>
          <a:p>
            <a:pPr marL="0" indent="0">
              <a:buNone/>
            </a:pPr>
            <a:r>
              <a:rPr lang="en-US" dirty="0" smtClean="0"/>
              <a:t>Remove the legend Total</a:t>
            </a:r>
          </a:p>
          <a:p>
            <a:pPr marL="0" indent="0">
              <a:buNone/>
            </a:pPr>
            <a:r>
              <a:rPr lang="en-US" dirty="0" smtClean="0"/>
              <a:t>Hide the buttons by RHC and hiding it</a:t>
            </a:r>
          </a:p>
          <a:p>
            <a:pPr marL="0" indent="0">
              <a:buNone/>
            </a:pPr>
            <a:r>
              <a:rPr lang="en-US" dirty="0" smtClean="0"/>
              <a:t>Copy and Paste this chart on the Dashboard sheet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652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45367" cy="448607"/>
          </a:xfrm>
        </p:spPr>
        <p:txBody>
          <a:bodyPr>
            <a:normAutofit fontScale="90000"/>
          </a:bodyPr>
          <a:lstStyle/>
          <a:p>
            <a:r>
              <a:rPr lang="en-US" dirty="0"/>
              <a:t>3</a:t>
            </a:r>
            <a:r>
              <a:rPr lang="en-US" dirty="0" smtClean="0"/>
              <a:t>) PivotTable: Profits by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Move Date to rows, Unit sold to  values</a:t>
            </a:r>
          </a:p>
          <a:p>
            <a:r>
              <a:rPr lang="en-US" dirty="0" smtClean="0"/>
              <a:t>Change format to $, put comma and remove decimals</a:t>
            </a:r>
          </a:p>
          <a:p>
            <a:r>
              <a:rPr lang="en-US" dirty="0" smtClean="0"/>
              <a:t>Now we insert the chart: Analyze -&gt; PivotChart -&gt; Line chart; </a:t>
            </a:r>
          </a:p>
          <a:p>
            <a:pPr marL="0" indent="0">
              <a:buNone/>
            </a:pPr>
            <a:r>
              <a:rPr lang="en-US" dirty="0" smtClean="0"/>
              <a:t>Change the title: Profits by month</a:t>
            </a:r>
          </a:p>
          <a:p>
            <a:pPr marL="0" indent="0">
              <a:buNone/>
            </a:pPr>
            <a:r>
              <a:rPr lang="en-US" dirty="0" smtClean="0"/>
              <a:t>Remove the legend Total</a:t>
            </a:r>
          </a:p>
          <a:p>
            <a:pPr marL="0" indent="0">
              <a:buNone/>
            </a:pPr>
            <a:r>
              <a:rPr lang="en-US" dirty="0" smtClean="0"/>
              <a:t>Hide the buttons by RHC and hiding it</a:t>
            </a:r>
          </a:p>
          <a:p>
            <a:pPr marL="0" indent="0">
              <a:buNone/>
            </a:pPr>
            <a:r>
              <a:rPr lang="en-US" dirty="0" smtClean="0"/>
              <a:t>Copy and Paste this chart on the Dashboard sheet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6906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45367" cy="4486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Now we add slicer and timeline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Goto</a:t>
            </a:r>
            <a:r>
              <a:rPr lang="en-US" dirty="0" smtClean="0"/>
              <a:t> Dashboard and select Profit by country and cookie type</a:t>
            </a:r>
          </a:p>
          <a:p>
            <a:r>
              <a:rPr lang="en-US" dirty="0" smtClean="0"/>
              <a:t>Insert -&gt; Slicer and  select country and product….remove the header(RC-&gt; slicer settings -&gt; uncheck display header)</a:t>
            </a:r>
          </a:p>
          <a:p>
            <a:endParaRPr lang="en-US" dirty="0"/>
          </a:p>
          <a:p>
            <a:r>
              <a:rPr lang="en-US" dirty="0" smtClean="0"/>
              <a:t>RC slicer -&gt; report connections and select all the </a:t>
            </a:r>
            <a:r>
              <a:rPr lang="en-US" dirty="0" err="1" smtClean="0"/>
              <a:t>PivotTabels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Now copy and paste the new Data to data and you will see the updates in the dashboard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6060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Convert Table to Range</a:t>
            </a:r>
          </a:p>
          <a:p>
            <a:r>
              <a:rPr lang="en-US" dirty="0" smtClean="0"/>
              <a:t>1️⃣ Click </a:t>
            </a:r>
            <a:r>
              <a:rPr lang="en-US" b="1" dirty="0" smtClean="0"/>
              <a:t>anywhere inside the table</a:t>
            </a:r>
            <a:r>
              <a:rPr lang="en-US" dirty="0" smtClean="0"/>
              <a:t> (this activates the </a:t>
            </a:r>
            <a:r>
              <a:rPr lang="en-US" b="1" dirty="0" smtClean="0"/>
              <a:t>Table Tools Design</a:t>
            </a:r>
            <a:r>
              <a:rPr lang="en-US" dirty="0" smtClean="0"/>
              <a:t> tab on the ribbon).</a:t>
            </a:r>
          </a:p>
          <a:p>
            <a:r>
              <a:rPr lang="en-US" dirty="0" smtClean="0"/>
              <a:t>2️⃣ Go to the </a:t>
            </a:r>
            <a:r>
              <a:rPr lang="en-US" b="1" dirty="0" smtClean="0"/>
              <a:t>Table Tools → Design</a:t>
            </a:r>
            <a:r>
              <a:rPr lang="en-US" dirty="0" smtClean="0"/>
              <a:t> tab (it may just say </a:t>
            </a:r>
            <a:r>
              <a:rPr lang="en-US" b="1" dirty="0" smtClean="0"/>
              <a:t>Design</a:t>
            </a:r>
            <a:r>
              <a:rPr lang="en-US" dirty="0" smtClean="0"/>
              <a:t> at the top).</a:t>
            </a:r>
          </a:p>
          <a:p>
            <a:r>
              <a:rPr lang="en-US" dirty="0" smtClean="0"/>
              <a:t>3️⃣ In the </a:t>
            </a:r>
            <a:r>
              <a:rPr lang="en-US" b="1" dirty="0" smtClean="0"/>
              <a:t>Tools</a:t>
            </a:r>
            <a:r>
              <a:rPr lang="en-US" dirty="0" smtClean="0"/>
              <a:t> group (right side), click </a:t>
            </a:r>
            <a:r>
              <a:rPr lang="en-US" b="1" dirty="0" smtClean="0"/>
              <a:t>Convert to Range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0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412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 Dashboard</vt:lpstr>
      <vt:lpstr>steps</vt:lpstr>
      <vt:lpstr>1) PivotTable: Profit by country and cookie</vt:lpstr>
      <vt:lpstr>2) PivotTable: Units sold each month</vt:lpstr>
      <vt:lpstr>3) PivotTable: Profits by month</vt:lpstr>
      <vt:lpstr>Now we add slicer and 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Dashboard</dc:title>
  <dc:creator>hi</dc:creator>
  <cp:lastModifiedBy>hi</cp:lastModifiedBy>
  <cp:revision>34</cp:revision>
  <dcterms:created xsi:type="dcterms:W3CDTF">2025-06-17T06:43:52Z</dcterms:created>
  <dcterms:modified xsi:type="dcterms:W3CDTF">2025-06-17T13:21:08Z</dcterms:modified>
</cp:coreProperties>
</file>