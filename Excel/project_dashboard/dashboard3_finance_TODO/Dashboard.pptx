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5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52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9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3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6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6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3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54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1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DA1CF-A195-4760-BA1E-87574CE9F5E4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CD41-C27B-4F03-AA12-598000B9F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2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Dashboard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61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</dc:title>
  <dc:creator>hi</dc:creator>
  <cp:lastModifiedBy>hi</cp:lastModifiedBy>
  <cp:revision>1</cp:revision>
  <dcterms:created xsi:type="dcterms:W3CDTF">2025-06-19T14:21:16Z</dcterms:created>
  <dcterms:modified xsi:type="dcterms:W3CDTF">2025-06-19T14:21:29Z</dcterms:modified>
</cp:coreProperties>
</file>