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9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0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4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21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7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7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8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6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7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777F8-0B27-49FE-82DA-69451CE993F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5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4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964" y="706257"/>
            <a:ext cx="89124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Module 3: Formulas and Functions: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Formula fundamentals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math: SUM, AVERAGE, COUNT, COUNTA, MIN,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Logical functions: IF, AND, OR,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Conditional functions: SUMIF, SUMIFS, COUNTIF, COUNTIFS, AVERAGEIF, AVERAGEIFS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Lookup &amp; reference: VLOOKUP, INDEX, MATCH, XLOOKUP(2019 </a:t>
            </a:r>
            <a:r>
              <a:rPr lang="en-US"/>
              <a:t>version)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handling: IFERROR, ISNUMBER, ISBLANK</a:t>
            </a:r>
          </a:p>
        </p:txBody>
      </p:sp>
    </p:spTree>
    <p:extLst>
      <p:ext uri="{BB962C8B-B14F-4D97-AF65-F5344CB8AC3E}">
        <p14:creationId xmlns:p14="http://schemas.microsoft.com/office/powerpoint/2010/main" val="806247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70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02_read</dc:title>
  <dc:creator>hi</dc:creator>
  <cp:lastModifiedBy>Ashwani Kumar</cp:lastModifiedBy>
  <cp:revision>52</cp:revision>
  <dcterms:created xsi:type="dcterms:W3CDTF">2025-06-21T04:00:28Z</dcterms:created>
  <dcterms:modified xsi:type="dcterms:W3CDTF">2025-07-22T15:45:23Z</dcterms:modified>
</cp:coreProperties>
</file>