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76" r:id="rId2"/>
    <p:sldId id="257" r:id="rId3"/>
    <p:sldId id="275" r:id="rId4"/>
    <p:sldId id="279" r:id="rId5"/>
    <p:sldId id="278" r:id="rId6"/>
    <p:sldId id="277" r:id="rId7"/>
    <p:sldId id="281" r:id="rId8"/>
    <p:sldId id="280" r:id="rId9"/>
    <p:sldId id="282" r:id="rId10"/>
    <p:sldId id="28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753051-98B8-98C7-321D-74A90C81EDA9}"/>
              </a:ext>
            </a:extLst>
          </p:cNvPr>
          <p:cNvSpPr txBox="1"/>
          <p:nvPr/>
        </p:nvSpPr>
        <p:spPr>
          <a:xfrm>
            <a:off x="429768" y="447378"/>
            <a:ext cx="1084478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Dataset Format Matters in GenAI</a:t>
            </a:r>
          </a:p>
          <a:p>
            <a:pPr marL="457200" indent="-457200">
              <a:buAutoNum type="arabicPeriod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Generative AI, the model learns patterns from data.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the data format is inconsistent, the model learns incorrectly or performs poorly.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idea: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“Good models come from well-structured data, not just large data.”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A5F1A6-FFA9-B9BF-64E3-76FD26F7BA99}"/>
              </a:ext>
            </a:extLst>
          </p:cNvPr>
          <p:cNvSpPr txBox="1"/>
          <p:nvPr/>
        </p:nvSpPr>
        <p:spPr>
          <a:xfrm>
            <a:off x="384048" y="1057579"/>
            <a:ext cx="87188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Dataset Types in GenAI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Generative AI uses different formats depending on the task: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E26F6-F691-E479-C7D3-D3176BE4B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1C3454-C31F-9FAE-0348-78F0597887F3}"/>
              </a:ext>
            </a:extLst>
          </p:cNvPr>
          <p:cNvSpPr txBox="1"/>
          <p:nvPr/>
        </p:nvSpPr>
        <p:spPr>
          <a:xfrm>
            <a:off x="116586" y="180862"/>
            <a:ext cx="104264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Text-only Dataset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for: Chatbots, LLM training, text generation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6B2E5C-B1A0-AF5C-5D9F-C026188913DA}"/>
              </a:ext>
            </a:extLst>
          </p:cNvPr>
          <p:cNvSpPr txBox="1"/>
          <p:nvPr/>
        </p:nvSpPr>
        <p:spPr>
          <a:xfrm>
            <a:off x="198882" y="3923437"/>
            <a:ext cx="115237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JSON (instruction format):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"prompt": "What is AI?",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"completion": "AI is the simulation of human intelligence in machines."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487B4-B133-C97C-647F-64DA9F808863}"/>
              </a:ext>
            </a:extLst>
          </p:cNvPr>
          <p:cNvSpPr txBox="1"/>
          <p:nvPr/>
        </p:nvSpPr>
        <p:spPr>
          <a:xfrm>
            <a:off x="198882" y="1490008"/>
            <a:ext cx="118803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Format:</a:t>
            </a:r>
            <a:endParaRPr lang="en-US" sz="2400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Plain text 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Artificial Intelligence is the simulation of human intelligence in machines.</a:t>
            </a:r>
          </a:p>
        </p:txBody>
      </p:sp>
    </p:spTree>
    <p:extLst>
      <p:ext uri="{BB962C8B-B14F-4D97-AF65-F5344CB8AC3E}">
        <p14:creationId xmlns:p14="http://schemas.microsoft.com/office/powerpoint/2010/main" val="2594328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19C1D-D52C-D552-3692-267A1BFE5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B16BF9-C482-3DE7-7E8F-8083E19C05F8}"/>
              </a:ext>
            </a:extLst>
          </p:cNvPr>
          <p:cNvSpPr txBox="1"/>
          <p:nvPr/>
        </p:nvSpPr>
        <p:spPr>
          <a:xfrm>
            <a:off x="146304" y="205615"/>
            <a:ext cx="1098194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🔹 2. Instruction-Following Dataset (Most Important for LLMs)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in: ChatGPT-style models, fine-tuning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Format: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"instruction": "Summarize the text",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"input": "AI is transforming industries rapidly. It is transforming the world in ways that is revolutionary.",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"output": "AI is changing many industries quickly."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2F39E2-2110-E556-AB13-B2E471C79683}"/>
              </a:ext>
            </a:extLst>
          </p:cNvPr>
          <p:cNvSpPr txBox="1"/>
          <p:nvPr/>
        </p:nvSpPr>
        <p:spPr>
          <a:xfrm>
            <a:off x="0" y="3932831"/>
            <a:ext cx="92400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Another Example: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"instruction": "Translate to Hindi",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"input": "Good morning",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"output": "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सुप्रभात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"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79667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45FF7-F862-6530-9502-C30F45402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A0DD6C-122A-CFF8-458C-D0E626A60FEE}"/>
              </a:ext>
            </a:extLst>
          </p:cNvPr>
          <p:cNvSpPr txBox="1"/>
          <p:nvPr/>
        </p:nvSpPr>
        <p:spPr>
          <a:xfrm>
            <a:off x="121920" y="166360"/>
            <a:ext cx="120700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Chat Format Dataset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for: Conversational AI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Format: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"messages": [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  {"role": "user", 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    "content": "What is deep learning?"},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  {"role": "assistant",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    "content": "Deep learning is a subset of machine learning..."}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]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29266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D5491-C3E7-F062-60DF-D9BEF048F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EA465F-DE3F-DE51-C51C-A38BE2548498}"/>
              </a:ext>
            </a:extLst>
          </p:cNvPr>
          <p:cNvSpPr txBox="1"/>
          <p:nvPr/>
        </p:nvSpPr>
        <p:spPr>
          <a:xfrm>
            <a:off x="195072" y="724144"/>
            <a:ext cx="1207008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Multi-turn conversation 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"messages": [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{"role": "user", "content": "Hello"},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{"role": "assistant", "content": "Hi! How can I help you?"},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{"role": "user", "content": "Explain AI"},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{"role": "assistant", "content": "AI is..."}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]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55003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83CCE-BC6D-30A2-7915-0ACF41071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28ED4C-050F-9D75-3E9D-E301023ADF85}"/>
              </a:ext>
            </a:extLst>
          </p:cNvPr>
          <p:cNvSpPr txBox="1"/>
          <p:nvPr/>
        </p:nvSpPr>
        <p:spPr>
          <a:xfrm>
            <a:off x="329184" y="281446"/>
            <a:ext cx="837133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Image Dataset Format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in: Diffusion models, computer vision GenAI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Format: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Image file + label 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JSON metadata 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image: cat_001.jpg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label: "A cat sitting on a sofa"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193FAC-C2B7-C1C3-A80C-0EB4C5635DBE}"/>
              </a:ext>
            </a:extLst>
          </p:cNvPr>
          <p:cNvSpPr txBox="1"/>
          <p:nvPr/>
        </p:nvSpPr>
        <p:spPr>
          <a:xfrm>
            <a:off x="214884" y="4482560"/>
            <a:ext cx="956919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JSON version: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"image": "cat_001.jpg",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"caption": "A cat sitting on a sofa"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61604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649B9-8D97-930B-A526-7A3E1E97F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EC61EF-6DDF-B939-8AF0-871862049A86}"/>
              </a:ext>
            </a:extLst>
          </p:cNvPr>
          <p:cNvSpPr txBox="1"/>
          <p:nvPr/>
        </p:nvSpPr>
        <p:spPr>
          <a:xfrm>
            <a:off x="448056" y="382012"/>
            <a:ext cx="1021384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Multimodal Dataset (Text + Image + Audio)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in: GPT-4V, Gemini-like models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"image": "invoice.png",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"question": "What is the total amount?",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"answer": "₹2,450"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48302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FAEC7-832A-623A-8D0C-8DCAC4F0D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761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1135</TotalTime>
  <Words>471</Words>
  <Application>Microsoft Office PowerPoint</Application>
  <PresentationFormat>Widescreen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176</cp:revision>
  <dcterms:created xsi:type="dcterms:W3CDTF">2025-09-22T02:44:38Z</dcterms:created>
  <dcterms:modified xsi:type="dcterms:W3CDTF">2026-09-24T12:12:17Z</dcterms:modified>
</cp:coreProperties>
</file>