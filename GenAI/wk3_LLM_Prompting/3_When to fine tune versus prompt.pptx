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6" r:id="rId3"/>
    <p:sldId id="278" r:id="rId4"/>
    <p:sldId id="279" r:id="rId5"/>
    <p:sldId id="280" r:id="rId6"/>
    <p:sldId id="281" r:id="rId7"/>
    <p:sldId id="282" r:id="rId8"/>
    <p:sldId id="283" r:id="rId9"/>
    <p:sldId id="277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50088" y="1003776"/>
            <a:ext cx="10292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Fine Tune vs Prompt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2E95E-1680-B32B-D1BB-98AB133B1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372FD39-B13C-45BE-51E7-BF2776C95ABC}"/>
              </a:ext>
            </a:extLst>
          </p:cNvPr>
          <p:cNvSpPr txBox="1"/>
          <p:nvPr/>
        </p:nvSpPr>
        <p:spPr>
          <a:xfrm>
            <a:off x="477520" y="418560"/>
            <a:ext cx="102920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Idea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 with prompting. Move to fine-tuning only if needed.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Prompting =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giving instructions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Fine-tuning =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changing the model’s behavior permanently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429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94282-6F89-1EBA-78C1-A3BBABBDC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0965203-57E1-9EEF-445A-D249A4ED1F34}"/>
              </a:ext>
            </a:extLst>
          </p:cNvPr>
          <p:cNvSpPr txBox="1"/>
          <p:nvPr/>
        </p:nvSpPr>
        <p:spPr>
          <a:xfrm>
            <a:off x="367792" y="0"/>
            <a:ext cx="1096162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Prompting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prompting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80–90% of cases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Good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General Q&amp;A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 concepts / topics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generation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to seek medical advice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"You are a </a:t>
            </a:r>
            <a:r>
              <a:rPr lang="en-US" sz="24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medical expert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. Explain Type 2 diabetes in simple terms. If you  do not know the answer, say I do not know."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to seek software code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"You are a </a:t>
            </a:r>
            <a:r>
              <a:rPr lang="en-US" sz="24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software architect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. How should I design RAG system in python for FinTech company whose data is stored in MySQL with 5 tables."</a:t>
            </a:r>
          </a:p>
        </p:txBody>
      </p:sp>
    </p:spTree>
    <p:extLst>
      <p:ext uri="{BB962C8B-B14F-4D97-AF65-F5344CB8AC3E}">
        <p14:creationId xmlns:p14="http://schemas.microsoft.com/office/powerpoint/2010/main" val="100764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E6D9-FA04-9E14-61F5-84A31F3E5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637A0F-B0A6-EB8E-6C50-8D659F51CA7F}"/>
              </a:ext>
            </a:extLst>
          </p:cNvPr>
          <p:cNvSpPr txBox="1"/>
          <p:nvPr/>
        </p:nvSpPr>
        <p:spPr>
          <a:xfrm>
            <a:off x="477520" y="418560"/>
            <a:ext cx="102920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Prompting When: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 changes frequently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Teaching multiple topics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Different student levels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don’t have training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dataset → no fine-tuning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using RAG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Knowledge comes from documents, not model memory</a:t>
            </a:r>
          </a:p>
        </p:txBody>
      </p:sp>
    </p:spTree>
    <p:extLst>
      <p:ext uri="{BB962C8B-B14F-4D97-AF65-F5344CB8AC3E}">
        <p14:creationId xmlns:p14="http://schemas.microsoft.com/office/powerpoint/2010/main" val="690390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0696-4FF8-46E5-24C3-6D524A0E2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F796E73-7C40-497D-A1EE-7C50873A4D89}"/>
              </a:ext>
            </a:extLst>
          </p:cNvPr>
          <p:cNvSpPr txBox="1"/>
          <p:nvPr/>
        </p:nvSpPr>
        <p:spPr>
          <a:xfrm>
            <a:off x="93472" y="125952"/>
            <a:ext cx="76332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Fine-Tuning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fine-tuning when prompting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starts failing consistently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Good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Repetitive structured outputs - Style consistency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Domain-specific language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Reducing prompt size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9E85C0-4F52-E9F4-9CBE-C87382A31956}"/>
              </a:ext>
            </a:extLst>
          </p:cNvPr>
          <p:cNvSpPr txBox="1"/>
          <p:nvPr/>
        </p:nvSpPr>
        <p:spPr>
          <a:xfrm>
            <a:off x="4818888" y="2869198"/>
            <a:ext cx="70728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writing this every time: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Extract: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- Patient Name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- Date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- Diagnosis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Return in JSON format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You fine-tune model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always output this format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168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D7EF5-A2E7-FF9C-DB6A-A0D8D0741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1E4E211-32F9-58CF-F240-B3D4EE74FBC5}"/>
              </a:ext>
            </a:extLst>
          </p:cNvPr>
          <p:cNvSpPr txBox="1"/>
          <p:nvPr/>
        </p:nvSpPr>
        <p:spPr>
          <a:xfrm>
            <a:off x="148336" y="418560"/>
            <a:ext cx="62798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Fine-Tuning When: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consistent output format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JSON extraction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reports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Legal documents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7910DE-D83D-F8C3-F80A-C5024E21DAF5}"/>
              </a:ext>
            </a:extLst>
          </p:cNvPr>
          <p:cNvSpPr txBox="1"/>
          <p:nvPr/>
        </p:nvSpPr>
        <p:spPr>
          <a:xfrm>
            <a:off x="6937248" y="4731280"/>
            <a:ext cx="54543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lower latency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Fine-tuned models need shorter prompts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759AD0-5DB9-66CF-8075-A8CC8E2861C6}"/>
              </a:ext>
            </a:extLst>
          </p:cNvPr>
          <p:cNvSpPr txBox="1"/>
          <p:nvPr/>
        </p:nvSpPr>
        <p:spPr>
          <a:xfrm>
            <a:off x="148336" y="3300119"/>
            <a:ext cx="6263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is getting too long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Huge system prompts = expensive + slow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2F28F4-C539-6CB0-A5A3-77B7B3EADC5A}"/>
              </a:ext>
            </a:extLst>
          </p:cNvPr>
          <p:cNvSpPr txBox="1"/>
          <p:nvPr/>
        </p:nvSpPr>
        <p:spPr>
          <a:xfrm>
            <a:off x="233172" y="4500448"/>
            <a:ext cx="62636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have labeled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medical text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structured JSON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2BB5BE-1323-A472-CDDC-E595E1F7AEBE}"/>
              </a:ext>
            </a:extLst>
          </p:cNvPr>
          <p:cNvSpPr txBox="1"/>
          <p:nvPr/>
        </p:nvSpPr>
        <p:spPr>
          <a:xfrm>
            <a:off x="6817868" y="1572722"/>
            <a:ext cx="54543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keeps making same mistakes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Prompting not fixing it 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896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5CCF5-4164-FABC-7EAE-43A5964B2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361CF89-0650-3DA5-28AE-E91C200466CC}"/>
              </a:ext>
            </a:extLst>
          </p:cNvPr>
          <p:cNvSpPr txBox="1"/>
          <p:nvPr/>
        </p:nvSpPr>
        <p:spPr>
          <a:xfrm>
            <a:off x="148336" y="418560"/>
            <a:ext cx="11162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Prompt or to Fine-tune 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this: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AEA2D8-354D-0A6A-A745-E630E17283CD}"/>
              </a:ext>
            </a:extLst>
          </p:cNvPr>
          <p:cNvSpPr/>
          <p:nvPr/>
        </p:nvSpPr>
        <p:spPr>
          <a:xfrm>
            <a:off x="3017520" y="2137057"/>
            <a:ext cx="4608576" cy="10424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bg1"/>
                </a:solidFill>
              </a:rPr>
              <a:t>Is my task </a:t>
            </a:r>
            <a:r>
              <a:rPr lang="en-US" sz="2400" b="1" i="1" dirty="0">
                <a:solidFill>
                  <a:schemeClr val="bg1"/>
                </a:solidFill>
              </a:rPr>
              <a:t>dynamic or repetitive</a:t>
            </a:r>
            <a:r>
              <a:rPr lang="en-US" sz="2400" i="1" dirty="0">
                <a:solidFill>
                  <a:schemeClr val="bg1"/>
                </a:solidFill>
              </a:rPr>
              <a:t>?”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CCEF9B-49C0-F66A-064C-D51FF389064F}"/>
              </a:ext>
            </a:extLst>
          </p:cNvPr>
          <p:cNvSpPr/>
          <p:nvPr/>
        </p:nvSpPr>
        <p:spPr>
          <a:xfrm>
            <a:off x="316992" y="4303776"/>
            <a:ext cx="5992368" cy="104241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Prompting</a:t>
            </a:r>
          </a:p>
          <a:p>
            <a:r>
              <a:rPr lang="en-US" sz="2400" dirty="0">
                <a:solidFill>
                  <a:schemeClr val="bg1"/>
                </a:solidFill>
              </a:rPr>
              <a:t>Asking </a:t>
            </a:r>
            <a:r>
              <a:rPr lang="en-US" sz="2400" b="1" dirty="0">
                <a:solidFill>
                  <a:schemeClr val="bg1"/>
                </a:solidFill>
              </a:rPr>
              <a:t>medical advice / legal advice /  Coding advice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816312-12D1-31F6-9DF8-62C35365122E}"/>
              </a:ext>
            </a:extLst>
          </p:cNvPr>
          <p:cNvSpPr/>
          <p:nvPr/>
        </p:nvSpPr>
        <p:spPr>
          <a:xfrm>
            <a:off x="6605016" y="4279153"/>
            <a:ext cx="5379720" cy="104241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Fine-tuning </a:t>
            </a:r>
          </a:p>
          <a:p>
            <a:r>
              <a:rPr lang="en-US" sz="2400" dirty="0">
                <a:solidFill>
                  <a:schemeClr val="bg1"/>
                </a:solidFill>
              </a:rPr>
              <a:t>Asking </a:t>
            </a:r>
            <a:r>
              <a:rPr lang="en-US" sz="2400" b="1" dirty="0">
                <a:solidFill>
                  <a:schemeClr val="bg1"/>
                </a:solidFill>
              </a:rPr>
              <a:t>medical advice</a:t>
            </a:r>
            <a:r>
              <a:rPr lang="en-US" sz="2400" dirty="0">
                <a:solidFill>
                  <a:schemeClr val="bg1"/>
                </a:solidFill>
              </a:rPr>
              <a:t> only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43D9D618-6F79-9124-EDAD-C3D9ABC56B84}"/>
              </a:ext>
            </a:extLst>
          </p:cNvPr>
          <p:cNvSpPr/>
          <p:nvPr/>
        </p:nvSpPr>
        <p:spPr>
          <a:xfrm rot="1871437">
            <a:off x="3796452" y="3605910"/>
            <a:ext cx="658368" cy="5303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C2ED2B-38E3-A9E7-8A7A-FB504FBC445C}"/>
              </a:ext>
            </a:extLst>
          </p:cNvPr>
          <p:cNvSpPr txBox="1"/>
          <p:nvPr/>
        </p:nvSpPr>
        <p:spPr>
          <a:xfrm>
            <a:off x="2685456" y="3473761"/>
            <a:ext cx="14401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Dynamic</a:t>
            </a:r>
            <a:endParaRPr lang="en-IN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D1FD2A59-5E8D-EC2C-00B4-5C3BB9DAF98A}"/>
              </a:ext>
            </a:extLst>
          </p:cNvPr>
          <p:cNvSpPr/>
          <p:nvPr/>
        </p:nvSpPr>
        <p:spPr>
          <a:xfrm rot="19593203">
            <a:off x="6541011" y="3486863"/>
            <a:ext cx="658368" cy="5303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E83A84-48D8-2CD8-4356-E84C4F0B162E}"/>
              </a:ext>
            </a:extLst>
          </p:cNvPr>
          <p:cNvSpPr txBox="1"/>
          <p:nvPr/>
        </p:nvSpPr>
        <p:spPr>
          <a:xfrm>
            <a:off x="7291021" y="3473761"/>
            <a:ext cx="14401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Repetitive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980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A7525-D987-3286-7D61-4C09BEBBF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1198DB-22C5-B938-7670-07D0AAB46142}"/>
              </a:ext>
            </a:extLst>
          </p:cNvPr>
          <p:cNvSpPr txBox="1"/>
          <p:nvPr/>
        </p:nvSpPr>
        <p:spPr>
          <a:xfrm>
            <a:off x="148336" y="418560"/>
            <a:ext cx="59476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Hybrid Approach (Industry Standard)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real systems use: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Prompting + RAG + Fine-Tuning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pipeline: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 documents (RAG)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prompt for reasoning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Fine-tuned model for structured output</a:t>
            </a:r>
          </a:p>
        </p:txBody>
      </p:sp>
    </p:spTree>
    <p:extLst>
      <p:ext uri="{BB962C8B-B14F-4D97-AF65-F5344CB8AC3E}">
        <p14:creationId xmlns:p14="http://schemas.microsoft.com/office/powerpoint/2010/main" val="2521744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A7EEE-7FC9-1B47-E99A-6DC77DED1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4B26D12-B084-C6C0-9420-7D66E43B7760}"/>
              </a:ext>
            </a:extLst>
          </p:cNvPr>
          <p:cNvSpPr txBox="1"/>
          <p:nvPr/>
        </p:nvSpPr>
        <p:spPr>
          <a:xfrm>
            <a:off x="477520" y="418560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Prompting vs Fine-Tuning (Quick Comparison)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683312-8761-FBCB-0314-18EFD7627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310189"/>
              </p:ext>
            </p:extLst>
          </p:nvPr>
        </p:nvGraphicFramePr>
        <p:xfrm>
          <a:off x="362712" y="1559846"/>
          <a:ext cx="8991600" cy="3200400"/>
        </p:xfrm>
        <a:graphic>
          <a:graphicData uri="http://schemas.openxmlformats.org/drawingml/2006/table">
            <a:tbl>
              <a:tblPr/>
              <a:tblGrid>
                <a:gridCol w="3066288">
                  <a:extLst>
                    <a:ext uri="{9D8B030D-6E8A-4147-A177-3AD203B41FA5}">
                      <a16:colId xmlns:a16="http://schemas.microsoft.com/office/drawing/2014/main" val="2767143287"/>
                    </a:ext>
                  </a:extLst>
                </a:gridCol>
                <a:gridCol w="2295144">
                  <a:extLst>
                    <a:ext uri="{9D8B030D-6E8A-4147-A177-3AD203B41FA5}">
                      <a16:colId xmlns:a16="http://schemas.microsoft.com/office/drawing/2014/main" val="3950265080"/>
                    </a:ext>
                  </a:extLst>
                </a:gridCol>
                <a:gridCol w="3630168">
                  <a:extLst>
                    <a:ext uri="{9D8B030D-6E8A-4147-A177-3AD203B41FA5}">
                      <a16:colId xmlns:a16="http://schemas.microsoft.com/office/drawing/2014/main" val="1006543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Prompting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Fine-Tuning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777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149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Cheap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086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Speed to implement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590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Flexibility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080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810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Dynamic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Repetitive structured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379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9058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1555</TotalTime>
  <Words>392</Words>
  <Application>Microsoft Office PowerPoint</Application>
  <PresentationFormat>Widescreen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287</cp:revision>
  <dcterms:created xsi:type="dcterms:W3CDTF">2025-09-22T02:44:38Z</dcterms:created>
  <dcterms:modified xsi:type="dcterms:W3CDTF">2026-09-24T15:10:15Z</dcterms:modified>
</cp:coreProperties>
</file>