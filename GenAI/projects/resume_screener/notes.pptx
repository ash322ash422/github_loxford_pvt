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7F6673-8CB9-6A78-47BB-38C8477450B0}"/>
              </a:ext>
            </a:extLst>
          </p:cNvPr>
          <p:cNvSpPr/>
          <p:nvPr/>
        </p:nvSpPr>
        <p:spPr>
          <a:xfrm>
            <a:off x="3383280" y="2148840"/>
            <a:ext cx="2212848" cy="1179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Application</a:t>
            </a:r>
            <a:endParaRPr lang="en-IN" sz="320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3C70867-9BE0-797A-8B5A-D13F59F2F919}"/>
              </a:ext>
            </a:extLst>
          </p:cNvPr>
          <p:cNvSpPr/>
          <p:nvPr/>
        </p:nvSpPr>
        <p:spPr>
          <a:xfrm>
            <a:off x="2697480" y="2148840"/>
            <a:ext cx="64617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EA38904-548D-5512-EFFE-F9D192FDAB06}"/>
              </a:ext>
            </a:extLst>
          </p:cNvPr>
          <p:cNvSpPr/>
          <p:nvPr/>
        </p:nvSpPr>
        <p:spPr>
          <a:xfrm>
            <a:off x="2697480" y="2841498"/>
            <a:ext cx="646176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43B361-5D04-4DDD-B88A-CFC3147C3CB4}"/>
              </a:ext>
            </a:extLst>
          </p:cNvPr>
          <p:cNvSpPr/>
          <p:nvPr/>
        </p:nvSpPr>
        <p:spPr>
          <a:xfrm>
            <a:off x="129540" y="2045970"/>
            <a:ext cx="2474976" cy="477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RESUME</a:t>
            </a:r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2BFE1F-AE01-C1CE-1329-C544978C24D8}"/>
              </a:ext>
            </a:extLst>
          </p:cNvPr>
          <p:cNvSpPr/>
          <p:nvPr/>
        </p:nvSpPr>
        <p:spPr>
          <a:xfrm>
            <a:off x="129540" y="2738628"/>
            <a:ext cx="2474976" cy="477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JOB DESCRIPTION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2026-10-03T09:50:50Z</dcterms:modified>
</cp:coreProperties>
</file>