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649F1C-69DA-6E88-12C4-724FEBEAD9E3}"/>
              </a:ext>
            </a:extLst>
          </p:cNvPr>
          <p:cNvSpPr/>
          <p:nvPr/>
        </p:nvSpPr>
        <p:spPr>
          <a:xfrm>
            <a:off x="8106807" y="2703870"/>
            <a:ext cx="1651817" cy="904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/>
              <a:t>LLM</a:t>
            </a:r>
            <a:endParaRPr lang="en-IN" sz="28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91CF019-B2B9-38AB-D486-0178AED091BC}"/>
              </a:ext>
            </a:extLst>
          </p:cNvPr>
          <p:cNvSpPr/>
          <p:nvPr/>
        </p:nvSpPr>
        <p:spPr>
          <a:xfrm>
            <a:off x="5326653" y="1090352"/>
            <a:ext cx="570269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0B02F-2595-D87B-EBED-1D09CA53E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54" y="0"/>
            <a:ext cx="5253837" cy="36418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1EC31B-FF4E-A6EA-26CA-EA1DD792515D}"/>
              </a:ext>
            </a:extLst>
          </p:cNvPr>
          <p:cNvSpPr txBox="1"/>
          <p:nvPr/>
        </p:nvSpPr>
        <p:spPr>
          <a:xfrm>
            <a:off x="8017778" y="1011506"/>
            <a:ext cx="3568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Code attributes in JSON format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F123481-621E-3D2D-0AE8-CF8C29C80768}"/>
              </a:ext>
            </a:extLst>
          </p:cNvPr>
          <p:cNvSpPr/>
          <p:nvPr/>
        </p:nvSpPr>
        <p:spPr>
          <a:xfrm>
            <a:off x="7433008" y="1123585"/>
            <a:ext cx="501601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A18C08-56FD-E1E9-57EA-215EC67C7E0B}"/>
              </a:ext>
            </a:extLst>
          </p:cNvPr>
          <p:cNvSpPr/>
          <p:nvPr/>
        </p:nvSpPr>
        <p:spPr>
          <a:xfrm>
            <a:off x="5896922" y="870404"/>
            <a:ext cx="1452917" cy="904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/>
              <a:t>AST</a:t>
            </a:r>
            <a:endParaRPr lang="en-IN" sz="24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7AE02E0-B47B-F76F-5AD3-2A8CCE90AD87}"/>
              </a:ext>
            </a:extLst>
          </p:cNvPr>
          <p:cNvSpPr/>
          <p:nvPr/>
        </p:nvSpPr>
        <p:spPr>
          <a:xfrm rot="5400000">
            <a:off x="8647582" y="2121919"/>
            <a:ext cx="570269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C9123-1DA3-97E0-33A2-E169092F3744}"/>
              </a:ext>
            </a:extLst>
          </p:cNvPr>
          <p:cNvSpPr txBox="1"/>
          <p:nvPr/>
        </p:nvSpPr>
        <p:spPr>
          <a:xfrm>
            <a:off x="7020227" y="4415334"/>
            <a:ext cx="4375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Detailed explanation of the code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BC9DBE9-7ED7-889F-9C19-BDD9F7454831}"/>
              </a:ext>
            </a:extLst>
          </p:cNvPr>
          <p:cNvSpPr/>
          <p:nvPr/>
        </p:nvSpPr>
        <p:spPr>
          <a:xfrm rot="5400000">
            <a:off x="8662834" y="3792181"/>
            <a:ext cx="570269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680C2-D8A9-5137-ADC4-56242F81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708A4BA1-A14A-E60C-6D48-FB30D1109702}"/>
              </a:ext>
            </a:extLst>
          </p:cNvPr>
          <p:cNvSpPr/>
          <p:nvPr/>
        </p:nvSpPr>
        <p:spPr>
          <a:xfrm>
            <a:off x="5326653" y="1090352"/>
            <a:ext cx="570269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9A3E3F-6470-FD52-2465-6FB1725E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53837" cy="364186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D8F48F4-3912-2BE3-C73D-2C09863B369F}"/>
              </a:ext>
            </a:extLst>
          </p:cNvPr>
          <p:cNvSpPr/>
          <p:nvPr/>
        </p:nvSpPr>
        <p:spPr>
          <a:xfrm rot="5400000">
            <a:off x="5912854" y="2560240"/>
            <a:ext cx="1673119" cy="398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F4B9FF-63DD-881D-A707-DE4E05D5C245}"/>
              </a:ext>
            </a:extLst>
          </p:cNvPr>
          <p:cNvSpPr/>
          <p:nvPr/>
        </p:nvSpPr>
        <p:spPr>
          <a:xfrm>
            <a:off x="5896922" y="870404"/>
            <a:ext cx="1452917" cy="904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/>
              <a:t>AST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1E809-6383-C504-A82B-82AE9014710C}"/>
              </a:ext>
            </a:extLst>
          </p:cNvPr>
          <p:cNvSpPr txBox="1"/>
          <p:nvPr/>
        </p:nvSpPr>
        <p:spPr>
          <a:xfrm>
            <a:off x="603504" y="3861812"/>
            <a:ext cx="119325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"valid_python": true,  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"syntax_error": null,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"functions": [ {"name": "calculate_average", arguments": [ "numbers" ], "line": 2}],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"classes": [],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"imports": [],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"variables": [ "average",        "numbers",        "total"    ],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"function_calls": [ "calculate_average",  "len",  "print", "sum" 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2B935-7522-7A48-6CA0-9C7BA19B4A4D}"/>
              </a:ext>
            </a:extLst>
          </p:cNvPr>
          <p:cNvSpPr txBox="1"/>
          <p:nvPr/>
        </p:nvSpPr>
        <p:spPr>
          <a:xfrm>
            <a:off x="7514858" y="0"/>
            <a:ext cx="3568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output of AST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54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</cp:revision>
  <dcterms:created xsi:type="dcterms:W3CDTF">2026-09-25T02:37:34Z</dcterms:created>
  <dcterms:modified xsi:type="dcterms:W3CDTF">2026-10-02T19:06:06Z</dcterms:modified>
</cp:coreProperties>
</file>