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5B9DE0-307C-44AA-9A14-2F76096277F0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143FF3-6C40-4107-91BB-30F1D3636F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5344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A318F-F6FC-6CB9-CEC6-8B2C0F5EE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F8D7EB-E762-144D-1496-7468331365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56C53-114C-E36A-EC7E-AEE4C2084A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6CC798-66E8-807B-3021-DC717C7AB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AA2714-B223-D201-168E-C22AD16013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14F047B-8F92-089C-65A3-54359B3F76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6810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ECE76-A752-DB86-6111-A724232D2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D6FD18-B58E-8C68-26E2-D916319862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B759C-A1DF-256A-A624-6AB43BC66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71A0AA-5283-1539-E76D-C2704EDF6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212E95-A93E-CFE8-0044-F1F7486E0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66CBFAF-C1DF-ECA1-1863-AD86FBEE5E5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6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0541" y="17252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746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27E88-1D0E-B19B-1F3F-54DF859CE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41C0-D975-5322-05EF-B6920E580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7B167-1E87-B93B-75F5-B33217202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5C962-1ABF-F876-C7DD-10E729E42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F7B4D-DA1F-E875-52B5-31F353F492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7961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29F20-A52E-A2BE-2A7C-6344D8900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F42D-CDDF-9B84-6F33-25E956F2DD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1E0A4D-E831-6562-11B2-108204244C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F4BEA-6EB0-7F6F-4BFA-B7DACF40D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B4B5-D542-513B-5FBA-7C8418FD6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B6383-F1CA-D4A5-9876-F4662B605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2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E9337-2FE3-561C-F11A-2CFAC3C88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BCE1B6-2296-C3DE-5C27-E4057DFF68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B2FC1E-2D6D-269A-6807-421A1A9C42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1AD048-C515-130C-8F41-1BA8F4189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6D4A7E-CE1F-A02A-B92A-059B1FBCF3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77709-049A-79A2-F207-FBDA0CAA4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DE0EB3-83C0-67E2-5DB9-42DE8540F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C97AB3-472A-1E13-8460-CE1D861DB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38641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5904-8D4D-4CA9-51B3-289632997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398302-AD6F-2CE6-7442-A4A9683D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391825-01DE-3CBB-BB33-763481B92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5401A-71EA-0313-9EA1-4DC2DB3F7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4445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418529-294A-5688-70AC-D6FBB2669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4AA024-38B7-5F32-1894-BCE21AADF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C172C-4B71-8ABE-DD86-85DD12827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61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BEB6CF-2A94-DBDD-0D5B-BC12FF3220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B7D8E-A4B1-A435-346C-19A718C71F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7C91E7-453A-3F92-E638-C337924651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7C4555-70D3-F8F8-D355-E9BBC9EE6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E752C-45A1-07D0-4240-44893A0DB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DD99C-C480-C729-0ECD-BEDE124E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0093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2D6FA-24BB-7D09-4CC6-34096CAB0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60CEAA-CE7A-1BBF-BDA9-B387E6B8B1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19DD54-A44F-A8AE-D4E9-3EB63270CC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6B6FD-902D-C3AC-D0C4-9E348A977E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D6BDC1-316A-149B-EB15-04EF4D60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C24CD2-3C56-F4F2-57FB-AA714E5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7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3211F-A80A-9BAC-AAEC-067CCDA5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8AD45D-5A88-1664-D692-069F5C5D1A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2EEB4-BA21-8613-2094-72EEFB792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ECE1A2-6F93-B3CC-3837-CD60E48CF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E5D015-61E2-E514-FC97-B282920D9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9896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873E00-8852-9872-6FBC-5371745539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02A146-0150-F26C-6A86-1CA1FD558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77DF1-F7DE-4956-6F82-6161FC022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37416A-6960-5BA0-E825-F9D0B514C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46A03-0511-8AD1-FB2D-69E35F8F1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7707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5CC290-6B0D-273C-46F1-4BC124934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E82B2E-EDC9-AB14-8964-7BE30F8DB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85163-E247-487C-9AA7-8A7054D4A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BA79C2-4FE3-4D0C-AFFB-D4FCE050D5EA}" type="datetimeFigureOut">
              <a:rPr lang="en-IN" smtClean="0"/>
              <a:t>03-10-2026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A01BDB-2D7B-79FC-D492-3CFF792A8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906FC-E273-8A6D-0868-0A5274678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A53CF-6AA3-4EF6-9F05-A0E3059C583D}" type="slidenum">
              <a:rPr lang="en-IN" smtClean="0"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D41020-D2C1-2A7A-0E52-12FBDC02B9E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6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57778" y="0"/>
            <a:ext cx="1295581" cy="92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822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BBF3539-7DDB-46EA-704A-EAD16ABE8F86}"/>
              </a:ext>
            </a:extLst>
          </p:cNvPr>
          <p:cNvSpPr/>
          <p:nvPr/>
        </p:nvSpPr>
        <p:spPr>
          <a:xfrm>
            <a:off x="5179348" y="5111496"/>
            <a:ext cx="3035808" cy="14721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/>
              <a:t>LLM</a:t>
            </a:r>
            <a:endParaRPr lang="en-IN" sz="3200"/>
          </a:p>
        </p:txBody>
      </p:sp>
      <p:sp>
        <p:nvSpPr>
          <p:cNvPr id="5" name="Arrow: Down 4">
            <a:extLst>
              <a:ext uri="{FF2B5EF4-FFF2-40B4-BE49-F238E27FC236}">
                <a16:creationId xmlns:a16="http://schemas.microsoft.com/office/drawing/2014/main" id="{42DE0C4B-29FE-4AB1-7BF4-943C4A975084}"/>
              </a:ext>
            </a:extLst>
          </p:cNvPr>
          <p:cNvSpPr/>
          <p:nvPr/>
        </p:nvSpPr>
        <p:spPr>
          <a:xfrm>
            <a:off x="6096000" y="4626864"/>
            <a:ext cx="460248" cy="4846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7B16BA-549B-748B-974E-4C67C5845782}"/>
              </a:ext>
            </a:extLst>
          </p:cNvPr>
          <p:cNvSpPr txBox="1"/>
          <p:nvPr/>
        </p:nvSpPr>
        <p:spPr>
          <a:xfrm>
            <a:off x="1225296" y="4462272"/>
            <a:ext cx="8691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Input</a:t>
            </a: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B9E6837E-7CCF-7BC4-EC76-3E67F9ABE60B}"/>
              </a:ext>
            </a:extLst>
          </p:cNvPr>
          <p:cNvSpPr/>
          <p:nvPr/>
        </p:nvSpPr>
        <p:spPr>
          <a:xfrm>
            <a:off x="8366760" y="5586984"/>
            <a:ext cx="560450" cy="3840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40864BE-E7DB-C6A8-D8AA-AD8AD3261098}"/>
              </a:ext>
            </a:extLst>
          </p:cNvPr>
          <p:cNvSpPr txBox="1"/>
          <p:nvPr/>
        </p:nvSpPr>
        <p:spPr>
          <a:xfrm>
            <a:off x="9078814" y="5509367"/>
            <a:ext cx="164179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Output</a:t>
            </a:r>
          </a:p>
          <a:p>
            <a:r>
              <a:rPr lang="en-US" sz="2400" b="1">
                <a:solidFill>
                  <a:schemeClr val="accent6">
                    <a:lumMod val="60000"/>
                    <a:lumOff val="40000"/>
                  </a:schemeClr>
                </a:solidFill>
              </a:rPr>
              <a:t>(Next slide)</a:t>
            </a:r>
            <a:endParaRPr lang="en-IN" sz="2400" b="1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369C916-DE18-722B-9A68-F1D343812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0259151" cy="4462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6883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B476E0-A2DB-439E-E444-B627779B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A8114F0-2E21-4545-D217-49447EC1C87A}"/>
              </a:ext>
            </a:extLst>
          </p:cNvPr>
          <p:cNvSpPr txBox="1"/>
          <p:nvPr/>
        </p:nvSpPr>
        <p:spPr>
          <a:xfrm>
            <a:off x="371856" y="249299"/>
            <a:ext cx="11753088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Q. Can you explain how you would implement data quality checks in a data pipeline?</a:t>
            </a:r>
          </a:p>
          <a:p>
            <a:r>
              <a:rPr lang="en-IN" b="1" i="1">
                <a:solidFill>
                  <a:schemeClr val="accent6">
                    <a:lumMod val="60000"/>
                    <a:lumOff val="40000"/>
                  </a:schemeClr>
                </a:solidFill>
              </a:rPr>
              <a:t>What tools or frameworks would you use?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technical | medium | Data Quality Assurance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Good answer signals: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Mentions specific data quality frameworks or tools (e.g., Great Expectations, dbt)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Describes a systematic approach to implementing checks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Discusses how to monitor and alert on data quality issues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Provides examples of types of checks (e.g., schema validation, anomaly detection)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Red flags: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Vague on tools or frameworks used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Lacks a systematic approach to data quality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No examples of checks provided</a:t>
            </a:r>
          </a:p>
          <a:p>
            <a:endParaRPr lang="en-IN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Rubric: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Score	Label	        Descriptor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1	Insufficient      Fails to provide a coherent approach to data quality checks.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2	Basic	        Mentions general concepts of data quality but lacks specific tools or examples.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3	Proficient	        Describes a clear approach to data quality with relevant tools and examples.</a:t>
            </a:r>
          </a:p>
          <a:p>
            <a:r>
              <a:rPr lang="en-IN">
                <a:solidFill>
                  <a:schemeClr val="accent6">
                    <a:lumMod val="60000"/>
                    <a:lumOff val="40000"/>
                  </a:schemeClr>
                </a:solidFill>
              </a:rPr>
              <a:t>4	Excellent	       Provides a comprehensive strategy for data quality checks, detailing tools, monitoring, and examples.</a:t>
            </a:r>
          </a:p>
        </p:txBody>
      </p:sp>
    </p:spTree>
    <p:extLst>
      <p:ext uri="{BB962C8B-B14F-4D97-AF65-F5344CB8AC3E}">
        <p14:creationId xmlns:p14="http://schemas.microsoft.com/office/powerpoint/2010/main" val="16610196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195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15</cp:revision>
  <dcterms:created xsi:type="dcterms:W3CDTF">2026-09-25T02:37:34Z</dcterms:created>
  <dcterms:modified xsi:type="dcterms:W3CDTF">2026-10-03T03:00:34Z</dcterms:modified>
</cp:coreProperties>
</file>