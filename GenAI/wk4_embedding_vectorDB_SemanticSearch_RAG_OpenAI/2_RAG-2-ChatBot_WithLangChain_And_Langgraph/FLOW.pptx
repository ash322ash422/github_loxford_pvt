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276" r:id="rId3"/>
    <p:sldId id="27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31FA3B-9CD4-CE3D-0CFE-CCB91540C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5" y="1194580"/>
            <a:ext cx="10092945" cy="524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1122</TotalTime>
  <Words>10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198</cp:revision>
  <dcterms:created xsi:type="dcterms:W3CDTF">2025-09-22T02:44:38Z</dcterms:created>
  <dcterms:modified xsi:type="dcterms:W3CDTF">2026-09-10T04:22:45Z</dcterms:modified>
</cp:coreProperties>
</file>