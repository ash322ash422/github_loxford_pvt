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90" r:id="rId3"/>
    <p:sldId id="295" r:id="rId4"/>
    <p:sldId id="279" r:id="rId5"/>
    <p:sldId id="280" r:id="rId6"/>
    <p:sldId id="281" r:id="rId7"/>
    <p:sldId id="276" r:id="rId8"/>
    <p:sldId id="296" r:id="rId9"/>
    <p:sldId id="293" r:id="rId10"/>
    <p:sldId id="291" r:id="rId11"/>
    <p:sldId id="292" r:id="rId12"/>
    <p:sldId id="289" r:id="rId13"/>
    <p:sldId id="287" r:id="rId14"/>
    <p:sldId id="283" r:id="rId15"/>
    <p:sldId id="288" r:id="rId16"/>
    <p:sldId id="285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5:52.3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1517 24575,'6'-1'0,"-1"-1"0,0 1 0,1-1 0,-1 0 0,0-1 0,0 1 0,0-1 0,6-5 0,9-4 0,0 1 0,-1-1 0,31-26 0,-32 24 0,1 0 0,37-21 0,3 9 0,2 2 0,0 3 0,79-16 0,196-24 0,-289 54 0,234-18 0,-74 10 0,133 6 0,-244 11 0,1-4 0,123-19 0,-134 5 0,-18 2 0,104-7 0,404 5 0,315 7 0,-529 35 0,56 0 0,4-3 0,-73-1 0,-211-19 0,320 19 0,577 36 0,-9-31 0,23-6 0,-653-19 0,46 15 0,159 0 0,-435-29 0,210-41 0,-217 27 0,386-77 0,-500 93 0,196-50 0,-198 46 0,-2-2 0,1-1 0,60-35 0,169-90 0,-22 14 0,-214 105 0,-1-2 0,48-45 0,-2 1 0,-64 54 0,0-1 0,-1-1 0,0 0 0,-2-2 0,0 1 0,-1-1 0,-1-1 0,9-22 0,29-48 0,-13 12 0,-31 64 0,0 0 0,2 1 0,-1 0 0,1 0 0,1 0 0,13-15 0,-20 26 0,0 1 0,0-1 0,0 1 0,1-1 0,-1 1 0,1 0 0,-1 0 0,1 0 0,-1 0 0,1 0 0,-1 0 0,1 0 0,0 0 0,0 1 0,-1-1 0,1 1 0,0-1 0,0 1 0,0 0 0,-1 0 0,1 0 0,0 0 0,0 0 0,0 0 0,0 0 0,0 0 0,-1 1 0,1-1 0,0 1 0,0-1 0,-1 1 0,1 0 0,0 0 0,-1 0 0,1 0 0,0 0 0,-1 0 0,0 0 0,1 0 0,1 2 0,5 7 0,0-1 0,-1 1 0,0 0 0,0 1 0,5 11 0,-2-2 0,23 34 0,43 55 0,-59-89 0,1 0 0,1-1 0,1 0 0,0-2 0,30 20 0,-8-11 0,0-2 0,2-1 0,1-3 0,0-1 0,1-3 0,1-2 0,84 15 0,136 25 0,21 3 0,397 62 0,-27-5 0,-411-73 0,325 38 0,-354-55 0,22 2 0,190 29 0,-46 2 0,-340-52 0,-3-2 0,0-2 0,0-2 0,50-8 0,25-1 0,-5 6 0,0 4 0,0 5 0,145 26 0,-133-12 0,1-5 0,223-3 0,-316-9 0,-1 1 0,0 1 0,44 12 0,-35-7 0,44 4 0,-47-10 0,-1 1 0,1 2 0,37 11 0,-35-7 0,60 9 0,-68-15 0,1 1 0,-2 2 0,57 20 0,-53-13 0,149 72 0,-160-73 0,-1 1 0,0 0 0,0 1 0,-2 1 0,34 36 0,-35-27-1365,-5-1-5461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257 0 24575,'-9'0'0,"-4"5"0,-3 1 0,0 9 0,-1 12 0,-3 5 0,-7 2 0,1 5 0,5 5 0,-3-6 0,2 1 0,5 3 0,1-1 0,3-8-8191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257 0 24575,'-9'0'0,"-4"5"0,-3 1 0,0 9 0,-1 12 0,-3 5 0,-7 2 0,1 5 0,5 5 0,-3-6 0,2 1 0,5 3 0,1-1 0,3-8-8191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257 0 24575,'-9'0'0,"-4"5"0,-3 1 0,0 9 0,-1 12 0,-3 5 0,-7 2 0,1 5 0,5 5 0,-3-6 0,2 1 0,5 3 0,1-1 0,3-8-8191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257 0 24575,'-9'0'0,"-4"5"0,-3 1 0,0 9 0,-1 12 0,-3 5 0,-7 2 0,1 5 0,5 5 0,-3-6 0,2 1 0,5 3 0,1-1 0,3-8-8191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3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257 0 24575,'-9'0'0,"-4"5"0,-3 1 0,0 9 0,-1 12 0,-3 5 0,-7 2 0,1 5 0,5 5 0,-3-6 0,2 1 0,5 3 0,1-1 0,3-8-8191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257 0 24575,'-9'0'0,"-4"5"0,-3 1 0,0 9 0,-1 12 0,-3 5 0,-7 2 0,1 5 0,5 5 0,-3-6 0,2 1 0,5 3 0,1-1 0,3-8-8191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257 0 24575,'-9'0'0,"-4"5"0,-3 1 0,0 9 0,-1 12 0,-3 5 0,-7 2 0,1 5 0,5 5 0,-3-6 0,2 1 0,5 3 0,1-1 0,3-8-8191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4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5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257 0 24575,'-9'0'0,"-4"5"0,-3 1 0,0 9 0,-1 12 0,-3 5 0,-7 2 0,1 5 0,5 5 0,-3-6 0,2 1 0,5 3 0,1-1 0,3-8-8191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6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7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257 0 24575,'-9'0'0,"-4"5"0,-3 1 0,0 9 0,-1 12 0,-3 5 0,-7 2 0,1 5 0,5 5 0,-3-6 0,2 1 0,5 3 0,1-1 0,3-8-8191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8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49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257 0 24575,'-9'0'0,"-4"5"0,-3 1 0,0 9 0,-1 12 0,-3 5 0,-7 2 0,1 5 0,5 5 0,-3-6 0,2 1 0,5 3 0,1-1 0,3-8-8191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50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0 0 24575,'5'0'0,"10"0"0,8 10 0,9 2 0,-1 9 0,4 1 0,5 1 0,0 6 0,-2-1 0,2 2 0,4 3 0,-2-1 0,2-6 0,3 2 0,2 2 0,-12-6 0,-11-5-8191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6:08:22.851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257 0 24575,'-9'0'0,"-4"5"0,-3 1 0,0 9 0,-1 12 0,-3 5 0,-7 2 0,1 5 0,5 5 0,-3-6 0,2 1 0,5 3 0,1-1 0,3-8-8191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0.5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173 0 524 0 0,'-10'0'3749'0'0,"6"3"-3722"0"0,3-1 39 0 0,4-1 338 0 0,116 11-412 0 0,-29 0 25 0 0,-87-11-14 0 0,-2 0 4 0 0,2 1-1 0 0,-1-1 1 0 0,0 0-1 0 0,0-1 1 0 0,0 1-1 0 0,0-1 1 0 0,0 0-1 0 0,0 0 1 0 0,0 0-1 0 0,4-2 1 0 0,7 2 156 0 0,-13 0-108 0 0,1 0-73 0 0,0 1 8 0 0,0 0-1 0 0,0 0 0 0 0,0-1 0 0 0,-1 1 1 0 0,1 0-1 0 0,-1 0 0 0 0,1 0 0 0 0,0 1 1 0 0,-1-1-1 0 0,1 0 0 0 0,-1 0 0 0 0,1 1 1 0 0,0-1-1 0 0,-1 1 0 0 0,0-1 1 0 0,0 1-1 0 0,1-1 0 0 0,-1 1 0 0 0,1-1 1 0 0,-1 1-1 0 0,0 0 0 0 0,0 0 0 0 0,1-1 1 0 0,-1 1-1 0 0,0 0 0 0 0,0 0 0 0 0,0-1 1 0 0,0 1-1 0 0,0 2 0 0 0,1 72-54 0 0,-1-59 66 0 0,8 261-89 0 0,-3-185 32 0 0,-2-43 52 0 0,13 186 44 0 0,-14-198-65 0 0,-2 41-1 0 0,0-37 52 0 0,-4 74-2 0 0,3-90 2 0 0,1 1-1 0 0,-1-1 1 0 0,2 32 0 0 0,2 5-57 0 0,-3-60 28 0 0,2 28 39 0 0,-2-23-21 0 0,1 0 0 0 0,-1 0 0 0 0,1 0 0 0 0,0-1-1 0 0,3 14 1 0 0,-3-13 4 0 0,1 0-1 0 0,-1 0 0 0 0,0 0 0 0 0,0 1 0 0 0,1 15 0 0 0,6 29-2 0 0,-2-5-78 0 0,-6-46 77 0 0,2 46 38 0 0,-2-47-37 0 0,-2 17 277 0 0,0-9 374 0 0,-8-6-458 0 0,-31-1 77 0 0,39-2-257 0 0,-11-2 33 0 0,-11 0 14 0 0,-25-10 0 0 0,20 4-53 0 0,-32 0 1 0 0,4 5-7 0 0,-36 2-34 0 0,56 3 21 0 0,-1-2 3 0 0,37 0-2 0 0,-1 0 1 0 0,-4 0-2 0 0,5 0 2 0 0,0 0-8 0 0,-4 2 6 0 0,3-2 22 0 0,-12 2 80 0 0,13-1-66 0 0,1-3-419 0 0,0 0 129 0 0,0-1-1 0 0,0 1 0 0 0,0 0 0 0 0,0 0 0 0 0,0 0 1 0 0,0 0-1 0 0,0 0 0 0 0,0 0 0 0 0,0 0 0 0 0,1 0 0 0 0,-1 0 1 0 0,0 0-1 0 0,2-3 0 0 0,1-11-854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2.6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0 285 3628 0 0,'0'0'-241'0'0,"2"-1"-538"0"0,79-20 561 0 0,45-9 324 0 0,127-2 503 0 0,-213 27 112 0 0,-39 5-631 0 0,16-3 1068 0 0,-16 3-1280 0 0,9-2 1541 0 0,-9-5-527 0 0,-5-5-934 0 0,-4-2 38 0 0,0 1 0 0 0,0 0 0 0 0,-1 2 1 0 0,1 0-1 0 0,-1 1 0 0 0,0 1 0 0 0,-1 1 1 0 0,-13-8-1 0 0,-35-30-17 0 0,30 26-21 0 0,27 20 35 0 0,4 3-719 0 0,116 75 633 0 0,10 9 172 0 0,-90-58-60 0 0,-38-29-11 0 0,3 4 11 0 0,-4-4-23 0 0,1 0 0 0 0,-1 0-1 0 0,0 0 1 0 0,1 0 0 0 0,-1 0-1 0 0,0 1 1 0 0,1-1 0 0 0,-1 0-1 0 0,0 0 1 0 0,1 1 0 0 0,-1-1-1 0 0,0 0 1 0 0,1 1 0 0 0,-1-1-1 0 0,0 0 1 0 0,1 1 0 0 0,-1-1-1 0 0,0 1 1 0 0,0-1-1 0 0,0 1 1 0 0,0-1 0 0 0,1 1-1 0 0,-1 0 1 0 0,0-1 0 0 0,0 1-1 0 0,0 0 1 0 0,1-1 0 0 0,-1 1-1 0 0,0 0 1 0 0,0-1 0 0 0,0 1-1 0 0,0 0 1 0 0,0 0 0 0 0,0 0-1 0 0,-8 19-5 0 0,-1 0 1 0 0,0-2-1 0 0,-1 0 0 0 0,-20 28 0 0 0,6-10 3 0 0,-62 86-15 0 0,77-111 10 0 0,3-1 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1.8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100 149 5529 0 0,'-16'-51'973'0'0,"15"50"-984"0"0,1 6-382 0 0,-1 44 357 0 0,2 0 1 0 0,13 77-1 0 0,-3-39 64 0 0,16 152 152 0 0,-24-199 1736 0 0,-6-46-1799 0 0,-23-55-89 0 0,3-1 0 0 0,3-1 0 0 0,3-1 0 0 0,-11-77-1 0 0,10-19-102 0 0,17 156 56 0 0,1 0-1 0 0,-1 0 0 0 0,1 0 1 0 0,0 0-1 0 0,0 0 1 0 0,0 0-1 0 0,0 0 0 0 0,1 0 1 0 0,-1 0-1 0 0,1 0 1 0 0,0 0-1 0 0,1 0 0 0 0,-1 0 1 0 0,0 1-1 0 0,1-1 1 0 0,0 1-1 0 0,0-1 0 0 0,0 1 1 0 0,1-1-1 0 0,-1 1 1 0 0,1 0-1 0 0,-1 0 0 0 0,5-3 1 0 0,2 0-34 0 0,0 1 0 0 0,0 0 0 0 0,0 1-1 0 0,0 0 1 0 0,1 1 0 0 0,-1 0 0 0 0,1 0 0 0 0,20-2 0 0 0,-14 3 10 0 0,0 0-1 0 0,0 2 1 0 0,0 0-1 0 0,0 1 1 0 0,0 1 0 0 0,-1 0-1 0 0,1 1 1 0 0,0 0-1 0 0,-1 2 1 0 0,0 0 0 0 0,0 0-1 0 0,0 1 1 0 0,-1 1-1 0 0,23 14 1 0 0,-13-4-29 0 0,0 0 1 0 0,0 1-1 0 0,-2 1 1 0 0,0 2-1 0 0,-2 0 1 0 0,0 1-1 0 0,20 30 1 0 0,-35-46 67 0 0,-1 0 1 0 0,1 0 0 0 0,-2 1 0 0 0,1-1 0 0 0,-1 1 0 0 0,0 0 0 0 0,0 0-1 0 0,-1 0 1 0 0,0 0 0 0 0,0 1 0 0 0,-1-1 0 0 0,0 1 0 0 0,0-1 0 0 0,0 1 0 0 0,-1-1-1 0 0,0 1 1 0 0,-1-1 0 0 0,0 1 0 0 0,0-1 0 0 0,-1 1 0 0 0,0-1 0 0 0,0 0-1 0 0,0 0 1 0 0,-1 0 0 0 0,0 0 0 0 0,0 0 0 0 0,-1-1 0 0 0,0 1 0 0 0,0-1 0 0 0,-1 0-1 0 0,0 0 1 0 0,0 0 0 0 0,0-1 0 0 0,0 0 0 0 0,-1 0 0 0 0,-12 8 0 0 0,-18 11 60 0 0,-75 40 1 0 0,24-17 221 0 0,51-32 157 0 0,35-14-264 0 0,-4 1 254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4.0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217 165 5048 0 0,'-4'-2'-23'0'0,"1"0"-1"0"0,-1 0 0 0 0,0 0 0 0 0,-1 1 0 0 0,1-1 0 0 0,0 1 0 0 0,0 0 0 0 0,0 0 0 0 0,-1 0 0 0 0,1 1 0 0 0,-1 0 1 0 0,1-1-1 0 0,0 1 0 0 0,-1 1 0 0 0,1-1 0 0 0,-1 1 0 0 0,1 0 0 0 0,0 0 0 0 0,0 0 0 0 0,-1 0 0 0 0,1 1 0 0 0,0 0 1 0 0,0 0-1 0 0,1 0 0 0 0,-1 0 0 0 0,0 0 0 0 0,1 1 0 0 0,-6 5 0 0 0,-1 0 4 0 0,1 0 1 0 0,0 1-1 0 0,1 1 0 0 0,0-1 0 0 0,0 1 1 0 0,1 1-1 0 0,0 0 0 0 0,1 0 0 0 0,-6 13 1 0 0,11-21 17 0 0,-1 1 0 0 0,1-1 1 0 0,0 1-1 0 0,0 0 1 0 0,0 0-1 0 0,0-1 0 0 0,1 1 1 0 0,0 0-1 0 0,0 0 0 0 0,0 0 1 0 0,0-1-1 0 0,0 1 0 0 0,1 0 1 0 0,-1 0-1 0 0,1-1 1 0 0,0 1-1 0 0,1 0 0 0 0,1 4 1 0 0,0-3 3 0 0,0 0 0 0 0,0 0 0 0 0,1-1 0 0 0,0 1 1 0 0,0-1-1 0 0,0 0 0 0 0,0 0 0 0 0,0 0 0 0 0,1-1 1 0 0,10 6-1 0 0,-1-1 42 0 0,1-1-1 0 0,0-1 1 0 0,1 0 0 0 0,-1-1 0 0 0,1-1 0 0 0,0 0 0 0 0,20 1 0 0 0,-31-5-27 0 0,0 0 0 0 0,0 0 0 0 0,0-1 0 0 0,0 0 0 0 0,0 0 0 0 0,0 0 0 0 0,0-1 0 0 0,0 0 0 0 0,0 0 0 0 0,-1 0 0 0 0,1 0 0 0 0,-1-1 0 0 0,0 0 0 0 0,1 1 0 0 0,-1-2 1 0 0,0 1-1 0 0,-1 0 0 0 0,1-1 0 0 0,3-4 0 0 0,-2 2-6 0 0,0 0 1 0 0,0 0-1 0 0,0-1 0 0 0,-1 0 1 0 0,0 1-1 0 0,-1-1 1 0 0,1-1-1 0 0,-1 1 1 0 0,-1 0-1 0 0,1-1 0 0 0,1-8 1 0 0,-4 11-17 0 0,1 1 0 0 0,-1 0 0 0 0,0 0 0 0 0,0 0 1 0 0,0-1-1 0 0,0 1 0 0 0,-1 0 0 0 0,0 0 0 0 0,0 0 0 0 0,0 0 1 0 0,0 0-1 0 0,-1 0 0 0 0,1 0 0 0 0,-1 0 0 0 0,0 0 0 0 0,0 1 1 0 0,-1-1-1 0 0,1 1 0 0 0,-1-1 0 0 0,1 1 0 0 0,-1 0 1 0 0,0 0-1 0 0,-5-4 0 0 0,-5-1-14 0 0,1 1 0 0 0,-1 0 0 0 0,0 1-1 0 0,0 1 1 0 0,-21-6 0 0 0,-18-9 54 0 0,50 19-22 0 0,-3 0 24 0 0,0-1-1 0 0,0 1 0 0 0,0-2 1 0 0,1 1-1 0 0,-1 0 1 0 0,1-1-1 0 0,-7-5 0 0 0,17 4-65 0 0,-1 0-1 0 0,1 1 0 0 0,1-1 0 0 0,-1 1 0 0 0,0 0 0 0 0,1 1 1 0 0,-1 0-1 0 0,1 0 0 0 0,0 0 0 0 0,9-1 0 0 0,84-5-235 0 0,-44 4 24 0 0,112-8 19 0 0,-165 11 353 0 0,-2 1-139 0 0,0 0 0 0 0,0 0 0 0 0,1 0 0 0 0,-1 0 0 0 0,0 0 0 0 0,0 0 0 0 0,1 0 0 0 0,-1 0 0 0 0,0 0-1 0 0,0 1 1 0 0,0-1 0 0 0,1 1 0 0 0,-1-1 0 0 0,0 0 0 0 0,0 1 0 0 0,0 0 0 0 0,0-1 0 0 0,0 1 0 0 0,0 0 0 0 0,0-1 0 0 0,0 1 0 0 0,1 1 0 0 0,-2 17-86 0 0,0 23 31 0 0,1 0 0 0 0,12 74 1 0 0,8-3 28 0 0,-19-105 90 0 0,2 19 3077 0 0,-13-46-3147 0 0,1 0 0 0 0,1-1 1 0 0,0 1-1 0 0,1-2 0 0 0,-5-36 0 0 0,5 10-217 0 0,0-75 1 0 0,6 116 168 0 0,0 0 1 0 0,0 0 0 0 0,1 1 0 0 0,-1-1 0 0 0,1 0-1 0 0,1 1 1 0 0,-1-1 0 0 0,1 0 0 0 0,0 1 0 0 0,0 0-1 0 0,1-1 1 0 0,-1 1 0 0 0,1 0 0 0 0,0 0 0 0 0,1 1 0 0 0,-1-1-1 0 0,1 1 1 0 0,0-1 0 0 0,0 1 0 0 0,0 0 0 0 0,1 1-1 0 0,-1-1 1 0 0,1 1 0 0 0,0 0 0 0 0,0 0 0 0 0,9-4-1 0 0,-13 6 41 0 0,1 0 0 0 0,-1 1 0 0 0,1-1 0 0 0,0 0-1 0 0,-1 1 1 0 0,1-1 0 0 0,0 1 0 0 0,0 0 0 0 0,-1-1 0 0 0,1 1-1 0 0,0 0 1 0 0,0 0 0 0 0,-1 0 0 0 0,1 0 0 0 0,0 1-1 0 0,0-1 1 0 0,-1 0 0 0 0,1 1 0 0 0,0-1 0 0 0,-1 1-1 0 0,4 1 1 0 0,-2 0 0 0 0,0 0-1 0 0,0 0 0 0 0,-1 0 0 0 0,1 1 1 0 0,0-1-1 0 0,-1 1 0 0 0,0 0 1 0 0,1 0-1 0 0,-1-1 0 0 0,2 5 1 0 0,2 5-17 0 0,0 1 0 0 0,0 0 0 0 0,-1 0 1 0 0,3 14-1 0 0,41 126-242 0 0,-43-124 263 0 0,-3-13 24 0 0,0 0 1 0 0,2 0-1 0 0,-1 0 1 0 0,2-1-1 0 0,8 18 1 0 0,-11-28 6 0 0,0-1 0 0 0,0 1 0 0 0,1-1 0 0 0,-1 0 1 0 0,1 0-1 0 0,0-1 0 0 0,0 1 0 0 0,0-1 0 0 0,0 0 1 0 0,1 0-1 0 0,-1 0 0 0 0,1 0 0 0 0,0-1 0 0 0,0 0 0 0 0,0 0 1 0 0,0 0-1 0 0,0-1 0 0 0,0 1 0 0 0,10 0 0 0 0,-3-1 1 0 0,-1 0 0 0 0,1-2-1 0 0,-1 1 1 0 0,1-1-1 0 0,-1-1 1 0 0,1 0 0 0 0,-1 0-1 0 0,0-1 1 0 0,0-1-1 0 0,0 0 1 0 0,-1-1 0 0 0,1 1-1 0 0,-1-2 1 0 0,0 0 0 0 0,0 0-1 0 0,-1-1 1 0 0,0 0-1 0 0,0 0 1 0 0,-1-1 0 0 0,12-13-1 0 0,-1-1 71 0 0,0-1-1 0 0,-2-1 0 0 0,-1 0 0 0 0,-1-1 1 0 0,-1-1-1 0 0,21-53 0 0 0,-34 74-39 0 0,0 1 0 0 0,-1 0-1 0 0,1-1 1 0 0,-1 1 0 0 0,0-1-1 0 0,0 1 1 0 0,0-1 0 0 0,-1 1 0 0 0,1-1-1 0 0,-1 1 1 0 0,0 0 0 0 0,-1-1-1 0 0,-1-4 1 0 0,3 8-48 0 0,-22 0 3 0 0,13 5-12 0 0,1 0 0 0 0,0 0 0 0 0,0 1 0 0 0,0 0 0 0 0,0 0 0 0 0,1 1 0 0 0,-1 0 0 0 0,1 0 0 0 0,1 1-1 0 0,-1-1 1 0 0,1 2 0 0 0,1-1 0 0 0,-1 1 0 0 0,1 0 0 0 0,1 0 0 0 0,-1 0 0 0 0,1 0 0 0 0,1 1 0 0 0,-1 0 0 0 0,-2 14 0 0 0,3-15 5 0 0,1 1 0 0 0,-1 0-1 0 0,2 0 1 0 0,-1 0 0 0 0,1 0-1 0 0,1 0 1 0 0,0 1 0 0 0,0-1 0 0 0,1 0-1 0 0,0 0 1 0 0,0 0 0 0 0,6 18-1 0 0,-4-20 3 0 0,1 0 0 0 0,0 1 0 0 0,0-2 0 0 0,1 1 0 0 0,0 0-1 0 0,0-1 1 0 0,0 0 0 0 0,1 0 0 0 0,0 0 0 0 0,0-1 0 0 0,1 0-1 0 0,-1 0 1 0 0,1-1 0 0 0,0 0 0 0 0,8 4 0 0 0,13 5 20 0 0,0-1 1 0 0,1-2-1 0 0,0-1 1 0 0,53 10-1 0 0,-23-10 15 0 0,89 3 0 0 0,-125-13-407 0 0,0 0 0 0 0,-1-1-1 0 0,1-1 1 0 0,0-1 0 0 0,35-12 0 0 0,-21 4-523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6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171 42 3608 0 0,'0'0'1402'0'0,"-7"0"-1368"0"0,-23 0-16 0 0,26 1-15 0 0,-1-1 0 0 0,1 1 0 0 0,-1 0 0 0 0,1 0 0 0 0,-1 1 0 0 0,1-1 0 0 0,0 1 0 0 0,-1 0 0 0 0,1 0 0 0 0,0 0 0 0 0,0 1 0 0 0,1-1 0 0 0,-1 1 0 0 0,0 0 0 0 0,-4 6 0 0 0,0-1-21 0 0,0 1 1 0 0,1 0-1 0 0,0 0 1 0 0,-8 15-1 0 0,13-19 12 0 0,-1 0-1 0 0,1 0 1 0 0,0 0-1 0 0,0 0 1 0 0,0 0-1 0 0,1 0 0 0 0,-1 1 1 0 0,2-1-1 0 0,-1 1 1 0 0,0-1-1 0 0,1 0 0 0 0,0 1 1 0 0,0-1-1 0 0,1 1 1 0 0,-1-1-1 0 0,4 11 1 0 0,-1-9 7 0 0,0 0-1 0 0,0 0 1 0 0,0 0 0 0 0,1 0 0 0 0,0-1 0 0 0,1 1 0 0 0,0-1 0 0 0,-1-1 0 0 0,2 1 0 0 0,-1-1 0 0 0,7 6 0 0 0,0-2 18 0 0,1 1-1 0 0,0-2 1 0 0,1 0-1 0 0,0-1 1 0 0,0 0 0 0 0,0-1-1 0 0,1 0 1 0 0,0-1-1 0 0,0-1 1 0 0,1-1 0 0 0,18 3-1 0 0,-27-6 4 0 0,0 0-1 0 0,0 0 1 0 0,1 0-1 0 0,-1-1 1 0 0,0 0 0 0 0,0-1-1 0 0,0 1 1 0 0,0-2-1 0 0,0 1 1 0 0,0-1-1 0 0,0 1 1 0 0,-1-2 0 0 0,0 1-1 0 0,1-1 1 0 0,-1 0-1 0 0,5-5 1 0 0,-7 6-27 0 0,-1-1 0 0 0,0 1 0 0 0,0-1 0 0 0,0 1 1 0 0,0-1-1 0 0,-1 0 0 0 0,1 0 0 0 0,-1 0 0 0 0,0-1 0 0 0,0 1 1 0 0,-1 0-1 0 0,1-1 0 0 0,-1 1 0 0 0,0-1 0 0 0,0 1 0 0 0,-1-1 1 0 0,1 0-1 0 0,-1 1 0 0 0,0-1 0 0 0,0 0 0 0 0,-1 1 0 0 0,1-1 1 0 0,-1 0-1 0 0,0 1 0 0 0,0-1 0 0 0,-2-4 0 0 0,0 3-7 0 0,1 0 0 0 0,-1 0-1 0 0,0 0 1 0 0,-1 0 0 0 0,0 0 0 0 0,0 1-1 0 0,0-1 1 0 0,0 1 0 0 0,-1 0-1 0 0,0 1 1 0 0,0-1 0 0 0,0 1 0 0 0,-1 0-1 0 0,1 0 1 0 0,-1 1 0 0 0,-9-5 0 0 0,-9-3-6 0 0,-1 2 1 0 0,0 1 0 0 0,-26-6-1 0 0,-25-7 122 0 0,69 19-100 0 0,-20-10-219 0 0,66 6 112 0 0,71-1-1 0 0,-70 6 51 0 0,-1-1 0 0 0,49-10 0 0 0,-12 7 680 0 0,-74 4-381 0 0,30-2-156 0 0,-31 7-111 0 0,0 1 0 0 0,0-1 0 0 0,0 1 0 0 0,-1-1-1 0 0,1 1 1 0 0,-1-1 0 0 0,0 1 0 0 0,-1 0 0 0 0,1-1 0 0 0,-3 9 0 0 0,1 29-36 0 0,7-2 39 0 0,3 1 1 0 0,1-1 0 0 0,25 70-1 0 0,-11-37 3729 0 0,-28-82-3703 0 0,0-1-1 0 0,1 0 0 0 0,0 1 0 0 0,1-2 0 0 0,0 1 0 0 0,0 0 0 0 0,1-1 0 0 0,1 1 0 0 0,0-1 0 0 0,0 1 0 0 0,1-1 0 0 0,0 0 0 0 0,1 1 0 0 0,3-16 0 0 0,4-20-307 0 0,3 1 1 0 0,16-44-1 0 0,-21 70 220 0 0,-5 15 31 0 0,0 0-1 0 0,1 0 0 0 0,-1 0 1 0 0,1 1-1 0 0,0-1 1 0 0,1 0-1 0 0,-1 1 1 0 0,0 0-1 0 0,1-1 1 0 0,0 1-1 0 0,0 0 1 0 0,0 1-1 0 0,0-1 0 0 0,0 0 1 0 0,0 1-1 0 0,1 0 1 0 0,0 0-1 0 0,-1 0 1 0 0,1 0-1 0 0,0 0 1 0 0,0 1-1 0 0,0-1 1 0 0,0 1-1 0 0,0 0 0 0 0,0 1 1 0 0,0-1-1 0 0,0 1 1 0 0,5-1-1 0 0,-6 1-6 0 0,1 1 8 0 0,0-1 23 0 0,0 1 1 0 0,0-1 0 0 0,0 1-1 0 0,0 0 1 0 0,0 1 0 0 0,0-1-1 0 0,0 1 1 0 0,0-1 0 0 0,0 1 0 0 0,-1 0-1 0 0,1 1 1 0 0,-1-1 0 0 0,1 1-1 0 0,-1-1 1 0 0,0 1 0 0 0,0 0-1 0 0,0 0 1 0 0,-1 0 0 0 0,1 1 0 0 0,-1-1-1 0 0,1 1 1 0 0,-1-1 0 0 0,0 1-1 0 0,-1 0 1 0 0,1 0 0 0 0,-1 0-1 0 0,1 0 1 0 0,-1 0 0 0 0,0 0-1 0 0,0 8 1 0 0,16 133-212 0 0,-16-136 250 0 0,1 0 0 0 0,1 1 0 0 0,-1-1 1 0 0,2-1-1 0 0,-1 1 0 0 0,1 0 1 0 0,0-1-1 0 0,1 0 0 0 0,0 0 0 0 0,0 0 1 0 0,1 0-1 0 0,0-1 0 0 0,0 0 1 0 0,1 0-1 0 0,0-1 0 0 0,0 0 0 0 0,0 0 1 0 0,1-1-1 0 0,15 9 0 0 0,-10-7-264 0 0,-1-1 1 0 0,1 0-1 0 0,0-1 0 0 0,1-1 0 0 0,-1 0 0 0 0,1-1 0 0 0,0 0 0 0 0,0-1 1 0 0,0 0-1 0 0,0-1 0 0 0,0-1 0 0 0,23-3 0 0 0,-3-3-472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7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19 114 3436 0 0,'-11'-88'2358'0'0,"11"87"-2157"0"0,-2-11 315 0 0,-2-1-576 0 0,2 83-27 0 0,4 0-1 0 0,3 0 0 0 0,21 110 1 0 0,-7-61 67 0 0,-13-73 61 0 0,2-2 0 0 0,14 45-1 0 0,-18-77-34 0 0,0 0-1 0 0,0-1 1 0 0,1 1-1 0 0,1-1 0 0 0,-1 0 1 0 0,2-1-1 0 0,0 0 1 0 0,0 0-1 0 0,1 0 1 0 0,0-1-1 0 0,0 0 0 0 0,17 13 1 0 0,-15-14-53 0 0,1-1-1 0 0,0-1 1 0 0,0 0-1 0 0,1 0 1 0 0,0-1 0 0 0,0-1-1 0 0,0 0 1 0 0,0 0-1 0 0,26 3 1 0 0,-31-7 12 0 0,0 1-1 0 0,-1-2 0 0 0,1 1 1 0 0,0-1-1 0 0,0 0 1 0 0,0 0-1 0 0,-1-1 1 0 0,1 0-1 0 0,-1 0 0 0 0,1 0 1 0 0,-1-1-1 0 0,0 0 1 0 0,0-1-1 0 0,0 1 1 0 0,0-1-1 0 0,-1 0 0 0 0,1 0 1 0 0,-1-1-1 0 0,0 0 1 0 0,5-6-1 0 0,3-5 358 0 0,-1-2 1 0 0,-1 0-1 0 0,-1 0 0 0 0,0-1 0 0 0,-1 0 0 0 0,10-34 0 0 0,-15 42-28 0 0,-3 10-209 0 0,0 0-61 0 0,2-6-11 0 0,-2 5-22 0 0,0 23-318 0 0,-1-18 320 0 0,1 1-1 0 0,-1-1 1 0 0,0 0-1 0 0,1 0 1 0 0,0 1-1 0 0,0-1 1 0 0,0 0-1 0 0,0 0 1 0 0,0 0 0 0 0,0 0-1 0 0,1 0 1 0 0,0 0-1 0 0,-1 0 1 0 0,1-1-1 0 0,0 1 1 0 0,0 0-1 0 0,1-1 1 0 0,-1 0 0 0 0,0 1-1 0 0,1-1 1 0 0,0 0-1 0 0,4 2 1 0 0,5 4-18 0 0,1-1-1 0 0,0-1 1 0 0,22 9 0 0 0,-27-12-4 0 0,10 4-63 0 0,1-1 0 0 0,0-1 1 0 0,0 0-1 0 0,0-1 0 0 0,0-1 1 0 0,1-1-1 0 0,-1-1 0 0 0,37-2 1 0 0,-48 0 62 0 0,0 0-1 0 0,1-1 1 0 0,-1 0 0 0 0,0 0 0 0 0,0-1 0 0 0,0 1 0 0 0,-1-2 0 0 0,1 1-1 0 0,-1-1 1 0 0,0 0 0 0 0,0-1 0 0 0,0 0 0 0 0,0 0 0 0 0,-1 0-1 0 0,0-1 1 0 0,0 0 0 0 0,0 0 0 0 0,-1 0 0 0 0,0-1 0 0 0,0 0-1 0 0,-1 0 1 0 0,7-15 0 0 0,-3 2 224 0 0,-2-1 0 0 0,8-35 0 0 0,-3 7 256 0 0,-11 48-443 0 0,1-6 30 0 0,-2 5-94 0 0,0 6-316 0 0,-7 33 337 0 0,2-1 0 0 0,1 1-1 0 0,2 1 1 0 0,2-1 0 0 0,1 0 0 0 0,6 46 0 0 0,51 225 43 0 0,-50-277 2 0 0,-2-14-12 0 0,-2 1-1 0 0,0-1 0 0 0,-1 1 1 0 0,0-1-1 0 0,-2 1 0 0 0,0 0 1 0 0,-1-1-1 0 0,-6 34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9.3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205 90 3784 0 0,'0'0'-72'0'0,"-7"-21"-26"0"0,4 18 98 0 0,-6-4-9 0 0,-22 6 18 0 0,23 3-17 0 0,0-1 0 0 0,1 1 0 0 0,-1 0 0 0 0,1 1-1 0 0,0 0 1 0 0,0 0 0 0 0,0 0 0 0 0,0 1 0 0 0,0 0-1 0 0,0 1 1 0 0,1-1 0 0 0,0 1 0 0 0,0 0 0 0 0,1 1-1 0 0,-1 0 1 0 0,1-1 0 0 0,0 2 0 0 0,1-1 0 0 0,-1 0-1 0 0,1 1 1 0 0,-6 13 0 0 0,8-14 11 0 0,0 0-1 0 0,0 0 1 0 0,0 0 0 0 0,0 0 0 0 0,1 0-1 0 0,0 1 1 0 0,1-1 0 0 0,-1 0-1 0 0,1 1 1 0 0,0-1 0 0 0,1 1-1 0 0,-1-1 1 0 0,2 0 0 0 0,-1 1 0 0 0,0-1-1 0 0,1 0 1 0 0,0 0 0 0 0,1 0-1 0 0,-1 0 1 0 0,1-1 0 0 0,0 1-1 0 0,1-1 1 0 0,-1 1 0 0 0,1-1 0 0 0,0 0-1 0 0,0 0 1 0 0,9 7 0 0 0,-1-2 21 0 0,1 0 1 0 0,0-1 0 0 0,0 0-1 0 0,1-1 1 0 0,0-1 0 0 0,1 0-1 0 0,-1-1 1 0 0,2 0 0 0 0,-1-1 0 0 0,0-1-1 0 0,1-1 1 0 0,0 0 0 0 0,0-1-1 0 0,29 1 1 0 0,-36-3 1 0 0,1-1 1 0 0,-1 0-1 0 0,1 0 1 0 0,-1-1-1 0 0,0 0 1 0 0,1 0-1 0 0,-1-1 1 0 0,0-1 0 0 0,0 1-1 0 0,-1-2 1 0 0,1 1-1 0 0,-1-1 1 0 0,0 0-1 0 0,0-1 1 0 0,-1 0-1 0 0,1 0 1 0 0,-1 0-1 0 0,-1-1 1 0 0,1 0-1 0 0,-1-1 1 0 0,0 1-1 0 0,-1-1 1 0 0,0 0-1 0 0,0-1 1 0 0,7-16-1 0 0,-11 21-1 0 0,1 0 1 0 0,-1 0-1 0 0,0 0 0 0 0,0 0 1 0 0,0 0-1 0 0,0 0 0 0 0,-1 0 1 0 0,0 0-1 0 0,0 0 0 0 0,0 0 1 0 0,0 0-1 0 0,-1 0 0 0 0,1 0 0 0 0,-1 0 1 0 0,0 0-1 0 0,0 0 0 0 0,-1 0 1 0 0,1 0-1 0 0,-1 0 0 0 0,0 1 1 0 0,0-1-1 0 0,0 1 0 0 0,0-1 1 0 0,-1 1-1 0 0,1 0 0 0 0,-1 0 1 0 0,0 0-1 0 0,0 0 0 0 0,0 1 0 0 0,0-1 1 0 0,-1 1-1 0 0,1-1 0 0 0,-6-2 1 0 0,-14-7 0 0 0,0 2 0 0 0,0 0 1 0 0,-1 1-1 0 0,-35-8 0 0 0,15 3 35 0 0,-9 0-4 0 0,51 13-52 0 0,-17-6 26 0 0,9 2-93 0 0,9 2-264 0 0,195 2 186 0 0,9 0-27 0 0,-50-1 1422 0 0,-149 2-1089 0 0,23 2-117 0 0,-24-2-87 0 0,0 48-349 0 0,-6-19 368 0 0,2 0 1 0 0,1 0 0 0 0,1-1-1 0 0,2 1 1 0 0,1 0 0 0 0,1-1 0 0 0,1 0-1 0 0,1 0 1 0 0,14 32 0 0 0,-13-24 3263 0 0,-15-52-2706 0 0,-2-10-486 0 0,2 0 0 0 0,0-1 0 0 0,2 0 0 0 0,-4-52-1 0 0,8 62-152 0 0,1 1 0 0 0,0 0 0 0 0,1 0 0 0 0,1 0 0 0 0,1 1-1 0 0,0-1 1 0 0,1 0 0 0 0,1 1 0 0 0,10-23 0 0 0,-12 32 40 0 0,1 0 0 0 0,0 0 0 0 0,0 1 1 0 0,1-1-1 0 0,0 1 0 0 0,0 0 0 0 0,0 1 0 0 0,0-1 1 0 0,1 1-1 0 0,-1 0 0 0 0,1 1 0 0 0,0-1 0 0 0,0 1 1 0 0,1 0-1 0 0,-1 1 0 0 0,1-1 0 0 0,-1 1 0 0 0,1 0 1 0 0,0 1-1 0 0,0 0 0 0 0,0 0 0 0 0,0 1 0 0 0,11 0 0 0 0,-7 0 0 0 0,1 0-1 0 0,0 1 0 0 0,0 1 0 0 0,0 0 1 0 0,-1 1-1 0 0,1 0 0 0 0,-1 1 0 0 0,0 0 0 0 0,0 1 1 0 0,0 0-1 0 0,-1 1 0 0 0,1 0 0 0 0,9 8 1 0 0,-5-1 19 0 0,-1 1 1 0 0,-1 0 0 0 0,0 1 0 0 0,-1 1-1 0 0,-1 0 1 0 0,0 0 0 0 0,-1 1-1 0 0,-1 1 1 0 0,0-1 0 0 0,-2 1 0 0 0,0 1-1 0 0,-1 0 1 0 0,0-1 0 0 0,3 33 0 0 0,-2-27-67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2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175 82 4080 0 0,'1'0'1'0'0,"1"-1"-1"0"0,-1 0 0 0 0,0 0 0 0 0,0 0 0 0 0,0 0 0 0 0,0 0 0 0 0,0 0 1 0 0,0 0-1 0 0,-1 0 0 0 0,1 0 0 0 0,0 0 0 0 0,0 0 0 0 0,-1 0 1 0 0,1-1-1 0 0,-1 1 0 0 0,1 0 0 0 0,-1-1 0 0 0,0 1 0 0 0,1 0 0 0 0,-1-1 1 0 0,0 1-1 0 0,0 0 0 0 0,0-1 0 0 0,0 1 0 0 0,0-2 0 0 0,-2 0 24 0 0,0 1-1 0 0,0 0 1 0 0,0 0-1 0 0,0 0 0 0 0,0 0 1 0 0,-1 0-1 0 0,1 0 1 0 0,-1 1-1 0 0,1-1 1 0 0,-1 1-1 0 0,0 0 0 0 0,1 0 1 0 0,-1 0-1 0 0,0 0 1 0 0,0 0-1 0 0,-4 0 0 0 0,4 0-40 0 0,-24 8-34 0 0,18-2 47 0 0,0 2-1 0 0,1-1 0 0 0,0 1 0 0 0,0 1 0 0 0,1-1 1 0 0,-1 1-1 0 0,2 0 0 0 0,-1 1 0 0 0,1 0 0 0 0,1 0 0 0 0,-1 0 1 0 0,1 1-1 0 0,1-1 0 0 0,0 1 0 0 0,1 0 0 0 0,-4 15 1 0 0,5-18 10 0 0,1 0 1 0 0,0 0 0 0 0,1 0 0 0 0,0 0-1 0 0,0 0 1 0 0,0 0 0 0 0,1-1 0 0 0,0 1 0 0 0,0 0-1 0 0,0 0 1 0 0,1-1 0 0 0,0 1 0 0 0,1 0 0 0 0,0-1-1 0 0,-1 0 1 0 0,2 0 0 0 0,-1 0 0 0 0,1 0-1 0 0,0 0 1 0 0,0-1 0 0 0,1 0 0 0 0,-1 0 0 0 0,1 0-1 0 0,1 0 1 0 0,-1-1 0 0 0,11 8 0 0 0,2-2 17 0 0,1-1 0 0 0,0 0 0 0 0,0-2 0 0 0,0 0 0 0 0,1-1 0 0 0,0-1 0 0 0,0 0 0 0 0,1-2 0 0 0,-1 0 1 0 0,23-1-1 0 0,-9-2 9 0 0,0-1 0 0 0,0-2 0 0 0,-1-1 0 0 0,1-1 0 0 0,44-14 0 0 0,-56 12-6 0 0,0-1 0 0 0,-1-1 0 0 0,0 0 0 0 0,0-2 0 0 0,-1-1 0 0 0,-1 0 0 0 0,0-1 0 0 0,0-1 0 0 0,-2-1 0 0 0,0-1 0 0 0,0 0 0 0 0,-2-1-1 0 0,0-1 1 0 0,-1 0 0 0 0,-1-1 0 0 0,0 0 0 0 0,-2-1 0 0 0,13-28 0 0 0,-23 45-9 0 0,0 0-1 0 0,0 1 1 0 0,-1-1-1 0 0,1 0 1 0 0,-1 1 0 0 0,1-1-1 0 0,-1 0 1 0 0,0 0-1 0 0,0 0 1 0 0,0 1 0 0 0,0-1-1 0 0,-1 0 1 0 0,1 0-1 0 0,-1 1 1 0 0,1-1-1 0 0,-1 0 1 0 0,0 1 0 0 0,0-1-1 0 0,0 0 1 0 0,-1 1-1 0 0,1 0 1 0 0,-1-1-1 0 0,-2-3 1 0 0,1 3-15 0 0,0 1 0 0 0,0 0-1 0 0,0 0 1 0 0,0 0 0 0 0,0 0 0 0 0,0 0-1 0 0,-1 0 1 0 0,1 1 0 0 0,-1 0-1 0 0,1 0 1 0 0,-1 0 0 0 0,1 0 0 0 0,-1 0-1 0 0,0 1 1 0 0,1-1 0 0 0,-1 1 0 0 0,0 0-1 0 0,1 0 1 0 0,-7 1 0 0 0,-2 2-22 0 0,0 0 1 0 0,1 1 0 0 0,-1 1-1 0 0,1-1 1 0 0,-1 2-1 0 0,2 0 1 0 0,-1 0-1 0 0,1 1 1 0 0,-1 0 0 0 0,2 1-1 0 0,-1 0 1 0 0,1 0-1 0 0,1 1 1 0 0,-1 0-1 0 0,1 1 1 0 0,1 0-1 0 0,-7 11 1 0 0,10-14 10 0 0,-1 0 0 0 0,1 1 0 0 0,1 0 0 0 0,0 0 0 0 0,0-1 0 0 0,0 2 0 0 0,1-1 1 0 0,0 0-1 0 0,1 0 0 0 0,0 1 0 0 0,0 14 0 0 0,1-17 9 0 0,1 0 0 0 0,0 0 1 0 0,0-1-1 0 0,1 1 1 0 0,-1 0-1 0 0,1-1 0 0 0,1 0 1 0 0,-1 1-1 0 0,1-1 0 0 0,0 0 1 0 0,0 0-1 0 0,0 0 0 0 0,1-1 1 0 0,-1 1-1 0 0,1-1 0 0 0,0 0 1 0 0,1 0-1 0 0,6 5 1 0 0,9 5 14 0 0,0-1 0 0 0,1-1 1 0 0,1-1-1 0 0,0-1 0 0 0,0-1 1 0 0,45 12-1 0 0,-31-12 45 0 0,0-2 0 0 0,1-2 0 0 0,68 2 0 0 0,-85-7 56 0 0,1-1-1 0 0,33-6 1 0 0,-50 7-319 0 0,1-1-1 0 0,0 0 1 0 0,0-1 0 0 0,-1 1 0 0 0,1-1-1 0 0,-1 0 1 0 0,1 0 0 0 0,-1 0-1 0 0,0 0 1 0 0,0-1 0 0 0,0 0-1 0 0,0 0 1 0 0,0 0 0 0 0,-1 0-1 0 0,1-1 1 0 0,-1 1 0 0 0,3-5 0 0 0,-3 0-576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4552 0 0,'0'0'4193'0'0,"13"-5"-2953"0"0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7885 0 0,'2'40'5340'0'0,"-1"-38"-5001"0"0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1.9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17 6049 0 0,'3'-11'-207'0'0,"-1"5"491"0"0,-1 8 52 0 0,37 259-590 0 0,-24-213-1353 0 0,8-65-1138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5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50 3972 0 0,'-12'-4'-260'0'0,"6"2"334"0"0,7-1 318 0 0,71-9-405 0 0,-1 2-1 0 0,124 1 1 0 0,-62 4-3 0 0,126 0 14 0 0,-256 5 10 0 0,1 0-17 0 0,25 3-1936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92 2848 0 0,'0'0'8'0'0,"35"-1"984"0"0,601-65-706 0 0,-534 57 80 0 0,-100 9-459 0 0,-1-1-1 0 0,1 1 1 0 0,0 0-1 0 0,0-1 0 0 0,0 1 1 0 0,0-1-1 0 0,0 0 1 0 0,0 0-1 0 0,-1 0 0 0 0,1 0 1 0 0,0 0-1 0 0,-1 0 0 0 0,1 0 1 0 0,-1 0-1 0 0,3-3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3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18 105 3452 0 0,'-8'-13'994'0'0,"-1"7"773"0"0,9 19-1776 0 0,0 1 1 0 0,0 0 0 0 0,1-1 0 0 0,1 1 0 0 0,0 0 0 0 0,1-1-1 0 0,5 15 1 0 0,2 1 78 0 0,2-1 1 0 0,24 45-1 0 0,-35-136 2029 0 0,-3-32-2407 0 0,2 86 268 0 0,1 0 0 0 0,0 0 1 0 0,1 0-1 0 0,0 0 0 0 0,0 0 1 0 0,1 1-1 0 0,0-1 1 0 0,1 1-1 0 0,-1 0 0 0 0,2 0 1 0 0,-1 0-1 0 0,1 0 0 0 0,0 1 1 0 0,9-10-1 0 0,-9 13 5 0 0,0-1 0 0 0,1 1 1 0 0,0 0-1 0 0,0 0 0 0 0,0 0 1 0 0,0 1-1 0 0,0 0 0 0 0,1 0 0 0 0,-1 1 1 0 0,1-1-1 0 0,0 1 0 0 0,-1 1 0 0 0,1 0 1 0 0,0 0-1 0 0,0 0 0 0 0,0 0 0 0 0,0 1 1 0 0,0 1-1 0 0,10 0 0 0 0,-2 2-3 0 0,0 0 1 0 0,0 0-1 0 0,0 2 0 0 0,0 0 0 0 0,-1 0 0 0 0,0 1 0 0 0,0 1 0 0 0,-1 0 0 0 0,1 1 0 0 0,18 16 1 0 0,-14-9-8 0 0,0 1 0 0 0,-1 0 1 0 0,-2 2-1 0 0,1-1 1 0 0,-2 2-1 0 0,16 25 1 0 0,-24-32 36 0 0,1-1 0 0 0,0 0 0 0 0,1-1 1 0 0,0 0-1 0 0,18 17 0 0 0,-21-24-203 0 0,0 1 0 0 0,0-1 0 0 0,1 0 1 0 0,-1 0-1 0 0,1-1 0 0 0,0 0 0 0 0,0 0 0 0 0,-1 0 0 0 0,2 0 0 0 0,-1-1 0 0 0,0 0 0 0 0,0-1 0 0 0,0 1 0 0 0,8-2 0 0 0,13 1-853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3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44 143 3732 0 0,'-4'-9'135'0'0,"0"1"0"0"0,0-1 0 0 0,1 1-1 0 0,0-1 1 0 0,0 0 0 0 0,1 0-1 0 0,-2-17 1 0 0,-4-12 1684 0 0,8 37-1616 0 0,-9-16 210 0 0,12 68-447 0 0,14 74 1 0 0,-1-13 44 0 0,-13-87-8 0 0,0 0 0 0 0,2 0 0 0 0,1 0 0 0 0,1 0 0 0 0,11 25 0 0 0,-14-44 2 0 0,0 1 1 0 0,1-1-1 0 0,0 0 0 0 0,0 0 0 0 0,0 0 0 0 0,1-1 0 0 0,0 0 0 0 0,0 0 1 0 0,0-1-1 0 0,0 1 0 0 0,1-1 0 0 0,0-1 0 0 0,0 1 0 0 0,0-1 0 0 0,0 0 0 0 0,1-1 1 0 0,-1 0-1 0 0,0 0 0 0 0,1 0 0 0 0,15 0 0 0 0,8 1-239 0 0,-1-1 0 0 0,1-2-1 0 0,56-6 1 0 0,-44 0-1394 0 0,62-18 1 0 0,-60 12 360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6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67 3936 0 0,'0'0'-163'0'0,"-10"-1"-170"0"0,10 1 324 0 0,0 0 1 0 0,0 0-1 0 0,0 0 1 0 0,0 0-1 0 0,0 0 1 0 0,0 0-1 0 0,0 0 1 0 0,0 0-1 0 0,0-1 1 0 0,0 1-1 0 0,0 0 1 0 0,0 0-1 0 0,0 0 1 0 0,0 0-1 0 0,0 0 1 0 0,0 0-1 0 0,0 0 1 0 0,0 0-1 0 0,0-1 1 0 0,0 1-1 0 0,0 0 1 0 0,0 0-1 0 0,0 0 1 0 0,0 0-1 0 0,0 0 1 0 0,0 0-1 0 0,0-1 1 0 0,354-52-1806 0 0,-306 44 1314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67 2024 0 0,'-19'-65'2658'0'0,"19"63"-2519"0"0,-6 20 218 0 0,7-5-359 0 0,1-1 0 0 0,0 1 0 0 0,1-1 0 0 0,0 1 0 0 0,1-1 0 0 0,0 0-1 0 0,8 13 1 0 0,6 23 21 0 0,13 38 63 0 0,71 139 1 0 0,-100-222-76 0 0,28 61 3096 0 0,-34-69-2907 0 0,1 1-188 0 0,0 0 0 0 0,0 0 0 0 0,1-1 1 0 0,-1 1-1 0 0,1-1 0 0 0,0 1 0 0 0,0-1 0 0 0,1 0 0 0 0,-1 0 1 0 0,1 0-1 0 0,0 0 0 0 0,1 0 0 0 0,-1 0 0 0 0,1 0 1 0 0,0 0-1 0 0,0 0 0 0 0,0 0 0 0 0,1 0 0 0 0,0 0 0 0 0,0 0 1 0 0,2-7-1 0 0,1 4-82 0 0,0-1 1 0 0,0 1-1 0 0,1 0 1 0 0,0 0 0 0 0,0 1-1 0 0,1-1 1 0 0,0 1-1 0 0,0 0 1 0 0,1 1-1 0 0,0-1 1 0 0,0 1 0 0 0,0 1-1 0 0,1-1 1 0 0,0 1-1 0 0,0 1 1 0 0,0-1-1 0 0,1 1 1 0 0,-1 1 0 0 0,1 0-1 0 0,0 0 1 0 0,0 1-1 0 0,0 0 1 0 0,0 0-1 0 0,16 0 1 0 0,-9 1 1 0 0,-1 0 0 0 0,1 2 0 0 0,-1 0 0 0 0,1 0 0 0 0,-1 2 0 0 0,0 0 0 0 0,0 1 0 0 0,0 0 0 0 0,0 1 0 0 0,-1 1 0 0 0,1 0 0 0 0,-2 1 0 0 0,1 0 0 0 0,19 15 0 0 0,23 18-116 0 0,-29-22 92 0 0,-1 2 0 0 0,36 34-1 0 0,-24-23-463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8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99 125 3628 0 0,'5'-2'-73'0'0,"70"-36"-583"0"0,-71 35 720 0 0,1 0-1 0 0,0 0 1 0 0,-1 0 0 0 0,1 0-1 0 0,-1-1 1 0 0,0 0 0 0 0,-1 0 0 0 0,1 0-1 0 0,0 0 1 0 0,-1-1 0 0 0,0 0-1 0 0,3-5 1 0 0,-6 9-45 0 0,1 0-1 0 0,-1 1 1 0 0,1-1-1 0 0,-1 0 1 0 0,0 1-1 0 0,1-1 1 0 0,-1 0-1 0 0,0 0 1 0 0,0 0-1 0 0,0 1 1 0 0,0-1-1 0 0,0 0 1 0 0,0 0-1 0 0,0 0 1 0 0,0 1-1 0 0,0-1 1 0 0,0 0-1 0 0,0 0 1 0 0,0 0-1 0 0,0 1 1 0 0,-1-1-1 0 0,1 0 1 0 0,0 0-1 0 0,-1 1 1 0 0,1-1-1 0 0,-1 0 1 0 0,1 1-1 0 0,0-1 1 0 0,-1 0-1 0 0,0 1 1 0 0,1-1-1 0 0,-1 1 1 0 0,1-1-1 0 0,-2 0 1 0 0,0 0-3 0 0,0 0 1 0 0,-1 1-1 0 0,1-1 1 0 0,0 1-1 0 0,-1 0 0 0 0,1 0 1 0 0,0 0-1 0 0,-1 0 1 0 0,1 0-1 0 0,-1 0 0 0 0,-3 1 1 0 0,-5 2-15 0 0,0 0 0 0 0,1 0 1 0 0,0 1-1 0 0,-16 7 0 0 0,8 0-13 0 0,1 0-1 0 0,0 1 1 0 0,-16 16 0 0 0,30-25 6 0 0,-1 0 0 0 0,0 0 0 0 0,1 1 0 0 0,0 0 0 0 0,0 0 0 0 0,0 0 0 0 0,0 0 0 0 0,1 0 0 0 0,0 0 0 0 0,0 1 0 0 0,0-1 0 0 0,0 1 0 0 0,0-1 0 0 0,1 1 0 0 0,0 0 0 0 0,0 0 0 0 0,1-1 0 0 0,-1 1 0 0 0,1 7 0 0 0,1-9 11 0 0,0 0-1 0 0,0 0 1 0 0,0 0-1 0 0,0 0 1 0 0,1-1-1 0 0,0 1 0 0 0,-1 0 1 0 0,1-1-1 0 0,0 1 1 0 0,0-1-1 0 0,0 0 1 0 0,1 0-1 0 0,-1 1 0 0 0,1-1 1 0 0,-1-1-1 0 0,1 1 1 0 0,-1 0-1 0 0,1-1 1 0 0,5 3-1 0 0,63 22 103 0 0,-59-22-90 0 0,23 7-430 0 0,-1-2-1 0 0,2-2 1 0 0,-1-1 0 0 0,62 2 0 0 0,-58-9-344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6.8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0 133 3356 0 0,'2'-5'65'0'0,"-1"-1"0"0"0,-1 0 0 0 0,1 1-1 0 0,-1-1 1 0 0,0 0 0 0 0,-1-7 0 0 0,3-30 1087 0 0,-1 19-49 0 0,-2 7-845 0 0,2 15-262 0 0,-1 8-99 0 0,11 78 117 0 0,3 0 1 0 0,4-1-1 0 0,54 153 1 0 0,-63-213 75 0 0,-5-17 142 0 0,-2 0 1 0 0,1 1-1 0 0,-1-1 1 0 0,0 1-1 0 0,0 0 0 0 0,-1-1 1 0 0,1 8-1 0 0,-7-17-79 0 0,-5-6-109 0 0,0 0 0 0 0,0-1 0 0 0,1 0 0 0 0,0-1 0 0 0,1 0 0 0 0,0 0 0 0 0,0 0 0 0 0,2-1 0 0 0,-1-1 0 0 0,1 1 0 0 0,-5-19-1 0 0,10 29-75 0 0,0 0 0 0 0,0 1-1 0 0,1-2 1 0 0,-1 1 0 0 0,0 0-1 0 0,1 0 1 0 0,0 0-1 0 0,-1 0 1 0 0,1 0 0 0 0,0 0-1 0 0,0 0 1 0 0,0 0-1 0 0,0-1 1 0 0,1 1 0 0 0,-1 0-1 0 0,1 0 1 0 0,-1 0-1 0 0,1 0 1 0 0,0 0 0 0 0,-1 0-1 0 0,3-3 1 0 0,-1 2-8 0 0,0 1 0 0 0,1 0 0 0 0,-1 0-1 0 0,0 0 1 0 0,1 0 0 0 0,-1 1 0 0 0,1-1 0 0 0,0 0 0 0 0,-1 1 0 0 0,1 0 0 0 0,0 0 0 0 0,0 0 0 0 0,0 0 0 0 0,0 0-1 0 0,5 0 1 0 0,19-3-82 0 0,-1 2-1 0 0,1 0 1 0 0,0 2 0 0 0,0 1-1 0 0,0 2 1 0 0,0 0-1 0 0,29 8 1 0 0,16 8-85 0 0,90 34-1 0 0,-144-46 136 0 0,1 0 0 0 0,-1 1-1 0 0,0 0 1 0 0,-1 2 0 0 0,27 18-1 0 0,-43-27 69 0 0,0 0 1 0 0,0-1-1 0 0,-1 1 0 0 0,1 0 0 0 0,0-1 0 0 0,0 1 0 0 0,-1 0 0 0 0,1 0 1 0 0,0 0-1 0 0,-1 0 0 0 0,1 0 0 0 0,-1 0 0 0 0,1 0 0 0 0,-1 0 1 0 0,0 0-1 0 0,1 0 0 0 0,-1 0 0 0 0,0 0 0 0 0,0 0 0 0 0,0 0 1 0 0,0 0-1 0 0,0 0 0 0 0,0 0 0 0 0,0 0 0 0 0,0 0 0 0 0,0 0 1 0 0,0 0-1 0 0,0 0 0 0 0,-1 0 0 0 0,1 0 0 0 0,0 0 0 0 0,-1 0 0 0 0,1 0 1 0 0,-1 0-1 0 0,1 0 0 0 0,-1 0 0 0 0,0 0 0 0 0,1 0 0 0 0,-1 0 1 0 0,0-1-1 0 0,0 1 0 0 0,1 0 0 0 0,-1-1 0 0 0,0 1 0 0 0,0 0 1 0 0,0-1-1 0 0,0 1 0 0 0,0-1 0 0 0,0 1 0 0 0,-1 0 0 0 0,-7 3-7 0 0,0 0 0 0 0,0 0-1 0 0,0 0 1 0 0,-12 2 0 0 0,-34 8 150 0 0,0-3 0 0 0,-1-2 1 0 0,-93 3-1 0 0,129-16-184 0 0,19-6-818 0 0,2 7 645 0 0,1 1 1 0 0,-1 0-1 0 0,1-1 1 0 0,0 1-1 0 0,0 0 1 0 0,0 0-1 0 0,0 1 1 0 0,1-1-1 0 0,3-2 1 0 0,18-10-870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7.3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151 218 3692 0 0,'0'0'-192'0'0,"-2"3"-283"0"0,2-3 470 0 0,0 0 1 0 0,0 0 0 0 0,0 0 0 0 0,0 1-1 0 0,0-1 1 0 0,0 0 0 0 0,0 0 0 0 0,0 1-1 0 0,0-1 1 0 0,0 0 0 0 0,0 0-1 0 0,0 1 1 0 0,0-1 0 0 0,0 0 0 0 0,0 0-1 0 0,0 0 1 0 0,0 1 0 0 0,0-1 0 0 0,1 0-1 0 0,-1 0 1 0 0,0 0 0 0 0,0 1 0 0 0,0-1-1 0 0,0 0 1 0 0,0 0 0 0 0,1 0 0 0 0,-1 0-1 0 0,0 0 1 0 0,0 1 0 0 0,0-1 0 0 0,1 0-1 0 0,-1 0 1 0 0,0 0 0 0 0,0 0 0 0 0,0 0-1 0 0,1 0 1 0 0,-1 0 0 0 0,0 0 0 0 0,0 0-1 0 0,0 0 1 0 0,1 0 0 0 0,-1 1 0 0 0,0-1-1 0 0,0-1 1 0 0,1 1 0 0 0,-1 0 0 0 0,0 0-1 0 0,0 0 1 0 0,0 0 0 0 0,1 0 0 0 0,-1 0-1 0 0,0 0 1 0 0,0 0 0 0 0,1 0 0 0 0,-1 0-1 0 0,15-4-12 0 0,-1-1 1 0 0,0 0-1 0 0,0-1 0 0 0,0 0 0 0 0,-1-1 0 0 0,15-10 0 0 0,-22 13 52 0 0,-1 1 0 0 0,0-1-1 0 0,0-1 1 0 0,0 1-1 0 0,-1-1 1 0 0,0 0-1 0 0,0 0 1 0 0,0 0-1 0 0,0-1 1 0 0,-1 1 0 0 0,0-1-1 0 0,0 0 1 0 0,0 0-1 0 0,-1 0 1 0 0,0 0-1 0 0,0 0 1 0 0,-1 0-1 0 0,2-7 1 0 0,-3 10-17 0 0,0 1-1 0 0,0-1 1 0 0,1 1 0 0 0,-2-1 0 0 0,1 1-1 0 0,0 0 1 0 0,0-1 0 0 0,-1 1-1 0 0,1-1 1 0 0,-1 1 0 0 0,0 0 0 0 0,0 0-1 0 0,0-1 1 0 0,0 1 0 0 0,0 0 0 0 0,0 0-1 0 0,-1 0 1 0 0,1 0 0 0 0,-1 0-1 0 0,1 0 1 0 0,-1 0 0 0 0,0 1 0 0 0,1-1-1 0 0,-1 1 1 0 0,0-1 0 0 0,0 1-1 0 0,0 0 1 0 0,-5-3 0 0 0,1 2-13 0 0,0 1 0 0 0,0-1 0 0 0,0 1 0 0 0,0 0 1 0 0,0 0-1 0 0,0 1 0 0 0,-1-1 0 0 0,1 2 0 0 0,0-1 0 0 0,0 1 0 0 0,0-1 1 0 0,-8 4-1 0 0,-1-1-21 0 0,1 2 1 0 0,1 0 0 0 0,-1 0-1 0 0,1 2 1 0 0,0-1-1 0 0,0 2 1 0 0,1 0 0 0 0,-16 12-1 0 0,21-14 9 0 0,0 0 0 0 0,0 1 0 0 0,0-1 1 0 0,0 2-1 0 0,1-1 0 0 0,1 1 0 0 0,-1 0 0 0 0,1 0 0 0 0,0 0 0 0 0,1 1 0 0 0,0-1 0 0 0,1 1 0 0 0,-4 13 0 0 0,6-18 12 0 0,1-1-1 0 0,0 0 0 0 0,1 1 1 0 0,-1-1-1 0 0,1 1 1 0 0,-1-1-1 0 0,1 0 0 0 0,0 1 1 0 0,0-1-1 0 0,0 0 0 0 0,1 0 1 0 0,-1 0-1 0 0,1 0 0 0 0,0 0 1 0 0,0 0-1 0 0,0 0 1 0 0,0-1-1 0 0,0 1 0 0 0,1-1 1 0 0,-1 1-1 0 0,1-1 0 0 0,-1 0 1 0 0,1 0-1 0 0,0 0 0 0 0,0 0 1 0 0,5 2-1 0 0,9 5 35 0 0,1 0-1 0 0,0-1 0 0 0,22 7 1 0 0,-35-13-35 0 0,19 6-167 0 0,1 0 0 0 0,1-2 0 0 0,-1 0 0 0 0,1-2-1 0 0,0-1 1 0 0,0-1 0 0 0,0-1 0 0 0,1-1-1 0 0,25-4 1 0 0,-4-3-295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2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363 34 3116 0 0,'-30'-13'162'0'0,"18"8"-146"0"0,-1 1 0 0 0,0 1 0 0 0,0 0 0 0 0,-1 0 0 0 0,1 2 0 0 0,0 0 1 0 0,-1 0-1 0 0,1 1 0 0 0,0 1 0 0 0,-1 0 0 0 0,1 1 0 0 0,0 0 0 0 0,0 1 0 0 0,0 0 0 0 0,0 1 0 0 0,1 1 0 0 0,-1 0 0 0 0,1 1 0 0 0,0 0 0 0 0,1 1 0 0 0,-21 15 0 0 0,30-21-14 0 0,0 1 1 0 0,0-1-1 0 0,-1 1 0 0 0,1 0 0 0 0,0 0 1 0 0,1 0-1 0 0,-1 0 0 0 0,0 0 1 0 0,0 0-1 0 0,1 0 0 0 0,-1 1 0 0 0,1-1 1 0 0,0 1-1 0 0,0-1 0 0 0,0 1 0 0 0,0-1 1 0 0,0 1-1 0 0,1 0 0 0 0,-1 3 1 0 0,1-4 4 0 0,1 0 0 0 0,0 1 0 0 0,-1-1 0 0 0,1 0 0 0 0,1 1 0 0 0,-1-1 0 0 0,0 0 0 0 0,0 0 0 0 0,1 0 0 0 0,-1 0 0 0 0,1 0 0 0 0,-1-1 0 0 0,1 1 0 0 0,0 0 0 0 0,0-1 0 0 0,0 1 0 0 0,0-1 0 0 0,0 1 0 0 0,0-1 0 0 0,0 0 0 0 0,5 2 0 0 0,6 3 14 0 0,0 0-1 0 0,0-1 1 0 0,1-1-1 0 0,0 0 1 0 0,0 0-1 0 0,0-2 1 0 0,0 0-1 0 0,0 0 1 0 0,0-1-1 0 0,19-2 1 0 0,-27 1-10 0 0,0 0 0 0 0,0-1 0 0 0,0 0 0 0 0,0 0 0 0 0,0 0 0 0 0,-1-1 0 0 0,1 0 0 0 0,0 0 1 0 0,-1-1-1 0 0,1 1 0 0 0,-1-1 0 0 0,0 0 0 0 0,0-1 0 0 0,0 1 0 0 0,0-1 0 0 0,0 0 0 0 0,-1 0 0 0 0,0-1 0 0 0,0 1 0 0 0,0-1 0 0 0,0 0 0 0 0,-1 0 0 0 0,0 0 1 0 0,0 0-1 0 0,0-1 0 0 0,2-7 0 0 0,24-74 1190 0 0,-28 85-1196 0 0,-2 7-151 0 0,-2 15 137 0 0,1 0-1 0 0,1 0 1 0 0,1 0-1 0 0,1 0 1 0 0,1 0-1 0 0,0 0 1 0 0,1 0-1 0 0,2-1 1 0 0,8 27-1 0 0,11 18 49 0 0,45 86-1 0 0,-39-88-21 0 0,-25-53-8 0 0,-1 1-1 0 0,0-1 1 0 0,-1 1-1 0 0,0 0 1 0 0,-1 0-1 0 0,0 0 0 0 0,0 0 1 0 0,-1 1-1 0 0,0-1 1 0 0,-1 0-1 0 0,0 1 1 0 0,-2 11-1 0 0,1-15 2 0 0,-1-1 0 0 0,0 1-1 0 0,0-1 1 0 0,-1 1-1 0 0,0-1 1 0 0,0 0 0 0 0,0 0-1 0 0,-1-1 1 0 0,0 1-1 0 0,0-1 1 0 0,0 0-1 0 0,-1 0 1 0 0,1 0 0 0 0,-1 0-1 0 0,-1-1 1 0 0,1 0-1 0 0,0 0 1 0 0,-1 0 0 0 0,-8 3-1 0 0,-3 2 13 0 0,-1-1 0 0 0,1-1 0 0 0,-2-1-1 0 0,1-1 1 0 0,0 0 0 0 0,-1-1 0 0 0,-19 1-1 0 0,27-4 56 0 0,1 0-1 0 0,-1-1 0 0 0,1 0 0 0 0,0 0 0 0 0,-1-1 0 0 0,1-1 0 0 0,0 0 0 0 0,0 0 1 0 0,0-1-1 0 0,0 0 0 0 0,0-1 0 0 0,1 0 0 0 0,-1-1 0 0 0,-12-8 0 0 0,19 11-47 0 0,1 0-1 0 0,-1 0 0 0 0,1 0 1 0 0,0 0-1 0 0,0 0 1 0 0,0-1-1 0 0,0 1 0 0 0,0-1 1 0 0,1 0-1 0 0,-1 1 1 0 0,1-1-1 0 0,-1 0 0 0 0,1 0 1 0 0,0 0-1 0 0,0 0 1 0 0,1 0-1 0 0,-1 0 0 0 0,0 0 1 0 0,1-4-1 0 0,0 1-3 0 0,0 1 1 0 0,1-1-1 0 0,0 0 1 0 0,0 1-1 0 0,0-1 0 0 0,1 1 1 0 0,0 0-1 0 0,0-1 0 0 0,5-8 1 0 0,4-4-24 0 0,0 2 0 0 0,1-1 0 0 0,1 2 1 0 0,27-27-1 0 0,-25 29-110 0 0,2 1-1 0 0,0 0 1 0 0,1 1-1 0 0,-1 1 1 0 0,2 1-1 0 0,24-9 1 0 0,28-15-2705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26 4056 0 0,'-4'-16'654'0'0,"-2"7"1181"0"0,3 17-1823 0 0,0-1 0 0 0,1 1 1 0 0,1 0-1 0 0,-1 0 0 0 0,1 1 0 0 0,1-1 0 0 0,-1 0 0 0 0,1 0 0 0 0,1 0 0 0 0,0 0 0 0 0,0 0 0 0 0,0 0 0 0 0,1 0 0 0 0,0 0 0 0 0,1 0 1 0 0,3 7-1 0 0,-4-10-84 0 0,1 0 1 0 0,0 0-1 0 0,0 0 0 0 0,0-1 1 0 0,1 1-1 0 0,0-1 1 0 0,0 0-1 0 0,0 0 1 0 0,0-1-1 0 0,1 1 1 0 0,-1-1-1 0 0,1 0 1 0 0,0 0-1 0 0,0 0 0 0 0,0-1 1 0 0,0 0-1 0 0,0 0 1 0 0,1 0-1 0 0,-1 0 1 0 0,1-1-1 0 0,-1 0 1 0 0,1 0-1 0 0,0-1 1 0 0,-1 1-1 0 0,7-2 0 0 0,10 0-1456 0 0,5-2 22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23 4756 0 0,'-43'-22'1230'0'0,"42"22"-1509"0"0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9.4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 3884 0 0,'-24'35'448'0'0,"24"-33"-466"0"0,-3 38-88 0 0,7-18 101 0 0,0 0 0 0 0,2-1 0 0 0,1 0 0 0 0,0 0 0 0 0,14 26 0 0 0,-6-11 40 0 0,-5-9 2005 0 0,-20-43-663 0 0,-16-48-568 0 0,24 53-789 0 0,1 0 0 0 0,0-1 0 0 0,1 1 0 0 0,0-1 0 0 0,1 1 0 0 0,0-1 0 0 0,4-14 0 0 0,-4 21-50 0 0,0 0 0 0 0,1 0 0 0 0,-1 1 0 0 0,1-1 0 0 0,0 1 0 0 0,1-1 0 0 0,-1 1 0 0 0,1 0 0 0 0,0 0 0 0 0,0 0-1 0 0,0 0 1 0 0,0 0 0 0 0,1 1 0 0 0,-1-1 0 0 0,1 1 0 0 0,0 0 0 0 0,0 0 0 0 0,0 1 0 0 0,5-3 0 0 0,-4 3 0 0 0,0 1-1 0 0,0 0 1 0 0,0 0-1 0 0,0 1 1 0 0,-1-1-1 0 0,1 1 1 0 0,0 0 0 0 0,0 1-1 0 0,0-1 1 0 0,0 1-1 0 0,0 0 1 0 0,0 0-1 0 0,0 0 1 0 0,0 1-1 0 0,-1 0 1 0 0,1 0 0 0 0,-1 0-1 0 0,1 0 1 0 0,-1 1-1 0 0,8 5 1 0 0,9 8-55 0 0,-1 0 1 0 0,30 31-1 0 0,-41-38 41 0 0,36 31-43 0 0,-27-25-14 0 0,0 1 0 0 0,-1 1 0 0 0,18 24 0 0 0,-28-35-217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56 3872 0 0,'0'-1'6'0'0,"-1"1"0"0"0,1-1-1 0 0,0 1 1 0 0,-1-1 0 0 0,1 1-1 0 0,-1-1 1 0 0,1 1 0 0 0,-1-1-1 0 0,1 1 1 0 0,-1-1 0 0 0,1 1-1 0 0,-1 0 1 0 0,1-1 0 0 0,-1 1-1 0 0,1 0 1 0 0,-1 0 0 0 0,1-1-1 0 0,-1 1 1 0 0,0 0 0 0 0,1 0-1 0 0,-1 0 1 0 0,0 0-1 0 0,1 0 1 0 0,-1 0 0 0 0,1 0-1 0 0,-1 0 1 0 0,0 0 0 0 0,1 0-1 0 0,-1 0 1 0 0,0 0 0 0 0,1 0-1 0 0,-1 0 1 0 0,1 1 0 0 0,-1-1-1 0 0,0 0 1 0 0,1 0 0 0 0,-1 1-1 0 0,0 0 1 0 0,0 1-11 0 0,0 0 1 0 0,0-1-1 0 0,1 1 0 0 0,-1 1 1 0 0,0-1-1 0 0,1 0 0 0 0,-1 0 1 0 0,1 0-1 0 0,0 0 0 0 0,0 0 1 0 0,0 4-1 0 0,9 62-137 0 0,18 29 3953 0 0,-33-109-3659 0 0,0 0 0 0 0,1 0 0 0 0,-5-22-1 0 0,7 21-126 0 0,2 0-1 0 0,-1 0 0 0 0,2 0 0 0 0,-1 0 1 0 0,3-17-1 0 0,-1 26-55 0 0,0 1-1 0 0,0-1 1 0 0,0 0 0 0 0,0 0-1 0 0,0 1 1 0 0,1-1 0 0 0,-1 1-1 0 0,1-1 1 0 0,0 1 0 0 0,0 0-1 0 0,1 0 1 0 0,-1 0 0 0 0,1 0-1 0 0,-1 0 1 0 0,1 0-1 0 0,0 1 1 0 0,0-1 0 0 0,0 1-1 0 0,0 0 1 0 0,1 0 0 0 0,6-3-1 0 0,-4 3 0 0 0,-1 0-1 0 0,1 1 1 0 0,-1 0-1 0 0,1 0 1 0 0,0 0-1 0 0,0 1 0 0 0,-1 0 1 0 0,1 0-1 0 0,0 0 1 0 0,0 1-1 0 0,-1 0 1 0 0,1 0-1 0 0,0 1 1 0 0,-1-1-1 0 0,1 1 0 0 0,-1 0 1 0 0,6 3-1 0 0,9 5-56 0 0,-2 0-1 0 0,1 2 0 0 0,20 15 1 0 0,-23-14 2 0 0,-2 1 0 0 0,21 22 1 0 0,-23-21-6 0 0,2-1 1 0 0,21 17-1 0 0,-33-30 1 0 0,0 1 0 0 0,0-1 1 0 0,-1 0-1 0 0,1 0 0 0 0,-1 1 0 0 0,1-1 1 0 0,-1 1-1 0 0,0-1 0 0 0,1 1 0 0 0,-1-1 0 0 0,0 1 1 0 0,0 0-1 0 0,0 0 0 0 0,0 0 0 0 0,0 0 1 0 0,-1-1-1 0 0,1 1 0 0 0,0 0 0 0 0,-1 0 1 0 0,0 0-1 0 0,1 3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3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4344 0 0,'0'0'36'0'0,"0"0"-43"0"0,0 0-1 0 0,0-1 0 0 0,0 1 1 0 0,0 0-1 0 0,0 0 0 0 0,0 0 1 0 0,0-1-1 0 0,0 1 0 0 0,0 0 1 0 0,1 0-1 0 0,-1-1 0 0 0,0 1 1 0 0,0 0-1 0 0,0 0 0 0 0,0 0 1 0 0,1 0-1 0 0,-1-1 0 0 0,0 1 1 0 0,0 0-1 0 0,0 0 0 0 0,1 0 1 0 0,-1 0-1 0 0,0 0 0 0 0,0 0 1 0 0,0-1-1 0 0,1 1 0 0 0,-1 0 1 0 0,0 0-1 0 0,0 0 0 0 0,1 0 1 0 0,-1 0-1 0 0,0 0 0 0 0,0 0 0 0 0,1 0 1 0 0,-1 0-1 0 0,0 0 0 0 0,0 0 1 0 0,1 0-1 0 0,-1 0 0 0 0,0 0 1 0 0,0 1-1 0 0,0-1 0 0 0,1 0 1 0 0,-1 0-1 0 0,0 0 0 0 0,0 0 1 0 0,1 0-1 0 0,-1 0 0 0 0,0 1 1 0 0,0-1-1 0 0,51 199-1277 0 0,-43-190-231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35 3148 0 0,'-8'-10'764'0'0,"5"3"336"0"0,-5-1-31 0 0,2-2-1305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1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 1 3992 0 0,'-3'5'-193'0'0,"0"0"1"0"0,0 0-1 0 0,1 1 0 0 0,0-1 0 0 0,0 1 0 0 0,0-1 0 0 0,1 1 0 0 0,0 0 0 0 0,-1 11 0 0 0,0 59 277 0 0,3-48-215 0 0,1 48 5364 0 0,-12-92-4835 0 0,7 10-322 0 0,1-1 0 0 0,0 0 1 0 0,1 1-1 0 0,-1-1 0 0 0,1 0 1 0 0,1 0-1 0 0,-1 0 0 0 0,1 0 0 0 0,1 0 1 0 0,-1 0-1 0 0,1 0 0 0 0,0 0 1 0 0,0 1-1 0 0,1-1 0 0 0,0 0 1 0 0,1 1-1 0 0,-1-1 0 0 0,1 1 1 0 0,0 0-1 0 0,1 0 0 0 0,4-8 1 0 0,-4 11-95 0 0,-1-1 0 0 0,1 1 1 0 0,0-1-1 0 0,0 1 0 0 0,0 0 1 0 0,1 0-1 0 0,-1 1 1 0 0,1 0-1 0 0,-1-1 0 0 0,1 1 1 0 0,0 1-1 0 0,0-1 1 0 0,0 1-1 0 0,0 0 0 0 0,0 0 1 0 0,0 0-1 0 0,7 0 0 0 0,-5 2-14 0 0,0 0 0 0 0,0 0-1 0 0,0 1 1 0 0,0-1 0 0 0,0 2-1 0 0,-1-1 1 0 0,1 1 0 0 0,-1 0 0 0 0,1 0-1 0 0,-1 0 1 0 0,7 6 0 0 0,4 5-47 0 0,0 0 1 0 0,-1 1 0 0 0,0 1 0 0 0,-1 1 0 0 0,-1 0 0 0 0,23 36-1 0 0,-25-35 4 0 0,-9-15 15 0 0,0 0 0 0 0,-1 0-1 0 0,0 0 1 0 0,1 0 0 0 0,-1 1 0 0 0,-1-1 0 0 0,1 0 0 0 0,0 1 0 0 0,-1 0 0 0 0,1-1 0 0 0,-1 1-1 0 0,0 0 1 0 0,-1-1 0 0 0,1 1 0 0 0,0 7 0 0 0,-2-9-279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2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222 37 4668 0 0,'1'0'-3'0'0,"-1"0"-1"0"0,1-1 1 0 0,-1 1-1 0 0,1-1 0 0 0,-1 1 1 0 0,0-1-1 0 0,1 1 1 0 0,-1-1-1 0 0,0 1 0 0 0,1-1 1 0 0,-1 1-1 0 0,0-1 1 0 0,1 1-1 0 0,-1-1 0 0 0,0 0 1 0 0,0 1-1 0 0,0-1 1 0 0,0 0-1 0 0,0 1 0 0 0,0-1 1 0 0,0 1-1 0 0,0-1 0 0 0,0 0 1 0 0,0 1-1 0 0,0-1 1 0 0,0 0-1 0 0,0 1 0 0 0,0-1 1 0 0,0 1-1 0 0,-1-1 1 0 0,1 0-1 0 0,0 1 0 0 0,0-1 1 0 0,-1 1-1 0 0,1-1 1 0 0,0 1-1 0 0,-1-1 0 0 0,1 1 1 0 0,-1-1-1 0 0,0 0 1 0 0,-1-1 6 0 0,0 1 1 0 0,1 0 0 0 0,-1-1-1 0 0,0 1 1 0 0,0 0 0 0 0,0 0-1 0 0,0 0 1 0 0,0 0 0 0 0,-1 0-1 0 0,-3 0 1 0 0,4 0-26 0 0,-2 2-3 0 0,-1-1 16 0 0,1 0 1 0 0,0 0 0 0 0,0 0 0 0 0,0 1 0 0 0,0-1-1 0 0,-1 1 1 0 0,1 0 0 0 0,0 1 0 0 0,0-1-1 0 0,1 1 1 0 0,-1 0 0 0 0,0 0 0 0 0,0 0-1 0 0,1 0 1 0 0,0 0 0 0 0,-1 1 0 0 0,1 0-1 0 0,0-1 1 0 0,0 1 0 0 0,0 0 0 0 0,0 1-1 0 0,1-1 1 0 0,0 0 0 0 0,-1 1 0 0 0,1 0-1 0 0,-2 3 1 0 0,4-5 15 0 0,0 0 0 0 0,0 0 1 0 0,0 0-1 0 0,0-1 0 0 0,0 1 0 0 0,1 0 0 0 0,-1 0 0 0 0,0-1 1 0 0,1 1-1 0 0,-1 0 0 0 0,1 0 0 0 0,0-1 0 0 0,0 1 0 0 0,-1-1 1 0 0,1 1-1 0 0,0 0 0 0 0,0-1 0 0 0,1 0 0 0 0,-1 1 0 0 0,0-1 1 0 0,0 0-1 0 0,3 3 0 0 0,31 22 55 0 0,-31-24-64 0 0,0 1-1 0 0,0-1 1 0 0,0 0-1 0 0,1 0 1 0 0,-1-1-1 0 0,1 1 1 0 0,-1-1-1 0 0,1 0 1 0 0,-1 0-1 0 0,1-1 1 0 0,0 1-1 0 0,-1-1 1 0 0,1 0-1 0 0,0-1 0 0 0,-1 1 1 0 0,1-1-1 0 0,0 1 1 0 0,-1-1-1 0 0,1-1 1 0 0,-1 1-1 0 0,1-1 1 0 0,-1 0-1 0 0,0 0 1 0 0,0 0-1 0 0,0 0 1 0 0,0-1-1 0 0,0 1 1 0 0,0-1-1 0 0,-1 0 1 0 0,1 0-1 0 0,-1-1 0 0 0,0 1 1 0 0,0-1-1 0 0,0 1 1 0 0,0-1-1 0 0,-1 0 1 0 0,1 0-1 0 0,2-7 1 0 0,0 1 469 0 0,17-26 1222 0 0,-21 36-1684 0 0,-1 0-1 0 0,0 0 0 0 0,0 0 0 0 0,0 0 0 0 0,0 0 0 0 0,0 0 0 0 0,0 0 0 0 0,0 0 0 0 0,1 0 0 0 0,-1 0 1 0 0,0 0-1 0 0,0 0 0 0 0,0 0 0 0 0,0 0 0 0 0,0 0 0 0 0,0 0 0 0 0,0 0 0 0 0,1 0 0 0 0,-1 0 1 0 0,0 0-1 0 0,0 0 0 0 0,0 0 0 0 0,0 0 0 0 0,0 0 0 0 0,0 0 0 0 0,1 0 0 0 0,-1 0 0 0 0,0 0 1 0 0,0 0-1 0 0,0 1 0 0 0,0-1 0 0 0,0 0 0 0 0,0 0 0 0 0,0 0 0 0 0,0 0 0 0 0,0 0 0 0 0,0 0 1 0 0,1 0-1 0 0,-1 0 0 0 0,0 0 0 0 0,0 1 0 0 0,0-1 0 0 0,0 0 0 0 0,0 0 0 0 0,0 0 0 0 0,0 0 0 0 0,0 0 1 0 0,0 0-1 0 0,0 1 0 0 0,0-1 0 0 0,0 0 0 0 0,0 0 0 0 0,0 0 0 0 0,0 0 0 0 0,0 0 0 0 0,0 0 1 0 0,0 1-1 0 0,0-1 0 0 0,0 0 0 0 0,0 0 0 0 0,0 0 0 0 0,0 0 0 0 0,-1 0 0 0 0,1 0 0 0 0,0 0 1 0 0,0 1-1 0 0,-3 26-163 0 0,-2 2 146 0 0,2-1 0 0 0,1 1 0 0 0,2 0 0 0 0,5 52 0 0 0,29 108 30 0 0,-18-118-42 0 0,6 82 0 0 0,-21-140 16 0 0,0 1 0 0 0,-1-1 0 0 0,-1 1 1 0 0,0 0-1 0 0,-1-1 0 0 0,-1 0 0 0 0,0 1 1 0 0,0-1-1 0 0,-2 0 0 0 0,1 0 0 0 0,-8 12 0 0 0,7-16 12 0 0,0 0 0 0 0,-1-1-1 0 0,0 0 1 0 0,0 0 0 0 0,-1 0-1 0 0,0-1 1 0 0,-1 0-1 0 0,1-1 1 0 0,-1 1 0 0 0,-1-1-1 0 0,1-1 1 0 0,-1 0-1 0 0,0 0 1 0 0,0-1 0 0 0,-13 5-1 0 0,4-3 21 0 0,0-1 0 0 0,0 0-1 0 0,-1-1 1 0 0,-27 1 0 0 0,40-4 2 0 0,1-1 1 0 0,0 1-1 0 0,0-1 0 0 0,0-1 0 0 0,0 1 1 0 0,-1-1-1 0 0,1 0 0 0 0,0 0 1 0 0,0 0-1 0 0,0-1 0 0 0,1 0 1 0 0,-1 0-1 0 0,0 0 0 0 0,0 0 1 0 0,1-1-1 0 0,0 0 0 0 0,-1 0 1 0 0,1 0-1 0 0,0 0 0 0 0,1-1 1 0 0,-5-4-1 0 0,6 5-12 0 0,1-1 0 0 0,-1 0 1 0 0,1 0-1 0 0,-1 1 0 0 0,1-1 0 0 0,0 0 0 0 0,1 0 1 0 0,-1 0-1 0 0,1 0 0 0 0,0 0 0 0 0,-1 0 0 0 0,2 0 1 0 0,-1 0-1 0 0,0 0 0 0 0,1 0 0 0 0,0 0 0 0 0,0 0 1 0 0,0 0-1 0 0,1 0 0 0 0,-1 0 0 0 0,1 1 0 0 0,0-1 1 0 0,0 0-1 0 0,0 1 0 0 0,4-6 0 0 0,3-3-14 0 0,0-1-1 0 0,1 1 1 0 0,1 1 0 0 0,0 0-1 0 0,17-14 1 0 0,-12 12-133 0 0,1 1 0 0 0,1 0 0 0 0,0 1 0 0 0,1 1 1 0 0,0 1-1 0 0,0 1 0 0 0,1 0 0 0 0,0 2 0 0 0,1 0 1 0 0,-1 1-1 0 0,1 1 0 0 0,24-1 0 0 0,-42 5-357 0 0,13 2-1688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0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1 299 24575,'0'0'0,"0"0"0,0-1 0,0 1 0,0 0 0,0 0 0,0 0 0,0 0 0,0-1 0,0 1 0,0 0 0,0 0 0,0 0 0,0 0 0,0 0 0,0-1 0,0 1 0,0 0 0,0 0 0,0 0 0,1 0 0,-1 0 0,0-1 0,0 1 0,0 0 0,0 0 0,0 0 0,0 0 0,0 0 0,1 0 0,-1 0 0,0 0 0,0 0 0,0 0 0,0-1 0,0 1 0,1 0 0,-1 0 0,0 0 0,0 0 0,0 0 0,0 0 0,0 0 0,1 0 0,-1 0 0,0 0 0,0 0 0,0 0 0,0 0 0,1 0 0,-1 1 0,0-1 0,0 0 0,0 0 0,0 0 0,1 0 0,11 9 0,10 13 0,46 66 0,-38-47 0,56 59 0,-84-98 0,0 0 0,0-1 0,0 1 0,1 0 0,-1-1 0,0 0 0,1 1 0,-1-1 0,1 0 0,-1 0 0,1 0 0,0-1 0,-1 1 0,1-1 0,0 1 0,-1-1 0,1 0 0,0 0 0,0 0 0,-1 0 0,1-1 0,0 1 0,-1-1 0,1 1 0,0-1 0,-1 0 0,1 0 0,-1 0 0,1-1 0,-1 1 0,0 0 0,0-1 0,3-2 0,9-7 0,-1 0 0,0-2 0,-1 1 0,13-19 0,-6 9 0,338-369 0,-305 325-1365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4.3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24575,'1070'0'-1365,"-1048"0"-5461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7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24575,'3545'0'-1365,"-3515"0"-5461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17.5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0 455 24575,'2'12'0,"0"0"0,1 0 0,0 0 0,1 0 0,1-1 0,0 0 0,10 18 0,-3-4 0,-8-18 0,13 31 0,1 0 0,2-2 0,2-1 0,37 47 0,-58-80 0,1 0 0,0-1 0,0 1 0,0-1 0,0 1 0,0-1 0,0 1 0,0-1 0,1 0 0,-1 0 0,0 0 0,1 0 0,-1-1 0,1 1 0,-1-1 0,1 1 0,-1-1 0,1 0 0,-1 0 0,1 0 0,-1 0 0,1-1 0,-1 1 0,1-1 0,-1 1 0,1-1 0,-1 0 0,0 0 0,1 0 0,-1 0 0,0 0 0,0 0 0,4-4 0,7-4 0,-1-2 0,0 1 0,-1-1 0,14-17 0,-25 27 0,119-133 60,162-140 0,-199 204-431,2 5-1,3 3 1,129-69 0,-164 105-6455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19.5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1 287 24575,'0'-5'0,"8"4"0,17 19 0,11 14 0,6 7 0,-2 5 0,-7 0 0,-4-8 0,-4-15 0,8-27 0,15-39 0,12-30 0,9-18 0,2 1 0,-12 9 0,-11 13 0,-14 19-8191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1.0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49 24575,'4'-5'0,"6"-5"0,14-1 0,21 1 0,32 3 0,21 2 0,15 6 0,1 3 0,-14 1 0,-16 4 0,-9 1 0,-8-3 0,-12 8 0,-15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3.1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24575,'4'0'0,"10"5"0,12 0 0,14 5 0,13 0 0,19-1 0,37 6 0,38 9 0,33 5 0,33-2 0,16-6 0,-10-7 0,-17-5 0,-29-5 0,-40-2 0,-42-3-8191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5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1 396 24575,'0'4'0,"0"10"0,0 12 0,0 9 0,4 4 0,6-5 0,6-9 0,8-16 0,14-24 0,17-34 0,16-31 0,19-15 0,-3 1 0,2 7 0,-15 14 0,-15 19 0,-18 20-8191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6.7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0 331 24575,'0'5'0,"5"5"0,0 5 0,5 5 0,5 7 0,-1 4 0,6 1 0,5-6 0,14-10 0,36-22 0,26-23 0,27-27 0,21-18 0,12-13 0,-5 3 0,-15 8 0,-24 17 0,-31 18-8191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7.4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0 186 24575,'0'5'0,"0"5"0,0 10 0,0 5 0,5 4 0,5-4 0,9-6 0,24-15 0,35-20 0,34-26 0,19-23 0,5-8 0,-11 3 0,-29 14-8191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9.xml"/><Relationship Id="rId18" Type="http://schemas.openxmlformats.org/officeDocument/2006/relationships/customXml" Target="../ink/ink14.xml"/><Relationship Id="rId26" Type="http://schemas.openxmlformats.org/officeDocument/2006/relationships/customXml" Target="../ink/ink19.xml"/><Relationship Id="rId3" Type="http://schemas.openxmlformats.org/officeDocument/2006/relationships/image" Target="../media/image3.png"/><Relationship Id="rId21" Type="http://schemas.openxmlformats.org/officeDocument/2006/relationships/image" Target="../media/image7.png"/><Relationship Id="rId7" Type="http://schemas.openxmlformats.org/officeDocument/2006/relationships/image" Target="../media/image5.png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5" Type="http://schemas.openxmlformats.org/officeDocument/2006/relationships/image" Target="../media/image9.png"/><Relationship Id="rId2" Type="http://schemas.openxmlformats.org/officeDocument/2006/relationships/customXml" Target="../ink/ink2.xml"/><Relationship Id="rId16" Type="http://schemas.openxmlformats.org/officeDocument/2006/relationships/customXml" Target="../ink/ink12.xml"/><Relationship Id="rId20" Type="http://schemas.openxmlformats.org/officeDocument/2006/relationships/customXml" Target="../ink/ink16.xml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customXml" Target="../ink/ink7.xml"/><Relationship Id="rId24" Type="http://schemas.openxmlformats.org/officeDocument/2006/relationships/customXml" Target="../ink/ink18.xml"/><Relationship Id="rId5" Type="http://schemas.openxmlformats.org/officeDocument/2006/relationships/image" Target="../media/image4.png"/><Relationship Id="rId15" Type="http://schemas.openxmlformats.org/officeDocument/2006/relationships/customXml" Target="../ink/ink11.xml"/><Relationship Id="rId23" Type="http://schemas.openxmlformats.org/officeDocument/2006/relationships/image" Target="../media/image8.png"/><Relationship Id="rId28" Type="http://schemas.openxmlformats.org/officeDocument/2006/relationships/customXml" Target="../ink/ink20.xml"/><Relationship Id="rId10" Type="http://schemas.openxmlformats.org/officeDocument/2006/relationships/customXml" Target="../ink/ink6.xml"/><Relationship Id="rId19" Type="http://schemas.openxmlformats.org/officeDocument/2006/relationships/customXml" Target="../ink/ink15.xml"/><Relationship Id="rId31" Type="http://schemas.openxmlformats.org/officeDocument/2006/relationships/customXml" Target="../ink/ink23.xml"/><Relationship Id="rId4" Type="http://schemas.openxmlformats.org/officeDocument/2006/relationships/customXml" Target="../ink/ink3.xml"/><Relationship Id="rId9" Type="http://schemas.openxmlformats.org/officeDocument/2006/relationships/image" Target="../media/image6.png"/><Relationship Id="rId14" Type="http://schemas.openxmlformats.org/officeDocument/2006/relationships/customXml" Target="../ink/ink10.xml"/><Relationship Id="rId22" Type="http://schemas.openxmlformats.org/officeDocument/2006/relationships/customXml" Target="../ink/ink17.xml"/><Relationship Id="rId27" Type="http://schemas.openxmlformats.org/officeDocument/2006/relationships/image" Target="../media/image10.png"/><Relationship Id="rId30" Type="http://schemas.openxmlformats.org/officeDocument/2006/relationships/customXml" Target="../ink/ink2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42.xml"/><Relationship Id="rId21" Type="http://schemas.openxmlformats.org/officeDocument/2006/relationships/customXml" Target="../ink/ink33.xml"/><Relationship Id="rId34" Type="http://schemas.openxmlformats.org/officeDocument/2006/relationships/image" Target="../media/image22.png"/><Relationship Id="rId42" Type="http://schemas.openxmlformats.org/officeDocument/2006/relationships/image" Target="../media/image26.png"/><Relationship Id="rId47" Type="http://schemas.openxmlformats.org/officeDocument/2006/relationships/customXml" Target="../ink/ink46.xml"/><Relationship Id="rId50" Type="http://schemas.openxmlformats.org/officeDocument/2006/relationships/image" Target="../media/image30.png"/><Relationship Id="rId55" Type="http://schemas.openxmlformats.org/officeDocument/2006/relationships/customXml" Target="../ink/ink50.xml"/><Relationship Id="rId7" Type="http://schemas.openxmlformats.org/officeDocument/2006/relationships/customXml" Target="../ink/ink26.xml"/><Relationship Id="rId2" Type="http://schemas.openxmlformats.org/officeDocument/2006/relationships/customXml" Target="../ink/ink24.xml"/><Relationship Id="rId16" Type="http://schemas.openxmlformats.org/officeDocument/2006/relationships/image" Target="../media/image13.png"/><Relationship Id="rId29" Type="http://schemas.openxmlformats.org/officeDocument/2006/relationships/customXml" Target="../ink/ink37.xml"/><Relationship Id="rId11" Type="http://schemas.openxmlformats.org/officeDocument/2006/relationships/customXml" Target="../ink/ink28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41.xml"/><Relationship Id="rId40" Type="http://schemas.openxmlformats.org/officeDocument/2006/relationships/image" Target="../media/image25.png"/><Relationship Id="rId45" Type="http://schemas.openxmlformats.org/officeDocument/2006/relationships/customXml" Target="../ink/ink45.xml"/><Relationship Id="rId53" Type="http://schemas.openxmlformats.org/officeDocument/2006/relationships/customXml" Target="../ink/ink49.xml"/><Relationship Id="rId58" Type="http://schemas.openxmlformats.org/officeDocument/2006/relationships/image" Target="../media/image34.png"/><Relationship Id="rId5" Type="http://schemas.openxmlformats.org/officeDocument/2006/relationships/customXml" Target="../ink/ink25.xml"/><Relationship Id="rId61" Type="http://schemas.openxmlformats.org/officeDocument/2006/relationships/image" Target="../media/image36.png"/><Relationship Id="rId19" Type="http://schemas.openxmlformats.org/officeDocument/2006/relationships/customXml" Target="../ink/ink32.xml"/><Relationship Id="rId4" Type="http://schemas.openxmlformats.org/officeDocument/2006/relationships/image" Target="../media/image70.png"/><Relationship Id="rId9" Type="http://schemas.openxmlformats.org/officeDocument/2006/relationships/customXml" Target="../ink/ink27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36.xml"/><Relationship Id="rId30" Type="http://schemas.openxmlformats.org/officeDocument/2006/relationships/image" Target="../media/image20.png"/><Relationship Id="rId35" Type="http://schemas.openxmlformats.org/officeDocument/2006/relationships/customXml" Target="../ink/ink40.xml"/><Relationship Id="rId43" Type="http://schemas.openxmlformats.org/officeDocument/2006/relationships/customXml" Target="../ink/ink44.xml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8" Type="http://schemas.openxmlformats.org/officeDocument/2006/relationships/image" Target="../media/image90.png"/><Relationship Id="rId51" Type="http://schemas.openxmlformats.org/officeDocument/2006/relationships/customXml" Target="../ink/ink48.xml"/><Relationship Id="rId12" Type="http://schemas.openxmlformats.org/officeDocument/2006/relationships/image" Target="../media/image11.png"/><Relationship Id="rId17" Type="http://schemas.openxmlformats.org/officeDocument/2006/relationships/customXml" Target="../ink/ink31.xml"/><Relationship Id="rId25" Type="http://schemas.openxmlformats.org/officeDocument/2006/relationships/customXml" Target="../ink/ink35.xml"/><Relationship Id="rId33" Type="http://schemas.openxmlformats.org/officeDocument/2006/relationships/customXml" Target="../ink/ink39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52.xml"/><Relationship Id="rId20" Type="http://schemas.openxmlformats.org/officeDocument/2006/relationships/image" Target="../media/image15.png"/><Relationship Id="rId41" Type="http://schemas.openxmlformats.org/officeDocument/2006/relationships/customXml" Target="../ink/ink43.xml"/><Relationship Id="rId5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5" Type="http://schemas.openxmlformats.org/officeDocument/2006/relationships/customXml" Target="../ink/ink30.xml"/><Relationship Id="rId23" Type="http://schemas.openxmlformats.org/officeDocument/2006/relationships/customXml" Target="../ink/ink34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47.xml"/><Relationship Id="rId57" Type="http://schemas.openxmlformats.org/officeDocument/2006/relationships/customXml" Target="../ink/ink51.xml"/><Relationship Id="rId10" Type="http://schemas.openxmlformats.org/officeDocument/2006/relationships/image" Target="../media/image100.png"/><Relationship Id="rId31" Type="http://schemas.openxmlformats.org/officeDocument/2006/relationships/customXml" Target="../ink/ink38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.xml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4.xml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0" Type="http://schemas.openxmlformats.org/officeDocument/2006/relationships/customXml" Target="../ink/ink56.xml"/><Relationship Id="rId4" Type="http://schemas.openxmlformats.org/officeDocument/2006/relationships/customXml" Target="../ink/ink53.xml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7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13" Type="http://schemas.openxmlformats.org/officeDocument/2006/relationships/image" Target="../media/image390.png"/><Relationship Id="rId18" Type="http://schemas.openxmlformats.org/officeDocument/2006/relationships/customXml" Target="../ink/ink65.xml"/><Relationship Id="rId3" Type="http://schemas.openxmlformats.org/officeDocument/2006/relationships/customXml" Target="../ink/ink58.xml"/><Relationship Id="rId7" Type="http://schemas.openxmlformats.org/officeDocument/2006/relationships/image" Target="../media/image360.png"/><Relationship Id="rId12" Type="http://schemas.openxmlformats.org/officeDocument/2006/relationships/customXml" Target="../ink/ink62.xml"/><Relationship Id="rId17" Type="http://schemas.openxmlformats.org/officeDocument/2006/relationships/image" Target="../media/image420.png"/><Relationship Id="rId2" Type="http://schemas.openxmlformats.org/officeDocument/2006/relationships/image" Target="../media/image37.png"/><Relationship Id="rId16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1" Type="http://schemas.openxmlformats.org/officeDocument/2006/relationships/image" Target="../media/image380.png"/><Relationship Id="rId5" Type="http://schemas.openxmlformats.org/officeDocument/2006/relationships/image" Target="../media/image44.png"/><Relationship Id="rId15" Type="http://schemas.openxmlformats.org/officeDocument/2006/relationships/image" Target="../media/image410.png"/><Relationship Id="rId10" Type="http://schemas.openxmlformats.org/officeDocument/2006/relationships/customXml" Target="../ink/ink61.xml"/><Relationship Id="rId19" Type="http://schemas.openxmlformats.org/officeDocument/2006/relationships/image" Target="../media/image430.png"/><Relationship Id="rId4" Type="http://schemas.openxmlformats.org/officeDocument/2006/relationships/image" Target="../media/image81.png"/><Relationship Id="rId9" Type="http://schemas.openxmlformats.org/officeDocument/2006/relationships/image" Target="../media/image370.png"/><Relationship Id="rId14" Type="http://schemas.openxmlformats.org/officeDocument/2006/relationships/customXml" Target="../ink/ink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6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32384" y="1058640"/>
            <a:ext cx="113456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Database?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“Computers don’t understand text directly… they understand numbers.”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numbers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vectors/embeddings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store these vectors into vector DB.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6E85-5ED8-4832-8FCF-E4CFE337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618625-8BD7-6986-B8DC-CFB811CA760F}"/>
              </a:ext>
            </a:extLst>
          </p:cNvPr>
          <p:cNvSpPr txBox="1"/>
          <p:nvPr/>
        </p:nvSpPr>
        <p:spPr>
          <a:xfrm>
            <a:off x="203200" y="244824"/>
            <a:ext cx="113456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(AKA Embeddings)?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powerful“ → [0.21, -0.45, 0.78, 0.11, ..., -0.45]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quick brown fox jumps”    -&gt; [0.023, -0.045, 0.128, -0.011, ..., 0.087, -0.032, 0.114]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list of numbers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( AKA embedding)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03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47BCA-58F1-636C-D14B-47CB87E8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42FFEA7-AFEE-24F4-14D2-05014E97D8FF}"/>
              </a:ext>
            </a:extLst>
          </p:cNvPr>
          <p:cNvSpPr txBox="1"/>
          <p:nvPr/>
        </p:nvSpPr>
        <p:spPr>
          <a:xfrm>
            <a:off x="349504" y="253968"/>
            <a:ext cx="11345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Contents of Vector DB 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55FED-F2F0-6C80-2481-72F039EE712A}"/>
              </a:ext>
            </a:extLst>
          </p:cNvPr>
          <p:cNvSpPr txBox="1"/>
          <p:nvPr/>
        </p:nvSpPr>
        <p:spPr>
          <a:xfrm>
            <a:off x="697230" y="1556680"/>
            <a:ext cx="8245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METADATA : source text chunks, file paths, IDs, timestamps, or categories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F29622-2C9B-9E14-6FF8-7F630E127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303352"/>
              </p:ext>
            </p:extLst>
          </p:nvPr>
        </p:nvGraphicFramePr>
        <p:xfrm>
          <a:off x="225552" y="3136392"/>
          <a:ext cx="11740896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1179402549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178047776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1504329732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1315033718"/>
                    </a:ext>
                  </a:extLst>
                </a:gridCol>
              </a:tblGrid>
              <a:tr h="313266">
                <a:tc>
                  <a:txBody>
                    <a:bodyPr/>
                    <a:lstStyle/>
                    <a:p>
                      <a:r>
                        <a:rPr lang="en-US"/>
                        <a:t>source_text_chunks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file_path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time_stamp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vector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79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Machine Learning is powerful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C:/Desktop/AI.pdf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2026-02-23 05:23:11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0.21, -0.45, 0.78, 0.11, ..., -0.45]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The quick brown fox jumps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C:/Desktop/story.pdf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2026-02-23 05:23:11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[0.02, -0.05, 0.12, -0.01, ..., 0.08, -0.32]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10834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4C87DF-539F-9A6A-9140-BB3391707252}"/>
                  </a:ext>
                </a:extLst>
              </p14:cNvPr>
              <p14:cNvContentPartPr/>
              <p14:nvPr/>
            </p14:nvContentPartPr>
            <p14:xfrm>
              <a:off x="237744" y="2398176"/>
              <a:ext cx="7569360" cy="606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4C87DF-539F-9A6A-9140-BB33917072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744" y="2380536"/>
                <a:ext cx="7605000" cy="6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531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CEFA-33B1-3FDE-3BB0-13F997B3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494AE6-931D-90F9-41C0-E1F4354A444E}"/>
              </a:ext>
            </a:extLst>
          </p:cNvPr>
          <p:cNvSpPr txBox="1"/>
          <p:nvPr/>
        </p:nvSpPr>
        <p:spPr>
          <a:xfrm>
            <a:off x="94488" y="89376"/>
            <a:ext cx="8290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Vector DB 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normal search is that it performs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perform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SQL search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"car“,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would be articles containing: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insurance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repair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tires  ✅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a normal SQL search would miss 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4-wheeler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Toyota ❌ (missed!)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B35794-EF5D-7C98-C5AC-AC3002411212}"/>
              </a:ext>
            </a:extLst>
          </p:cNvPr>
          <p:cNvGraphicFramePr>
            <a:graphicFrameLocks noGrp="1"/>
          </p:cNvGraphicFramePr>
          <p:nvPr/>
        </p:nvGraphicFramePr>
        <p:xfrm>
          <a:off x="6239862" y="3429000"/>
          <a:ext cx="535330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440">
                  <a:extLst>
                    <a:ext uri="{9D8B030D-6E8A-4147-A177-3AD203B41FA5}">
                      <a16:colId xmlns:a16="http://schemas.microsoft.com/office/drawing/2014/main" val="1179402549"/>
                    </a:ext>
                  </a:extLst>
                </a:gridCol>
                <a:gridCol w="1018032">
                  <a:extLst>
                    <a:ext uri="{9D8B030D-6E8A-4147-A177-3AD203B41FA5}">
                      <a16:colId xmlns:a16="http://schemas.microsoft.com/office/drawing/2014/main" val="2178047776"/>
                    </a:ext>
                  </a:extLst>
                </a:gridCol>
                <a:gridCol w="1065784">
                  <a:extLst>
                    <a:ext uri="{9D8B030D-6E8A-4147-A177-3AD203B41FA5}">
                      <a16:colId xmlns:a16="http://schemas.microsoft.com/office/drawing/2014/main" val="1504329732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1315033718"/>
                    </a:ext>
                  </a:extLst>
                </a:gridCol>
              </a:tblGrid>
              <a:tr h="313266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79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insurance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tires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1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Thomas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tires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2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Automobile tires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22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4-wheeler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32,999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3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4764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E9E700-D7C4-2913-7795-937EF4BD4174}"/>
              </a:ext>
            </a:extLst>
          </p:cNvPr>
          <p:cNvSpPr txBox="1"/>
          <p:nvPr/>
        </p:nvSpPr>
        <p:spPr>
          <a:xfrm>
            <a:off x="7103364" y="1706022"/>
            <a:ext cx="5161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 Cost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IN" sz="2400" i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table_expenses</a:t>
            </a:r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WHERE LOWER(Category) LIKE '%car%';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D6BDC57-2B83-CC54-2FD0-6413ED37C58B}"/>
              </a:ext>
            </a:extLst>
          </p:cNvPr>
          <p:cNvSpPr/>
          <p:nvPr/>
        </p:nvSpPr>
        <p:spPr>
          <a:xfrm>
            <a:off x="5349240" y="1915227"/>
            <a:ext cx="1197864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0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13E4-08AE-6D49-FEFF-43403841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04E001-2ED3-5D1E-E95C-8A609690387F}"/>
              </a:ext>
            </a:extLst>
          </p:cNvPr>
          <p:cNvSpPr txBox="1"/>
          <p:nvPr/>
        </p:nvSpPr>
        <p:spPr>
          <a:xfrm>
            <a:off x="142003" y="294948"/>
            <a:ext cx="73375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Vector DB comes in.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search is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 ( =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exact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Search: "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based on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would be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Transport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these vector would be close to </a:t>
            </a: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car</a:t>
            </a:r>
            <a:endParaRPr lang="en-US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5F66EB-7051-8BB6-FEC5-6EDCA2D10695}"/>
              </a:ext>
            </a:extLst>
          </p:cNvPr>
          <p:cNvSpPr/>
          <p:nvPr/>
        </p:nvSpPr>
        <p:spPr>
          <a:xfrm>
            <a:off x="7147892" y="1788604"/>
            <a:ext cx="4847304" cy="4562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0348A-BB4D-8CDF-027B-1B0C98A89508}"/>
              </a:ext>
            </a:extLst>
          </p:cNvPr>
          <p:cNvSpPr txBox="1"/>
          <p:nvPr/>
        </p:nvSpPr>
        <p:spPr>
          <a:xfrm>
            <a:off x="8647680" y="3244334"/>
            <a:ext cx="842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v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ehicle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B1E41-E83F-0C2C-2AF7-040ABEE980C2}"/>
              </a:ext>
            </a:extLst>
          </p:cNvPr>
          <p:cNvSpPr txBox="1"/>
          <p:nvPr/>
        </p:nvSpPr>
        <p:spPr>
          <a:xfrm>
            <a:off x="8041372" y="2670391"/>
            <a:ext cx="1262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a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utomobile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6AE03-CE94-A977-5124-89034F3A6BF9}"/>
              </a:ext>
            </a:extLst>
          </p:cNvPr>
          <p:cNvSpPr txBox="1"/>
          <p:nvPr/>
        </p:nvSpPr>
        <p:spPr>
          <a:xfrm>
            <a:off x="7926295" y="353915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r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ide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D7304-ED4B-A616-1B1C-6185C84A4FA7}"/>
              </a:ext>
            </a:extLst>
          </p:cNvPr>
          <p:cNvSpPr txBox="1"/>
          <p:nvPr/>
        </p:nvSpPr>
        <p:spPr>
          <a:xfrm>
            <a:off x="7425837" y="276485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98700-AF00-C186-44EC-31DB3B4C22C9}"/>
              </a:ext>
            </a:extLst>
          </p:cNvPr>
          <p:cNvSpPr txBox="1"/>
          <p:nvPr/>
        </p:nvSpPr>
        <p:spPr>
          <a:xfrm>
            <a:off x="7550231" y="2301059"/>
            <a:ext cx="481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c</a:t>
            </a:r>
            <a:r>
              <a:rPr lang="en-IN" b="1" i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ar</a:t>
            </a:r>
            <a:endParaRPr lang="en-IN" b="1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42D60-533F-8F22-D01D-2487E8BAAEA6}"/>
              </a:ext>
            </a:extLst>
          </p:cNvPr>
          <p:cNvSpPr txBox="1"/>
          <p:nvPr/>
        </p:nvSpPr>
        <p:spPr>
          <a:xfrm>
            <a:off x="10860409" y="5492624"/>
            <a:ext cx="57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987EED-9913-7157-973F-9B342B065D8D}"/>
              </a:ext>
            </a:extLst>
          </p:cNvPr>
          <p:cNvSpPr txBox="1"/>
          <p:nvPr/>
        </p:nvSpPr>
        <p:spPr>
          <a:xfrm>
            <a:off x="10314039" y="5052104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recliner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3D00BB-FB09-A675-2F70-96FA639CED5C}"/>
              </a:ext>
            </a:extLst>
          </p:cNvPr>
          <p:cNvSpPr txBox="1"/>
          <p:nvPr/>
        </p:nvSpPr>
        <p:spPr>
          <a:xfrm>
            <a:off x="10219397" y="542143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D07C60-6961-D10D-4764-545528222712}"/>
              </a:ext>
            </a:extLst>
          </p:cNvPr>
          <p:cNvSpPr txBox="1"/>
          <p:nvPr/>
        </p:nvSpPr>
        <p:spPr>
          <a:xfrm>
            <a:off x="10419066" y="2574926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6F5BE-9E07-9514-5A03-CFCF19137216}"/>
              </a:ext>
            </a:extLst>
          </p:cNvPr>
          <p:cNvSpPr txBox="1"/>
          <p:nvPr/>
        </p:nvSpPr>
        <p:spPr>
          <a:xfrm>
            <a:off x="10989574" y="301544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7D826-68A4-6FFD-C2FF-86A864BBBD3A}"/>
              </a:ext>
            </a:extLst>
          </p:cNvPr>
          <p:cNvSpPr txBox="1"/>
          <p:nvPr/>
        </p:nvSpPr>
        <p:spPr>
          <a:xfrm>
            <a:off x="10491266" y="2204102"/>
            <a:ext cx="10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emperor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1C975A-F82A-A4D4-BABF-2A34823CAC2A}"/>
              </a:ext>
            </a:extLst>
          </p:cNvPr>
          <p:cNvGrpSpPr/>
          <p:nvPr/>
        </p:nvGrpSpPr>
        <p:grpSpPr>
          <a:xfrm>
            <a:off x="11111212" y="5238630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E2595F-3B87-A067-118F-B90DB09A240C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551B56F-614E-E261-9636-4C25E97C92D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0C57A1-8C1A-240C-BE29-780340228155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0474A4-8B7D-1B66-4E53-1022D3DC6E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D353B9-5857-7D1E-0423-0AD7EA68F8BF}"/>
              </a:ext>
            </a:extLst>
          </p:cNvPr>
          <p:cNvGrpSpPr/>
          <p:nvPr/>
        </p:nvGrpSpPr>
        <p:grpSpPr>
          <a:xfrm>
            <a:off x="7991735" y="2409359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C9DD5E-471C-A1A8-1197-C4B50CE5E166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DDC56D-5A16-794D-1562-7ABE75CE2A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E3D346-189A-0062-59BE-0AF07D588863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94AD2F-0431-80E3-6891-B2DFDDF231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CEBAE6-C37C-4968-93EF-2C09F5220E84}"/>
              </a:ext>
            </a:extLst>
          </p:cNvPr>
          <p:cNvGrpSpPr/>
          <p:nvPr/>
        </p:nvGrpSpPr>
        <p:grpSpPr>
          <a:xfrm>
            <a:off x="7550231" y="3093817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4A1EC3-1CAA-7DA0-931D-F642D9ACFE26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6472F2-DA48-13AA-AC3D-05B42C1C2E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95A080-280B-C123-C7DA-4B2963DA1F38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11981A-CCC8-07E9-48B5-2BD714A807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1D5D42-934E-0AA4-5CFB-401ED7B54226}"/>
              </a:ext>
            </a:extLst>
          </p:cNvPr>
          <p:cNvGrpSpPr/>
          <p:nvPr/>
        </p:nvGrpSpPr>
        <p:grpSpPr>
          <a:xfrm>
            <a:off x="8321862" y="2982167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CF1652B-9354-5546-42ED-6E777E8B42E1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BFCA3D-014D-0CFE-F33A-2491B60739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3D367C-AB3B-0291-0235-656A68B6CA13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7FC5ABE-B14F-8293-94F0-F71D9D2374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2E80541-86D5-61E9-9D1E-AEB3E2C46DA2}"/>
              </a:ext>
            </a:extLst>
          </p:cNvPr>
          <p:cNvGrpSpPr/>
          <p:nvPr/>
        </p:nvGrpSpPr>
        <p:grpSpPr>
          <a:xfrm>
            <a:off x="8801507" y="3581618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5BD00C-BE19-BDB0-9A7D-9E49117A4005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7653D3-790D-C5C7-A24E-048244031E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E0D28D-14E7-67D8-7A01-1847EA79B529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2FE137-2EDD-E222-698A-93A37EE1A8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6995F9-07AB-EEBF-EE2A-F1AE3EA5678E}"/>
              </a:ext>
            </a:extLst>
          </p:cNvPr>
          <p:cNvGrpSpPr/>
          <p:nvPr/>
        </p:nvGrpSpPr>
        <p:grpSpPr>
          <a:xfrm>
            <a:off x="8090320" y="3908484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EE7FE6-7008-378F-A021-7F5A723A8A3D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F3EA40E-24B5-85C5-D189-AB2EC79674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AC787B-D24C-6F66-FC71-F1BC7CAC795D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CEC57B-3B87-A6B4-A2B9-B8A8B4298F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FB9FF6-4B64-955D-2D0B-28CFB88B1A15}"/>
              </a:ext>
            </a:extLst>
          </p:cNvPr>
          <p:cNvGrpSpPr/>
          <p:nvPr/>
        </p:nvGrpSpPr>
        <p:grpSpPr>
          <a:xfrm>
            <a:off x="11366723" y="5600132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5F6C15-0101-9FBD-4CD9-809AD3B06F90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DDB26F-8D3F-47A0-2746-73DB9031D78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3BA2CA-6C11-A370-58D3-701B80B5E44E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50F7A1-F47D-DBAF-B1FF-0077AD0291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96F713F-46FD-B4F1-2178-90AF55AD0065}"/>
              </a:ext>
            </a:extLst>
          </p:cNvPr>
          <p:cNvGrpSpPr/>
          <p:nvPr/>
        </p:nvGrpSpPr>
        <p:grpSpPr>
          <a:xfrm>
            <a:off x="10362812" y="5732252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964B35-F415-FCD7-A0AA-6460303A5790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70658A-99C1-270D-083A-19D688AEB8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1B2CBD-46E6-86F2-F3E5-61940E1BA18E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123E8FE-A63B-57B3-C471-C58F3D8A20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AA362B-90B3-052E-A011-4C6EE67EEF34}"/>
              </a:ext>
            </a:extLst>
          </p:cNvPr>
          <p:cNvGrpSpPr/>
          <p:nvPr/>
        </p:nvGrpSpPr>
        <p:grpSpPr>
          <a:xfrm>
            <a:off x="10574852" y="2991983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2ABC96-D09C-0831-8DEE-5EA966A7F2AB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E733208-E177-0DF5-A15A-EB71783BDE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EC49A3-5BB0-3CF7-B096-CA09ED15F279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E695FA-A3F9-D36A-01BD-FA40E74D4D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D6DFED0-7516-3DC1-435F-55FF7F860A36}"/>
              </a:ext>
            </a:extLst>
          </p:cNvPr>
          <p:cNvGrpSpPr/>
          <p:nvPr/>
        </p:nvGrpSpPr>
        <p:grpSpPr>
          <a:xfrm>
            <a:off x="11260703" y="2491046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470DC9-953B-D24B-8AB0-96D5EFDB29B6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0424CEC-2277-2871-AB3D-1AF231607A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285CD4-D4C4-7AAF-9CB7-578C82CFCE86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3EB506-1948-2A44-967B-2484F1F53F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A6C537A-86C2-EC4C-7902-898F74D0698A}"/>
              </a:ext>
            </a:extLst>
          </p:cNvPr>
          <p:cNvGrpSpPr/>
          <p:nvPr/>
        </p:nvGrpSpPr>
        <p:grpSpPr>
          <a:xfrm>
            <a:off x="11366723" y="3407996"/>
            <a:ext cx="212040" cy="142200"/>
            <a:chOff x="2271217" y="3155988"/>
            <a:chExt cx="212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276CA2-AFF3-EC4A-4B1B-2AB70A61AF76}"/>
                    </a:ext>
                  </a:extLst>
                </p14:cNvPr>
                <p14:cNvContentPartPr/>
                <p14:nvPr/>
              </p14:nvContentPartPr>
              <p14:xfrm>
                <a:off x="2271217" y="3155988"/>
                <a:ext cx="212040" cy="132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84F274-067C-4C2E-AF30-4C5B48FE32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5097" y="3149868"/>
                  <a:ext cx="22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1CE004A-EAC9-A196-FD0E-2935E6881A3E}"/>
                    </a:ext>
                  </a:extLst>
                </p14:cNvPr>
                <p14:cNvContentPartPr/>
                <p14:nvPr/>
              </p14:nvContentPartPr>
              <p14:xfrm>
                <a:off x="2336017" y="3155988"/>
                <a:ext cx="92880" cy="142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908C50-437D-4EEC-EDBD-F6416A0CD2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9897" y="3149868"/>
                  <a:ext cx="105120" cy="15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534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DB90-6127-1533-23A0-F9C56AE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50D440-D151-4E74-4775-0713F2FB63AA}"/>
              </a:ext>
            </a:extLst>
          </p:cNvPr>
          <p:cNvSpPr txBox="1"/>
          <p:nvPr/>
        </p:nvSpPr>
        <p:spPr>
          <a:xfrm>
            <a:off x="233680" y="373856"/>
            <a:ext cx="9760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Semantic Search works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We convert the content(pdf) into embedded vectors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We store the vectors in Vector DB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 enters query. Convert query → embeddings/vector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Search in Vector DB and find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similar vectors and return the result.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C916A-0B65-0F43-7EC8-407DC6F20E94}"/>
              </a:ext>
            </a:extLst>
          </p:cNvPr>
          <p:cNvSpPr txBox="1"/>
          <p:nvPr/>
        </p:nvSpPr>
        <p:spPr>
          <a:xfrm>
            <a:off x="124968" y="2671402"/>
            <a:ext cx="5772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user query: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"best laptop for coding"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 can retrieve: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"top programming laptops"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computers for developers”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 words are different ✅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2D1313-67C9-34DE-BFE9-E6C1B3AAD707}"/>
              </a:ext>
            </a:extLst>
          </p:cNvPr>
          <p:cNvGrpSpPr/>
          <p:nvPr/>
        </p:nvGrpSpPr>
        <p:grpSpPr>
          <a:xfrm>
            <a:off x="6977574" y="829296"/>
            <a:ext cx="444870" cy="593280"/>
            <a:chOff x="6300144" y="858816"/>
            <a:chExt cx="9698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14:cNvPr>
                <p14:cNvContentPartPr/>
                <p14:nvPr/>
              </p14:nvContentPartPr>
              <p14:xfrm>
                <a:off x="6300144" y="858816"/>
                <a:ext cx="385920" cy="59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64504" y="822816"/>
                  <a:ext cx="4575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14:cNvPr>
                <p14:cNvContentPartPr/>
                <p14:nvPr/>
              </p14:nvContentPartPr>
              <p14:xfrm>
                <a:off x="6757704" y="1060416"/>
                <a:ext cx="512280" cy="18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1704" y="1024776"/>
                  <a:ext cx="5839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EC2411C-5819-47A1-CAFF-686195A3B4AD}"/>
              </a:ext>
            </a:extLst>
          </p:cNvPr>
          <p:cNvGrpSpPr/>
          <p:nvPr/>
        </p:nvGrpSpPr>
        <p:grpSpPr>
          <a:xfrm>
            <a:off x="7408224" y="767376"/>
            <a:ext cx="4566240" cy="961560"/>
            <a:chOff x="7408224" y="767376"/>
            <a:chExt cx="4566240" cy="9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14:cNvPr>
                <p14:cNvContentPartPr/>
                <p14:nvPr/>
              </p14:nvContentPartPr>
              <p14:xfrm>
                <a:off x="7408224" y="868536"/>
                <a:ext cx="225720" cy="24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2584" y="832896"/>
                  <a:ext cx="2973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14:cNvPr>
                <p14:cNvContentPartPr/>
                <p14:nvPr/>
              </p14:nvContentPartPr>
              <p14:xfrm>
                <a:off x="7701624" y="926496"/>
                <a:ext cx="650880" cy="19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5984" y="890496"/>
                  <a:ext cx="722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14:cNvPr>
                <p14:cNvContentPartPr/>
                <p14:nvPr/>
              </p14:nvContentPartPr>
              <p14:xfrm>
                <a:off x="8578224" y="976176"/>
                <a:ext cx="420480" cy="158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2224" y="940176"/>
                  <a:ext cx="49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14:cNvPr>
                <p14:cNvContentPartPr/>
                <p14:nvPr/>
              </p14:nvContentPartPr>
              <p14:xfrm>
                <a:off x="9003384" y="767376"/>
                <a:ext cx="412920" cy="49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67384" y="731376"/>
                  <a:ext cx="4845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14:cNvPr>
                <p14:cNvContentPartPr/>
                <p14:nvPr/>
              </p14:nvContentPartPr>
              <p14:xfrm>
                <a:off x="9758664" y="990936"/>
                <a:ext cx="461520" cy="16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22664" y="955296"/>
                  <a:ext cx="53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14:cNvPr>
                <p14:cNvContentPartPr/>
                <p14:nvPr/>
              </p14:nvContentPartPr>
              <p14:xfrm>
                <a:off x="10298664" y="1005336"/>
                <a:ext cx="446400" cy="16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3024" y="969336"/>
                  <a:ext cx="518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14:cNvPr>
                <p14:cNvContentPartPr/>
                <p14:nvPr/>
              </p14:nvContentPartPr>
              <p14:xfrm>
                <a:off x="10794024" y="1030536"/>
                <a:ext cx="5400" cy="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58384" y="994536"/>
                  <a:ext cx="77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14:cNvPr>
                <p14:cNvContentPartPr/>
                <p14:nvPr/>
              </p14:nvContentPartPr>
              <p14:xfrm>
                <a:off x="10880784" y="1143936"/>
                <a:ext cx="1440" cy="1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45144" y="1108296"/>
                  <a:ext cx="73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14:cNvPr>
                <p14:cNvContentPartPr/>
                <p14:nvPr/>
              </p14:nvContentPartPr>
              <p14:xfrm>
                <a:off x="8385984" y="1323936"/>
                <a:ext cx="29160" cy="111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9984" y="1287936"/>
                  <a:ext cx="100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14:cNvPr>
                <p14:cNvContentPartPr/>
                <p14:nvPr/>
              </p14:nvContentPartPr>
              <p14:xfrm>
                <a:off x="8263584" y="1289016"/>
                <a:ext cx="276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27944" y="1253016"/>
                  <a:ext cx="348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14:cNvPr>
                <p14:cNvContentPartPr/>
                <p14:nvPr/>
              </p14:nvContentPartPr>
              <p14:xfrm>
                <a:off x="8292024" y="1485216"/>
                <a:ext cx="289800" cy="3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56384" y="1449576"/>
                  <a:ext cx="361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14:cNvPr>
                <p14:cNvContentPartPr/>
                <p14:nvPr/>
              </p14:nvContentPartPr>
              <p14:xfrm>
                <a:off x="8620344" y="1383696"/>
                <a:ext cx="27144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4704" y="1347696"/>
                  <a:ext cx="343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14:cNvPr>
                <p14:cNvContentPartPr/>
                <p14:nvPr/>
              </p14:nvContentPartPr>
              <p14:xfrm>
                <a:off x="9186624" y="1259136"/>
                <a:ext cx="214560" cy="20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50624" y="1223136"/>
                  <a:ext cx="286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14:cNvPr>
                <p14:cNvContentPartPr/>
                <p14:nvPr/>
              </p14:nvContentPartPr>
              <p14:xfrm>
                <a:off x="9205704" y="1357416"/>
                <a:ext cx="145080" cy="2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0064" y="1321776"/>
                  <a:ext cx="216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14:cNvPr>
                <p14:cNvContentPartPr/>
                <p14:nvPr/>
              </p14:nvContentPartPr>
              <p14:xfrm>
                <a:off x="9413784" y="1232136"/>
                <a:ext cx="30024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77784" y="1196136"/>
                  <a:ext cx="371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14:cNvPr>
                <p14:cNvContentPartPr/>
                <p14:nvPr/>
              </p14:nvContentPartPr>
              <p14:xfrm>
                <a:off x="9812664" y="1345536"/>
                <a:ext cx="145440" cy="10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77024" y="1309896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14:cNvPr>
                <p14:cNvContentPartPr/>
                <p14:nvPr/>
              </p14:nvContentPartPr>
              <p14:xfrm>
                <a:off x="10188864" y="1254456"/>
                <a:ext cx="256680" cy="22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52864" y="1218456"/>
                  <a:ext cx="328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14:cNvPr>
                <p14:cNvContentPartPr/>
                <p14:nvPr/>
              </p14:nvContentPartPr>
              <p14:xfrm>
                <a:off x="10532664" y="1356336"/>
                <a:ext cx="172080" cy="12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96664" y="1320336"/>
                  <a:ext cx="24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14:cNvPr>
                <p14:cNvContentPartPr/>
                <p14:nvPr/>
              </p14:nvContentPartPr>
              <p14:xfrm>
                <a:off x="10737504" y="1371096"/>
                <a:ext cx="194040" cy="29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701864" y="1335096"/>
                  <a:ext cx="265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14:cNvPr>
                <p14:cNvContentPartPr/>
                <p14:nvPr/>
              </p14:nvContentPartPr>
              <p14:xfrm>
                <a:off x="10939104" y="1401696"/>
                <a:ext cx="68760" cy="78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903104" y="1366056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14:cNvPr>
                <p14:cNvContentPartPr/>
                <p14:nvPr/>
              </p14:nvContentPartPr>
              <p14:xfrm>
                <a:off x="11000304" y="1300536"/>
                <a:ext cx="162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64664" y="1264896"/>
                  <a:ext cx="87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14:cNvPr>
                <p14:cNvContentPartPr/>
                <p14:nvPr/>
              </p14:nvContentPartPr>
              <p14:xfrm>
                <a:off x="11108304" y="1376856"/>
                <a:ext cx="162360" cy="10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72304" y="1341216"/>
                  <a:ext cx="234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14:cNvPr>
                <p14:cNvContentPartPr/>
                <p14:nvPr/>
              </p14:nvContentPartPr>
              <p14:xfrm>
                <a:off x="11338704" y="1362456"/>
                <a:ext cx="148680" cy="88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03064" y="1326816"/>
                  <a:ext cx="220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14:cNvPr>
                <p14:cNvContentPartPr/>
                <p14:nvPr/>
              </p14:nvContentPartPr>
              <p14:xfrm>
                <a:off x="11553264" y="1379736"/>
                <a:ext cx="25200" cy="75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17624" y="1343736"/>
                  <a:ext cx="96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14:cNvPr>
                <p14:cNvContentPartPr/>
                <p14:nvPr/>
              </p14:nvContentPartPr>
              <p14:xfrm>
                <a:off x="11567304" y="1321056"/>
                <a:ext cx="936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31304" y="1285056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14:cNvPr>
                <p14:cNvContentPartPr/>
                <p14:nvPr/>
              </p14:nvContentPartPr>
              <p14:xfrm>
                <a:off x="11652984" y="1363536"/>
                <a:ext cx="1360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16984" y="1327896"/>
                  <a:ext cx="20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14:cNvPr>
                <p14:cNvContentPartPr/>
                <p14:nvPr/>
              </p14:nvContentPartPr>
              <p14:xfrm>
                <a:off x="11829024" y="1376136"/>
                <a:ext cx="145440" cy="352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793024" y="1340136"/>
                  <a:ext cx="217080" cy="424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A2C981-4628-11A3-C0B7-641F8FA9B26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691256" y="2312848"/>
            <a:ext cx="7500744" cy="39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2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FD76-2814-CB39-0010-D5C10469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E25A4-AEA8-DEDD-E2B5-EE330627CFEF}"/>
              </a:ext>
            </a:extLst>
          </p:cNvPr>
          <p:cNvSpPr txBox="1"/>
          <p:nvPr/>
        </p:nvSpPr>
        <p:spPr>
          <a:xfrm>
            <a:off x="1898328" y="2891808"/>
            <a:ext cx="7946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Applications of Vector DB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87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E25E-1726-7E53-0A3A-D3EE3A22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6DF98C-7329-840E-FAAF-7452CB25E332}"/>
              </a:ext>
            </a:extLst>
          </p:cNvPr>
          <p:cNvSpPr txBox="1"/>
          <p:nvPr/>
        </p:nvSpPr>
        <p:spPr>
          <a:xfrm>
            <a:off x="87816" y="304056"/>
            <a:ext cx="7946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(like e-commerce website)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E08A0-0517-5BFD-AA81-3B8199982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5F0D8C-B215-178E-092B-4FDE0A51E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783" y="187626"/>
            <a:ext cx="3962401" cy="66703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655354-D617-7060-FE1B-E23CB3901876}"/>
                  </a:ext>
                </a:extLst>
              </p14:cNvPr>
              <p14:cNvContentPartPr/>
              <p14:nvPr/>
            </p14:nvContentPartPr>
            <p14:xfrm>
              <a:off x="9189504" y="304056"/>
              <a:ext cx="294120" cy="206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655354-D617-7060-FE1B-E23CB39018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1504" y="286056"/>
                <a:ext cx="3297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04C3B3-1425-DF31-FFC3-D9E407938F02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04C3B3-1425-DF31-FFC3-D9E407938F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FD19153-01D0-DA2C-EA2F-91688C29DEBF}"/>
                  </a:ext>
                </a:extLst>
              </p14:cNvPr>
              <p14:cNvContentPartPr/>
              <p14:nvPr/>
            </p14:nvContentPartPr>
            <p14:xfrm>
              <a:off x="9729144" y="1051416"/>
              <a:ext cx="39384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FD19153-01D0-DA2C-EA2F-91688C29DE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11128" y="1033416"/>
                <a:ext cx="4295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FD3563-D80F-5148-4D70-607B9DAD7C36}"/>
                  </a:ext>
                </a:extLst>
              </p14:cNvPr>
              <p14:cNvContentPartPr/>
              <p14:nvPr/>
            </p14:nvContentPartPr>
            <p14:xfrm>
              <a:off x="8503704" y="1316736"/>
              <a:ext cx="1287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FD3563-D80F-5148-4D70-607B9DAD7C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85704" y="1298736"/>
                <a:ext cx="1323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7FEC6BD-88E6-780F-6787-5BA67162D84D}"/>
              </a:ext>
            </a:extLst>
          </p:cNvPr>
          <p:cNvSpPr txBox="1"/>
          <p:nvPr/>
        </p:nvSpPr>
        <p:spPr>
          <a:xfrm>
            <a:off x="383458" y="2723535"/>
            <a:ext cx="6279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Wearing -&gt; Casual T-shirts / 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Ausk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Mens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Textured</a:t>
            </a:r>
          </a:p>
        </p:txBody>
      </p:sp>
    </p:spTree>
    <p:extLst>
      <p:ext uri="{BB962C8B-B14F-4D97-AF65-F5344CB8AC3E}">
        <p14:creationId xmlns:p14="http://schemas.microsoft.com/office/powerpoint/2010/main" val="255138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B074-9EEF-CE30-2BF5-68510877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9CFAF1-30AA-DB63-82C1-347EC4396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0" y="718954"/>
            <a:ext cx="9046756" cy="5740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787B3-4780-D27A-55B1-E6811EF55457}"/>
              </a:ext>
            </a:extLst>
          </p:cNvPr>
          <p:cNvSpPr txBox="1"/>
          <p:nvPr/>
        </p:nvSpPr>
        <p:spPr>
          <a:xfrm>
            <a:off x="228600" y="186997"/>
            <a:ext cx="7946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(like ChatGPT)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7F771A-D4FD-1045-AE40-ED6DC2FA3E56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7F771A-D4FD-1045-AE40-ED6DC2FA3E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325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E8A6-A043-CC3C-2017-4B47E6CE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66C0D0E-5B14-CD7E-D32E-5FCA2A8D89FA}"/>
              </a:ext>
            </a:extLst>
          </p:cNvPr>
          <p:cNvSpPr txBox="1"/>
          <p:nvPr/>
        </p:nvSpPr>
        <p:spPr>
          <a:xfrm>
            <a:off x="146232" y="272196"/>
            <a:ext cx="5102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DDD79-1C5F-0E09-7F74-6543E462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8ED9C9-AC4F-9D07-15F0-91AF9C4E557A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8ED9C9-AC4F-9D07-15F0-91AF9C4E55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E4A197D-9CF8-3E90-7224-3F44B2703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529" y="20853"/>
            <a:ext cx="7345041" cy="54857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09AA7DA-B1F3-44E8-AB0D-BD31050F6D65}"/>
                  </a:ext>
                </a:extLst>
              </p14:cNvPr>
              <p14:cNvContentPartPr/>
              <p14:nvPr/>
            </p14:nvContentPartPr>
            <p14:xfrm>
              <a:off x="9427464" y="119736"/>
              <a:ext cx="456120" cy="30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09AA7DA-B1F3-44E8-AB0D-BD31050F6D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9464" y="102096"/>
                <a:ext cx="4917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5F97C7C-7CD4-7C2E-2BCB-B981A0237EDB}"/>
                  </a:ext>
                </a:extLst>
              </p14:cNvPr>
              <p14:cNvContentPartPr/>
              <p14:nvPr/>
            </p14:nvContentPartPr>
            <p14:xfrm>
              <a:off x="5989104" y="1871856"/>
              <a:ext cx="238320" cy="185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5F97C7C-7CD4-7C2E-2BCB-B981A0237E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1464" y="1853856"/>
                <a:ext cx="273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433421-F787-1B4E-BEF3-C47B654036AA}"/>
                  </a:ext>
                </a:extLst>
              </p14:cNvPr>
              <p14:cNvContentPartPr/>
              <p14:nvPr/>
            </p14:nvContentPartPr>
            <p14:xfrm>
              <a:off x="9033984" y="403056"/>
              <a:ext cx="326520" cy="24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433421-F787-1B4E-BEF3-C47B654036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16344" y="385416"/>
                <a:ext cx="362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505E7FE-BAC4-570D-6487-FC4FC01F3880}"/>
                  </a:ext>
                </a:extLst>
              </p14:cNvPr>
              <p14:cNvContentPartPr/>
              <p14:nvPr/>
            </p14:nvContentPartPr>
            <p14:xfrm>
              <a:off x="6994944" y="429696"/>
              <a:ext cx="686160" cy="66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505E7FE-BAC4-570D-6487-FC4FC01F388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77304" y="411696"/>
                <a:ext cx="72180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05CB15-7CD0-5202-7EA4-3A4CE5F2DA2D}"/>
                  </a:ext>
                </a:extLst>
              </p14:cNvPr>
              <p14:cNvContentPartPr/>
              <p14:nvPr/>
            </p14:nvContentPartPr>
            <p14:xfrm>
              <a:off x="5860944" y="2993976"/>
              <a:ext cx="237240" cy="209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05CB15-7CD0-5202-7EA4-3A4CE5F2DA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43304" y="2976336"/>
                <a:ext cx="2728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25596A2-0349-6916-927C-EA0987A6B346}"/>
                  </a:ext>
                </a:extLst>
              </p14:cNvPr>
              <p14:cNvContentPartPr/>
              <p14:nvPr/>
            </p14:nvContentPartPr>
            <p14:xfrm>
              <a:off x="5705784" y="3556656"/>
              <a:ext cx="449280" cy="184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25596A2-0349-6916-927C-EA0987A6B34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87784" y="3539016"/>
                <a:ext cx="4849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F6BB4FC-A0C0-3F73-EEAD-C2E298AF41BA}"/>
                  </a:ext>
                </a:extLst>
              </p14:cNvPr>
              <p14:cNvContentPartPr/>
              <p14:nvPr/>
            </p14:nvContentPartPr>
            <p14:xfrm>
              <a:off x="6162984" y="3956256"/>
              <a:ext cx="272160" cy="116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F6BB4FC-A0C0-3F73-EEAD-C2E298AF41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44984" y="3938616"/>
                <a:ext cx="307800" cy="1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21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8ACBA-A707-9C6E-493D-108DE24C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866362-1E0A-CFC7-79EA-01BBAD24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B2178F-44D6-DBAA-6A0E-BF51D853F876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B2178F-44D6-DBAA-6A0E-BF51D853F8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EAD36B0-F012-6FA4-E4FF-3DFF4D221BD4}"/>
              </a:ext>
            </a:extLst>
          </p:cNvPr>
          <p:cNvSpPr txBox="1"/>
          <p:nvPr/>
        </p:nvSpPr>
        <p:spPr>
          <a:xfrm>
            <a:off x="219456" y="462096"/>
            <a:ext cx="102047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– (“Recommend me good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flicks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pipelines</a:t>
            </a:r>
          </a:p>
        </p:txBody>
      </p:sp>
    </p:spTree>
    <p:extLst>
      <p:ext uri="{BB962C8B-B14F-4D97-AF65-F5344CB8AC3E}">
        <p14:creationId xmlns:p14="http://schemas.microsoft.com/office/powerpoint/2010/main" val="2547235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D712-C89C-CF51-6C72-BE6744AF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A35251-5AFF-B66E-3F41-2D6B095CCF73}"/>
              </a:ext>
            </a:extLst>
          </p:cNvPr>
          <p:cNvSpPr txBox="1"/>
          <p:nvPr/>
        </p:nvSpPr>
        <p:spPr>
          <a:xfrm>
            <a:off x="477520" y="473424"/>
            <a:ext cx="80812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kind of data does vector DB store?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44B118-FA00-669A-02C3-61240A866D80}"/>
              </a:ext>
            </a:extLst>
          </p:cNvPr>
          <p:cNvGraphicFramePr>
            <a:graphicFrameLocks noGrp="1"/>
          </p:cNvGraphicFramePr>
          <p:nvPr/>
        </p:nvGraphicFramePr>
        <p:xfrm>
          <a:off x="5430520" y="1465441"/>
          <a:ext cx="6054344" cy="2316480"/>
        </p:xfrm>
        <a:graphic>
          <a:graphicData uri="http://schemas.openxmlformats.org/drawingml/2006/table">
            <a:tbl>
              <a:tblPr/>
              <a:tblGrid>
                <a:gridCol w="2539309">
                  <a:extLst>
                    <a:ext uri="{9D8B030D-6E8A-4147-A177-3AD203B41FA5}">
                      <a16:colId xmlns:a16="http://schemas.microsoft.com/office/drawing/2014/main" val="622533729"/>
                    </a:ext>
                  </a:extLst>
                </a:gridCol>
                <a:gridCol w="3515035">
                  <a:extLst>
                    <a:ext uri="{9D8B030D-6E8A-4147-A177-3AD203B41FA5}">
                      <a16:colId xmlns:a16="http://schemas.microsoft.com/office/drawing/2014/main" val="4045055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Stored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6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 (numbers)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2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3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10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61A7750-C005-F976-CB55-6A9739D3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704" y="4528380"/>
            <a:ext cx="2278097" cy="222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EB958-6398-63C5-895C-9C8236DE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057" y="1635244"/>
            <a:ext cx="721539" cy="89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A7FE3-AE9C-398C-E140-212ACF045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13" y="2530487"/>
            <a:ext cx="893320" cy="763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3C0BF-13CE-110F-6C5B-0F1FA23F2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936" y="3344427"/>
            <a:ext cx="893320" cy="6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6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0028-CFF7-F866-E575-BB50342D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B16F8-465F-C06B-E59C-50B9094D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938036"/>
            <a:ext cx="8250554" cy="4389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08F5D-DB0B-C230-F5C7-B4AFE250E38D}"/>
              </a:ext>
            </a:extLst>
          </p:cNvPr>
          <p:cNvSpPr txBox="1"/>
          <p:nvPr/>
        </p:nvSpPr>
        <p:spPr>
          <a:xfrm>
            <a:off x="233680" y="213328"/>
            <a:ext cx="11287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 Vector DB: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need to login (free)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 and use it (Look at docs on how to use API keys with python 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have up to 5 index for free.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42034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FC3E-E37E-A3E7-BA5E-BDC0E57E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F25FC-A0CC-1840-505F-3DD437F3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14" y="1335024"/>
            <a:ext cx="9384092" cy="4992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B15F4-DA80-4721-FF3A-0035DE67AF7D}"/>
              </a:ext>
            </a:extLst>
          </p:cNvPr>
          <p:cNvSpPr txBox="1"/>
          <p:nvPr/>
        </p:nvSpPr>
        <p:spPr>
          <a:xfrm>
            <a:off x="233680" y="213328"/>
            <a:ext cx="1128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(Facebook AI Similarity Search)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be done locally.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76226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2D5D-3A06-2BA2-453D-84FA32E6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EE28D6-86D4-4118-DE97-97F3018B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46" y="2255313"/>
            <a:ext cx="8250554" cy="438908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40C0D-904C-B09A-946F-F0861A12EDD9}"/>
              </a:ext>
            </a:extLst>
          </p:cNvPr>
          <p:cNvGraphicFramePr>
            <a:graphicFrameLocks noGrp="1"/>
          </p:cNvGraphicFramePr>
          <p:nvPr/>
        </p:nvGraphicFramePr>
        <p:xfrm>
          <a:off x="580136" y="830358"/>
          <a:ext cx="9189720" cy="1828800"/>
        </p:xfrm>
        <a:graphic>
          <a:graphicData uri="http://schemas.openxmlformats.org/drawingml/2006/table">
            <a:tbl>
              <a:tblPr/>
              <a:tblGrid>
                <a:gridCol w="2128520">
                  <a:extLst>
                    <a:ext uri="{9D8B030D-6E8A-4147-A177-3AD203B41FA5}">
                      <a16:colId xmlns:a16="http://schemas.microsoft.com/office/drawing/2014/main" val="3052785715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561522023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276394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FAISS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Pinecone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82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1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/ small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886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1F1835-AE60-7FF7-E696-32C4F3F63D4F}"/>
              </a:ext>
            </a:extLst>
          </p:cNvPr>
          <p:cNvSpPr txBox="1"/>
          <p:nvPr/>
        </p:nvSpPr>
        <p:spPr>
          <a:xfrm>
            <a:off x="580136" y="213606"/>
            <a:ext cx="618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vs Pinecone:</a:t>
            </a:r>
          </a:p>
        </p:txBody>
      </p:sp>
    </p:spTree>
    <p:extLst>
      <p:ext uri="{BB962C8B-B14F-4D97-AF65-F5344CB8AC3E}">
        <p14:creationId xmlns:p14="http://schemas.microsoft.com/office/powerpoint/2010/main" val="2472058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315A-9333-1F7A-934F-444117FA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925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635</Words>
  <Application>Microsoft Office PowerPoint</Application>
  <PresentationFormat>Widescreen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2026-10-02T16:13:09Z</dcterms:modified>
</cp:coreProperties>
</file>