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7" r:id="rId2"/>
    <p:sldId id="290" r:id="rId3"/>
    <p:sldId id="279" r:id="rId4"/>
    <p:sldId id="280" r:id="rId5"/>
    <p:sldId id="294" r:id="rId6"/>
    <p:sldId id="281" r:id="rId7"/>
    <p:sldId id="276" r:id="rId8"/>
    <p:sldId id="293" r:id="rId9"/>
    <p:sldId id="291" r:id="rId10"/>
    <p:sldId id="292" r:id="rId11"/>
    <p:sldId id="289" r:id="rId12"/>
    <p:sldId id="287" r:id="rId13"/>
    <p:sldId id="283" r:id="rId14"/>
    <p:sldId id="288" r:id="rId15"/>
    <p:sldId id="285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7:50.190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7:51.845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257 0 24575,'-9'0'0,"-4"5"0,-3 1 0,0 9 0,-1 12 0,-3 5 0,-7 2 0,1 5 0,5 5 0,-3-6 0,2 1 0,5 3 0,1-1 0,3-8-8191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7:58.262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7:58.263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257 0 24575,'-9'0'0,"-4"5"0,-3 1 0,0 9 0,-1 12 0,-3 5 0,-7 2 0,1 5 0,5 5 0,-3-6 0,2 1 0,5 3 0,1-1 0,3-8-8191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8:06.420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8:06.421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257 0 24575,'-9'0'0,"-4"5"0,-3 1 0,0 9 0,-1 12 0,-3 5 0,-7 2 0,1 5 0,5 5 0,-3-6 0,2 1 0,5 3 0,1-1 0,3-8-8191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8:12.056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8:12.05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257 0 24575,'-9'0'0,"-4"5"0,-3 1 0,0 9 0,-1 12 0,-3 5 0,-7 2 0,1 5 0,5 5 0,-3-6 0,2 1 0,5 3 0,1-1 0,3-8-8191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8:19.414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8:19.415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257 0 24575,'-9'0'0,"-4"5"0,-3 1 0,0 9 0,-1 12 0,-3 5 0,-7 2 0,1 5 0,5 5 0,-3-6 0,2 1 0,5 3 0,1-1 0,3-8-8191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8:26.782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8:26.783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257 0 24575,'-9'0'0,"-4"5"0,-3 1 0,0 9 0,-1 12 0,-3 5 0,-7 2 0,1 5 0,5 5 0,-3-6 0,2 1 0,5 3 0,1-1 0,3-8-8191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9:16.809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9:16.810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257 0 24575,'-9'0'0,"-4"5"0,-3 1 0,0 9 0,-1 12 0,-3 5 0,-7 2 0,1 5 0,5 5 0,-3-6 0,2 1 0,5 3 0,1-1 0,3-8-8191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9:55.558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09:55.559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257 0 24575,'-9'0'0,"-4"5"0,-3 1 0,0 9 0,-1 12 0,-3 5 0,-7 2 0,1 5 0,5 5 0,-3-6 0,2 1 0,5 3 0,1-1 0,3-8-8191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10:13.579"/>
    </inkml:context>
    <inkml:brush xml:id="br0">
      <inkml:brushProperty name="width" value="0.035" units="cm"/>
      <inkml:brushProperty name="height" value="0.035" units="cm"/>
      <inkml:brushProperty name="color" value="#002060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10:13.580"/>
    </inkml:context>
    <inkml:brush xml:id="br0">
      <inkml:brushProperty name="width" value="0.035" units="cm"/>
      <inkml:brushProperty name="height" value="0.035" units="cm"/>
      <inkml:brushProperty name="color" value="#002060"/>
    </inkml:brush>
  </inkml:definitions>
  <inkml:trace contextRef="#ctx0" brushRef="#br0">257 0 24575,'-9'0'0,"-4"5"0,-3 1 0,0 9 0,-1 12 0,-3 5 0,-7 2 0,1 5 0,5 5 0,-3-6 0,2 1 0,5 3 0,1-1 0,3-8-8191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10:37.802"/>
    </inkml:context>
    <inkml:brush xml:id="br0">
      <inkml:brushProperty name="width" value="0.035" units="cm"/>
      <inkml:brushProperty name="height" value="0.035" units="cm"/>
      <inkml:brushProperty name="color" value="#002060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10:37.803"/>
    </inkml:context>
    <inkml:brush xml:id="br0">
      <inkml:brushProperty name="width" value="0.035" units="cm"/>
      <inkml:brushProperty name="height" value="0.035" units="cm"/>
      <inkml:brushProperty name="color" value="#002060"/>
    </inkml:brush>
  </inkml:definitions>
  <inkml:trace contextRef="#ctx0" brushRef="#br0">257 0 24575,'-9'0'0,"-4"5"0,-3 1 0,0 9 0,-1 12 0,-3 5 0,-7 2 0,1 5 0,5 5 0,-3-6 0,2 1 0,5 3 0,1-1 0,3-8-8191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10:42.945"/>
    </inkml:context>
    <inkml:brush xml:id="br0">
      <inkml:brushProperty name="width" value="0.035" units="cm"/>
      <inkml:brushProperty name="height" value="0.035" units="cm"/>
      <inkml:brushProperty name="color" value="#002060"/>
    </inkml:brush>
  </inkml:definitions>
  <inkml:trace contextRef="#ctx0" brushRef="#br0">0 0 24575,'5'0'0,"10"0"0,8 10 0,9 2 0,-1 9 0,4 1 0,5 1 0,0 6 0,-2-1 0,2 2 0,4 3 0,-2-1 0,2-6 0,3 2 0,2 2 0,-12-6 0,-11-5-8191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7:10:42.946"/>
    </inkml:context>
    <inkml:brush xml:id="br0">
      <inkml:brushProperty name="width" value="0.035" units="cm"/>
      <inkml:brushProperty name="height" value="0.035" units="cm"/>
      <inkml:brushProperty name="color" value="#002060"/>
    </inkml:brush>
  </inkml:definitions>
  <inkml:trace contextRef="#ctx0" brushRef="#br0">257 0 24575,'-9'0'0,"-4"5"0,-3 1 0,0 9 0,-1 12 0,-3 5 0,-7 2 0,1 5 0,5 5 0,-3-6 0,2 1 0,5 3 0,1-1 0,3-8-8191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7:50.5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173 0 524 0 0,'-10'0'3749'0'0,"6"3"-3722"0"0,3-1 39 0 0,4-1 338 0 0,116 11-412 0 0,-29 0 25 0 0,-87-11-14 0 0,-2 0 4 0 0,2 1-1 0 0,-1-1 1 0 0,0 0-1 0 0,0-1 1 0 0,0 1-1 0 0,0-1 1 0 0,0 0-1 0 0,0 0 1 0 0,0 0-1 0 0,4-2 1 0 0,7 2 156 0 0,-13 0-108 0 0,1 0-73 0 0,0 1 8 0 0,0 0-1 0 0,0 0 0 0 0,0-1 0 0 0,-1 1 1 0 0,1 0-1 0 0,-1 0 0 0 0,1 0 0 0 0,0 1 1 0 0,-1-1-1 0 0,1 0 0 0 0,-1 0 0 0 0,1 1 1 0 0,0-1-1 0 0,-1 1 0 0 0,0-1 1 0 0,0 1-1 0 0,1-1 0 0 0,-1 1 0 0 0,1-1 1 0 0,-1 1-1 0 0,0 0 0 0 0,0 0 0 0 0,1-1 1 0 0,-1 1-1 0 0,0 0 0 0 0,0 0 0 0 0,0-1 1 0 0,0 1-1 0 0,0 2 0 0 0,1 72-54 0 0,-1-59 66 0 0,8 261-89 0 0,-3-185 32 0 0,-2-43 52 0 0,13 186 44 0 0,-14-198-65 0 0,-2 41-1 0 0,0-37 52 0 0,-4 74-2 0 0,3-90 2 0 0,1 1-1 0 0,-1-1 1 0 0,2 32 0 0 0,2 5-57 0 0,-3-60 28 0 0,2 28 39 0 0,-2-23-21 0 0,1 0 0 0 0,-1 0 0 0 0,1 0 0 0 0,0-1-1 0 0,3 14 1 0 0,-3-13 4 0 0,1 0-1 0 0,-1 0 0 0 0,0 0 0 0 0,0 1 0 0 0,1 15 0 0 0,6 29-2 0 0,-2-5-78 0 0,-6-46 77 0 0,2 46 38 0 0,-2-47-37 0 0,-2 17 277 0 0,0-9 374 0 0,-8-6-458 0 0,-31-1 77 0 0,39-2-257 0 0,-11-2 33 0 0,-11 0 14 0 0,-25-10 0 0 0,20 4-53 0 0,-32 0 1 0 0,4 5-7 0 0,-36 2-34 0 0,56 3 21 0 0,-1-2 3 0 0,37 0-2 0 0,-1 0 1 0 0,-4 0-2 0 0,5 0 2 0 0,0 0-8 0 0,-4 2 6 0 0,3-2 22 0 0,-12 2 80 0 0,13-1-66 0 0,1-3-419 0 0,0 0 129 0 0,0-1-1 0 0,0 1 0 0 0,0 0 0 0 0,0 0 0 0 0,0 0 1 0 0,0 0-1 0 0,0 0 0 0 0,0 0 0 0 0,0 0 0 0 0,1 0 0 0 0,-1 0 1 0 0,0 0-1 0 0,2-3 0 0 0,1-11-854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7:52.6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0 285 3628 0 0,'0'0'-241'0'0,"2"-1"-538"0"0,79-20 561 0 0,45-9 324 0 0,127-2 503 0 0,-213 27 112 0 0,-39 5-631 0 0,16-3 1068 0 0,-16 3-1280 0 0,9-2 1541 0 0,-9-5-527 0 0,-5-5-934 0 0,-4-2 38 0 0,0 1 0 0 0,0 0 0 0 0,-1 2 1 0 0,1 0-1 0 0,-1 1 0 0 0,0 1 0 0 0,-1 1 1 0 0,-13-8-1 0 0,-35-30-17 0 0,30 26-21 0 0,27 20 35 0 0,4 3-719 0 0,116 75 633 0 0,10 9 172 0 0,-90-58-60 0 0,-38-29-11 0 0,3 4 11 0 0,-4-4-23 0 0,1 0 0 0 0,-1 0-1 0 0,0 0 1 0 0,1 0 0 0 0,-1 0-1 0 0,0 1 1 0 0,1-1 0 0 0,-1 0-1 0 0,0 0 1 0 0,1 1 0 0 0,-1-1-1 0 0,0 0 1 0 0,1 1 0 0 0,-1-1-1 0 0,0 0 1 0 0,1 1 0 0 0,-1-1-1 0 0,0 1 1 0 0,0-1-1 0 0,0 1 1 0 0,0-1 0 0 0,1 1-1 0 0,-1 0 1 0 0,0-1 0 0 0,0 1-1 0 0,0 0 1 0 0,1-1 0 0 0,-1 1-1 0 0,0 0 1 0 0,0-1 0 0 0,0 1-1 0 0,0 0 1 0 0,0 0 0 0 0,0 0-1 0 0,-8 19-5 0 0,-1 0 1 0 0,0-2-1 0 0,-1 0 0 0 0,-20 28 0 0 0,6-10 3 0 0,-62 86-15 0 0,77-111 10 0 0,3-1 70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1.81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100 149 5529 0 0,'-16'-51'973'0'0,"15"50"-984"0"0,1 6-382 0 0,-1 44 357 0 0,2 0 1 0 0,13 77-1 0 0,-3-39 64 0 0,16 152 152 0 0,-24-199 1736 0 0,-6-46-1799 0 0,-23-55-89 0 0,3-1 0 0 0,3-1 0 0 0,3-1 0 0 0,-11-77-1 0 0,10-19-102 0 0,17 156 56 0 0,1 0-1 0 0,-1 0 0 0 0,1 0 1 0 0,0 0-1 0 0,0 0 1 0 0,0 0-1 0 0,0 0 0 0 0,1 0 1 0 0,-1 0-1 0 0,1 0 1 0 0,0 0-1 0 0,1 0 0 0 0,-1 0 1 0 0,0 1-1 0 0,1-1 1 0 0,0 1-1 0 0,0-1 0 0 0,0 1 1 0 0,1-1-1 0 0,-1 1 1 0 0,1 0-1 0 0,-1 0 0 0 0,5-3 1 0 0,2 0-34 0 0,0 1 0 0 0,0 0 0 0 0,0 1-1 0 0,0 0 1 0 0,1 1 0 0 0,-1 0 0 0 0,1 0 0 0 0,20-2 0 0 0,-14 3 10 0 0,0 0-1 0 0,0 2 1 0 0,0 0-1 0 0,0 1 1 0 0,0 1 0 0 0,-1 0-1 0 0,1 1 1 0 0,0 0-1 0 0,-1 2 1 0 0,0 0 0 0 0,0 0-1 0 0,0 1 1 0 0,-1 1-1 0 0,23 14 1 0 0,-13-4-29 0 0,0 0 1 0 0,0 1-1 0 0,-2 1 1 0 0,0 2-1 0 0,-2 0 1 0 0,0 1-1 0 0,20 30 1 0 0,-35-46 67 0 0,-1 0 1 0 0,1 0 0 0 0,-2 1 0 0 0,1-1 0 0 0,-1 1 0 0 0,0 0 0 0 0,0 0-1 0 0,-1 0 1 0 0,0 0 0 0 0,0 1 0 0 0,-1-1 0 0 0,0 1 0 0 0,0-1 0 0 0,0 1 0 0 0,-1-1-1 0 0,0 1 1 0 0,-1-1 0 0 0,0 1 0 0 0,0-1 0 0 0,-1 1 0 0 0,0-1 0 0 0,0 0-1 0 0,0 0 1 0 0,-1 0 0 0 0,0 0 0 0 0,0 0 0 0 0,-1-1 0 0 0,0 1 0 0 0,0-1 0 0 0,-1 0-1 0 0,0 0 1 0 0,0 0 0 0 0,0-1 0 0 0,0 0 0 0 0,-1 0 0 0 0,-12 8 0 0 0,-18 11 60 0 0,-75 40 1 0 0,24-17 221 0 0,51-32 157 0 0,35-14-264 0 0,-4 1 254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4.0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217 165 5048 0 0,'-4'-2'-23'0'0,"1"0"-1"0"0,-1 0 0 0 0,0 0 0 0 0,-1 1 0 0 0,1-1 0 0 0,0 1 0 0 0,0 0 0 0 0,0 0 0 0 0,-1 0 0 0 0,1 1 0 0 0,-1 0 1 0 0,1-1-1 0 0,0 1 0 0 0,-1 1 0 0 0,1-1 0 0 0,-1 1 0 0 0,1 0 0 0 0,0 0 0 0 0,0 0 0 0 0,-1 0 0 0 0,1 1 0 0 0,0 0 1 0 0,0 0-1 0 0,1 0 0 0 0,-1 0 0 0 0,0 0 0 0 0,1 1 0 0 0,-6 5 0 0 0,-1 0 4 0 0,1 0 1 0 0,0 1-1 0 0,1 1 0 0 0,0-1 0 0 0,0 1 1 0 0,1 1-1 0 0,0 0 0 0 0,1 0 0 0 0,-6 13 1 0 0,11-21 17 0 0,-1 1 0 0 0,1-1 1 0 0,0 1-1 0 0,0 0 1 0 0,0 0-1 0 0,0-1 0 0 0,1 1 1 0 0,0 0-1 0 0,0 0 0 0 0,0 0 1 0 0,0-1-1 0 0,0 1 0 0 0,1 0 1 0 0,-1 0-1 0 0,1-1 1 0 0,0 1-1 0 0,1 0 0 0 0,1 4 1 0 0,0-3 3 0 0,0 0 0 0 0,0 0 0 0 0,1-1 0 0 0,0 1 1 0 0,0-1-1 0 0,0 0 0 0 0,0 0 0 0 0,0 0 0 0 0,1-1 1 0 0,10 6-1 0 0,-1-1 42 0 0,1-1-1 0 0,0-1 1 0 0,1 0 0 0 0,-1-1 0 0 0,1-1 0 0 0,0 0 0 0 0,20 1 0 0 0,-31-5-27 0 0,0 0 0 0 0,0 0 0 0 0,0-1 0 0 0,0 0 0 0 0,0 0 0 0 0,0 0 0 0 0,0-1 0 0 0,0 0 0 0 0,0 0 0 0 0,-1 0 0 0 0,1 0 0 0 0,-1-1 0 0 0,0 0 0 0 0,1 1 0 0 0,-1-2 1 0 0,0 1-1 0 0,-1 0 0 0 0,1-1 0 0 0,3-4 0 0 0,-2 2-6 0 0,0 0 1 0 0,0 0-1 0 0,0-1 0 0 0,-1 0 1 0 0,0 1-1 0 0,-1-1 1 0 0,1-1-1 0 0,-1 1 1 0 0,-1 0-1 0 0,1-1 0 0 0,1-8 1 0 0,-4 11-17 0 0,1 1 0 0 0,-1 0 0 0 0,0 0 0 0 0,0 0 1 0 0,0-1-1 0 0,0 1 0 0 0,-1 0 0 0 0,0 0 0 0 0,0 0 0 0 0,0 0 1 0 0,0 0-1 0 0,-1 0 0 0 0,1 0 0 0 0,-1 0 0 0 0,0 0 0 0 0,0 1 1 0 0,-1-1-1 0 0,1 1 0 0 0,-1-1 0 0 0,1 1 0 0 0,-1 0 1 0 0,0 0-1 0 0,-5-4 0 0 0,-5-1-14 0 0,1 1 0 0 0,-1 0 0 0 0,0 1-1 0 0,0 1 1 0 0,-21-6 0 0 0,-18-9 54 0 0,50 19-22 0 0,-3 0 24 0 0,0-1-1 0 0,0 1 0 0 0,0-2 1 0 0,1 1-1 0 0,-1 0 1 0 0,1-1-1 0 0,-7-5 0 0 0,17 4-65 0 0,-1 0-1 0 0,1 1 0 0 0,1-1 0 0 0,-1 1 0 0 0,0 0 0 0 0,1 1 1 0 0,-1 0-1 0 0,1 0 0 0 0,0 0 0 0 0,9-1 0 0 0,84-5-235 0 0,-44 4 24 0 0,112-8 19 0 0,-165 11 353 0 0,-2 1-139 0 0,0 0 0 0 0,0 0 0 0 0,1 0 0 0 0,-1 0 0 0 0,0 0 0 0 0,0 0 0 0 0,1 0 0 0 0,-1 0 0 0 0,0 0-1 0 0,0 1 1 0 0,0-1 0 0 0,1 1 0 0 0,-1-1 0 0 0,0 0 0 0 0,0 1 0 0 0,0 0 0 0 0,0-1 0 0 0,0 1 0 0 0,0 0 0 0 0,0-1 0 0 0,0 1 0 0 0,1 1 0 0 0,-2 17-86 0 0,0 23 31 0 0,1 0 0 0 0,12 74 1 0 0,8-3 28 0 0,-19-105 90 0 0,2 19 3077 0 0,-13-46-3147 0 0,1 0 0 0 0,1-1 1 0 0,0 1-1 0 0,1-2 0 0 0,-5-36 0 0 0,5 10-217 0 0,0-75 1 0 0,6 116 168 0 0,0 0 1 0 0,0 0 0 0 0,1 1 0 0 0,-1-1 0 0 0,1 0-1 0 0,1 1 1 0 0,-1-1 0 0 0,1 0 0 0 0,0 1 0 0 0,0 0-1 0 0,1-1 1 0 0,-1 1 0 0 0,1 0 0 0 0,0 0 0 0 0,1 1 0 0 0,-1-1-1 0 0,1 1 1 0 0,0-1 0 0 0,0 1 0 0 0,0 0 0 0 0,1 1-1 0 0,-1-1 1 0 0,1 1 0 0 0,0 0 0 0 0,0 0 0 0 0,9-4-1 0 0,-13 6 41 0 0,1 0 0 0 0,-1 1 0 0 0,1-1 0 0 0,0 0-1 0 0,-1 1 1 0 0,1-1 0 0 0,0 1 0 0 0,0 0 0 0 0,-1-1 0 0 0,1 1-1 0 0,0 0 1 0 0,0 0 0 0 0,-1 0 0 0 0,1 0 0 0 0,0 1-1 0 0,0-1 1 0 0,-1 0 0 0 0,1 1 0 0 0,0-1 0 0 0,-1 1-1 0 0,4 1 1 0 0,-2 0 0 0 0,0 0-1 0 0,0 0 0 0 0,-1 0 0 0 0,1 1 1 0 0,0-1-1 0 0,-1 1 0 0 0,0 0 1 0 0,1 0-1 0 0,-1-1 0 0 0,2 5 1 0 0,2 5-17 0 0,0 1 0 0 0,0 0 0 0 0,-1 0 1 0 0,3 14-1 0 0,41 126-242 0 0,-43-124 263 0 0,-3-13 24 0 0,0 0 1 0 0,2 0-1 0 0,-1 0 1 0 0,2-1-1 0 0,8 18 1 0 0,-11-28 6 0 0,0-1 0 0 0,0 1 0 0 0,1-1 0 0 0,-1 0 1 0 0,1 0-1 0 0,0-1 0 0 0,0 1 0 0 0,0-1 0 0 0,0 0 1 0 0,1 0-1 0 0,-1 0 0 0 0,1 0 0 0 0,0-1 0 0 0,0 0 0 0 0,0 0 1 0 0,0 0-1 0 0,0-1 0 0 0,0 1 0 0 0,10 0 0 0 0,-3-1 1 0 0,-1 0 0 0 0,1-2-1 0 0,-1 1 1 0 0,1-1-1 0 0,-1-1 1 0 0,1 0 0 0 0,-1 0-1 0 0,0-1 1 0 0,0-1-1 0 0,0 0 1 0 0,-1-1 0 0 0,1 1-1 0 0,-1-2 1 0 0,0 0 0 0 0,0 0-1 0 0,-1-1 1 0 0,0 0-1 0 0,0 0 1 0 0,-1-1 0 0 0,12-13-1 0 0,-1-1 71 0 0,0-1-1 0 0,-2-1 0 0 0,-1 0 0 0 0,-1-1 1 0 0,-1-1-1 0 0,21-53 0 0 0,-34 74-39 0 0,0 1 0 0 0,-1 0-1 0 0,1-1 1 0 0,-1 1 0 0 0,0-1-1 0 0,0 1 1 0 0,0-1 0 0 0,-1 1 0 0 0,1-1-1 0 0,-1 1 1 0 0,0 0 0 0 0,-1-1-1 0 0,-1-4 1 0 0,3 8-48 0 0,-22 0 3 0 0,13 5-12 0 0,1 0 0 0 0,0 0 0 0 0,0 1 0 0 0,0 0 0 0 0,0 0 0 0 0,1 1 0 0 0,-1 0 0 0 0,1 0 0 0 0,1 1-1 0 0,-1-1 1 0 0,1 2 0 0 0,1-1 0 0 0,-1 1 0 0 0,1 0 0 0 0,1 0 0 0 0,-1 0 0 0 0,1 0 0 0 0,1 1 0 0 0,-1 0 0 0 0,-2 14 0 0 0,3-15 5 0 0,1 1 0 0 0,-1 0-1 0 0,2 0 1 0 0,-1 0 0 0 0,1 0-1 0 0,1 0 1 0 0,0 1 0 0 0,0-1 0 0 0,1 0-1 0 0,0 0 1 0 0,0 0 0 0 0,6 18-1 0 0,-4-20 3 0 0,1 0 0 0 0,0 1 0 0 0,0-2 0 0 0,1 1 0 0 0,0 0-1 0 0,0-1 1 0 0,0 0 0 0 0,1 0 0 0 0,0 0 0 0 0,0-1 0 0 0,1 0-1 0 0,-1 0 1 0 0,1-1 0 0 0,0 0 0 0 0,8 4 0 0 0,13 5 20 0 0,0-1 1 0 0,1-2-1 0 0,0-1 1 0 0,53 10-1 0 0,-23-10 15 0 0,89 3 0 0 0,-125-13-407 0 0,0 0 0 0 0,-1-1-1 0 0,1-1 1 0 0,0-1 0 0 0,35-12 0 0 0,-21 4-523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6.09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171 42 3608 0 0,'0'0'1402'0'0,"-7"0"-1368"0"0,-23 0-16 0 0,26 1-15 0 0,-1-1 0 0 0,1 1 0 0 0,-1 0 0 0 0,1 0 0 0 0,-1 1 0 0 0,1-1 0 0 0,0 1 0 0 0,-1 0 0 0 0,1 0 0 0 0,0 0 0 0 0,0 1 0 0 0,1-1 0 0 0,-1 1 0 0 0,0 0 0 0 0,-4 6 0 0 0,0-1-21 0 0,0 1 1 0 0,1 0-1 0 0,0 0 1 0 0,-8 15-1 0 0,13-19 12 0 0,-1 0-1 0 0,1 0 1 0 0,0 0-1 0 0,0 0 1 0 0,0 0-1 0 0,1 0 0 0 0,-1 1 1 0 0,2-1-1 0 0,-1 1 1 0 0,0-1-1 0 0,1 0 0 0 0,0 1 1 0 0,0-1-1 0 0,1 1 1 0 0,-1-1-1 0 0,4 11 1 0 0,-1-9 7 0 0,0 0-1 0 0,0 0 1 0 0,0 0 0 0 0,1 0 0 0 0,0-1 0 0 0,1 1 0 0 0,0-1 0 0 0,-1-1 0 0 0,2 1 0 0 0,-1-1 0 0 0,7 6 0 0 0,0-2 18 0 0,1 1-1 0 0,0-2 1 0 0,1 0-1 0 0,0-1 1 0 0,0 0 0 0 0,0-1-1 0 0,1 0 1 0 0,0-1-1 0 0,0-1 1 0 0,1-1 0 0 0,18 3-1 0 0,-27-6 4 0 0,0 0-1 0 0,0 0 1 0 0,1 0-1 0 0,-1-1 1 0 0,0 0 0 0 0,0-1-1 0 0,0 1 1 0 0,0-2-1 0 0,0 1 1 0 0,0-1-1 0 0,0 1 1 0 0,-1-2 0 0 0,0 1-1 0 0,1-1 1 0 0,-1 0-1 0 0,5-5 1 0 0,-7 6-27 0 0,-1-1 0 0 0,0 1 0 0 0,0-1 0 0 0,0 1 1 0 0,0-1-1 0 0,-1 0 0 0 0,1 0 0 0 0,-1 0 0 0 0,0-1 0 0 0,0 1 1 0 0,-1 0-1 0 0,1-1 0 0 0,-1 1 0 0 0,0-1 0 0 0,0 1 0 0 0,-1-1 1 0 0,1 0-1 0 0,-1 1 0 0 0,0-1 0 0 0,0 0 0 0 0,-1 1 0 0 0,1-1 1 0 0,-1 0-1 0 0,0 1 0 0 0,0-1 0 0 0,-2-4 0 0 0,0 3-7 0 0,1 0 0 0 0,-1 0-1 0 0,0 0 1 0 0,-1 0 0 0 0,0 0 0 0 0,0 1-1 0 0,0-1 1 0 0,0 1 0 0 0,-1 0-1 0 0,0 1 1 0 0,0-1 0 0 0,0 1 0 0 0,-1 0-1 0 0,1 0 1 0 0,-1 1 0 0 0,-9-5 0 0 0,-9-3-6 0 0,-1 2 1 0 0,0 1 0 0 0,-26-6-1 0 0,-25-7 122 0 0,69 19-100 0 0,-20-10-219 0 0,66 6 112 0 0,71-1-1 0 0,-70 6 51 0 0,-1-1 0 0 0,49-10 0 0 0,-12 7 680 0 0,-74 4-381 0 0,30-2-156 0 0,-31 7-111 0 0,0 1 0 0 0,0-1 0 0 0,0 1 0 0 0,-1-1-1 0 0,1 1 1 0 0,-1-1 0 0 0,0 1 0 0 0,-1 0 0 0 0,1-1 0 0 0,-3 9 0 0 0,1 29-36 0 0,7-2 39 0 0,3 1 1 0 0,1-1 0 0 0,25 70-1 0 0,-11-37 3729 0 0,-28-82-3703 0 0,0-1-1 0 0,1 0 0 0 0,0 1 0 0 0,1-2 0 0 0,0 1 0 0 0,0 0 0 0 0,1-1 0 0 0,1 1 0 0 0,0-1 0 0 0,0 1 0 0 0,1-1 0 0 0,0 0 0 0 0,1 1 0 0 0,3-16 0 0 0,4-20-307 0 0,3 1 1 0 0,16-44-1 0 0,-21 70 220 0 0,-5 15 31 0 0,0 0-1 0 0,1 0 0 0 0,-1 0 1 0 0,1 1-1 0 0,0-1 1 0 0,1 0-1 0 0,-1 1 1 0 0,0 0-1 0 0,1-1 1 0 0,0 1-1 0 0,0 0 1 0 0,0 1-1 0 0,0-1 0 0 0,0 0 1 0 0,0 1-1 0 0,1 0 1 0 0,0 0-1 0 0,-1 0 1 0 0,1 0-1 0 0,0 0 1 0 0,0 1-1 0 0,0-1 1 0 0,0 1-1 0 0,0 0 0 0 0,0 1 1 0 0,0-1-1 0 0,0 1 1 0 0,5-1-1 0 0,-6 1-6 0 0,1 1 8 0 0,0-1 23 0 0,0 1 1 0 0,0-1 0 0 0,0 1-1 0 0,0 0 1 0 0,0 1 0 0 0,0-1-1 0 0,0 1 1 0 0,0-1 0 0 0,0 1 0 0 0,-1 0-1 0 0,1 1 1 0 0,-1-1 0 0 0,1 1-1 0 0,-1-1 1 0 0,0 1 0 0 0,0 0-1 0 0,0 0 1 0 0,-1 0 0 0 0,1 1 0 0 0,-1-1-1 0 0,1 1 1 0 0,-1-1 0 0 0,0 1-1 0 0,-1 0 1 0 0,1 0 0 0 0,-1 0-1 0 0,1 0 1 0 0,-1 0 0 0 0,0 0-1 0 0,0 8 1 0 0,16 133-212 0 0,-16-136 250 0 0,1 0 0 0 0,1 1 0 0 0,-1-1 1 0 0,2-1-1 0 0,-1 1 0 0 0,1 0 1 0 0,0-1-1 0 0,1 0 0 0 0,0 0 0 0 0,0 0 1 0 0,1 0-1 0 0,0-1 0 0 0,0 0 1 0 0,1 0-1 0 0,0-1 0 0 0,0 0 0 0 0,0 0 1 0 0,1-1-1 0 0,15 9 0 0 0,-10-7-264 0 0,-1-1 1 0 0,1 0-1 0 0,0-1 0 0 0,1-1 0 0 0,-1 0 0 0 0,1-1 0 0 0,0 0 0 0 0,0-1 1 0 0,0 0-1 0 0,0-1 0 0 0,0-1 0 0 0,23-3 0 0 0,-3-3-472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7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19 114 3436 0 0,'-11'-88'2358'0'0,"11"87"-2157"0"0,-2-11 315 0 0,-2-1-576 0 0,2 83-27 0 0,4 0-1 0 0,3 0 0 0 0,21 110 1 0 0,-7-61 67 0 0,-13-73 61 0 0,2-2 0 0 0,14 45-1 0 0,-18-77-34 0 0,0 0-1 0 0,0-1 1 0 0,1 1-1 0 0,1-1 0 0 0,-1 0 1 0 0,2-1-1 0 0,0 0 1 0 0,0 0-1 0 0,1 0 1 0 0,0-1-1 0 0,0 0 0 0 0,17 13 1 0 0,-15-14-53 0 0,1-1-1 0 0,0-1 1 0 0,0 0-1 0 0,1 0 1 0 0,0-1 0 0 0,0-1-1 0 0,0 0 1 0 0,0 0-1 0 0,26 3 1 0 0,-31-7 12 0 0,0 1-1 0 0,-1-2 0 0 0,1 1 1 0 0,0-1-1 0 0,0 0 1 0 0,0 0-1 0 0,-1-1 1 0 0,1 0-1 0 0,-1 0 0 0 0,1 0 1 0 0,-1-1-1 0 0,0 0 1 0 0,0-1-1 0 0,0 1 1 0 0,0-1-1 0 0,-1 0 0 0 0,1 0 1 0 0,-1-1-1 0 0,0 0 1 0 0,5-6-1 0 0,3-5 358 0 0,-1-2 1 0 0,-1 0-1 0 0,-1 0 0 0 0,0-1 0 0 0,-1 0 0 0 0,10-34 0 0 0,-15 42-28 0 0,-3 10-209 0 0,0 0-61 0 0,2-6-11 0 0,-2 5-22 0 0,0 23-318 0 0,-1-18 320 0 0,1 1-1 0 0,-1-1 1 0 0,0 0-1 0 0,1 0 1 0 0,0 1-1 0 0,0-1 1 0 0,0 0-1 0 0,0 0 1 0 0,0 0 0 0 0,0 0-1 0 0,1 0 1 0 0,0 0-1 0 0,-1 0 1 0 0,1-1-1 0 0,0 1 1 0 0,0 0-1 0 0,1-1 1 0 0,-1 0 0 0 0,0 1-1 0 0,1-1 1 0 0,0 0-1 0 0,4 2 1 0 0,5 4-18 0 0,1-1-1 0 0,0-1 1 0 0,22 9 0 0 0,-27-12-4 0 0,10 4-63 0 0,1-1 0 0 0,0-1 1 0 0,0 0-1 0 0,0-1 0 0 0,0-1 1 0 0,1-1-1 0 0,-1-1 0 0 0,37-2 1 0 0,-48 0 62 0 0,0 0-1 0 0,1-1 1 0 0,-1 0 0 0 0,0 0 0 0 0,0-1 0 0 0,0 1 0 0 0,-1-2 0 0 0,1 1-1 0 0,-1-1 1 0 0,0 0 0 0 0,0-1 0 0 0,0 0 0 0 0,0 0 0 0 0,-1 0-1 0 0,0-1 1 0 0,0 0 0 0 0,0 0 0 0 0,-1 0 0 0 0,0-1 0 0 0,0 0-1 0 0,-1 0 1 0 0,7-15 0 0 0,-3 2 224 0 0,-2-1 0 0 0,8-35 0 0 0,-3 7 256 0 0,-11 48-443 0 0,1-6 30 0 0,-2 5-94 0 0,0 6-316 0 0,-7 33 337 0 0,2-1 0 0 0,1 1-1 0 0,2 1 1 0 0,2-1 0 0 0,1 0 0 0 0,6 46 0 0 0,51 225 43 0 0,-50-277 2 0 0,-2-14-12 0 0,-2 1-1 0 0,0-1 0 0 0,-1 1 1 0 0,0-1-1 0 0,-2 1 0 0 0,0 0 1 0 0,-1-1-1 0 0,-6 34 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49.31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205 90 3784 0 0,'0'0'-72'0'0,"-7"-21"-26"0"0,4 18 98 0 0,-6-4-9 0 0,-22 6 18 0 0,23 3-17 0 0,0-1 0 0 0,1 1 0 0 0,-1 0 0 0 0,1 1-1 0 0,0 0 1 0 0,0 0 0 0 0,0 0 0 0 0,0 1 0 0 0,0 0-1 0 0,0 1 1 0 0,1-1 0 0 0,0 1 0 0 0,0 0 0 0 0,1 1-1 0 0,-1 0 1 0 0,1-1 0 0 0,0 2 0 0 0,1-1 0 0 0,-1 0-1 0 0,1 1 1 0 0,-6 13 0 0 0,8-14 11 0 0,0 0-1 0 0,0 0 1 0 0,0 0 0 0 0,0 0 0 0 0,1 0-1 0 0,0 1 1 0 0,1-1 0 0 0,-1 0-1 0 0,1 1 1 0 0,0-1 0 0 0,1 1-1 0 0,-1-1 1 0 0,2 0 0 0 0,-1 1 0 0 0,0-1-1 0 0,1 0 1 0 0,0 0 0 0 0,1 0-1 0 0,-1 0 1 0 0,1-1 0 0 0,0 1-1 0 0,1-1 1 0 0,-1 1 0 0 0,1-1 0 0 0,0 0-1 0 0,0 0 1 0 0,9 7 0 0 0,-1-2 21 0 0,1 0 1 0 0,0-1 0 0 0,0 0-1 0 0,1-1 1 0 0,0-1 0 0 0,1 0-1 0 0,-1-1 1 0 0,2 0 0 0 0,-1-1 0 0 0,0-1-1 0 0,1-1 1 0 0,0 0 0 0 0,0-1-1 0 0,29 1 1 0 0,-36-3 1 0 0,1-1 1 0 0,-1 0-1 0 0,1 0 1 0 0,-1-1-1 0 0,0 0 1 0 0,1 0-1 0 0,-1-1 1 0 0,0-1 0 0 0,0 1-1 0 0,-1-2 1 0 0,1 1-1 0 0,-1-1 1 0 0,0 0-1 0 0,0-1 1 0 0,-1 0-1 0 0,1 0 1 0 0,-1 0-1 0 0,-1-1 1 0 0,1 0-1 0 0,-1-1 1 0 0,0 1-1 0 0,-1-1 1 0 0,0 0-1 0 0,0-1 1 0 0,7-16-1 0 0,-11 21-1 0 0,1 0 1 0 0,-1 0-1 0 0,0 0 0 0 0,0 0 1 0 0,0 0-1 0 0,0 0 0 0 0,-1 0 1 0 0,0 0-1 0 0,0 0 0 0 0,0 0 1 0 0,0 0-1 0 0,-1 0 0 0 0,1 0 0 0 0,-1 0 1 0 0,0 0-1 0 0,0 0 0 0 0,-1 0 1 0 0,1 0-1 0 0,-1 0 0 0 0,0 1 1 0 0,0-1-1 0 0,0 1 0 0 0,0-1 1 0 0,-1 1-1 0 0,1 0 0 0 0,-1 0 1 0 0,0 0-1 0 0,0 0 0 0 0,0 1 0 0 0,0-1 1 0 0,-1 1-1 0 0,1-1 0 0 0,-6-2 1 0 0,-14-7 0 0 0,0 2 0 0 0,0 0 1 0 0,-1 1-1 0 0,-35-8 0 0 0,15 3 35 0 0,-9 0-4 0 0,51 13-52 0 0,-17-6 26 0 0,9 2-93 0 0,9 2-264 0 0,195 2 186 0 0,9 0-27 0 0,-50-1 1422 0 0,-149 2-1089 0 0,23 2-117 0 0,-24-2-87 0 0,0 48-349 0 0,-6-19 368 0 0,2 0 1 0 0,1 0 0 0 0,1-1-1 0 0,2 1 1 0 0,1 0 0 0 0,1-1 0 0 0,1 0-1 0 0,1 0 1 0 0,14 32 0 0 0,-13-24 3263 0 0,-15-52-2706 0 0,-2-10-486 0 0,2 0 0 0 0,0-1 0 0 0,2 0 0 0 0,-4-52-1 0 0,8 62-152 0 0,1 1 0 0 0,0 0 0 0 0,1 0 0 0 0,1 0 0 0 0,1 1-1 0 0,0-1 1 0 0,1 0 0 0 0,1 1 0 0 0,10-23 0 0 0,-12 32 40 0 0,1 0 0 0 0,0 0 0 0 0,0 1 1 0 0,1-1-1 0 0,0 1 0 0 0,0 0 0 0 0,0 1 0 0 0,0-1 1 0 0,1 1-1 0 0,-1 0 0 0 0,1 1 0 0 0,0-1 0 0 0,0 1 1 0 0,1 0-1 0 0,-1 1 0 0 0,1-1 0 0 0,-1 1 0 0 0,1 0 1 0 0,0 1-1 0 0,0 0 0 0 0,0 0 0 0 0,0 1 0 0 0,11 0 0 0 0,-7 0 0 0 0,1 0-1 0 0,0 1 0 0 0,0 1 0 0 0,0 0 1 0 0,-1 1-1 0 0,1 0 0 0 0,-1 1 0 0 0,0 0 0 0 0,0 1 1 0 0,0 0-1 0 0,-1 1 0 0 0,1 0 0 0 0,9 8 1 0 0,-5-1 19 0 0,-1 1 1 0 0,-1 0 0 0 0,0 1 0 0 0,-1 1-1 0 0,-1 0 1 0 0,0 0 0 0 0,-1 1-1 0 0,-1 1 1 0 0,0-1 0 0 0,-2 1 0 0 0,0 1-1 0 0,-1 0 1 0 0,0-1 0 0 0,3 33 0 0 0,-2-27-67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21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175 82 4080 0 0,'1'0'1'0'0,"1"-1"-1"0"0,-1 0 0 0 0,0 0 0 0 0,0 0 0 0 0,0 0 0 0 0,0 0 0 0 0,0 0 1 0 0,0 0-1 0 0,-1 0 0 0 0,1 0 0 0 0,0 0 0 0 0,0 0 0 0 0,-1 0 1 0 0,1-1-1 0 0,-1 1 0 0 0,1 0 0 0 0,-1-1 0 0 0,0 1 0 0 0,1 0 0 0 0,-1-1 1 0 0,0 1-1 0 0,0 0 0 0 0,0-1 0 0 0,0 1 0 0 0,0-2 0 0 0,-2 0 24 0 0,0 1-1 0 0,0 0 1 0 0,0 0-1 0 0,0 0 0 0 0,0 0 1 0 0,-1 0-1 0 0,1 0 1 0 0,-1 1-1 0 0,1-1 1 0 0,-1 1-1 0 0,0 0 0 0 0,1 0 1 0 0,-1 0-1 0 0,0 0 1 0 0,0 0-1 0 0,-4 0 0 0 0,4 0-40 0 0,-24 8-34 0 0,18-2 47 0 0,0 2-1 0 0,1-1 0 0 0,0 1 0 0 0,0 1 0 0 0,1-1 1 0 0,-1 1-1 0 0,2 0 0 0 0,-1 1 0 0 0,1 0 0 0 0,1 0 0 0 0,-1 0 1 0 0,1 1-1 0 0,1-1 0 0 0,0 1 0 0 0,1 0 0 0 0,-4 15 1 0 0,5-18 10 0 0,1 0 1 0 0,0 0 0 0 0,1 0 0 0 0,0 0-1 0 0,0 0 1 0 0,0 0 0 0 0,1-1 0 0 0,0 1 0 0 0,0 0-1 0 0,0 0 1 0 0,1-1 0 0 0,0 1 0 0 0,1 0 0 0 0,0-1-1 0 0,-1 0 1 0 0,2 0 0 0 0,-1 0 0 0 0,1 0-1 0 0,0 0 1 0 0,0-1 0 0 0,1 0 0 0 0,-1 0 0 0 0,1 0-1 0 0,1 0 1 0 0,-1-1 0 0 0,11 8 0 0 0,2-2 17 0 0,1-1 0 0 0,0 0 0 0 0,0-2 0 0 0,0 0 0 0 0,1-1 0 0 0,0-1 0 0 0,0 0 0 0 0,1-2 0 0 0,-1 0 1 0 0,23-1-1 0 0,-9-2 9 0 0,0-1 0 0 0,0-2 0 0 0,-1-1 0 0 0,1-1 0 0 0,44-14 0 0 0,-56 12-6 0 0,0-1 0 0 0,-1-1 0 0 0,0 0 0 0 0,0-2 0 0 0,-1-1 0 0 0,-1 0 0 0 0,0-1 0 0 0,0-1 0 0 0,-2-1 0 0 0,0-1 0 0 0,0 0 0 0 0,-2-1-1 0 0,0-1 1 0 0,-1 0 0 0 0,-1-1 0 0 0,0 0 0 0 0,-2-1 0 0 0,13-28 0 0 0,-23 45-9 0 0,0 0-1 0 0,0 1 1 0 0,-1-1-1 0 0,1 0 1 0 0,-1 1 0 0 0,1-1-1 0 0,-1 0 1 0 0,0 0-1 0 0,0 0 1 0 0,0 1 0 0 0,0-1-1 0 0,-1 0 1 0 0,1 0-1 0 0,-1 1 1 0 0,1-1-1 0 0,-1 0 1 0 0,0 1 0 0 0,0-1-1 0 0,0 0 1 0 0,-1 1-1 0 0,1 0 1 0 0,-1-1-1 0 0,-2-3 1 0 0,1 3-15 0 0,0 1 0 0 0,0 0-1 0 0,0 0 1 0 0,0 0 0 0 0,0 0 0 0 0,0 0-1 0 0,-1 0 1 0 0,1 1 0 0 0,-1 0-1 0 0,1 0 1 0 0,-1 0 0 0 0,1 0 0 0 0,-1 0-1 0 0,0 1 1 0 0,1-1 0 0 0,-1 1 0 0 0,0 0-1 0 0,1 0 1 0 0,-7 1 0 0 0,-2 2-22 0 0,0 0 1 0 0,1 1 0 0 0,-1 1-1 0 0,1-1 1 0 0,-1 2-1 0 0,2 0 1 0 0,-1 0-1 0 0,1 1 1 0 0,-1 0 0 0 0,2 1-1 0 0,-1 0 1 0 0,1 0-1 0 0,1 1 1 0 0,-1 0-1 0 0,1 1 1 0 0,1 0-1 0 0,-7 11 1 0 0,10-14 10 0 0,-1 0 0 0 0,1 1 0 0 0,1 0 0 0 0,0 0 0 0 0,0-1 0 0 0,0 2 0 0 0,1-1 1 0 0,0 0-1 0 0,1 0 0 0 0,0 1 0 0 0,0 14 0 0 0,1-17 9 0 0,1 0 0 0 0,0 0 1 0 0,0-1-1 0 0,1 1 1 0 0,-1 0-1 0 0,1-1 0 0 0,1 0 1 0 0,-1 1-1 0 0,1-1 0 0 0,0 0 1 0 0,0 0-1 0 0,0 0 0 0 0,1-1 1 0 0,-1 1-1 0 0,1-1 0 0 0,0 0 1 0 0,1 0-1 0 0,6 5 1 0 0,9 5 14 0 0,0-1 0 0 0,1-1 1 0 0,1-1-1 0 0,0-1 0 0 0,0-1 1 0 0,45 12-1 0 0,-31-12 45 0 0,0-2 0 0 0,1-2 0 0 0,68 2 0 0 0,-85-7 56 0 0,1-1-1 0 0,33-6 1 0 0,-50 7-319 0 0,1-1-1 0 0,0 0 1 0 0,0-1 0 0 0,-1 1 0 0 0,1-1-1 0 0,-1 0 1 0 0,1 0 0 0 0,-1 0-1 0 0,0 0 1 0 0,0-1 0 0 0,0 0-1 0 0,0 0 1 0 0,0 0 0 0 0,-1 0-1 0 0,1-1 1 0 0,-1 1 0 0 0,3-5 0 0 0,-3 0-576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4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 4552 0 0,'0'0'4193'0'0,"13"-5"-2953"0"0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0.69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 7885 0 0,'2'40'5340'0'0,"-1"-38"-5001"0"0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1.98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17 6049 0 0,'3'-11'-207'0'0,"-1"5"491"0"0,-1 8 52 0 0,37 259-590 0 0,-24-213-1353 0 0,8-65-1138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2.51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50 3972 0 0,'-12'-4'-260'0'0,"6"2"334"0"0,7-1 318 0 0,71-9-405 0 0,-1 2-1 0 0,124 1 1 0 0,-62 4-3 0 0,126 0 14 0 0,-256 5 10 0 0,1 0-17 0 0,25 3-1936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2.96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92 2848 0 0,'0'0'8'0'0,"35"-1"984"0"0,601-65-706 0 0,-534 57 80 0 0,-100 9-459 0 0,-1-1-1 0 0,1 1 1 0 0,0 0-1 0 0,0-1 0 0 0,0 1 1 0 0,0-1-1 0 0,0 0 1 0 0,0 0-1 0 0,-1 0 0 0 0,1 0 1 0 0,0 0-1 0 0,-1 0 0 0 0,1 0 1 0 0,-1 0-1 0 0,3-3 1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3.6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18 105 3452 0 0,'-8'-13'994'0'0,"-1"7"773"0"0,9 19-1776 0 0,0 1 1 0 0,0 0 0 0 0,1-1 0 0 0,1 1 0 0 0,0 0 0 0 0,1-1-1 0 0,5 15 1 0 0,2 1 78 0 0,2-1 1 0 0,24 45-1 0 0,-35-136 2029 0 0,-3-32-2407 0 0,2 86 268 0 0,1 0 0 0 0,0 0 1 0 0,1 0-1 0 0,0 0 0 0 0,0 0 1 0 0,1 1-1 0 0,0-1 1 0 0,1 1-1 0 0,-1 0 0 0 0,2 0 1 0 0,-1 0-1 0 0,1 0 0 0 0,0 1 1 0 0,9-10-1 0 0,-9 13 5 0 0,0-1 0 0 0,1 1 1 0 0,0 0-1 0 0,0 0 0 0 0,0 0 1 0 0,0 1-1 0 0,0 0 0 0 0,1 0 0 0 0,-1 1 1 0 0,1-1-1 0 0,0 1 0 0 0,-1 1 0 0 0,1 0 1 0 0,0 0-1 0 0,0 0 0 0 0,0 0 0 0 0,0 1 1 0 0,0 1-1 0 0,10 0 0 0 0,-2 2-3 0 0,0 0 1 0 0,0 0-1 0 0,0 2 0 0 0,0 0 0 0 0,-1 0 0 0 0,0 1 0 0 0,0 1 0 0 0,-1 0 0 0 0,1 1 0 0 0,18 16 1 0 0,-14-9-8 0 0,0 1 0 0 0,-1 0 1 0 0,-2 2-1 0 0,1-1 1 0 0,-2 2-1 0 0,16 25 1 0 0,-24-32 36 0 0,1-1 0 0 0,0 0 0 0 0,1-1 1 0 0,0 0-1 0 0,18 17 0 0 0,-21-24-203 0 0,0 1 0 0 0,0-1 0 0 0,1 0 1 0 0,-1 0-1 0 0,1-1 0 0 0,0 0 0 0 0,0 0 0 0 0,-1 0 0 0 0,2 0 0 0 0,-1-1 0 0 0,0 0 0 0 0,0-1 0 0 0,0 1 0 0 0,8-2 0 0 0,13 1-853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4.37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44 143 3732 0 0,'-4'-9'135'0'0,"0"1"0"0"0,0-1 0 0 0,1 1-1 0 0,0-1 1 0 0,0 0 0 0 0,1 0-1 0 0,-2-17 1 0 0,-4-12 1684 0 0,8 37-1616 0 0,-9-16 210 0 0,12 68-447 0 0,14 74 1 0 0,-1-13 44 0 0,-13-87-8 0 0,0 0 0 0 0,2 0 0 0 0,1 0 0 0 0,1 0 0 0 0,11 25 0 0 0,-14-44 2 0 0,0 1 1 0 0,1-1-1 0 0,0 0 0 0 0,0 0 0 0 0,0 0 0 0 0,1-1 0 0 0,0 0 0 0 0,0 0 1 0 0,0-1-1 0 0,0 1 0 0 0,1-1 0 0 0,0-1 0 0 0,0 1 0 0 0,0-1 0 0 0,0 0 0 0 0,1-1 1 0 0,-1 0-1 0 0,0 0 0 0 0,1 0 0 0 0,15 0 0 0 0,8 1-239 0 0,-1-1 0 0 0,1-2-1 0 0,56-6 1 0 0,-44 0-1394 0 0,62-18 1 0 0,-60 12 360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4.6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67 3936 0 0,'0'0'-163'0'0,"-10"-1"-170"0"0,10 1 324 0 0,0 0 1 0 0,0 0-1 0 0,0 0 1 0 0,0 0-1 0 0,0 0 1 0 0,0 0-1 0 0,0 0 1 0 0,0 0-1 0 0,0-1 1 0 0,0 1-1 0 0,0 0 1 0 0,0 0-1 0 0,0 0 1 0 0,0 0-1 0 0,0 0 1 0 0,0 0-1 0 0,0 0 1 0 0,0 0-1 0 0,0-1 1 0 0,0 1-1 0 0,0 0 1 0 0,0 0-1 0 0,0 0 1 0 0,0 0-1 0 0,0 0 1 0 0,0 0-1 0 0,0-1 1 0 0,354-52-1806 0 0,-306 44 1314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5.4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67 2024 0 0,'-19'-65'2658'0'0,"19"63"-2519"0"0,-6 20 218 0 0,7-5-359 0 0,1-1 0 0 0,0 1 0 0 0,1-1 0 0 0,0 1 0 0 0,1-1 0 0 0,0 0-1 0 0,8 13 1 0 0,6 23 21 0 0,13 38 63 0 0,71 139 1 0 0,-100-222-76 0 0,28 61 3096 0 0,-34-69-2907 0 0,1 1-188 0 0,0 0 0 0 0,0 0 0 0 0,1-1 1 0 0,-1 1-1 0 0,1-1 0 0 0,0 1 0 0 0,0-1 0 0 0,1 0 0 0 0,-1 0 1 0 0,1 0-1 0 0,0 0 0 0 0,1 0 0 0 0,-1 0 0 0 0,1 0 1 0 0,0 0-1 0 0,0 0 0 0 0,0 0 0 0 0,1 0 0 0 0,0 0 0 0 0,0 0 1 0 0,2-7-1 0 0,1 4-82 0 0,0-1 1 0 0,0 1-1 0 0,1 0 1 0 0,0 0 0 0 0,0 1-1 0 0,1-1 1 0 0,0 1-1 0 0,0 0 1 0 0,1 1-1 0 0,0-1 1 0 0,0 1 0 0 0,0 1-1 0 0,1-1 1 0 0,0 1-1 0 0,0 1 1 0 0,0-1-1 0 0,1 1 1 0 0,-1 1 0 0 0,1 0-1 0 0,0 0 1 0 0,0 1-1 0 0,0 0 1 0 0,0 0-1 0 0,16 0 1 0 0,-9 1 1 0 0,-1 0 0 0 0,1 2 0 0 0,-1 0 0 0 0,1 0 0 0 0,-1 2 0 0 0,0 0 0 0 0,0 1 0 0 0,0 0 0 0 0,0 1 0 0 0,-1 1 0 0 0,1 0 0 0 0,-2 1 0 0 0,1 0 0 0 0,19 15 0 0 0,23 18-116 0 0,-29-22 92 0 0,-1 2 0 0 0,36 34-1 0 0,-24-23-463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5.87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99 125 3628 0 0,'5'-2'-73'0'0,"70"-36"-583"0"0,-71 35 720 0 0,1 0-1 0 0,0 0 1 0 0,-1 0 0 0 0,1 0-1 0 0,-1-1 1 0 0,0 0 0 0 0,-1 0 0 0 0,1 0-1 0 0,0 0 1 0 0,-1-1 0 0 0,0 0-1 0 0,3-5 1 0 0,-6 9-45 0 0,1 0-1 0 0,-1 1 1 0 0,1-1-1 0 0,-1 0 1 0 0,0 1-1 0 0,1-1 1 0 0,-1 0-1 0 0,0 0 1 0 0,0 0-1 0 0,0 1 1 0 0,0-1-1 0 0,0 0 1 0 0,0 0-1 0 0,0 0 1 0 0,0 1-1 0 0,0-1 1 0 0,0 0-1 0 0,0 0 1 0 0,0 0-1 0 0,0 1 1 0 0,-1-1-1 0 0,1 0 1 0 0,0 0-1 0 0,-1 1 1 0 0,1-1-1 0 0,-1 0 1 0 0,1 1-1 0 0,0-1 1 0 0,-1 0-1 0 0,0 1 1 0 0,1-1-1 0 0,-1 1 1 0 0,1-1-1 0 0,-2 0 1 0 0,0 0-3 0 0,0 0 1 0 0,-1 1-1 0 0,1-1 1 0 0,0 1-1 0 0,-1 0 0 0 0,1 0 1 0 0,0 0-1 0 0,-1 0 1 0 0,1 0-1 0 0,-1 0 0 0 0,-3 1 1 0 0,-5 2-15 0 0,0 0 0 0 0,1 0 1 0 0,0 1-1 0 0,-16 7 0 0 0,8 0-13 0 0,1 0-1 0 0,0 1 1 0 0,-16 16 0 0 0,30-25 6 0 0,-1 0 0 0 0,0 0 0 0 0,1 1 0 0 0,0 0 0 0 0,0 0 0 0 0,0 0 0 0 0,0 0 0 0 0,1 0 0 0 0,0 0 0 0 0,0 1 0 0 0,0-1 0 0 0,0 1 0 0 0,0-1 0 0 0,1 1 0 0 0,0 0 0 0 0,0 0 0 0 0,1-1 0 0 0,-1 1 0 0 0,1 7 0 0 0,1-9 11 0 0,0 0-1 0 0,0 0 1 0 0,0 0-1 0 0,0 0 1 0 0,1-1-1 0 0,0 1 0 0 0,-1 0 1 0 0,1-1-1 0 0,0 1 1 0 0,0-1-1 0 0,0 0 1 0 0,1 0-1 0 0,-1 1 0 0 0,1-1 1 0 0,-1-1-1 0 0,1 1 1 0 0,-1 0-1 0 0,1-1 1 0 0,5 3-1 0 0,63 22 103 0 0,-59-22-90 0 0,23 7-430 0 0,-1-2-1 0 0,2-2 1 0 0,-1-1 0 0 0,62 2 0 0 0,-58-9-344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6.8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0 133 3356 0 0,'2'-5'65'0'0,"-1"-1"0"0"0,-1 0 0 0 0,1 1-1 0 0,-1-1 1 0 0,0 0 0 0 0,-1-7 0 0 0,3-30 1087 0 0,-1 19-49 0 0,-2 7-845 0 0,2 15-262 0 0,-1 8-99 0 0,11 78 117 0 0,3 0 1 0 0,4-1-1 0 0,54 153 1 0 0,-63-213 75 0 0,-5-17 142 0 0,-2 0 1 0 0,1 1-1 0 0,-1-1 1 0 0,0 1-1 0 0,0 0 0 0 0,-1-1 1 0 0,1 8-1 0 0,-7-17-79 0 0,-5-6-109 0 0,0 0 0 0 0,0-1 0 0 0,1 0 0 0 0,0-1 0 0 0,1 0 0 0 0,0 0 0 0 0,0 0 0 0 0,2-1 0 0 0,-1-1 0 0 0,1 1 0 0 0,-5-19-1 0 0,10 29-75 0 0,0 0 0 0 0,0 1-1 0 0,1-2 1 0 0,-1 1 0 0 0,0 0-1 0 0,1 0 1 0 0,0 0-1 0 0,-1 0 1 0 0,1 0 0 0 0,0 0-1 0 0,0 0 1 0 0,0 0-1 0 0,0-1 1 0 0,1 1 0 0 0,-1 0-1 0 0,1 0 1 0 0,-1 0-1 0 0,1 0 1 0 0,0 0 0 0 0,-1 0-1 0 0,3-3 1 0 0,-1 2-8 0 0,0 1 0 0 0,1 0 0 0 0,-1 0-1 0 0,0 0 1 0 0,1 0 0 0 0,-1 1 0 0 0,1-1 0 0 0,0 0 0 0 0,-1 1 0 0 0,1 0 0 0 0,0 0 0 0 0,0 0 0 0 0,0 0 0 0 0,0 0-1 0 0,5 0 1 0 0,19-3-82 0 0,-1 2-1 0 0,1 0 1 0 0,0 2 0 0 0,0 1-1 0 0,0 2 1 0 0,0 0-1 0 0,29 8 1 0 0,16 8-85 0 0,90 34-1 0 0,-144-46 136 0 0,1 0 0 0 0,-1 1-1 0 0,0 0 1 0 0,-1 2 0 0 0,27 18-1 0 0,-43-27 69 0 0,0 0 1 0 0,0-1-1 0 0,-1 1 0 0 0,1 0 0 0 0,0-1 0 0 0,0 1 0 0 0,-1 0 0 0 0,1 0 1 0 0,0 0-1 0 0,-1 0 0 0 0,1 0 0 0 0,-1 0 0 0 0,1 0 0 0 0,-1 0 1 0 0,0 0-1 0 0,1 0 0 0 0,-1 0 0 0 0,0 0 0 0 0,0 0 0 0 0,0 0 1 0 0,0 0-1 0 0,0 0 0 0 0,0 0 0 0 0,0 0 0 0 0,0 0 0 0 0,0 0 1 0 0,0 0-1 0 0,0 0 0 0 0,-1 0 0 0 0,1 0 0 0 0,0 0 0 0 0,-1 0 0 0 0,1 0 1 0 0,-1 0-1 0 0,1 0 0 0 0,-1 0 0 0 0,0 0 0 0 0,1 0 0 0 0,-1 0 1 0 0,0-1-1 0 0,0 1 0 0 0,1 0 0 0 0,-1-1 0 0 0,0 1 0 0 0,0 0 1 0 0,0-1-1 0 0,0 1 0 0 0,0-1 0 0 0,0 1 0 0 0,-1 0 0 0 0,-7 3-7 0 0,0 0 0 0 0,0 0-1 0 0,0 0 1 0 0,-12 2 0 0 0,-34 8 150 0 0,0-3 0 0 0,-1-2 1 0 0,-93 3-1 0 0,129-16-184 0 0,19-6-818 0 0,2 7 645 0 0,1 1 1 0 0,-1 0-1 0 0,1-1 1 0 0,0 1-1 0 0,0 0 1 0 0,0 0-1 0 0,0 1 1 0 0,1-1-1 0 0,3-2 1 0 0,18-10-870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7.3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151 218 3692 0 0,'0'0'-192'0'0,"-2"3"-283"0"0,2-3 470 0 0,0 0 1 0 0,0 0 0 0 0,0 0 0 0 0,0 1-1 0 0,0-1 1 0 0,0 0 0 0 0,0 0 0 0 0,0 1-1 0 0,0-1 1 0 0,0 0 0 0 0,0 0-1 0 0,0 1 1 0 0,0-1 0 0 0,0 0 0 0 0,0 0-1 0 0,0 0 1 0 0,0 1 0 0 0,0-1 0 0 0,1 0-1 0 0,-1 0 1 0 0,0 0 0 0 0,0 1 0 0 0,0-1-1 0 0,0 0 1 0 0,0 0 0 0 0,1 0 0 0 0,-1 0-1 0 0,0 0 1 0 0,0 1 0 0 0,0-1 0 0 0,1 0-1 0 0,-1 0 1 0 0,0 0 0 0 0,0 0 0 0 0,0 0-1 0 0,1 0 1 0 0,-1 0 0 0 0,0 0 0 0 0,0 0-1 0 0,0 0 1 0 0,1 0 0 0 0,-1 1 0 0 0,0-1-1 0 0,0-1 1 0 0,1 1 0 0 0,-1 0 0 0 0,0 0-1 0 0,0 0 1 0 0,0 0 0 0 0,1 0 0 0 0,-1 0-1 0 0,0 0 1 0 0,0 0 0 0 0,1 0 0 0 0,-1 0-1 0 0,15-4-12 0 0,-1-1 1 0 0,0 0-1 0 0,0-1 0 0 0,0 0 0 0 0,-1-1 0 0 0,15-10 0 0 0,-22 13 52 0 0,-1 1 0 0 0,0-1-1 0 0,0-1 1 0 0,0 1-1 0 0,-1-1 1 0 0,0 0-1 0 0,0 0 1 0 0,0 0-1 0 0,0-1 1 0 0,-1 1 0 0 0,0-1-1 0 0,0 0 1 0 0,0 0-1 0 0,-1 0 1 0 0,0 0-1 0 0,0 0 1 0 0,-1 0-1 0 0,2-7 1 0 0,-3 10-17 0 0,0 1-1 0 0,0-1 1 0 0,1 1 0 0 0,-2-1 0 0 0,1 1-1 0 0,0 0 1 0 0,0-1 0 0 0,-1 1-1 0 0,1-1 1 0 0,-1 1 0 0 0,0 0 0 0 0,0 0-1 0 0,0-1 1 0 0,0 1 0 0 0,0 0 0 0 0,0 0-1 0 0,-1 0 1 0 0,1 0 0 0 0,-1 0-1 0 0,1 0 1 0 0,-1 0 0 0 0,0 1 0 0 0,1-1-1 0 0,-1 1 1 0 0,0-1 0 0 0,0 1-1 0 0,0 0 1 0 0,-5-3 0 0 0,1 2-13 0 0,0 1 0 0 0,0-1 0 0 0,0 1 0 0 0,0 0 1 0 0,0 0-1 0 0,0 1 0 0 0,-1-1 0 0 0,1 2 0 0 0,0-1 0 0 0,0 1 0 0 0,0-1 1 0 0,-8 4-1 0 0,-1-1-21 0 0,1 2 1 0 0,1 0 0 0 0,-1 0-1 0 0,1 2 1 0 0,0-1-1 0 0,0 2 1 0 0,1 0 0 0 0,-16 12-1 0 0,21-14 9 0 0,0 0 0 0 0,0 1 0 0 0,0-1 1 0 0,0 2-1 0 0,1-1 0 0 0,1 1 0 0 0,-1 0 0 0 0,1 0 0 0 0,0 0 0 0 0,1 1 0 0 0,0-1 0 0 0,1 1 0 0 0,-4 13 0 0 0,6-18 12 0 0,1-1-1 0 0,0 0 0 0 0,1 1 1 0 0,-1-1-1 0 0,1 1 1 0 0,-1-1-1 0 0,1 0 0 0 0,0 1 1 0 0,0-1-1 0 0,0 0 0 0 0,1 0 1 0 0,-1 0-1 0 0,1 0 0 0 0,0 0 1 0 0,0 0-1 0 0,0 0 1 0 0,0-1-1 0 0,0 1 0 0 0,1-1 1 0 0,-1 1-1 0 0,1-1 0 0 0,-1 0 1 0 0,1 0-1 0 0,0 0 0 0 0,0 0 1 0 0,5 2-1 0 0,9 5 35 0 0,1 0-1 0 0,0-1 0 0 0,22 7 1 0 0,-35-13-35 0 0,19 6-167 0 0,1 0 0 0 0,1-2 0 0 0,-1 0 0 0 0,1-2-1 0 0,0-1 1 0 0,0-1 0 0 0,0-1 0 0 0,1-1-1 0 0,25-4 1 0 0,-4-3-295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2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363 34 3116 0 0,'-30'-13'162'0'0,"18"8"-146"0"0,-1 1 0 0 0,0 1 0 0 0,0 0 0 0 0,-1 0 0 0 0,1 2 0 0 0,0 0 1 0 0,-1 0-1 0 0,1 1 0 0 0,0 1 0 0 0,-1 0 0 0 0,1 1 0 0 0,0 0 0 0 0,0 1 0 0 0,0 0 0 0 0,0 1 0 0 0,1 1 0 0 0,-1 0 0 0 0,1 1 0 0 0,0 0 0 0 0,1 1 0 0 0,-21 15 0 0 0,30-21-14 0 0,0 1 1 0 0,0-1-1 0 0,-1 1 0 0 0,1 0 0 0 0,0 0 1 0 0,1 0-1 0 0,-1 0 0 0 0,0 0 1 0 0,0 0-1 0 0,1 0 0 0 0,-1 1 0 0 0,1-1 1 0 0,0 1-1 0 0,0-1 0 0 0,0 1 0 0 0,0-1 1 0 0,0 1-1 0 0,1 0 0 0 0,-1 3 1 0 0,1-4 4 0 0,1 0 0 0 0,0 1 0 0 0,-1-1 0 0 0,1 0 0 0 0,1 1 0 0 0,-1-1 0 0 0,0 0 0 0 0,0 0 0 0 0,1 0 0 0 0,-1 0 0 0 0,1 0 0 0 0,-1-1 0 0 0,1 1 0 0 0,0 0 0 0 0,0-1 0 0 0,0 1 0 0 0,0-1 0 0 0,0 1 0 0 0,0-1 0 0 0,0 0 0 0 0,5 2 0 0 0,6 3 14 0 0,0 0-1 0 0,0-1 1 0 0,1-1-1 0 0,0 0 1 0 0,0 0-1 0 0,0-2 1 0 0,0 0-1 0 0,0 0 1 0 0,0-1-1 0 0,19-2 1 0 0,-27 1-10 0 0,0 0 0 0 0,0-1 0 0 0,0 0 0 0 0,0 0 0 0 0,0 0 0 0 0,-1-1 0 0 0,1 0 0 0 0,0 0 1 0 0,-1-1-1 0 0,1 1 0 0 0,-1-1 0 0 0,0 0 0 0 0,0-1 0 0 0,0 1 0 0 0,0-1 0 0 0,0 0 0 0 0,-1 0 0 0 0,0-1 0 0 0,0 1 0 0 0,0-1 0 0 0,0 0 0 0 0,-1 0 0 0 0,0 0 1 0 0,0 0-1 0 0,0-1 0 0 0,2-7 0 0 0,24-74 1190 0 0,-28 85-1196 0 0,-2 7-151 0 0,-2 15 137 0 0,1 0-1 0 0,1 0 1 0 0,1 0-1 0 0,1 0 1 0 0,1 0-1 0 0,0 0 1 0 0,1 0-1 0 0,2-1 1 0 0,8 27-1 0 0,11 18 49 0 0,45 86-1 0 0,-39-88-21 0 0,-25-53-8 0 0,-1 1-1 0 0,0-1 1 0 0,-1 1-1 0 0,0 0 1 0 0,-1 0-1 0 0,0 0 0 0 0,0 0 1 0 0,-1 1-1 0 0,0-1 1 0 0,-1 0-1 0 0,0 1 1 0 0,-2 11-1 0 0,1-15 2 0 0,-1-1 0 0 0,0 1-1 0 0,0-1 1 0 0,-1 1-1 0 0,0-1 1 0 0,0 0 0 0 0,0 0-1 0 0,-1-1 1 0 0,0 1-1 0 0,0-1 1 0 0,0 0-1 0 0,-1 0 1 0 0,1 0 0 0 0,-1 0-1 0 0,-1-1 1 0 0,1 0-1 0 0,0 0 1 0 0,-1 0 0 0 0,-8 3-1 0 0,-3 2 13 0 0,-1-1 0 0 0,1-1 0 0 0,-2-1-1 0 0,1-1 1 0 0,0 0 0 0 0,-1-1 0 0 0,-19 1-1 0 0,27-4 56 0 0,1 0-1 0 0,-1-1 0 0 0,1 0 0 0 0,0 0 0 0 0,-1-1 0 0 0,1-1 0 0 0,0 0 0 0 0,0 0 1 0 0,0-1-1 0 0,0 0 0 0 0,0-1 0 0 0,1 0 0 0 0,-1-1 0 0 0,-12-8 0 0 0,19 11-47 0 0,1 0-1 0 0,-1 0 0 0 0,1 0 1 0 0,0 0-1 0 0,0 0 1 0 0,0-1-1 0 0,0 1 0 0 0,0-1 1 0 0,1 0-1 0 0,-1 1 1 0 0,1-1-1 0 0,-1 0 0 0 0,1 0 1 0 0,0 0-1 0 0,0 0 1 0 0,1 0-1 0 0,-1 0 0 0 0,0 0 1 0 0,1-4-1 0 0,0 1-3 0 0,0 1 1 0 0,1-1-1 0 0,0 0 1 0 0,0 1-1 0 0,0-1 0 0 0,1 1 1 0 0,0 0-1 0 0,0-1 0 0 0,5-8 1 0 0,4-4-24 0 0,0 2 0 0 0,1-1 0 0 0,1 2 1 0 0,27-27-1 0 0,-25 29-110 0 0,2 1-1 0 0,0 0 1 0 0,1 1-1 0 0,-1 1 1 0 0,2 1-1 0 0,24-9 1 0 0,28-15-2705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59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26 4056 0 0,'-4'-16'654'0'0,"-2"7"1181"0"0,3 17-1823 0 0,0-1 0 0 0,1 1 1 0 0,1 0-1 0 0,-1 0 0 0 0,1 1 0 0 0,1-1 0 0 0,-1 0 0 0 0,1 0 0 0 0,1 0 0 0 0,0 0 0 0 0,0 0 0 0 0,0 0 0 0 0,1 0 0 0 0,0 0 0 0 0,1 0 1 0 0,3 7-1 0 0,-4-10-84 0 0,1 0 1 0 0,0 0-1 0 0,0 0 0 0 0,0-1 1 0 0,1 1-1 0 0,0-1 1 0 0,0 0-1 0 0,0 0 1 0 0,0-1-1 0 0,1 1 1 0 0,-1-1-1 0 0,1 0 1 0 0,0 0-1 0 0,0 0 0 0 0,0-1 1 0 0,0 0-1 0 0,0 0 1 0 0,1 0-1 0 0,-1 0 1 0 0,1-1-1 0 0,-1 0 1 0 0,1 0-1 0 0,0-1 1 0 0,-1 1-1 0 0,7-2 0 0 0,10 0-1456 0 0,5-2 22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8.77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45 23 4756 0 0,'-43'-22'1230'0'0,"42"22"-1509"0"0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8:59.4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 1 3884 0 0,'-24'35'448'0'0,"24"-33"-466"0"0,-3 38-88 0 0,7-18 101 0 0,0 0 0 0 0,2-1 0 0 0,1 0 0 0 0,0 0 0 0 0,14 26 0 0 0,-6-11 40 0 0,-5-9 2005 0 0,-20-43-663 0 0,-16-48-568 0 0,24 53-789 0 0,1 0 0 0 0,0-1 0 0 0,1 1 0 0 0,0-1 0 0 0,1 1 0 0 0,0-1 0 0 0,4-14 0 0 0,-4 21-50 0 0,0 0 0 0 0,1 0 0 0 0,-1 1 0 0 0,1-1 0 0 0,0 1 0 0 0,1-1 0 0 0,-1 1 0 0 0,1 0 0 0 0,0 0 0 0 0,0 0-1 0 0,0 0 1 0 0,0 0 0 0 0,1 1 0 0 0,-1-1 0 0 0,1 1 0 0 0,0 0 0 0 0,0 0 0 0 0,0 1 0 0 0,5-3 0 0 0,-4 3 0 0 0,0 1-1 0 0,0 0 1 0 0,0 0-1 0 0,0 1 1 0 0,-1-1-1 0 0,1 1 1 0 0,0 0 0 0 0,0 1-1 0 0,0-1 1 0 0,0 1-1 0 0,0 0 1 0 0,0 0-1 0 0,0 0 1 0 0,0 1-1 0 0,-1 0 1 0 0,1 0 0 0 0,-1 0-1 0 0,1 0 1 0 0,-1 1-1 0 0,8 5 1 0 0,9 8-55 0 0,-1 0 1 0 0,30 31-1 0 0,-41-38 41 0 0,36 31-43 0 0,-27-25-14 0 0,0 1 0 0 0,-1 1 0 0 0,18 24 0 0 0,-28-35-217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1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 56 3872 0 0,'0'-1'6'0'0,"-1"1"0"0"0,1-1-1 0 0,0 1 1 0 0,-1-1 0 0 0,1 1-1 0 0,-1-1 1 0 0,1 1 0 0 0,-1-1-1 0 0,1 1 1 0 0,-1-1 0 0 0,1 1-1 0 0,-1 0 1 0 0,1-1 0 0 0,-1 1-1 0 0,1 0 1 0 0,-1 0 0 0 0,1-1-1 0 0,-1 1 1 0 0,0 0 0 0 0,1 0-1 0 0,-1 0 1 0 0,0 0-1 0 0,1 0 1 0 0,-1 0 0 0 0,1 0-1 0 0,-1 0 1 0 0,0 0 0 0 0,1 0-1 0 0,-1 0 1 0 0,0 0 0 0 0,1 0-1 0 0,-1 0 1 0 0,1 1 0 0 0,-1-1-1 0 0,0 0 1 0 0,1 0 0 0 0,-1 1-1 0 0,0 0 1 0 0,0 1-11 0 0,0 0 1 0 0,0-1-1 0 0,1 1 0 0 0,-1 1 1 0 0,0-1-1 0 0,1 0 0 0 0,-1 0 1 0 0,1 0-1 0 0,0 0 0 0 0,0 0 1 0 0,0 4-1 0 0,9 62-137 0 0,18 29 3953 0 0,-33-109-3659 0 0,0 0 0 0 0,1 0 0 0 0,-5-22-1 0 0,7 21-126 0 0,2 0-1 0 0,-1 0 0 0 0,2 0 0 0 0,-1 0 1 0 0,3-17-1 0 0,-1 26-55 0 0,0 1-1 0 0,0-1 1 0 0,0 0 0 0 0,0 0-1 0 0,0 1 1 0 0,1-1 0 0 0,-1 1-1 0 0,1-1 1 0 0,0 1 0 0 0,0 0-1 0 0,1 0 1 0 0,-1 0 0 0 0,1 0-1 0 0,-1 0 1 0 0,1 0-1 0 0,0 1 1 0 0,0-1 0 0 0,0 1-1 0 0,0 0 1 0 0,1 0 0 0 0,6-3-1 0 0,-4 3 0 0 0,-1 0-1 0 0,1 1 1 0 0,-1 0-1 0 0,1 0 1 0 0,0 0-1 0 0,0 1 0 0 0,-1 0 1 0 0,1 0-1 0 0,0 0 1 0 0,0 1-1 0 0,-1 0 1 0 0,1 0-1 0 0,0 1 1 0 0,-1-1-1 0 0,1 1 0 0 0,-1 0 1 0 0,6 3-1 0 0,9 5-56 0 0,-2 0-1 0 0,1 2 0 0 0,20 15 1 0 0,-23-14 2 0 0,-2 1 0 0 0,21 22 1 0 0,-23-21-6 0 0,2-1 1 0 0,21 17-1 0 0,-33-30 1 0 0,0 1 0 0 0,0-1 1 0 0,-1 0-1 0 0,1 0 0 0 0,-1 1 0 0 0,1-1 1 0 0,-1 1-1 0 0,0-1 0 0 0,1 1 0 0 0,-1-1 0 0 0,0 1 1 0 0,0 0-1 0 0,0 0 0 0 0,0 0 0 0 0,0 0 1 0 0,-1-1-1 0 0,1 1 0 0 0,0 0 0 0 0,-1 0 1 0 0,0 0-1 0 0,1 3 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3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 4344 0 0,'0'0'36'0'0,"0"0"-43"0"0,0 0-1 0 0,0-1 0 0 0,0 1 1 0 0,0 0-1 0 0,0 0 0 0 0,0 0 1 0 0,0-1-1 0 0,0 1 0 0 0,0 0 1 0 0,1 0-1 0 0,-1-1 0 0 0,0 1 1 0 0,0 0-1 0 0,0 0 0 0 0,0 0 1 0 0,1 0-1 0 0,-1-1 0 0 0,0 1 1 0 0,0 0-1 0 0,0 0 0 0 0,1 0 1 0 0,-1 0-1 0 0,0 0 0 0 0,0 0 1 0 0,0-1-1 0 0,1 1 0 0 0,-1 0 1 0 0,0 0-1 0 0,0 0 0 0 0,1 0 1 0 0,-1 0-1 0 0,0 0 0 0 0,0 0 0 0 0,1 0 1 0 0,-1 0-1 0 0,0 0 0 0 0,0 0 1 0 0,1 0-1 0 0,-1 0 0 0 0,0 0 1 0 0,0 1-1 0 0,0-1 0 0 0,1 0 1 0 0,-1 0-1 0 0,0 0 0 0 0,0 0 1 0 0,1 0-1 0 0,-1 0 0 0 0,0 1 1 0 0,0-1-1 0 0,51 199-1277 0 0,-43-190-231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0.5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 35 3148 0 0,'-8'-10'764'0'0,"5"3"336"0"0,-5-1-31 0 0,2-2-1305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1.20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42 1 3992 0 0,'-3'5'-193'0'0,"0"0"1"0"0,0 0-1 0 0,1 1 0 0 0,0-1 0 0 0,0 1 0 0 0,0-1 0 0 0,1 1 0 0 0,0 0 0 0 0,-1 11 0 0 0,0 59 277 0 0,3-48-215 0 0,1 48 5364 0 0,-12-92-4835 0 0,7 10-322 0 0,1-1 0 0 0,0 0 1 0 0,1 1-1 0 0,-1-1 0 0 0,1 0 1 0 0,1 0-1 0 0,-1 0 0 0 0,1 0 0 0 0,1 0 1 0 0,-1 0-1 0 0,1 0 0 0 0,0 0 1 0 0,0 1-1 0 0,1-1 0 0 0,0 0 1 0 0,1 1-1 0 0,-1-1 0 0 0,1 1 1 0 0,0 0-1 0 0,1 0 0 0 0,4-8 1 0 0,-4 11-95 0 0,-1-1 0 0 0,1 1 1 0 0,0-1-1 0 0,0 1 0 0 0,0 0 1 0 0,1 0-1 0 0,-1 1 1 0 0,1 0-1 0 0,-1-1 0 0 0,1 1 1 0 0,0 1-1 0 0,0-1 1 0 0,0 1-1 0 0,0 0 0 0 0,0 0 1 0 0,0 0-1 0 0,7 0 0 0 0,-5 2-14 0 0,0 0 0 0 0,0 0-1 0 0,0 1 1 0 0,0-1 0 0 0,0 2-1 0 0,-1-1 1 0 0,1 1 0 0 0,-1 0 0 0 0,1 0-1 0 0,-1 0 1 0 0,7 6 0 0 0,4 5-47 0 0,0 0 1 0 0,-1 1 0 0 0,0 1 0 0 0,-1 1 0 0 0,-1 0 0 0 0,23 36-1 0 0,-25-35 4 0 0,-9-15 15 0 0,0 0 0 0 0,-1 0-1 0 0,0 0 1 0 0,1 0 0 0 0,-1 1 0 0 0,-1-1 0 0 0,1 0 0 0 0,0 1 0 0 0,-1 0 0 0 0,1-1 0 0 0,-1 1-1 0 0,0 0 1 0 0,-1-1 0 0 0,1 1 0 0 0,0 7 0 0 0,-2-9-279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0T17:29:02.0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222 37 4668 0 0,'1'0'-3'0'0,"-1"0"-1"0"0,1-1 1 0 0,-1 1-1 0 0,1-1 0 0 0,-1 1 1 0 0,0-1-1 0 0,1 1 1 0 0,-1-1-1 0 0,0 1 0 0 0,1-1 1 0 0,-1 1-1 0 0,0-1 1 0 0,1 1-1 0 0,-1-1 0 0 0,0 0 1 0 0,0 1-1 0 0,0-1 1 0 0,0 0-1 0 0,0 1 0 0 0,0-1 1 0 0,0 1-1 0 0,0-1 0 0 0,0 0 1 0 0,0 1-1 0 0,0-1 1 0 0,0 0-1 0 0,0 1 0 0 0,0-1 1 0 0,0 1-1 0 0,-1-1 1 0 0,1 0-1 0 0,0 1 0 0 0,0-1 1 0 0,-1 1-1 0 0,1-1 1 0 0,0 1-1 0 0,-1-1 0 0 0,1 1 1 0 0,-1-1-1 0 0,0 0 1 0 0,-1-1 6 0 0,0 1 1 0 0,1 0 0 0 0,-1-1-1 0 0,0 1 1 0 0,0 0 0 0 0,0 0-1 0 0,0 0 1 0 0,0 0 0 0 0,-1 0-1 0 0,-3 0 1 0 0,4 0-26 0 0,-2 2-3 0 0,-1-1 16 0 0,1 0 1 0 0,0 0 0 0 0,0 0 0 0 0,0 1 0 0 0,0-1-1 0 0,-1 1 1 0 0,1 0 0 0 0,0 1 0 0 0,0-1-1 0 0,1 1 1 0 0,-1 0 0 0 0,0 0 0 0 0,0 0-1 0 0,1 0 1 0 0,0 0 0 0 0,-1 1 0 0 0,1 0-1 0 0,0-1 1 0 0,0 1 0 0 0,0 0 0 0 0,0 1-1 0 0,1-1 1 0 0,0 0 0 0 0,-1 1 0 0 0,1 0-1 0 0,-2 3 1 0 0,4-5 15 0 0,0 0 0 0 0,0 0 1 0 0,0 0-1 0 0,0-1 0 0 0,0 1 0 0 0,1 0 0 0 0,-1 0 0 0 0,0-1 1 0 0,1 1-1 0 0,-1 0 0 0 0,1 0 0 0 0,0-1 0 0 0,0 1 0 0 0,-1-1 1 0 0,1 1-1 0 0,0 0 0 0 0,0-1 0 0 0,1 0 0 0 0,-1 1 0 0 0,0-1 1 0 0,0 0-1 0 0,3 3 0 0 0,31 22 55 0 0,-31-24-64 0 0,0 1-1 0 0,0-1 1 0 0,0 0-1 0 0,1 0 1 0 0,-1-1-1 0 0,1 1 1 0 0,-1-1-1 0 0,1 0 1 0 0,-1 0-1 0 0,1-1 1 0 0,0 1-1 0 0,-1-1 1 0 0,1 0-1 0 0,0-1 0 0 0,-1 1 1 0 0,1-1-1 0 0,0 1 1 0 0,-1-1-1 0 0,1-1 1 0 0,-1 1-1 0 0,1-1 1 0 0,-1 0-1 0 0,0 0 1 0 0,0 0-1 0 0,0 0 1 0 0,0-1-1 0 0,0 1 1 0 0,0-1-1 0 0,-1 0 1 0 0,1 0-1 0 0,-1-1 0 0 0,0 1 1 0 0,0-1-1 0 0,0 1 1 0 0,0-1-1 0 0,-1 0 1 0 0,1 0-1 0 0,2-7 1 0 0,0 1 469 0 0,17-26 1222 0 0,-21 36-1684 0 0,-1 0-1 0 0,0 0 0 0 0,0 0 0 0 0,0 0 0 0 0,0 0 0 0 0,0 0 0 0 0,0 0 0 0 0,0 0 0 0 0,1 0 0 0 0,-1 0 1 0 0,0 0-1 0 0,0 0 0 0 0,0 0 0 0 0,0 0 0 0 0,0 0 0 0 0,0 0 0 0 0,0 0 0 0 0,1 0 0 0 0,-1 0 1 0 0,0 0-1 0 0,0 0 0 0 0,0 0 0 0 0,0 0 0 0 0,0 0 0 0 0,0 0 0 0 0,1 0 0 0 0,-1 0 0 0 0,0 0 1 0 0,0 0-1 0 0,0 1 0 0 0,0-1 0 0 0,0 0 0 0 0,0 0 0 0 0,0 0 0 0 0,0 0 0 0 0,0 0 0 0 0,0 0 1 0 0,1 0-1 0 0,-1 0 0 0 0,0 0 0 0 0,0 1 0 0 0,0-1 0 0 0,0 0 0 0 0,0 0 0 0 0,0 0 0 0 0,0 0 0 0 0,0 0 1 0 0,0 0-1 0 0,0 1 0 0 0,0-1 0 0 0,0 0 0 0 0,0 0 0 0 0,0 0 0 0 0,0 0 0 0 0,0 0 0 0 0,0 0 1 0 0,0 1-1 0 0,0-1 0 0 0,0 0 0 0 0,0 0 0 0 0,0 0 0 0 0,0 0 0 0 0,-1 0 0 0 0,1 0 0 0 0,0 0 1 0 0,0 1-1 0 0,-3 26-163 0 0,-2 2 146 0 0,2-1 0 0 0,1 1 0 0 0,2 0 0 0 0,5 52 0 0 0,29 108 30 0 0,-18-118-42 0 0,6 82 0 0 0,-21-140 16 0 0,0 1 0 0 0,-1-1 0 0 0,-1 1 1 0 0,0 0-1 0 0,-1-1 0 0 0,-1 0 0 0 0,0 1 1 0 0,0-1-1 0 0,-2 0 0 0 0,1 0 0 0 0,-8 12 0 0 0,7-16 12 0 0,0 0 0 0 0,-1-1-1 0 0,0 0 1 0 0,0 0 0 0 0,-1 0-1 0 0,0-1 1 0 0,-1 0-1 0 0,1-1 1 0 0,-1 1 0 0 0,-1-1-1 0 0,1-1 1 0 0,-1 0-1 0 0,0 0 1 0 0,0-1 0 0 0,-13 5-1 0 0,4-3 21 0 0,0-1 0 0 0,0 0-1 0 0,-1-1 1 0 0,-27 1 0 0 0,40-4 2 0 0,1-1 1 0 0,0 1-1 0 0,0-1 0 0 0,0-1 0 0 0,0 1 1 0 0,-1-1-1 0 0,1 0 0 0 0,0 0 1 0 0,0 0-1 0 0,0-1 0 0 0,1 0 1 0 0,-1 0-1 0 0,0 0 0 0 0,0 0 1 0 0,1-1-1 0 0,0 0 0 0 0,-1 0 1 0 0,1 0-1 0 0,0 0 0 0 0,1-1 1 0 0,-5-4-1 0 0,6 5-12 0 0,1-1 0 0 0,-1 0 1 0 0,1 0-1 0 0,-1 1 0 0 0,1-1 0 0 0,0 0 0 0 0,1 0 1 0 0,-1 0-1 0 0,1 0 0 0 0,0 0 0 0 0,-1 0 0 0 0,2 0 1 0 0,-1 0-1 0 0,0 0 0 0 0,1 0 0 0 0,0 0 0 0 0,0 0 1 0 0,0 0-1 0 0,1 0 0 0 0,-1 0 0 0 0,1 1 0 0 0,0-1 1 0 0,0 0-1 0 0,0 1 0 0 0,4-6 0 0 0,3-3-14 0 0,0-1-1 0 0,1 1 1 0 0,1 1 0 0 0,0 0-1 0 0,17-14 1 0 0,-12 12-133 0 0,1 1 0 0 0,1 0 0 0 0,0 1 0 0 0,1 1 1 0 0,0 1-1 0 0,0 1 0 0 0,1 0 0 0 0,0 2 0 0 0,1 0 1 0 0,-1 1-1 0 0,1 1 0 0 0,24-1 0 0 0,-42 5-357 0 0,13 2-1688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0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1 299 24575,'0'0'0,"0"0"0,0-1 0,0 1 0,0 0 0,0 0 0,0 0 0,0 0 0,0-1 0,0 1 0,0 0 0,0 0 0,0 0 0,0 0 0,0 0 0,0-1 0,0 1 0,0 0 0,0 0 0,0 0 0,1 0 0,-1 0 0,0-1 0,0 1 0,0 0 0,0 0 0,0 0 0,0 0 0,0 0 0,1 0 0,-1 0 0,0 0 0,0 0 0,0 0 0,0-1 0,0 1 0,1 0 0,-1 0 0,0 0 0,0 0 0,0 0 0,0 0 0,0 0 0,1 0 0,-1 0 0,0 0 0,0 0 0,0 0 0,0 0 0,1 0 0,-1 1 0,0-1 0,0 0 0,0 0 0,0 0 0,1 0 0,11 9 0,10 13 0,46 66 0,-38-47 0,56 59 0,-84-98 0,0 0 0,0-1 0,0 1 0,1 0 0,-1-1 0,0 0 0,1 1 0,-1-1 0,1 0 0,-1 0 0,1 0 0,0-1 0,-1 1 0,1-1 0,0 1 0,-1-1 0,1 0 0,0 0 0,0 0 0,-1 0 0,1-1 0,0 1 0,-1-1 0,1 1 0,0-1 0,-1 0 0,1 0 0,-1 0 0,1-1 0,-1 1 0,0 0 0,0-1 0,3-2 0,9-7 0,-1 0 0,0-2 0,-1 1 0,13-19 0,-6 9 0,338-369 0,-305 325-1365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2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1 104 24575,'26'-1'0,"1"-2"0,0-1 0,29-8 0,34-6 0,69-3 0,-11 0 0,203-2 0,346 25-1365,-664-2-5461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4.3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24575,'1070'0'-1365,"-1048"0"-5461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7.1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24575,'3545'0'-1365,"-3515"0"-5461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2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1 104 24575,'26'-1'0,"1"-2"0,0-1 0,29-8 0,34-6 0,69-3 0,-11 0 0,203-2 0,346 25-1365,-664-2-5461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2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1 104 24575,'26'-1'0,"1"-2"0,0-1 0,29-8 0,34-6 0,69-3 0,-11 0 0,203-2 0,346 25-1365,-664-2-5461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5T14:30:17.5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0 455 24575,'2'12'0,"0"0"0,1 0 0,0 0 0,1 0 0,1-1 0,0 0 0,10 18 0,-3-4 0,-8-18 0,13 31 0,1 0 0,2-2 0,2-1 0,37 47 0,-58-80 0,1 0 0,0-1 0,0 1 0,0-1 0,0 1 0,0-1 0,0 1 0,0-1 0,1 0 0,-1 0 0,0 0 0,1 0 0,-1-1 0,1 1 0,-1-1 0,1 1 0,-1-1 0,1 0 0,-1 0 0,1 0 0,-1 0 0,1-1 0,-1 1 0,1-1 0,-1 1 0,1-1 0,-1 0 0,0 0 0,1 0 0,-1 0 0,0 0 0,0 0 0,4-4 0,7-4 0,-1-2 0,0 1 0,-1-1 0,14-17 0,-25 27 0,119-133 60,162-140 0,-199 204-431,2 5-1,3 3 1,129-69 0,-164 105-6455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5T14:30:19.5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1 287 24575,'0'-5'0,"8"4"0,17 19 0,11 14 0,6 7 0,-2 5 0,-7 0 0,-4-8 0,-4-15 0,8-27 0,15-39 0,12-30 0,9-18 0,2 1 0,-12 9 0,-11 13 0,-14 19-8191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5T14:30:21.0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49 24575,'4'-5'0,"6"-5"0,14-1 0,21 1 0,32 3 0,21 2 0,15 6 0,1 3 0,-14 1 0,-16 4 0,-9 1 0,-8-3 0,-12 8 0,-15 0-8191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5T14:30:23.1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24575,'4'0'0,"10"5"0,12 0 0,14 5 0,13 0 0,19-1 0,37 6 0,38 9 0,33 5 0,33-2 0,16-6 0,-10-7 0,-17-5 0,-29-5 0,-40-2 0,-42-3-8191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5T14:30:25.9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1 396 24575,'0'4'0,"0"10"0,0 12 0,0 9 0,4 4 0,6-5 0,6-9 0,8-16 0,14-24 0,17-34 0,16-31 0,19-15 0,-3 1 0,2 7 0,-15 14 0,-15 19 0,-18 20-8191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5T14:30:26.7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0 331 24575,'0'5'0,"5"5"0,0 5 0,5 5 0,5 7 0,-1 4 0,6 1 0,5-6 0,14-10 0,36-22 0,26-23 0,27-27 0,21-18 0,12-13 0,-5 3 0,-15 8 0,-24 17 0,-31 18-8191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5T14:30:27.4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0 186 24575,'0'5'0,"0"5"0,0 10 0,0 5 0,5 4 0,5-4 0,9-6 0,24-15 0,35-20 0,34-26 0,19-23 0,5-8 0,-11 3 0,-29 14-8191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2T11:26:12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1 104 24575,'26'-1'0,"1"-2"0,0-1 0,29-8 0,34-6 0,69-3 0,-11 0 0,203-2 0,346 25-1365,-664-2-5461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18" Type="http://schemas.openxmlformats.org/officeDocument/2006/relationships/customXml" Target="../ink/ink13.xml"/><Relationship Id="rId26" Type="http://schemas.openxmlformats.org/officeDocument/2006/relationships/customXml" Target="../ink/ink18.xml"/><Relationship Id="rId3" Type="http://schemas.openxmlformats.org/officeDocument/2006/relationships/image" Target="../media/image3.png"/><Relationship Id="rId21" Type="http://schemas.openxmlformats.org/officeDocument/2006/relationships/image" Target="../media/image7.png"/><Relationship Id="rId7" Type="http://schemas.openxmlformats.org/officeDocument/2006/relationships/image" Target="../media/image5.png"/><Relationship Id="rId12" Type="http://schemas.openxmlformats.org/officeDocument/2006/relationships/customXml" Target="../ink/ink7.xml"/><Relationship Id="rId17" Type="http://schemas.openxmlformats.org/officeDocument/2006/relationships/customXml" Target="../ink/ink12.xml"/><Relationship Id="rId25" Type="http://schemas.openxmlformats.org/officeDocument/2006/relationships/image" Target="../media/image9.png"/><Relationship Id="rId2" Type="http://schemas.openxmlformats.org/officeDocument/2006/relationships/customXml" Target="../ink/ink1.xml"/><Relationship Id="rId16" Type="http://schemas.openxmlformats.org/officeDocument/2006/relationships/customXml" Target="../ink/ink11.xml"/><Relationship Id="rId20" Type="http://schemas.openxmlformats.org/officeDocument/2006/relationships/customXml" Target="../ink/ink15.xml"/><Relationship Id="rId29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customXml" Target="../ink/ink6.xml"/><Relationship Id="rId24" Type="http://schemas.openxmlformats.org/officeDocument/2006/relationships/customXml" Target="../ink/ink17.xml"/><Relationship Id="rId5" Type="http://schemas.openxmlformats.org/officeDocument/2006/relationships/image" Target="../media/image4.png"/><Relationship Id="rId15" Type="http://schemas.openxmlformats.org/officeDocument/2006/relationships/customXml" Target="../ink/ink10.xml"/><Relationship Id="rId23" Type="http://schemas.openxmlformats.org/officeDocument/2006/relationships/image" Target="../media/image8.png"/><Relationship Id="rId28" Type="http://schemas.openxmlformats.org/officeDocument/2006/relationships/customXml" Target="../ink/ink19.xml"/><Relationship Id="rId10" Type="http://schemas.openxmlformats.org/officeDocument/2006/relationships/customXml" Target="../ink/ink5.xml"/><Relationship Id="rId19" Type="http://schemas.openxmlformats.org/officeDocument/2006/relationships/customXml" Target="../ink/ink14.xml"/><Relationship Id="rId31" Type="http://schemas.openxmlformats.org/officeDocument/2006/relationships/customXml" Target="../ink/ink22.xml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4" Type="http://schemas.openxmlformats.org/officeDocument/2006/relationships/customXml" Target="../ink/ink9.xml"/><Relationship Id="rId22" Type="http://schemas.openxmlformats.org/officeDocument/2006/relationships/customXml" Target="../ink/ink16.xml"/><Relationship Id="rId27" Type="http://schemas.openxmlformats.org/officeDocument/2006/relationships/image" Target="../media/image10.png"/><Relationship Id="rId30" Type="http://schemas.openxmlformats.org/officeDocument/2006/relationships/customXml" Target="../ink/ink21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8.xml"/><Relationship Id="rId18" Type="http://schemas.openxmlformats.org/officeDocument/2006/relationships/image" Target="../media/image14.png"/><Relationship Id="rId26" Type="http://schemas.openxmlformats.org/officeDocument/2006/relationships/image" Target="../media/image18.png"/><Relationship Id="rId39" Type="http://schemas.openxmlformats.org/officeDocument/2006/relationships/customXml" Target="../ink/ink41.xml"/><Relationship Id="rId21" Type="http://schemas.openxmlformats.org/officeDocument/2006/relationships/customXml" Target="../ink/ink32.xml"/><Relationship Id="rId34" Type="http://schemas.openxmlformats.org/officeDocument/2006/relationships/image" Target="../media/image22.png"/><Relationship Id="rId42" Type="http://schemas.openxmlformats.org/officeDocument/2006/relationships/image" Target="../media/image26.png"/><Relationship Id="rId47" Type="http://schemas.openxmlformats.org/officeDocument/2006/relationships/customXml" Target="../ink/ink45.xml"/><Relationship Id="rId50" Type="http://schemas.openxmlformats.org/officeDocument/2006/relationships/image" Target="../media/image30.png"/><Relationship Id="rId55" Type="http://schemas.openxmlformats.org/officeDocument/2006/relationships/customXml" Target="../ink/ink49.xml"/><Relationship Id="rId7" Type="http://schemas.openxmlformats.org/officeDocument/2006/relationships/customXml" Target="../ink/ink25.xml"/><Relationship Id="rId2" Type="http://schemas.openxmlformats.org/officeDocument/2006/relationships/customXml" Target="../ink/ink23.xml"/><Relationship Id="rId16" Type="http://schemas.openxmlformats.org/officeDocument/2006/relationships/image" Target="../media/image13.png"/><Relationship Id="rId29" Type="http://schemas.openxmlformats.org/officeDocument/2006/relationships/customXml" Target="../ink/ink36.xml"/><Relationship Id="rId11" Type="http://schemas.openxmlformats.org/officeDocument/2006/relationships/customXml" Target="../ink/ink27.xml"/><Relationship Id="rId24" Type="http://schemas.openxmlformats.org/officeDocument/2006/relationships/image" Target="../media/image17.png"/><Relationship Id="rId32" Type="http://schemas.openxmlformats.org/officeDocument/2006/relationships/image" Target="../media/image21.png"/><Relationship Id="rId37" Type="http://schemas.openxmlformats.org/officeDocument/2006/relationships/customXml" Target="../ink/ink40.xml"/><Relationship Id="rId40" Type="http://schemas.openxmlformats.org/officeDocument/2006/relationships/image" Target="../media/image25.png"/><Relationship Id="rId45" Type="http://schemas.openxmlformats.org/officeDocument/2006/relationships/customXml" Target="../ink/ink44.xml"/><Relationship Id="rId53" Type="http://schemas.openxmlformats.org/officeDocument/2006/relationships/customXml" Target="../ink/ink48.xml"/><Relationship Id="rId58" Type="http://schemas.openxmlformats.org/officeDocument/2006/relationships/image" Target="../media/image34.png"/><Relationship Id="rId5" Type="http://schemas.openxmlformats.org/officeDocument/2006/relationships/customXml" Target="../ink/ink24.xml"/><Relationship Id="rId61" Type="http://schemas.openxmlformats.org/officeDocument/2006/relationships/image" Target="../media/image36.png"/><Relationship Id="rId19" Type="http://schemas.openxmlformats.org/officeDocument/2006/relationships/customXml" Target="../ink/ink31.xml"/><Relationship Id="rId4" Type="http://schemas.openxmlformats.org/officeDocument/2006/relationships/image" Target="../media/image70.png"/><Relationship Id="rId9" Type="http://schemas.openxmlformats.org/officeDocument/2006/relationships/customXml" Target="../ink/ink26.xml"/><Relationship Id="rId14" Type="http://schemas.openxmlformats.org/officeDocument/2006/relationships/image" Target="../media/image12.png"/><Relationship Id="rId22" Type="http://schemas.openxmlformats.org/officeDocument/2006/relationships/image" Target="../media/image16.png"/><Relationship Id="rId27" Type="http://schemas.openxmlformats.org/officeDocument/2006/relationships/customXml" Target="../ink/ink35.xml"/><Relationship Id="rId30" Type="http://schemas.openxmlformats.org/officeDocument/2006/relationships/image" Target="../media/image20.png"/><Relationship Id="rId35" Type="http://schemas.openxmlformats.org/officeDocument/2006/relationships/customXml" Target="../ink/ink39.xml"/><Relationship Id="rId43" Type="http://schemas.openxmlformats.org/officeDocument/2006/relationships/customXml" Target="../ink/ink43.xml"/><Relationship Id="rId48" Type="http://schemas.openxmlformats.org/officeDocument/2006/relationships/image" Target="../media/image29.png"/><Relationship Id="rId56" Type="http://schemas.openxmlformats.org/officeDocument/2006/relationships/image" Target="../media/image33.png"/><Relationship Id="rId8" Type="http://schemas.openxmlformats.org/officeDocument/2006/relationships/image" Target="../media/image90.png"/><Relationship Id="rId51" Type="http://schemas.openxmlformats.org/officeDocument/2006/relationships/customXml" Target="../ink/ink47.xml"/><Relationship Id="rId12" Type="http://schemas.openxmlformats.org/officeDocument/2006/relationships/image" Target="../media/image11.png"/><Relationship Id="rId17" Type="http://schemas.openxmlformats.org/officeDocument/2006/relationships/customXml" Target="../ink/ink30.xml"/><Relationship Id="rId25" Type="http://schemas.openxmlformats.org/officeDocument/2006/relationships/customXml" Target="../ink/ink34.xml"/><Relationship Id="rId33" Type="http://schemas.openxmlformats.org/officeDocument/2006/relationships/customXml" Target="../ink/ink38.xml"/><Relationship Id="rId38" Type="http://schemas.openxmlformats.org/officeDocument/2006/relationships/image" Target="../media/image24.png"/><Relationship Id="rId46" Type="http://schemas.openxmlformats.org/officeDocument/2006/relationships/image" Target="../media/image28.png"/><Relationship Id="rId59" Type="http://schemas.openxmlformats.org/officeDocument/2006/relationships/customXml" Target="../ink/ink51.xml"/><Relationship Id="rId20" Type="http://schemas.openxmlformats.org/officeDocument/2006/relationships/image" Target="../media/image15.png"/><Relationship Id="rId41" Type="http://schemas.openxmlformats.org/officeDocument/2006/relationships/customXml" Target="../ink/ink42.xml"/><Relationship Id="rId54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5" Type="http://schemas.openxmlformats.org/officeDocument/2006/relationships/customXml" Target="../ink/ink29.xml"/><Relationship Id="rId23" Type="http://schemas.openxmlformats.org/officeDocument/2006/relationships/customXml" Target="../ink/ink33.xml"/><Relationship Id="rId28" Type="http://schemas.openxmlformats.org/officeDocument/2006/relationships/image" Target="../media/image19.png"/><Relationship Id="rId36" Type="http://schemas.openxmlformats.org/officeDocument/2006/relationships/image" Target="../media/image23.png"/><Relationship Id="rId49" Type="http://schemas.openxmlformats.org/officeDocument/2006/relationships/customXml" Target="../ink/ink46.xml"/><Relationship Id="rId57" Type="http://schemas.openxmlformats.org/officeDocument/2006/relationships/customXml" Target="../ink/ink50.xml"/><Relationship Id="rId10" Type="http://schemas.openxmlformats.org/officeDocument/2006/relationships/image" Target="../media/image100.png"/><Relationship Id="rId31" Type="http://schemas.openxmlformats.org/officeDocument/2006/relationships/customXml" Target="../ink/ink37.xml"/><Relationship Id="rId44" Type="http://schemas.openxmlformats.org/officeDocument/2006/relationships/image" Target="../media/image27.png"/><Relationship Id="rId52" Type="http://schemas.openxmlformats.org/officeDocument/2006/relationships/image" Target="../media/image31.png"/><Relationship Id="rId60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54.xml"/><Relationship Id="rId3" Type="http://schemas.openxmlformats.org/officeDocument/2006/relationships/image" Target="../media/image37.png"/><Relationship Id="rId7" Type="http://schemas.openxmlformats.org/officeDocument/2006/relationships/image" Target="../media/image5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3.xml"/><Relationship Id="rId11" Type="http://schemas.openxmlformats.org/officeDocument/2006/relationships/image" Target="../media/image71.png"/><Relationship Id="rId5" Type="http://schemas.openxmlformats.org/officeDocument/2006/relationships/image" Target="../media/image40.png"/><Relationship Id="rId10" Type="http://schemas.openxmlformats.org/officeDocument/2006/relationships/customXml" Target="../ink/ink55.xml"/><Relationship Id="rId4" Type="http://schemas.openxmlformats.org/officeDocument/2006/relationships/customXml" Target="../ink/ink52.xml"/><Relationship Id="rId9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56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59.xml"/><Relationship Id="rId13" Type="http://schemas.openxmlformats.org/officeDocument/2006/relationships/image" Target="../media/image390.png"/><Relationship Id="rId18" Type="http://schemas.openxmlformats.org/officeDocument/2006/relationships/customXml" Target="../ink/ink64.xml"/><Relationship Id="rId3" Type="http://schemas.openxmlformats.org/officeDocument/2006/relationships/customXml" Target="../ink/ink57.xml"/><Relationship Id="rId7" Type="http://schemas.openxmlformats.org/officeDocument/2006/relationships/image" Target="../media/image360.png"/><Relationship Id="rId12" Type="http://schemas.openxmlformats.org/officeDocument/2006/relationships/customXml" Target="../ink/ink61.xml"/><Relationship Id="rId17" Type="http://schemas.openxmlformats.org/officeDocument/2006/relationships/image" Target="../media/image42.png"/><Relationship Id="rId2" Type="http://schemas.openxmlformats.org/officeDocument/2006/relationships/image" Target="../media/image2.png"/><Relationship Id="rId16" Type="http://schemas.openxmlformats.org/officeDocument/2006/relationships/customXml" Target="../ink/ink6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8.xml"/><Relationship Id="rId11" Type="http://schemas.openxmlformats.org/officeDocument/2006/relationships/image" Target="../media/image380.png"/><Relationship Id="rId5" Type="http://schemas.openxmlformats.org/officeDocument/2006/relationships/image" Target="../media/image39.png"/><Relationship Id="rId15" Type="http://schemas.openxmlformats.org/officeDocument/2006/relationships/image" Target="../media/image41.png"/><Relationship Id="rId10" Type="http://schemas.openxmlformats.org/officeDocument/2006/relationships/customXml" Target="../ink/ink60.xml"/><Relationship Id="rId19" Type="http://schemas.openxmlformats.org/officeDocument/2006/relationships/image" Target="../media/image43.png"/><Relationship Id="rId4" Type="http://schemas.openxmlformats.org/officeDocument/2006/relationships/image" Target="../media/image81.png"/><Relationship Id="rId9" Type="http://schemas.openxmlformats.org/officeDocument/2006/relationships/image" Target="../media/image370.png"/><Relationship Id="rId14" Type="http://schemas.openxmlformats.org/officeDocument/2006/relationships/customXml" Target="../ink/ink6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6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532384" y="1058640"/>
            <a:ext cx="1134567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 Vector Database?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“Computers don’t understand text directly… they understand numbers.”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we convert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→ numbers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(called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vectors/embeddings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store these vectors into vector DB.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E6E85-5ED8-4832-8FCF-E4CFE337A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F618625-8BD7-6986-B8DC-CFB811CA760F}"/>
              </a:ext>
            </a:extLst>
          </p:cNvPr>
          <p:cNvSpPr txBox="1"/>
          <p:nvPr/>
        </p:nvSpPr>
        <p:spPr>
          <a:xfrm>
            <a:off x="532384" y="1058640"/>
            <a:ext cx="1134567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 Vector (AKA Embeddings)?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"Machine learning is powerful“ → [0.21, -0.45, 0.78, 0.11, ..., -0.45]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“The quick brown fox jumps”    -&gt; [0.023, -0.045, 0.128, -0.011, ..., 0.087, -0.032, 0.114]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list of numbers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 ( AKA embedding)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2036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FCEFA-33B1-3FDE-3BB0-13F997B33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A494AE6-931D-90F9-41C0-E1F4354A444E}"/>
              </a:ext>
            </a:extLst>
          </p:cNvPr>
          <p:cNvSpPr txBox="1"/>
          <p:nvPr/>
        </p:nvSpPr>
        <p:spPr>
          <a:xfrm>
            <a:off x="94488" y="89376"/>
            <a:ext cx="723696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do we need Vector DB ?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with normal search is that it performs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keyword search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 perform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search on "car“,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results would be articles containing: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insurance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repair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tires  ✅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a normal SQL search would miss out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automobile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4-wheeler 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ride  ❌ (missed!)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Toyota ❌ (missed!)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B35794-EF5D-7C98-C5AC-AC30024112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130477"/>
              </p:ext>
            </p:extLst>
          </p:nvPr>
        </p:nvGraphicFramePr>
        <p:xfrm>
          <a:off x="6744208" y="1344168"/>
          <a:ext cx="5353304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9440">
                  <a:extLst>
                    <a:ext uri="{9D8B030D-6E8A-4147-A177-3AD203B41FA5}">
                      <a16:colId xmlns:a16="http://schemas.microsoft.com/office/drawing/2014/main" val="1179402549"/>
                    </a:ext>
                  </a:extLst>
                </a:gridCol>
                <a:gridCol w="1018032">
                  <a:extLst>
                    <a:ext uri="{9D8B030D-6E8A-4147-A177-3AD203B41FA5}">
                      <a16:colId xmlns:a16="http://schemas.microsoft.com/office/drawing/2014/main" val="2178047776"/>
                    </a:ext>
                  </a:extLst>
                </a:gridCol>
                <a:gridCol w="1065784">
                  <a:extLst>
                    <a:ext uri="{9D8B030D-6E8A-4147-A177-3AD203B41FA5}">
                      <a16:colId xmlns:a16="http://schemas.microsoft.com/office/drawing/2014/main" val="1504329732"/>
                    </a:ext>
                  </a:extLst>
                </a:gridCol>
                <a:gridCol w="1400048">
                  <a:extLst>
                    <a:ext uri="{9D8B030D-6E8A-4147-A177-3AD203B41FA5}">
                      <a16:colId xmlns:a16="http://schemas.microsoft.com/office/drawing/2014/main" val="1315033718"/>
                    </a:ext>
                  </a:extLst>
                </a:gridCol>
              </a:tblGrid>
              <a:tr h="313266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Contact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379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Car insurance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Bob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12,000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404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Car tires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Raju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2,000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3108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Car insurance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Thomas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13,000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1422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Car tires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Harry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2,500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✅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522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Automobile tires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John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34,000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❌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222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4-wheeler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Harry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32,999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❌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9230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House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Nancy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28,000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❌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547649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E9E700-D7C4-2913-7795-937EF4BD4174}"/>
              </a:ext>
            </a:extLst>
          </p:cNvPr>
          <p:cNvSpPr txBox="1"/>
          <p:nvPr/>
        </p:nvSpPr>
        <p:spPr>
          <a:xfrm>
            <a:off x="6839966" y="4960435"/>
            <a:ext cx="51617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SELECT Cost</a:t>
            </a:r>
          </a:p>
          <a:p>
            <a:r>
              <a:rPr lang="en-IN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FROM </a:t>
            </a:r>
            <a:r>
              <a:rPr lang="en-IN" sz="2400" i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table_expenses</a:t>
            </a:r>
            <a:r>
              <a:rPr lang="en-IN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IN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 LOWER(Category) LIKE '%car%';</a:t>
            </a:r>
          </a:p>
        </p:txBody>
      </p:sp>
    </p:spTree>
    <p:extLst>
      <p:ext uri="{BB962C8B-B14F-4D97-AF65-F5344CB8AC3E}">
        <p14:creationId xmlns:p14="http://schemas.microsoft.com/office/powerpoint/2010/main" val="252106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613E4-08AE-6D49-FEFF-434038411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404E001-2ED3-5D1E-E95C-8A609690387F}"/>
              </a:ext>
            </a:extLst>
          </p:cNvPr>
          <p:cNvSpPr txBox="1"/>
          <p:nvPr/>
        </p:nvSpPr>
        <p:spPr>
          <a:xfrm>
            <a:off x="206248" y="1003774"/>
            <a:ext cx="733755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where Vector DB comes in.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search is based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meaning ( =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 search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exact words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Search: "car"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Results based on 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search would be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Car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Automobile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Vehicle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Ride 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Transport ✅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0A36A6-8E33-B130-7614-A572D50AF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3144" y="1186760"/>
            <a:ext cx="3336376" cy="3262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340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35BCE-DC37-C842-9ABC-6EAB86CB8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DBD0E7A-0D3F-5544-EBBB-111CC42CB55E}"/>
              </a:ext>
            </a:extLst>
          </p:cNvPr>
          <p:cNvSpPr txBox="1"/>
          <p:nvPr/>
        </p:nvSpPr>
        <p:spPr>
          <a:xfrm>
            <a:off x="206248" y="1003774"/>
            <a:ext cx="73375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Idea of  Vector DB: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vectors that are similar in meaning would be near each other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2D6FFE-A777-EA6C-CE99-DCD9FD18A2FF}"/>
              </a:ext>
            </a:extLst>
          </p:cNvPr>
          <p:cNvSpPr/>
          <p:nvPr/>
        </p:nvSpPr>
        <p:spPr>
          <a:xfrm>
            <a:off x="7147892" y="1788604"/>
            <a:ext cx="4847304" cy="45621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5214CA-8A0B-DAE8-7F1E-D08B8CCE9F74}"/>
              </a:ext>
            </a:extLst>
          </p:cNvPr>
          <p:cNvSpPr txBox="1"/>
          <p:nvPr/>
        </p:nvSpPr>
        <p:spPr>
          <a:xfrm>
            <a:off x="8647680" y="3244334"/>
            <a:ext cx="519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fish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EE8C6B-D935-2A5C-6796-734375142E6C}"/>
              </a:ext>
            </a:extLst>
          </p:cNvPr>
          <p:cNvSpPr txBox="1"/>
          <p:nvPr/>
        </p:nvSpPr>
        <p:spPr>
          <a:xfrm>
            <a:off x="8041372" y="2670391"/>
            <a:ext cx="725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water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5C20DD-A8EE-C81C-A34F-BAF960C84A83}"/>
              </a:ext>
            </a:extLst>
          </p:cNvPr>
          <p:cNvSpPr txBox="1"/>
          <p:nvPr/>
        </p:nvSpPr>
        <p:spPr>
          <a:xfrm>
            <a:off x="7926295" y="353915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ship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AB4BB3-8C78-03A7-1543-D0E5A919FC7D}"/>
              </a:ext>
            </a:extLst>
          </p:cNvPr>
          <p:cNvSpPr txBox="1"/>
          <p:nvPr/>
        </p:nvSpPr>
        <p:spPr>
          <a:xfrm>
            <a:off x="7425837" y="276485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D8776-D6A2-D349-4D0D-5525D55438BE}"/>
              </a:ext>
            </a:extLst>
          </p:cNvPr>
          <p:cNvSpPr txBox="1"/>
          <p:nvPr/>
        </p:nvSpPr>
        <p:spPr>
          <a:xfrm>
            <a:off x="7550231" y="2301059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ocean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DB928D-9CDC-62C5-3E26-C7A0E5CA5A50}"/>
              </a:ext>
            </a:extLst>
          </p:cNvPr>
          <p:cNvSpPr txBox="1"/>
          <p:nvPr/>
        </p:nvSpPr>
        <p:spPr>
          <a:xfrm>
            <a:off x="10860409" y="5492624"/>
            <a:ext cx="572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sofa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39D28-4A2F-99AF-C455-DBFECD73FDC4}"/>
              </a:ext>
            </a:extLst>
          </p:cNvPr>
          <p:cNvSpPr txBox="1"/>
          <p:nvPr/>
        </p:nvSpPr>
        <p:spPr>
          <a:xfrm>
            <a:off x="10314039" y="5052104"/>
            <a:ext cx="89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recliner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0084BE-479A-48C3-665C-798737E975ED}"/>
              </a:ext>
            </a:extLst>
          </p:cNvPr>
          <p:cNvSpPr txBox="1"/>
          <p:nvPr/>
        </p:nvSpPr>
        <p:spPr>
          <a:xfrm>
            <a:off x="10219397" y="5421436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DFCEE6-6F4A-BBA3-7B2C-D8216E807797}"/>
              </a:ext>
            </a:extLst>
          </p:cNvPr>
          <p:cNvSpPr txBox="1"/>
          <p:nvPr/>
        </p:nvSpPr>
        <p:spPr>
          <a:xfrm>
            <a:off x="10419066" y="2574926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43B669-B5FF-4637-4E74-B7A75B17897A}"/>
              </a:ext>
            </a:extLst>
          </p:cNvPr>
          <p:cNvSpPr txBox="1"/>
          <p:nvPr/>
        </p:nvSpPr>
        <p:spPr>
          <a:xfrm>
            <a:off x="10989574" y="3015446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queen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48E78D-E4DE-679F-AB5D-491FCE83D6FE}"/>
              </a:ext>
            </a:extLst>
          </p:cNvPr>
          <p:cNvSpPr txBox="1"/>
          <p:nvPr/>
        </p:nvSpPr>
        <p:spPr>
          <a:xfrm>
            <a:off x="10491266" y="2204102"/>
            <a:ext cx="10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emperor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50C7CF4-31C5-00F2-70BC-D3E4278B29E9}"/>
              </a:ext>
            </a:extLst>
          </p:cNvPr>
          <p:cNvGrpSpPr/>
          <p:nvPr/>
        </p:nvGrpSpPr>
        <p:grpSpPr>
          <a:xfrm>
            <a:off x="11111212" y="5238630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551B56F-614E-E261-9636-4C25E97C92D2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551B56F-614E-E261-9636-4C25E97C92D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60474A4-8B7D-1B66-4E53-1022D3DC6E85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60474A4-8B7D-1B66-4E53-1022D3DC6E8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23170AC-A3EA-5789-9E9B-F1AC306E0625}"/>
              </a:ext>
            </a:extLst>
          </p:cNvPr>
          <p:cNvGrpSpPr/>
          <p:nvPr/>
        </p:nvGrpSpPr>
        <p:grpSpPr>
          <a:xfrm>
            <a:off x="8340164" y="2443547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3DDC56D-5A16-794D-1562-7ABE75CE2ADD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3DDC56D-5A16-794D-1562-7ABE75CE2AD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D94AD2F-0431-80E3-6891-B2DFDDF231BD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D94AD2F-0431-80E3-6891-B2DFDDF231B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B0DE463-6059-582D-096A-E8777CC640F5}"/>
              </a:ext>
            </a:extLst>
          </p:cNvPr>
          <p:cNvGrpSpPr/>
          <p:nvPr/>
        </p:nvGrpSpPr>
        <p:grpSpPr>
          <a:xfrm>
            <a:off x="7550231" y="3093817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B6472F2-DA48-13AA-AC3D-05B42C1C2E3D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B6472F2-DA48-13AA-AC3D-05B42C1C2E3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711981A-CCC8-07E9-48B5-2BD714A807D2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711981A-CCC8-07E9-48B5-2BD714A807D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76ABF86-98E9-2F75-E5E3-871BE4FB1577}"/>
              </a:ext>
            </a:extLst>
          </p:cNvPr>
          <p:cNvGrpSpPr/>
          <p:nvPr/>
        </p:nvGrpSpPr>
        <p:grpSpPr>
          <a:xfrm>
            <a:off x="8321862" y="2982167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ABFCA3D-014D-0CFE-F33A-2491B6073986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ABFCA3D-014D-0CFE-F33A-2491B607398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7FC5ABE-B14F-8293-94F0-F71D9D23746D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7FC5ABE-B14F-8293-94F0-F71D9D23746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391CEEB-916C-573A-F16B-2269A786BF8F}"/>
              </a:ext>
            </a:extLst>
          </p:cNvPr>
          <p:cNvGrpSpPr/>
          <p:nvPr/>
        </p:nvGrpSpPr>
        <p:grpSpPr>
          <a:xfrm>
            <a:off x="8801507" y="3581618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27653D3-790D-C5C7-A24E-048244031EC9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27653D3-790D-C5C7-A24E-048244031EC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32FE137-2EDD-E222-698A-93A37EE1A8F7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32FE137-2EDD-E222-698A-93A37EE1A8F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6986ED4-AA63-004B-A32F-991D5EC2C0C6}"/>
              </a:ext>
            </a:extLst>
          </p:cNvPr>
          <p:cNvGrpSpPr/>
          <p:nvPr/>
        </p:nvGrpSpPr>
        <p:grpSpPr>
          <a:xfrm>
            <a:off x="8090320" y="3908484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F3EA40E-24B5-85C5-D189-AB2EC79674C6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F3EA40E-24B5-85C5-D189-AB2EC79674C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ACEC57B-3B87-A6B4-A2B9-B8A8B4298F02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ACEC57B-3B87-A6B4-A2B9-B8A8B4298F0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D86C2B0-B41B-C36F-E6C2-A095E03F810B}"/>
              </a:ext>
            </a:extLst>
          </p:cNvPr>
          <p:cNvGrpSpPr/>
          <p:nvPr/>
        </p:nvGrpSpPr>
        <p:grpSpPr>
          <a:xfrm>
            <a:off x="11366723" y="5600132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0DDB26F-8D3F-47A0-2746-73DB9031D78B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0DDB26F-8D3F-47A0-2746-73DB9031D78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450F7A1-F47D-DBAF-B1FF-0077AD02915C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450F7A1-F47D-DBAF-B1FF-0077AD02915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20AC6E3-7E1D-B527-BAEF-6962903388CF}"/>
              </a:ext>
            </a:extLst>
          </p:cNvPr>
          <p:cNvGrpSpPr/>
          <p:nvPr/>
        </p:nvGrpSpPr>
        <p:grpSpPr>
          <a:xfrm>
            <a:off x="10362812" y="5732252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670658A-99C1-270D-083A-19D688AEB855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670658A-99C1-270D-083A-19D688AEB85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123E8FE-A63B-57B3-C471-C58F3D8A200F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123E8FE-A63B-57B3-C471-C58F3D8A200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7EF02C7-1145-6929-5088-A4ACDAC276A7}"/>
              </a:ext>
            </a:extLst>
          </p:cNvPr>
          <p:cNvGrpSpPr/>
          <p:nvPr/>
        </p:nvGrpSpPr>
        <p:grpSpPr>
          <a:xfrm>
            <a:off x="10574852" y="2991983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E733208-E177-0DF5-A15A-EB71783BDE94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E733208-E177-0DF5-A15A-EB71783BDE9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AE695FA-A3F9-D36A-01BD-FA40E74D4D7F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AE695FA-A3F9-D36A-01BD-FA40E74D4D7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8E5588D-5240-618F-7DA3-10D4783F188F}"/>
              </a:ext>
            </a:extLst>
          </p:cNvPr>
          <p:cNvGrpSpPr/>
          <p:nvPr/>
        </p:nvGrpSpPr>
        <p:grpSpPr>
          <a:xfrm>
            <a:off x="11260703" y="2491046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0424CEC-2277-2871-AB3D-1AF231607AA6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0424CEC-2277-2871-AB3D-1AF231607AA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03EB506-1948-2A44-967B-2484F1F53FEF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03EB506-1948-2A44-967B-2484F1F53FE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0F2E804-CECC-E713-AEA3-8530EB65E576}"/>
              </a:ext>
            </a:extLst>
          </p:cNvPr>
          <p:cNvGrpSpPr/>
          <p:nvPr/>
        </p:nvGrpSpPr>
        <p:grpSpPr>
          <a:xfrm>
            <a:off x="11366723" y="3407996"/>
            <a:ext cx="212040" cy="142200"/>
            <a:chOff x="2271217" y="3155988"/>
            <a:chExt cx="212040" cy="14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184F274-067C-4C2E-AF30-4C5B48FE32C2}"/>
                    </a:ext>
                  </a:extLst>
                </p14:cNvPr>
                <p14:cNvContentPartPr/>
                <p14:nvPr/>
              </p14:nvContentPartPr>
              <p14:xfrm>
                <a:off x="2271217" y="3155988"/>
                <a:ext cx="212040" cy="132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184F274-067C-4C2E-AF30-4C5B48FE32C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65097" y="3149868"/>
                  <a:ext cx="22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7908C50-437D-4EEC-EDBD-F6416A0CD29C}"/>
                    </a:ext>
                  </a:extLst>
                </p14:cNvPr>
                <p14:cNvContentPartPr/>
                <p14:nvPr/>
              </p14:nvContentPartPr>
              <p14:xfrm>
                <a:off x="2336017" y="3155988"/>
                <a:ext cx="92880" cy="142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7908C50-437D-4EEC-EDBD-F6416A0CD29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329897" y="3149868"/>
                  <a:ext cx="105120" cy="154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00712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DB90-6127-1533-23A0-F9C56AEB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E50D440-D151-4E74-4775-0713F2FB63AA}"/>
              </a:ext>
            </a:extLst>
          </p:cNvPr>
          <p:cNvSpPr txBox="1"/>
          <p:nvPr/>
        </p:nvSpPr>
        <p:spPr>
          <a:xfrm>
            <a:off x="233680" y="373856"/>
            <a:ext cx="97607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Semantic Search works (Step-by-step)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We convert the content(pdf) into embedded vectors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We store the vectors in Vector DB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User enters query. Convert query → embeddings/vector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Search in Vector DB and find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similar vectors and return the result.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C916A-0B65-0F43-7EC8-407DC6F20E94}"/>
              </a:ext>
            </a:extLst>
          </p:cNvPr>
          <p:cNvSpPr txBox="1"/>
          <p:nvPr/>
        </p:nvSpPr>
        <p:spPr>
          <a:xfrm>
            <a:off x="124968" y="2671402"/>
            <a:ext cx="577291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the user query: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"best laptop for coding"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 search can retrieve: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"top programming laptops"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“good computers for developers”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Even though words are different ✅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C2D1313-67C9-34DE-BFE9-E6C1B3AAD707}"/>
              </a:ext>
            </a:extLst>
          </p:cNvPr>
          <p:cNvGrpSpPr/>
          <p:nvPr/>
        </p:nvGrpSpPr>
        <p:grpSpPr>
          <a:xfrm>
            <a:off x="6977574" y="829296"/>
            <a:ext cx="444870" cy="593280"/>
            <a:chOff x="6300144" y="858816"/>
            <a:chExt cx="969840" cy="59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3E0BA65-41BB-56DA-B1F6-644AF7E543AB}"/>
                    </a:ext>
                  </a:extLst>
                </p14:cNvPr>
                <p14:cNvContentPartPr/>
                <p14:nvPr/>
              </p14:nvContentPartPr>
              <p14:xfrm>
                <a:off x="6300144" y="858816"/>
                <a:ext cx="385920" cy="59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3E0BA65-41BB-56DA-B1F6-644AF7E543A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64504" y="822816"/>
                  <a:ext cx="45756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32B34A4-CC1F-F138-11EC-D6FA363BFDCD}"/>
                    </a:ext>
                  </a:extLst>
                </p14:cNvPr>
                <p14:cNvContentPartPr/>
                <p14:nvPr/>
              </p14:nvContentPartPr>
              <p14:xfrm>
                <a:off x="6757704" y="1060416"/>
                <a:ext cx="512280" cy="186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32B34A4-CC1F-F138-11EC-D6FA363BFDC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21704" y="1024776"/>
                  <a:ext cx="58392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EC2411C-5819-47A1-CAFF-686195A3B4AD}"/>
              </a:ext>
            </a:extLst>
          </p:cNvPr>
          <p:cNvGrpSpPr/>
          <p:nvPr/>
        </p:nvGrpSpPr>
        <p:grpSpPr>
          <a:xfrm>
            <a:off x="7408224" y="767376"/>
            <a:ext cx="4566240" cy="961560"/>
            <a:chOff x="7408224" y="767376"/>
            <a:chExt cx="4566240" cy="96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0C85769-267F-0D96-28AC-6B3CE3C127B6}"/>
                    </a:ext>
                  </a:extLst>
                </p14:cNvPr>
                <p14:cNvContentPartPr/>
                <p14:nvPr/>
              </p14:nvContentPartPr>
              <p14:xfrm>
                <a:off x="7408224" y="868536"/>
                <a:ext cx="225720" cy="249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0C85769-267F-0D96-28AC-6B3CE3C127B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72584" y="832896"/>
                  <a:ext cx="2973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B38DBB-C6D0-C3E1-3FEA-49315E1965C4}"/>
                    </a:ext>
                  </a:extLst>
                </p14:cNvPr>
                <p14:cNvContentPartPr/>
                <p14:nvPr/>
              </p14:nvContentPartPr>
              <p14:xfrm>
                <a:off x="7701624" y="926496"/>
                <a:ext cx="650880" cy="199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B38DBB-C6D0-C3E1-3FEA-49315E1965C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665984" y="890496"/>
                  <a:ext cx="722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28007E4-5805-3E96-0084-A561B88FAF02}"/>
                    </a:ext>
                  </a:extLst>
                </p14:cNvPr>
                <p14:cNvContentPartPr/>
                <p14:nvPr/>
              </p14:nvContentPartPr>
              <p14:xfrm>
                <a:off x="8578224" y="976176"/>
                <a:ext cx="420480" cy="158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28007E4-5805-3E96-0084-A561B88FAF0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42224" y="940176"/>
                  <a:ext cx="4921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63C1CAB-43CA-D930-A2AC-3F3915D636C8}"/>
                    </a:ext>
                  </a:extLst>
                </p14:cNvPr>
                <p14:cNvContentPartPr/>
                <p14:nvPr/>
              </p14:nvContentPartPr>
              <p14:xfrm>
                <a:off x="9003384" y="767376"/>
                <a:ext cx="412920" cy="497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63C1CAB-43CA-D930-A2AC-3F3915D636C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967384" y="731376"/>
                  <a:ext cx="48456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7A858C7-446B-04B6-BA27-2C5B33BEA88C}"/>
                    </a:ext>
                  </a:extLst>
                </p14:cNvPr>
                <p14:cNvContentPartPr/>
                <p14:nvPr/>
              </p14:nvContentPartPr>
              <p14:xfrm>
                <a:off x="9758664" y="990936"/>
                <a:ext cx="461520" cy="167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7A858C7-446B-04B6-BA27-2C5B33BEA88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22664" y="955296"/>
                  <a:ext cx="5331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DCEF0DE-1652-8B1D-119A-0076A9235C9E}"/>
                    </a:ext>
                  </a:extLst>
                </p14:cNvPr>
                <p14:cNvContentPartPr/>
                <p14:nvPr/>
              </p14:nvContentPartPr>
              <p14:xfrm>
                <a:off x="10298664" y="1005336"/>
                <a:ext cx="446400" cy="167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DCEF0DE-1652-8B1D-119A-0076A9235C9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263024" y="969336"/>
                  <a:ext cx="5180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FC36F3E-63ED-BFCB-1918-D2054E45C74C}"/>
                    </a:ext>
                  </a:extLst>
                </p14:cNvPr>
                <p14:cNvContentPartPr/>
                <p14:nvPr/>
              </p14:nvContentPartPr>
              <p14:xfrm>
                <a:off x="10794024" y="1030536"/>
                <a:ext cx="5400" cy="2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FC36F3E-63ED-BFCB-1918-D2054E45C74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758384" y="994536"/>
                  <a:ext cx="77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330515-61C4-D64C-3F2F-AC7FE1425ADD}"/>
                    </a:ext>
                  </a:extLst>
                </p14:cNvPr>
                <p14:cNvContentPartPr/>
                <p14:nvPr/>
              </p14:nvContentPartPr>
              <p14:xfrm>
                <a:off x="10880784" y="1143936"/>
                <a:ext cx="1440" cy="15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330515-61C4-D64C-3F2F-AC7FE1425AD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45144" y="1108296"/>
                  <a:ext cx="730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82317AF-461C-BBAB-DEFA-A48A26BED736}"/>
                    </a:ext>
                  </a:extLst>
                </p14:cNvPr>
                <p14:cNvContentPartPr/>
                <p14:nvPr/>
              </p14:nvContentPartPr>
              <p14:xfrm>
                <a:off x="8385984" y="1323936"/>
                <a:ext cx="29160" cy="111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82317AF-461C-BBAB-DEFA-A48A26BED73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349984" y="1287936"/>
                  <a:ext cx="100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2A16119-8D1F-1B5C-0695-C41D50CA3941}"/>
                    </a:ext>
                  </a:extLst>
                </p14:cNvPr>
                <p14:cNvContentPartPr/>
                <p14:nvPr/>
              </p14:nvContentPartPr>
              <p14:xfrm>
                <a:off x="8263584" y="1289016"/>
                <a:ext cx="276480" cy="18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2A16119-8D1F-1B5C-0695-C41D50CA394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27944" y="1253016"/>
                  <a:ext cx="3481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E663ED-C5CF-ACCC-71D1-48FEC3A260BB}"/>
                    </a:ext>
                  </a:extLst>
                </p14:cNvPr>
                <p14:cNvContentPartPr/>
                <p14:nvPr/>
              </p14:nvContentPartPr>
              <p14:xfrm>
                <a:off x="8292024" y="1485216"/>
                <a:ext cx="289800" cy="33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E663ED-C5CF-ACCC-71D1-48FEC3A260B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56384" y="1449576"/>
                  <a:ext cx="3614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019C1DC-FF7D-2752-E2BB-F8C22C03AB9F}"/>
                    </a:ext>
                  </a:extLst>
                </p14:cNvPr>
                <p14:cNvContentPartPr/>
                <p14:nvPr/>
              </p14:nvContentPartPr>
              <p14:xfrm>
                <a:off x="8620344" y="1383696"/>
                <a:ext cx="271440" cy="1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019C1DC-FF7D-2752-E2BB-F8C22C03AB9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584704" y="1347696"/>
                  <a:ext cx="343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5DB020D-9221-B508-C1E3-642F8F1CA882}"/>
                    </a:ext>
                  </a:extLst>
                </p14:cNvPr>
                <p14:cNvContentPartPr/>
                <p14:nvPr/>
              </p14:nvContentPartPr>
              <p14:xfrm>
                <a:off x="9186624" y="1259136"/>
                <a:ext cx="214560" cy="200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5DB020D-9221-B508-C1E3-642F8F1CA88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150624" y="1223136"/>
                  <a:ext cx="2862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D12B9D-F3F5-D575-F6DD-1D935604482A}"/>
                    </a:ext>
                  </a:extLst>
                </p14:cNvPr>
                <p14:cNvContentPartPr/>
                <p14:nvPr/>
              </p14:nvContentPartPr>
              <p14:xfrm>
                <a:off x="9205704" y="1357416"/>
                <a:ext cx="145080" cy="24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D12B9D-F3F5-D575-F6DD-1D935604482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70064" y="1321776"/>
                  <a:ext cx="2167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11CF279-E334-8ACB-D54C-AAB7D7A5189E}"/>
                    </a:ext>
                  </a:extLst>
                </p14:cNvPr>
                <p14:cNvContentPartPr/>
                <p14:nvPr/>
              </p14:nvContentPartPr>
              <p14:xfrm>
                <a:off x="9413784" y="1232136"/>
                <a:ext cx="300240" cy="200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11CF279-E334-8ACB-D54C-AAB7D7A5189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77784" y="1196136"/>
                  <a:ext cx="3718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56E9A58-4EBE-BF95-090E-F0307E90B345}"/>
                    </a:ext>
                  </a:extLst>
                </p14:cNvPr>
                <p14:cNvContentPartPr/>
                <p14:nvPr/>
              </p14:nvContentPartPr>
              <p14:xfrm>
                <a:off x="9812664" y="1345536"/>
                <a:ext cx="145440" cy="108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56E9A58-4EBE-BF95-090E-F0307E90B34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77024" y="1309896"/>
                  <a:ext cx="2170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07F380F-AE47-6B8D-B0EC-FE551B3C152C}"/>
                    </a:ext>
                  </a:extLst>
                </p14:cNvPr>
                <p14:cNvContentPartPr/>
                <p14:nvPr/>
              </p14:nvContentPartPr>
              <p14:xfrm>
                <a:off x="10188864" y="1254456"/>
                <a:ext cx="256680" cy="220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07F380F-AE47-6B8D-B0EC-FE551B3C152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52864" y="1218456"/>
                  <a:ext cx="3283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A7570F-654D-324A-675B-8B7EE1D08276}"/>
                    </a:ext>
                  </a:extLst>
                </p14:cNvPr>
                <p14:cNvContentPartPr/>
                <p14:nvPr/>
              </p14:nvContentPartPr>
              <p14:xfrm>
                <a:off x="10532664" y="1356336"/>
                <a:ext cx="172080" cy="127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A7570F-654D-324A-675B-8B7EE1D0827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96664" y="1320336"/>
                  <a:ext cx="2437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0EBCAF6-11AE-7FD0-C625-DB91775BC10B}"/>
                    </a:ext>
                  </a:extLst>
                </p14:cNvPr>
                <p14:cNvContentPartPr/>
                <p14:nvPr/>
              </p14:nvContentPartPr>
              <p14:xfrm>
                <a:off x="10737504" y="1371096"/>
                <a:ext cx="194040" cy="294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0EBCAF6-11AE-7FD0-C625-DB91775BC10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701864" y="1335096"/>
                  <a:ext cx="26568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142C8C4-4C05-D9C4-622D-017895AEE743}"/>
                    </a:ext>
                  </a:extLst>
                </p14:cNvPr>
                <p14:cNvContentPartPr/>
                <p14:nvPr/>
              </p14:nvContentPartPr>
              <p14:xfrm>
                <a:off x="10939104" y="1401696"/>
                <a:ext cx="68760" cy="784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142C8C4-4C05-D9C4-622D-017895AEE74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903104" y="1366056"/>
                  <a:ext cx="140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C2BF2FB-BBE2-3F61-7959-8791858F9671}"/>
                    </a:ext>
                  </a:extLst>
                </p14:cNvPr>
                <p14:cNvContentPartPr/>
                <p14:nvPr/>
              </p14:nvContentPartPr>
              <p14:xfrm>
                <a:off x="11000304" y="1300536"/>
                <a:ext cx="16200" cy="8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C2BF2FB-BBE2-3F61-7959-8791858F967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964664" y="1264896"/>
                  <a:ext cx="878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47F3F51-0928-3664-28FC-C501217F0259}"/>
                    </a:ext>
                  </a:extLst>
                </p14:cNvPr>
                <p14:cNvContentPartPr/>
                <p14:nvPr/>
              </p14:nvContentPartPr>
              <p14:xfrm>
                <a:off x="11108304" y="1376856"/>
                <a:ext cx="162360" cy="106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47F3F51-0928-3664-28FC-C501217F02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072304" y="1341216"/>
                  <a:ext cx="234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4BF535D-B4D5-B0AA-853B-8C91BF2DDD9D}"/>
                    </a:ext>
                  </a:extLst>
                </p14:cNvPr>
                <p14:cNvContentPartPr/>
                <p14:nvPr/>
              </p14:nvContentPartPr>
              <p14:xfrm>
                <a:off x="11338704" y="1362456"/>
                <a:ext cx="148680" cy="88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4BF535D-B4D5-B0AA-853B-8C91BF2DDD9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303064" y="1326816"/>
                  <a:ext cx="2203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59A1545-7D7D-6BD3-709E-A5C0E1607B10}"/>
                    </a:ext>
                  </a:extLst>
                </p14:cNvPr>
                <p14:cNvContentPartPr/>
                <p14:nvPr/>
              </p14:nvContentPartPr>
              <p14:xfrm>
                <a:off x="11553264" y="1379736"/>
                <a:ext cx="25200" cy="75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59A1545-7D7D-6BD3-709E-A5C0E1607B1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517624" y="1343736"/>
                  <a:ext cx="968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2587C85-97A5-5495-BFF4-4A85B103C0FD}"/>
                    </a:ext>
                  </a:extLst>
                </p14:cNvPr>
                <p14:cNvContentPartPr/>
                <p14:nvPr/>
              </p14:nvContentPartPr>
              <p14:xfrm>
                <a:off x="11567304" y="1321056"/>
                <a:ext cx="9360" cy="12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2587C85-97A5-5495-BFF4-4A85B103C0F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531304" y="1285056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A05D836-7F28-3A34-CB2E-E02668EC3A26}"/>
                    </a:ext>
                  </a:extLst>
                </p14:cNvPr>
                <p14:cNvContentPartPr/>
                <p14:nvPr/>
              </p14:nvContentPartPr>
              <p14:xfrm>
                <a:off x="11652984" y="1363536"/>
                <a:ext cx="136080" cy="106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A05D836-7F28-3A34-CB2E-E02668EC3A2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616984" y="1327896"/>
                  <a:ext cx="2077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78D8147-4B25-32F9-36D2-53F1D1B1FD1A}"/>
                    </a:ext>
                  </a:extLst>
                </p14:cNvPr>
                <p14:cNvContentPartPr/>
                <p14:nvPr/>
              </p14:nvContentPartPr>
              <p14:xfrm>
                <a:off x="11829024" y="1376136"/>
                <a:ext cx="145440" cy="352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78D8147-4B25-32F9-36D2-53F1D1B1FD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793024" y="1340136"/>
                  <a:ext cx="217080" cy="42444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18A2C981-4628-11A3-C0B7-641F8FA9B266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4691256" y="2312848"/>
            <a:ext cx="7500744" cy="39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24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BFD76-2814-CB39-0010-D5C104699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ACE25A4-AEA8-DEDD-E2B5-EE330627CFEF}"/>
              </a:ext>
            </a:extLst>
          </p:cNvPr>
          <p:cNvSpPr txBox="1"/>
          <p:nvPr/>
        </p:nvSpPr>
        <p:spPr>
          <a:xfrm>
            <a:off x="87816" y="304056"/>
            <a:ext cx="79461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Use Cases of Vector DB: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(like e-commerce website)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7CB72-F553-C0B9-B763-A63A09A6B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855" y="4392848"/>
            <a:ext cx="2278097" cy="222747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0D255A-2629-252B-53E0-895E2DAA3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1783" y="187626"/>
            <a:ext cx="3962401" cy="667037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16CD4CA-E9FE-E3D0-699A-A56FBF4152CF}"/>
                  </a:ext>
                </a:extLst>
              </p14:cNvPr>
              <p14:cNvContentPartPr/>
              <p14:nvPr/>
            </p14:nvContentPartPr>
            <p14:xfrm>
              <a:off x="9189504" y="304056"/>
              <a:ext cx="294120" cy="206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16CD4CA-E9FE-E3D0-699A-A56FBF4152C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71864" y="286416"/>
                <a:ext cx="32976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AE7A7B7-74EA-8165-4254-07B354CDC99C}"/>
                  </a:ext>
                </a:extLst>
              </p14:cNvPr>
              <p14:cNvContentPartPr/>
              <p14:nvPr/>
            </p14:nvContentPartPr>
            <p14:xfrm>
              <a:off x="11292624" y="602496"/>
              <a:ext cx="581400" cy="37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AE7A7B7-74EA-8165-4254-07B354CDC9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274984" y="584856"/>
                <a:ext cx="61704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74A6B1-E784-23E9-5EE9-83A9C77E6E02}"/>
                  </a:ext>
                </a:extLst>
              </p14:cNvPr>
              <p14:cNvContentPartPr/>
              <p14:nvPr/>
            </p14:nvContentPartPr>
            <p14:xfrm>
              <a:off x="9729144" y="1051416"/>
              <a:ext cx="39384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74A6B1-E784-23E9-5EE9-83A9C77E6E0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11504" y="1033776"/>
                <a:ext cx="42948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1034580-57D1-6619-2567-4084BC3ADDA9}"/>
                  </a:ext>
                </a:extLst>
              </p14:cNvPr>
              <p14:cNvContentPartPr/>
              <p14:nvPr/>
            </p14:nvContentPartPr>
            <p14:xfrm>
              <a:off x="8503704" y="1316736"/>
              <a:ext cx="1287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1034580-57D1-6619-2567-4084BC3ADDA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485704" y="1298736"/>
                <a:ext cx="1323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2875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5B074-9EEF-CE30-2BF5-685108771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59CFAF1-30AA-DB63-82C1-347EC4396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180" y="718954"/>
            <a:ext cx="9046756" cy="5740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9787B3-4780-D27A-55B1-E6811EF55457}"/>
              </a:ext>
            </a:extLst>
          </p:cNvPr>
          <p:cNvSpPr txBox="1"/>
          <p:nvPr/>
        </p:nvSpPr>
        <p:spPr>
          <a:xfrm>
            <a:off x="228600" y="186997"/>
            <a:ext cx="79461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Use Cases of Vector DB: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(like ChatGPT)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37F771A-D4FD-1045-AE40-ED6DC2FA3E56}"/>
                  </a:ext>
                </a:extLst>
              </p14:cNvPr>
              <p14:cNvContentPartPr/>
              <p14:nvPr/>
            </p14:nvContentPartPr>
            <p14:xfrm>
              <a:off x="11292624" y="602496"/>
              <a:ext cx="581400" cy="37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37F771A-D4FD-1045-AE40-ED6DC2FA3E5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4624" y="584323"/>
                <a:ext cx="617040" cy="7378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33251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DE8A6-A043-CC3C-2017-4B47E6CE4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66C0D0E-5B14-CD7E-D32E-5FCA2A8D89FA}"/>
              </a:ext>
            </a:extLst>
          </p:cNvPr>
          <p:cNvSpPr txBox="1"/>
          <p:nvPr/>
        </p:nvSpPr>
        <p:spPr>
          <a:xfrm>
            <a:off x="146232" y="272196"/>
            <a:ext cx="5102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Use Cases of Vector DB: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Google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BDDD79-1C5F-0E09-7F74-6543E4623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855" y="4392848"/>
            <a:ext cx="2278097" cy="222747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B8ED9C9-AC4F-9D07-15F0-91AF9C4E557A}"/>
                  </a:ext>
                </a:extLst>
              </p14:cNvPr>
              <p14:cNvContentPartPr/>
              <p14:nvPr/>
            </p14:nvContentPartPr>
            <p14:xfrm>
              <a:off x="11292624" y="602496"/>
              <a:ext cx="581400" cy="37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B8ED9C9-AC4F-9D07-15F0-91AF9C4E55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4624" y="584323"/>
                <a:ext cx="617040" cy="73783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E4A197D-9CF8-3E90-7224-3F44B2703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9529" y="20853"/>
            <a:ext cx="7345041" cy="548573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09AA7DA-B1F3-44E8-AB0D-BD31050F6D65}"/>
                  </a:ext>
                </a:extLst>
              </p14:cNvPr>
              <p14:cNvContentPartPr/>
              <p14:nvPr/>
            </p14:nvContentPartPr>
            <p14:xfrm>
              <a:off x="9427464" y="119736"/>
              <a:ext cx="456120" cy="3049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09AA7DA-B1F3-44E8-AB0D-BD31050F6D6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09464" y="102096"/>
                <a:ext cx="491760" cy="34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5F97C7C-7CD4-7C2E-2BCB-B981A0237EDB}"/>
                  </a:ext>
                </a:extLst>
              </p14:cNvPr>
              <p14:cNvContentPartPr/>
              <p14:nvPr/>
            </p14:nvContentPartPr>
            <p14:xfrm>
              <a:off x="5989104" y="1871856"/>
              <a:ext cx="238320" cy="185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5F97C7C-7CD4-7C2E-2BCB-B981A0237ED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971464" y="1853856"/>
                <a:ext cx="27396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B433421-F787-1B4E-BEF3-C47B654036AA}"/>
                  </a:ext>
                </a:extLst>
              </p14:cNvPr>
              <p14:cNvContentPartPr/>
              <p14:nvPr/>
            </p14:nvContentPartPr>
            <p14:xfrm>
              <a:off x="9033984" y="403056"/>
              <a:ext cx="326520" cy="244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B433421-F787-1B4E-BEF3-C47B654036A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016344" y="385416"/>
                <a:ext cx="36216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505E7FE-BAC4-570D-6487-FC4FC01F3880}"/>
                  </a:ext>
                </a:extLst>
              </p14:cNvPr>
              <p14:cNvContentPartPr/>
              <p14:nvPr/>
            </p14:nvContentPartPr>
            <p14:xfrm>
              <a:off x="6994944" y="429696"/>
              <a:ext cx="686160" cy="66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505E7FE-BAC4-570D-6487-FC4FC01F388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977304" y="411696"/>
                <a:ext cx="721800" cy="10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605CB15-7CD0-5202-7EA4-3A4CE5F2DA2D}"/>
                  </a:ext>
                </a:extLst>
              </p14:cNvPr>
              <p14:cNvContentPartPr/>
              <p14:nvPr/>
            </p14:nvContentPartPr>
            <p14:xfrm>
              <a:off x="5860944" y="2993976"/>
              <a:ext cx="237240" cy="2095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605CB15-7CD0-5202-7EA4-3A4CE5F2DA2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43304" y="2976336"/>
                <a:ext cx="27288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25596A2-0349-6916-927C-EA0987A6B346}"/>
                  </a:ext>
                </a:extLst>
              </p14:cNvPr>
              <p14:cNvContentPartPr/>
              <p14:nvPr/>
            </p14:nvContentPartPr>
            <p14:xfrm>
              <a:off x="5705784" y="3556656"/>
              <a:ext cx="449280" cy="1846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25596A2-0349-6916-927C-EA0987A6B34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687784" y="3539016"/>
                <a:ext cx="484920" cy="22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F6BB4FC-A0C0-3F73-EEAD-C2E298AF41BA}"/>
                  </a:ext>
                </a:extLst>
              </p14:cNvPr>
              <p14:cNvContentPartPr/>
              <p14:nvPr/>
            </p14:nvContentPartPr>
            <p14:xfrm>
              <a:off x="6162984" y="3956256"/>
              <a:ext cx="272160" cy="1162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F6BB4FC-A0C0-3F73-EEAD-C2E298AF41B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144984" y="3938616"/>
                <a:ext cx="307800" cy="151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182158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8ACBA-A707-9C6E-493D-108DE24C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8866362-1E0A-CFC7-79EA-01BBAD244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855" y="4392848"/>
            <a:ext cx="2278097" cy="222747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AB2178F-44D6-DBAA-6A0E-BF51D853F876}"/>
                  </a:ext>
                </a:extLst>
              </p14:cNvPr>
              <p14:cNvContentPartPr/>
              <p14:nvPr/>
            </p14:nvContentPartPr>
            <p14:xfrm>
              <a:off x="11292624" y="602496"/>
              <a:ext cx="581400" cy="37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AB2178F-44D6-DBAA-6A0E-BF51D853F87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4624" y="584323"/>
                <a:ext cx="617040" cy="73783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EAD36B0-F012-6FA4-E4FF-3DFF4D221BD4}"/>
              </a:ext>
            </a:extLst>
          </p:cNvPr>
          <p:cNvSpPr txBox="1"/>
          <p:nvPr/>
        </p:nvSpPr>
        <p:spPr>
          <a:xfrm>
            <a:off x="0" y="1093032"/>
            <a:ext cx="1020470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Use Cases of Vector DB: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 search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 – (“Recommend me good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scary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flicks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”)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pipelines</a:t>
            </a:r>
          </a:p>
        </p:txBody>
      </p:sp>
    </p:spTree>
    <p:extLst>
      <p:ext uri="{BB962C8B-B14F-4D97-AF65-F5344CB8AC3E}">
        <p14:creationId xmlns:p14="http://schemas.microsoft.com/office/powerpoint/2010/main" val="2547235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0D712-C89C-CF51-6C72-BE6744A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6A35251-5AFF-B66E-3F41-2D6B095CCF73}"/>
              </a:ext>
            </a:extLst>
          </p:cNvPr>
          <p:cNvSpPr txBox="1"/>
          <p:nvPr/>
        </p:nvSpPr>
        <p:spPr>
          <a:xfrm>
            <a:off x="477520" y="473424"/>
            <a:ext cx="808126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kind of data does vector DB store?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344B118-FA00-669A-02C3-61240A866D80}"/>
              </a:ext>
            </a:extLst>
          </p:cNvPr>
          <p:cNvGraphicFramePr>
            <a:graphicFrameLocks noGrp="1"/>
          </p:cNvGraphicFramePr>
          <p:nvPr/>
        </p:nvGraphicFramePr>
        <p:xfrm>
          <a:off x="5430520" y="1465441"/>
          <a:ext cx="6054344" cy="2316480"/>
        </p:xfrm>
        <a:graphic>
          <a:graphicData uri="http://schemas.openxmlformats.org/drawingml/2006/table">
            <a:tbl>
              <a:tblPr/>
              <a:tblGrid>
                <a:gridCol w="2539309">
                  <a:extLst>
                    <a:ext uri="{9D8B030D-6E8A-4147-A177-3AD203B41FA5}">
                      <a16:colId xmlns:a16="http://schemas.microsoft.com/office/drawing/2014/main" val="622533729"/>
                    </a:ext>
                  </a:extLst>
                </a:gridCol>
                <a:gridCol w="3515035">
                  <a:extLst>
                    <a:ext uri="{9D8B030D-6E8A-4147-A177-3AD203B41FA5}">
                      <a16:colId xmlns:a16="http://schemas.microsoft.com/office/drawing/2014/main" val="40450554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Stored 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0768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Text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 (numbers)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2325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Image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2329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Audio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911084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661A7750-C005-F976-CB55-6A9739D30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1704" y="4528380"/>
            <a:ext cx="2278097" cy="22274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7BEB958-6398-63C5-895C-9C8236DE3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057" y="1635244"/>
            <a:ext cx="721539" cy="8952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EA7FE3-AE9C-398C-E140-212ACF045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913" y="2530487"/>
            <a:ext cx="893320" cy="7637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C73C0BF-13CE-110F-6C5B-0F1FA23F2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3936" y="3344427"/>
            <a:ext cx="893320" cy="69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86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60028-CFF7-F866-E575-BB50342D4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1B16F8-465F-C06B-E59C-50B9094D4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352" y="1938036"/>
            <a:ext cx="8250554" cy="4389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EB08F5D-DB0B-C230-F5C7-B4AFE250E38D}"/>
              </a:ext>
            </a:extLst>
          </p:cNvPr>
          <p:cNvSpPr txBox="1"/>
          <p:nvPr/>
        </p:nvSpPr>
        <p:spPr>
          <a:xfrm>
            <a:off x="233680" y="213328"/>
            <a:ext cx="112877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Vector DB as of today: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Pine Vector DB: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need to login (free)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Get API Key and use it (Look at docs on how to use API keys with python 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have up to 5 index for free. (See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notebook)</a:t>
            </a:r>
          </a:p>
        </p:txBody>
      </p:sp>
    </p:spTree>
    <p:extLst>
      <p:ext uri="{BB962C8B-B14F-4D97-AF65-F5344CB8AC3E}">
        <p14:creationId xmlns:p14="http://schemas.microsoft.com/office/powerpoint/2010/main" val="1420343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DFC3E-E37E-A3E7-BA5E-BDC0E57E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0F25FC-A0CC-1840-505F-3DD437F34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814" y="1335024"/>
            <a:ext cx="9384092" cy="49920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08B15F4-DA80-4721-FF3A-0035DE67AF7D}"/>
              </a:ext>
            </a:extLst>
          </p:cNvPr>
          <p:cNvSpPr txBox="1"/>
          <p:nvPr/>
        </p:nvSpPr>
        <p:spPr>
          <a:xfrm>
            <a:off x="233680" y="213328"/>
            <a:ext cx="112877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Vector DB as of today: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(Facebook AI Similarity Search)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be done locally. (See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notebook)</a:t>
            </a:r>
          </a:p>
        </p:txBody>
      </p:sp>
    </p:spTree>
    <p:extLst>
      <p:ext uri="{BB962C8B-B14F-4D97-AF65-F5344CB8AC3E}">
        <p14:creationId xmlns:p14="http://schemas.microsoft.com/office/powerpoint/2010/main" val="17622683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2D5D-3A06-2BA2-453D-84FA32E6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EE28D6-86D4-4118-DE97-97F3018B2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446" y="2255313"/>
            <a:ext cx="8250554" cy="4389081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840C0D-904C-B09A-946F-F0861A12ED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39588"/>
              </p:ext>
            </p:extLst>
          </p:nvPr>
        </p:nvGraphicFramePr>
        <p:xfrm>
          <a:off x="580136" y="830358"/>
          <a:ext cx="9189720" cy="1828800"/>
        </p:xfrm>
        <a:graphic>
          <a:graphicData uri="http://schemas.openxmlformats.org/drawingml/2006/table">
            <a:tbl>
              <a:tblPr/>
              <a:tblGrid>
                <a:gridCol w="2128520">
                  <a:extLst>
                    <a:ext uri="{9D8B030D-6E8A-4147-A177-3AD203B41FA5}">
                      <a16:colId xmlns:a16="http://schemas.microsoft.com/office/drawing/2014/main" val="3052785715"/>
                    </a:ext>
                  </a:extLst>
                </a:gridCol>
                <a:gridCol w="3373120">
                  <a:extLst>
                    <a:ext uri="{9D8B030D-6E8A-4147-A177-3AD203B41FA5}">
                      <a16:colId xmlns:a16="http://schemas.microsoft.com/office/drawing/2014/main" val="2561522023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32763942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FAISS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Pinecone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4825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Setup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Cloud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0416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Scaling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Manual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Automatic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4854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Learning / small apps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Production systems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088623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C1F1835-AE60-7FF7-E696-32C4F3F63D4F}"/>
              </a:ext>
            </a:extLst>
          </p:cNvPr>
          <p:cNvSpPr txBox="1"/>
          <p:nvPr/>
        </p:nvSpPr>
        <p:spPr>
          <a:xfrm>
            <a:off x="580136" y="213606"/>
            <a:ext cx="618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FAISS vs Pinecone:</a:t>
            </a:r>
          </a:p>
        </p:txBody>
      </p:sp>
    </p:spTree>
    <p:extLst>
      <p:ext uri="{BB962C8B-B14F-4D97-AF65-F5344CB8AC3E}">
        <p14:creationId xmlns:p14="http://schemas.microsoft.com/office/powerpoint/2010/main" val="2472058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C315A-9333-1F7A-934F-444117FA4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8925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1326</TotalTime>
  <Words>574</Words>
  <Application>Microsoft Office PowerPoint</Application>
  <PresentationFormat>Widescreen</PresentationFormat>
  <Paragraphs>155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219</cp:revision>
  <dcterms:created xsi:type="dcterms:W3CDTF">2025-09-22T02:44:38Z</dcterms:created>
  <dcterms:modified xsi:type="dcterms:W3CDTF">2026-09-09T07:16:34Z</dcterms:modified>
</cp:coreProperties>
</file>