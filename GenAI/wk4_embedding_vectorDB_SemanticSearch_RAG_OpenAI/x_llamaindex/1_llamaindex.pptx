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76" r:id="rId2"/>
    <p:sldId id="257" r:id="rId3"/>
    <p:sldId id="279" r:id="rId4"/>
    <p:sldId id="280" r:id="rId5"/>
    <p:sldId id="277" r:id="rId6"/>
    <p:sldId id="281" r:id="rId7"/>
    <p:sldId id="282" r:id="rId8"/>
    <p:sldId id="283" r:id="rId9"/>
    <p:sldId id="27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6T17:02:06.01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34 2192 0 0,'-16'-13'2420'0'0,"14"11"-2304"0"0,1 1 1 0 0,0-1-1 0 0,-1 1 1 0 0,1 0-1 0 0,-1-1 1 0 0,0 1-1 0 0,1 0 0 0 0,-1 0 1 0 0,0 0-1 0 0,0 0 1 0 0,0 1-1 0 0,-3-2 729 0 0,0-3-43 0 0,104 50-745 0 0,113 33 1 0 0,-33-26-47 0 0,195 29 1 0 0,-304-70 14 0 0,241 45 91 0 0,-309-56-69 0 0,14 3 521 0 0,13 3 1979 0 0,-49-22-2511 0 0,1-1 0 0 0,1-1-1 0 0,-19-25 1 0 0,18 20-35 0 0,-1 1 1 0 0,-37-30-1 0 0,-30-16-63 0 0,86 67 57 0 0,14 12-311 0 0,32 30 317 0 0,3-1 1 0 0,1-3-1 0 0,1-2 0 0 0,57 30 0 0 0,-91-56-7 0 0,-9-2 2 0 0,-5-4 1 0 0,1-1 0 0 0,-1 1 0 0 0,1-1 0 0 0,0 0 0 0 0,0 0 0 0 0,0 0 0 0 0,0 0 0 0 0,0 0 0 0 0,1-1 1 0 0,-1 1-1 0 0,4 0 0 0 0,-7-1 0 0 0,1-1 0 0 0,-1 0 0 0 0,0 0 0 0 0,0 1 0 0 0,1-1 0 0 0,-1 0 0 0 0,0 1-1 0 0,0-1 1 0 0,1 0 0 0 0,-1 1 0 0 0,0-1 0 0 0,0 0 0 0 0,0 1 0 0 0,0-1 0 0 0,1 1 0 0 0,-1-1 0 0 0,0 0 0 0 0,0 1 0 0 0,0-1 0 0 0,0 1 0 0 0,0-1 0 0 0,0 1 0 0 0,0-1 0 0 0,0 0 0 0 0,0 1 0 0 0,0-1 0 0 0,0 1 0 0 0,-1-1 0 0 0,1 0 0 0 0,0 1 0 0 0,0-1 0 0 0,0 0 0 0 0,0 1 0 0 0,-1-1 0 0 0,1 1 0 0 0,0-1 0 0 0,0 0 0 0 0,-1 0 0 0 0,1 1 0 0 0,0-1 0 0 0,0 0 0 0 0,-1 1 0 0 0,1-1 0 0 0,-1 0 0 0 0,1 0 0 0 0,0 0 0 0 0,-1 1 0 0 0,1-1 0 0 0,0 0 0 0 0,-1 0 0 0 0,0 0-1 0 0,-18 13 7 0 0,-13 0 0 0 0,-2-1 1 0 0,1-1-1 0 0,-2-2 1 0 0,-37 4-1 0 0,12-1 5 0 0,-270 49 51 0 0,316-58-953 0 0,11-2 370 0 0,0-1 1 0 0,0 1-1 0 0,0 0 1 0 0,0-1-1 0 0,0 0 1 0 0,-1 0-1 0 0,1 0 0 0 0,0 0 1 0 0,-3 0-1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6T17:02:06.01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79 6397 0 0,'-35'-36'-508'0'0,"34"35"618"0"0,-11-40 2414 0 0,55 68-2025 0 0,80 36 0 0 0,147 44-467 0 0,-148-61 20 0 0,-64-24 415 0 0,-56-21-393 0 0,14 4 588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2T17:39:07.58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34 2192 0 0,'-16'-13'2420'0'0,"14"11"-2304"0"0,1 1 1 0 0,0-1-1 0 0,-1 1 1 0 0,1 0-1 0 0,-1-1 1 0 0,0 1-1 0 0,1 0 0 0 0,-1 0 1 0 0,0 0-1 0 0,0 0 1 0 0,0 1-1 0 0,-3-2 729 0 0,0-3-43 0 0,104 50-745 0 0,113 33 1 0 0,-33-26-47 0 0,195 29 1 0 0,-304-70 14 0 0,241 45 91 0 0,-309-56-69 0 0,14 3 521 0 0,13 3 1979 0 0,-49-22-2511 0 0,1-1 0 0 0,1-1-1 0 0,-19-25 1 0 0,18 20-35 0 0,-1 1 1 0 0,-37-30-1 0 0,-30-16-63 0 0,86 67 57 0 0,14 12-311 0 0,32 30 317 0 0,3-1 1 0 0,1-3-1 0 0,1-2 0 0 0,57 30 0 0 0,-91-56-7 0 0,-9-2 2 0 0,-5-4 1 0 0,1-1 0 0 0,-1 1 0 0 0,1-1 0 0 0,0 0 0 0 0,0 0 0 0 0,0 0 0 0 0,0 0 0 0 0,0 0 0 0 0,1-1 1 0 0,-1 1-1 0 0,4 0 0 0 0,-7-1 0 0 0,1-1 0 0 0,-1 0 0 0 0,0 0 0 0 0,0 1 0 0 0,1-1 0 0 0,-1 0 0 0 0,0 1-1 0 0,0-1 1 0 0,1 0 0 0 0,-1 1 0 0 0,0-1 0 0 0,0 0 0 0 0,0 1 0 0 0,0-1 0 0 0,1 1 0 0 0,-1-1 0 0 0,0 0 0 0 0,0 1 0 0 0,0-1 0 0 0,0 1 0 0 0,0-1 0 0 0,0 1 0 0 0,0-1 0 0 0,0 0 0 0 0,0 1 0 0 0,0-1 0 0 0,0 1 0 0 0,-1-1 0 0 0,1 0 0 0 0,0 1 0 0 0,0-1 0 0 0,0 0 0 0 0,0 1 0 0 0,-1-1 0 0 0,1 1 0 0 0,0-1 0 0 0,0 0 0 0 0,-1 0 0 0 0,1 1 0 0 0,0-1 0 0 0,0 0 0 0 0,-1 1 0 0 0,1-1 0 0 0,-1 0 0 0 0,1 0 0 0 0,0 0 0 0 0,-1 1 0 0 0,1-1 0 0 0,0 0 0 0 0,-1 0 0 0 0,0 0-1 0 0,-18 13 7 0 0,-13 0 0 0 0,-2-1 1 0 0,1-1-1 0 0,-2-2 1 0 0,-37 4-1 0 0,12-1 5 0 0,-270 49 51 0 0,316-58-953 0 0,11-2 370 0 0,0-1 1 0 0,0 1-1 0 0,0 0 1 0 0,0-1-1 0 0,0 0 1 0 0,-1 0-1 0 0,1 0 0 0 0,0 0 1 0 0,-3 0-1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2T17:39:07.58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79 6397 0 0,'-35'-36'-508'0'0,"34"35"618"0"0,-11-40 2414 0 0,55 68-2025 0 0,80 36 0 0 0,147 44-467 0 0,-148-61 20 0 0,-64-24 415 0 0,-56-21-393 0 0,14 4 588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6T17:02:06.01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34 2192 0 0,'-16'-13'2420'0'0,"14"11"-2304"0"0,1 1 1 0 0,0-1-1 0 0,-1 1 1 0 0,1 0-1 0 0,-1-1 1 0 0,0 1-1 0 0,1 0 0 0 0,-1 0 1 0 0,0 0-1 0 0,0 0 1 0 0,0 1-1 0 0,-3-2 729 0 0,0-3-43 0 0,104 50-745 0 0,113 33 1 0 0,-33-26-47 0 0,195 29 1 0 0,-304-70 14 0 0,241 45 91 0 0,-309-56-69 0 0,14 3 521 0 0,13 3 1979 0 0,-49-22-2511 0 0,1-1 0 0 0,1-1-1 0 0,-19-25 1 0 0,18 20-35 0 0,-1 1 1 0 0,-37-30-1 0 0,-30-16-63 0 0,86 67 57 0 0,14 12-311 0 0,32 30 317 0 0,3-1 1 0 0,1-3-1 0 0,1-2 0 0 0,57 30 0 0 0,-91-56-7 0 0,-9-2 2 0 0,-5-4 1 0 0,1-1 0 0 0,-1 1 0 0 0,1-1 0 0 0,0 0 0 0 0,0 0 0 0 0,0 0 0 0 0,0 0 0 0 0,0 0 0 0 0,1-1 1 0 0,-1 1-1 0 0,4 0 0 0 0,-7-1 0 0 0,1-1 0 0 0,-1 0 0 0 0,0 0 0 0 0,0 1 0 0 0,1-1 0 0 0,-1 0 0 0 0,0 1-1 0 0,0-1 1 0 0,1 0 0 0 0,-1 1 0 0 0,0-1 0 0 0,0 0 0 0 0,0 1 0 0 0,0-1 0 0 0,1 1 0 0 0,-1-1 0 0 0,0 0 0 0 0,0 1 0 0 0,0-1 0 0 0,0 1 0 0 0,0-1 0 0 0,0 1 0 0 0,0-1 0 0 0,0 0 0 0 0,0 1 0 0 0,0-1 0 0 0,0 1 0 0 0,-1-1 0 0 0,1 0 0 0 0,0 1 0 0 0,0-1 0 0 0,0 0 0 0 0,0 1 0 0 0,-1-1 0 0 0,1 1 0 0 0,0-1 0 0 0,0 0 0 0 0,-1 0 0 0 0,1 1 0 0 0,0-1 0 0 0,0 0 0 0 0,-1 1 0 0 0,1-1 0 0 0,-1 0 0 0 0,1 0 0 0 0,0 0 0 0 0,-1 1 0 0 0,1-1 0 0 0,0 0 0 0 0,-1 0 0 0 0,0 0-1 0 0,-18 13 7 0 0,-13 0 0 0 0,-2-1 1 0 0,1-1-1 0 0,-2-2 1 0 0,-37 4-1 0 0,12-1 5 0 0,-270 49 51 0 0,316-58-953 0 0,11-2 370 0 0,0-1 1 0 0,0 1-1 0 0,0 0 1 0 0,0-1-1 0 0,0 0 1 0 0,-1 0-1 0 0,1 0 0 0 0,0 0 1 0 0,-3 0-1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6T17:02:06.01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79 6397 0 0,'-35'-36'-508'0'0,"34"35"618"0"0,-11-40 2414 0 0,55 68-2025 0 0,80 36 0 0 0,147 44-467 0 0,-148-61 20 0 0,-64-24 415 0 0,-56-21-393 0 0,14 4 588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2T17:39:07.58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34 2192 0 0,'-16'-13'2420'0'0,"14"11"-2304"0"0,1 1 1 0 0,0-1-1 0 0,-1 1 1 0 0,1 0-1 0 0,-1-1 1 0 0,0 1-1 0 0,1 0 0 0 0,-1 0 1 0 0,0 0-1 0 0,0 0 1 0 0,0 1-1 0 0,-3-2 729 0 0,0-3-43 0 0,104 50-745 0 0,113 33 1 0 0,-33-26-47 0 0,195 29 1 0 0,-304-70 14 0 0,241 45 91 0 0,-309-56-69 0 0,14 3 521 0 0,13 3 1979 0 0,-49-22-2511 0 0,1-1 0 0 0,1-1-1 0 0,-19-25 1 0 0,18 20-35 0 0,-1 1 1 0 0,-37-30-1 0 0,-30-16-63 0 0,86 67 57 0 0,14 12-311 0 0,32 30 317 0 0,3-1 1 0 0,1-3-1 0 0,1-2 0 0 0,57 30 0 0 0,-91-56-7 0 0,-9-2 2 0 0,-5-4 1 0 0,1-1 0 0 0,-1 1 0 0 0,1-1 0 0 0,0 0 0 0 0,0 0 0 0 0,0 0 0 0 0,0 0 0 0 0,0 0 0 0 0,1-1 1 0 0,-1 1-1 0 0,4 0 0 0 0,-7-1 0 0 0,1-1 0 0 0,-1 0 0 0 0,0 0 0 0 0,0 1 0 0 0,1-1 0 0 0,-1 0 0 0 0,0 1-1 0 0,0-1 1 0 0,1 0 0 0 0,-1 1 0 0 0,0-1 0 0 0,0 0 0 0 0,0 1 0 0 0,0-1 0 0 0,1 1 0 0 0,-1-1 0 0 0,0 0 0 0 0,0 1 0 0 0,0-1 0 0 0,0 1 0 0 0,0-1 0 0 0,0 1 0 0 0,0-1 0 0 0,0 0 0 0 0,0 1 0 0 0,0-1 0 0 0,0 1 0 0 0,-1-1 0 0 0,1 0 0 0 0,0 1 0 0 0,0-1 0 0 0,0 0 0 0 0,0 1 0 0 0,-1-1 0 0 0,1 1 0 0 0,0-1 0 0 0,0 0 0 0 0,-1 0 0 0 0,1 1 0 0 0,0-1 0 0 0,0 0 0 0 0,-1 1 0 0 0,1-1 0 0 0,-1 0 0 0 0,1 0 0 0 0,0 0 0 0 0,-1 1 0 0 0,1-1 0 0 0,0 0 0 0 0,-1 0 0 0 0,0 0-1 0 0,-18 13 7 0 0,-13 0 0 0 0,-2-1 1 0 0,1-1-1 0 0,-2-2 1 0 0,-37 4-1 0 0,12-1 5 0 0,-270 49 51 0 0,316-58-953 0 0,11-2 370 0 0,0-1 1 0 0,0 1-1 0 0,0 0 1 0 0,0-1-1 0 0,0 0 1 0 0,-1 0-1 0 0,1 0 0 0 0,0 0 1 0 0,-3 0-1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2T17:39:07.58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79 6397 0 0,'-35'-36'-508'0'0,"34"35"618"0"0,-11-40 2414 0 0,55 68-2025 0 0,80 36 0 0 0,147 44-467 0 0,-148-61 20 0 0,-64-24 415 0 0,-56-21-393 0 0,14 4 588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6T17:02:06.01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34 2192 0 0,'-16'-13'2420'0'0,"14"11"-2304"0"0,1 1 1 0 0,0-1-1 0 0,-1 1 1 0 0,1 0-1 0 0,-1-1 1 0 0,0 1-1 0 0,1 0 0 0 0,-1 0 1 0 0,0 0-1 0 0,0 0 1 0 0,0 1-1 0 0,-3-2 729 0 0,0-3-43 0 0,104 50-745 0 0,113 33 1 0 0,-33-26-47 0 0,195 29 1 0 0,-304-70 14 0 0,241 45 91 0 0,-309-56-69 0 0,14 3 521 0 0,13 3 1979 0 0,-49-22-2511 0 0,1-1 0 0 0,1-1-1 0 0,-19-25 1 0 0,18 20-35 0 0,-1 1 1 0 0,-37-30-1 0 0,-30-16-63 0 0,86 67 57 0 0,14 12-311 0 0,32 30 317 0 0,3-1 1 0 0,1-3-1 0 0,1-2 0 0 0,57 30 0 0 0,-91-56-7 0 0,-9-2 2 0 0,-5-4 1 0 0,1-1 0 0 0,-1 1 0 0 0,1-1 0 0 0,0 0 0 0 0,0 0 0 0 0,0 0 0 0 0,0 0 0 0 0,0 0 0 0 0,1-1 1 0 0,-1 1-1 0 0,4 0 0 0 0,-7-1 0 0 0,1-1 0 0 0,-1 0 0 0 0,0 0 0 0 0,0 1 0 0 0,1-1 0 0 0,-1 0 0 0 0,0 1-1 0 0,0-1 1 0 0,1 0 0 0 0,-1 1 0 0 0,0-1 0 0 0,0 0 0 0 0,0 1 0 0 0,0-1 0 0 0,1 1 0 0 0,-1-1 0 0 0,0 0 0 0 0,0 1 0 0 0,0-1 0 0 0,0 1 0 0 0,0-1 0 0 0,0 1 0 0 0,0-1 0 0 0,0 0 0 0 0,0 1 0 0 0,0-1 0 0 0,0 1 0 0 0,-1-1 0 0 0,1 0 0 0 0,0 1 0 0 0,0-1 0 0 0,0 0 0 0 0,0 1 0 0 0,-1-1 0 0 0,1 1 0 0 0,0-1 0 0 0,0 0 0 0 0,-1 0 0 0 0,1 1 0 0 0,0-1 0 0 0,0 0 0 0 0,-1 1 0 0 0,1-1 0 0 0,-1 0 0 0 0,1 0 0 0 0,0 0 0 0 0,-1 1 0 0 0,1-1 0 0 0,0 0 0 0 0,-1 0 0 0 0,0 0-1 0 0,-18 13 7 0 0,-13 0 0 0 0,-2-1 1 0 0,1-1-1 0 0,-2-2 1 0 0,-37 4-1 0 0,12-1 5 0 0,-270 49 51 0 0,316-58-953 0 0,11-2 370 0 0,0-1 1 0 0,0 1-1 0 0,0 0 1 0 0,0-1-1 0 0,0 0 1 0 0,-1 0-1 0 0,1 0 0 0 0,0 0 1 0 0,-3 0-1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6T17:02:06.01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79 6397 0 0,'-35'-36'-508'0'0,"34"35"618"0"0,-11-40 2414 0 0,55 68-2025 0 0,80 36 0 0 0,147 44-467 0 0,-148-61 20 0 0,-64-24 415 0 0,-56-21-393 0 0,14 4 588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2T17:39:07.58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34 2192 0 0,'-16'-13'2420'0'0,"14"11"-2304"0"0,1 1 1 0 0,0-1-1 0 0,-1 1 1 0 0,1 0-1 0 0,-1-1 1 0 0,0 1-1 0 0,1 0 0 0 0,-1 0 1 0 0,0 0-1 0 0,0 0 1 0 0,0 1-1 0 0,-3-2 729 0 0,0-3-43 0 0,104 50-745 0 0,113 33 1 0 0,-33-26-47 0 0,195 29 1 0 0,-304-70 14 0 0,241 45 91 0 0,-309-56-69 0 0,14 3 521 0 0,13 3 1979 0 0,-49-22-2511 0 0,1-1 0 0 0,1-1-1 0 0,-19-25 1 0 0,18 20-35 0 0,-1 1 1 0 0,-37-30-1 0 0,-30-16-63 0 0,86 67 57 0 0,14 12-311 0 0,32 30 317 0 0,3-1 1 0 0,1-3-1 0 0,1-2 0 0 0,57 30 0 0 0,-91-56-7 0 0,-9-2 2 0 0,-5-4 1 0 0,1-1 0 0 0,-1 1 0 0 0,1-1 0 0 0,0 0 0 0 0,0 0 0 0 0,0 0 0 0 0,0 0 0 0 0,0 0 0 0 0,1-1 1 0 0,-1 1-1 0 0,4 0 0 0 0,-7-1 0 0 0,1-1 0 0 0,-1 0 0 0 0,0 0 0 0 0,0 1 0 0 0,1-1 0 0 0,-1 0 0 0 0,0 1-1 0 0,0-1 1 0 0,1 0 0 0 0,-1 1 0 0 0,0-1 0 0 0,0 0 0 0 0,0 1 0 0 0,0-1 0 0 0,1 1 0 0 0,-1-1 0 0 0,0 0 0 0 0,0 1 0 0 0,0-1 0 0 0,0 1 0 0 0,0-1 0 0 0,0 1 0 0 0,0-1 0 0 0,0 0 0 0 0,0 1 0 0 0,0-1 0 0 0,0 1 0 0 0,-1-1 0 0 0,1 0 0 0 0,0 1 0 0 0,0-1 0 0 0,0 0 0 0 0,0 1 0 0 0,-1-1 0 0 0,1 1 0 0 0,0-1 0 0 0,0 0 0 0 0,-1 0 0 0 0,1 1 0 0 0,0-1 0 0 0,0 0 0 0 0,-1 1 0 0 0,1-1 0 0 0,-1 0 0 0 0,1 0 0 0 0,0 0 0 0 0,-1 1 0 0 0,1-1 0 0 0,0 0 0 0 0,-1 0 0 0 0,0 0-1 0 0,-18 13 7 0 0,-13 0 0 0 0,-2-1 1 0 0,1-1-1 0 0,-2-2 1 0 0,-37 4-1 0 0,12-1 5 0 0,-270 49 51 0 0,316-58-953 0 0,11-2 370 0 0,0-1 1 0 0,0 1-1 0 0,0 0 1 0 0,0-1-1 0 0,0 0 1 0 0,-1 0-1 0 0,1 0 0 0 0,0 0 1 0 0,-3 0-1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2T17:39:07.58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79 6397 0 0,'-35'-36'-508'0'0,"34"35"618"0"0,-11-40 2414 0 0,55 68-2025 0 0,80 36 0 0 0,147 44-467 0 0,-148-61 20 0 0,-64-24 415 0 0,-56-21-393 0 0,14 4 588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6T17:03:09.40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34 2192 0 0,'-16'-13'2420'0'0,"14"11"-2304"0"0,1 1 1 0 0,0-1-1 0 0,-1 1 1 0 0,1 0-1 0 0,-1-1 1 0 0,0 1-1 0 0,1 0 0 0 0,-1 0 1 0 0,0 0-1 0 0,0 0 1 0 0,0 1-1 0 0,-3-2 729 0 0,0-3-43 0 0,104 50-745 0 0,113 33 1 0 0,-33-26-47 0 0,195 29 1 0 0,-304-70 14 0 0,241 45 91 0 0,-309-56-69 0 0,14 3 521 0 0,13 3 1979 0 0,-49-22-2511 0 0,1-1 0 0 0,1-1-1 0 0,-19-25 1 0 0,18 20-35 0 0,-1 1 1 0 0,-37-30-1 0 0,-30-16-63 0 0,86 67 57 0 0,14 12-311 0 0,32 30 317 0 0,3-1 1 0 0,1-3-1 0 0,1-2 0 0 0,57 30 0 0 0,-91-56-7 0 0,-9-2 2 0 0,-5-4 1 0 0,1-1 0 0 0,-1 1 0 0 0,1-1 0 0 0,0 0 0 0 0,0 0 0 0 0,0 0 0 0 0,0 0 0 0 0,0 0 0 0 0,1-1 1 0 0,-1 1-1 0 0,4 0 0 0 0,-7-1 0 0 0,1-1 0 0 0,-1 0 0 0 0,0 0 0 0 0,0 1 0 0 0,1-1 0 0 0,-1 0 0 0 0,0 1-1 0 0,0-1 1 0 0,1 0 0 0 0,-1 1 0 0 0,0-1 0 0 0,0 0 0 0 0,0 1 0 0 0,0-1 0 0 0,1 1 0 0 0,-1-1 0 0 0,0 0 0 0 0,0 1 0 0 0,0-1 0 0 0,0 1 0 0 0,0-1 0 0 0,0 1 0 0 0,0-1 0 0 0,0 0 0 0 0,0 1 0 0 0,0-1 0 0 0,0 1 0 0 0,-1-1 0 0 0,1 0 0 0 0,0 1 0 0 0,0-1 0 0 0,0 0 0 0 0,0 1 0 0 0,-1-1 0 0 0,1 1 0 0 0,0-1 0 0 0,0 0 0 0 0,-1 0 0 0 0,1 1 0 0 0,0-1 0 0 0,0 0 0 0 0,-1 1 0 0 0,1-1 0 0 0,-1 0 0 0 0,1 0 0 0 0,0 0 0 0 0,-1 1 0 0 0,1-1 0 0 0,0 0 0 0 0,-1 0 0 0 0,0 0-1 0 0,-18 13 7 0 0,-13 0 0 0 0,-2-1 1 0 0,1-1-1 0 0,-2-2 1 0 0,-37 4-1 0 0,12-1 5 0 0,-270 49 51 0 0,316-58-953 0 0,11-2 370 0 0,0-1 1 0 0,0 1-1 0 0,0 0 1 0 0,0-1-1 0 0,0 0 1 0 0,-1 0-1 0 0,1 0 0 0 0,0 0 1 0 0,-3 0-1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6T17:03:09.41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79 6397 0 0,'-35'-36'-508'0'0,"34"35"618"0"0,-11-40 2414 0 0,55 68-2025 0 0,80 36 0 0 0,147 44-467 0 0,-148-61 20 0 0,-64-24 415 0 0,-56-21-393 0 0,14 4 588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2T17:39:50.602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34 2192 0 0,'-16'-13'2420'0'0,"14"11"-2304"0"0,1 1 1 0 0,0-1-1 0 0,-1 1 1 0 0,1 0-1 0 0,-1-1 1 0 0,0 1-1 0 0,1 0 0 0 0,-1 0 1 0 0,0 0-1 0 0,0 0 1 0 0,0 1-1 0 0,-3-2 729 0 0,0-3-43 0 0,104 50-745 0 0,113 33 1 0 0,-33-26-47 0 0,195 29 1 0 0,-304-70 14 0 0,241 45 91 0 0,-309-56-69 0 0,14 3 521 0 0,13 3 1979 0 0,-49-22-2511 0 0,1-1 0 0 0,1-1-1 0 0,-19-25 1 0 0,18 20-35 0 0,-1 1 1 0 0,-37-30-1 0 0,-30-16-63 0 0,86 67 57 0 0,14 12-311 0 0,32 30 317 0 0,3-1 1 0 0,1-3-1 0 0,1-2 0 0 0,57 30 0 0 0,-91-56-7 0 0,-9-2 2 0 0,-5-4 1 0 0,1-1 0 0 0,-1 1 0 0 0,1-1 0 0 0,0 0 0 0 0,0 0 0 0 0,0 0 0 0 0,0 0 0 0 0,0 0 0 0 0,1-1 1 0 0,-1 1-1 0 0,4 0 0 0 0,-7-1 0 0 0,1-1 0 0 0,-1 0 0 0 0,0 0 0 0 0,0 1 0 0 0,1-1 0 0 0,-1 0 0 0 0,0 1-1 0 0,0-1 1 0 0,1 0 0 0 0,-1 1 0 0 0,0-1 0 0 0,0 0 0 0 0,0 1 0 0 0,0-1 0 0 0,1 1 0 0 0,-1-1 0 0 0,0 0 0 0 0,0 1 0 0 0,0-1 0 0 0,0 1 0 0 0,0-1 0 0 0,0 1 0 0 0,0-1 0 0 0,0 0 0 0 0,0 1 0 0 0,0-1 0 0 0,0 1 0 0 0,-1-1 0 0 0,1 0 0 0 0,0 1 0 0 0,0-1 0 0 0,0 0 0 0 0,0 1 0 0 0,-1-1 0 0 0,1 1 0 0 0,0-1 0 0 0,0 0 0 0 0,-1 0 0 0 0,1 1 0 0 0,0-1 0 0 0,0 0 0 0 0,-1 1 0 0 0,1-1 0 0 0,-1 0 0 0 0,1 0 0 0 0,0 0 0 0 0,-1 1 0 0 0,1-1 0 0 0,0 0 0 0 0,-1 0 0 0 0,0 0-1 0 0,-18 13 7 0 0,-13 0 0 0 0,-2-1 1 0 0,1-1-1 0 0,-2-2 1 0 0,-37 4-1 0 0,12-1 5 0 0,-270 49 51 0 0,316-58-953 0 0,11-2 370 0 0,0-1 1 0 0,0 1-1 0 0,0 0 1 0 0,0-1-1 0 0,0 0 1 0 0,-1 0-1 0 0,1 0 0 0 0,0 0 1 0 0,-3 0-1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2T17:39:50.60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79 6397 0 0,'-35'-36'-508'0'0,"34"35"618"0"0,-11-40 2414 0 0,55 68-2025 0 0,80 36 0 0 0,147 44-467 0 0,-148-61 20 0 0,-64-24 415 0 0,-56-21-393 0 0,14 4 588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6T17:02:06.01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34 2192 0 0,'-16'-13'2420'0'0,"14"11"-2304"0"0,1 1 1 0 0,0-1-1 0 0,-1 1 1 0 0,1 0-1 0 0,-1-1 1 0 0,0 1-1 0 0,1 0 0 0 0,-1 0 1 0 0,0 0-1 0 0,0 0 1 0 0,0 1-1 0 0,-3-2 729 0 0,0-3-43 0 0,104 50-745 0 0,113 33 1 0 0,-33-26-47 0 0,195 29 1 0 0,-304-70 14 0 0,241 45 91 0 0,-309-56-69 0 0,14 3 521 0 0,13 3 1979 0 0,-49-22-2511 0 0,1-1 0 0 0,1-1-1 0 0,-19-25 1 0 0,18 20-35 0 0,-1 1 1 0 0,-37-30-1 0 0,-30-16-63 0 0,86 67 57 0 0,14 12-311 0 0,32 30 317 0 0,3-1 1 0 0,1-3-1 0 0,1-2 0 0 0,57 30 0 0 0,-91-56-7 0 0,-9-2 2 0 0,-5-4 1 0 0,1-1 0 0 0,-1 1 0 0 0,1-1 0 0 0,0 0 0 0 0,0 0 0 0 0,0 0 0 0 0,0 0 0 0 0,0 0 0 0 0,1-1 1 0 0,-1 1-1 0 0,4 0 0 0 0,-7-1 0 0 0,1-1 0 0 0,-1 0 0 0 0,0 0 0 0 0,0 1 0 0 0,1-1 0 0 0,-1 0 0 0 0,0 1-1 0 0,0-1 1 0 0,1 0 0 0 0,-1 1 0 0 0,0-1 0 0 0,0 0 0 0 0,0 1 0 0 0,0-1 0 0 0,1 1 0 0 0,-1-1 0 0 0,0 0 0 0 0,0 1 0 0 0,0-1 0 0 0,0 1 0 0 0,0-1 0 0 0,0 1 0 0 0,0-1 0 0 0,0 0 0 0 0,0 1 0 0 0,0-1 0 0 0,0 1 0 0 0,-1-1 0 0 0,1 0 0 0 0,0 1 0 0 0,0-1 0 0 0,0 0 0 0 0,0 1 0 0 0,-1-1 0 0 0,1 1 0 0 0,0-1 0 0 0,0 0 0 0 0,-1 0 0 0 0,1 1 0 0 0,0-1 0 0 0,0 0 0 0 0,-1 1 0 0 0,1-1 0 0 0,-1 0 0 0 0,1 0 0 0 0,0 0 0 0 0,-1 1 0 0 0,1-1 0 0 0,0 0 0 0 0,-1 0 0 0 0,0 0-1 0 0,-18 13 7 0 0,-13 0 0 0 0,-2-1 1 0 0,1-1-1 0 0,-2-2 1 0 0,-37 4-1 0 0,12-1 5 0 0,-270 49 51 0 0,316-58-953 0 0,11-2 370 0 0,0-1 1 0 0,0 1-1 0 0,0 0 1 0 0,0-1-1 0 0,0 0 1 0 0,-1 0-1 0 0,1 0 0 0 0,0 0 1 0 0,-3 0-1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6T17:02:06.01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79 6397 0 0,'-35'-36'-508'0'0,"34"35"618"0"0,-11-40 2414 0 0,55 68-2025 0 0,80 36 0 0 0,147 44-467 0 0,-148-61 20 0 0,-64-24 415 0 0,-56-21-393 0 0,14 4 588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2T17:39:07.58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34 2192 0 0,'-16'-13'2420'0'0,"14"11"-2304"0"0,1 1 1 0 0,0-1-1 0 0,-1 1 1 0 0,1 0-1 0 0,-1-1 1 0 0,0 1-1 0 0,1 0 0 0 0,-1 0 1 0 0,0 0-1 0 0,0 0 1 0 0,0 1-1 0 0,-3-2 729 0 0,0-3-43 0 0,104 50-745 0 0,113 33 1 0 0,-33-26-47 0 0,195 29 1 0 0,-304-70 14 0 0,241 45 91 0 0,-309-56-69 0 0,14 3 521 0 0,13 3 1979 0 0,-49-22-2511 0 0,1-1 0 0 0,1-1-1 0 0,-19-25 1 0 0,18 20-35 0 0,-1 1 1 0 0,-37-30-1 0 0,-30-16-63 0 0,86 67 57 0 0,14 12-311 0 0,32 30 317 0 0,3-1 1 0 0,1-3-1 0 0,1-2 0 0 0,57 30 0 0 0,-91-56-7 0 0,-9-2 2 0 0,-5-4 1 0 0,1-1 0 0 0,-1 1 0 0 0,1-1 0 0 0,0 0 0 0 0,0 0 0 0 0,0 0 0 0 0,0 0 0 0 0,0 0 0 0 0,1-1 1 0 0,-1 1-1 0 0,4 0 0 0 0,-7-1 0 0 0,1-1 0 0 0,-1 0 0 0 0,0 0 0 0 0,0 1 0 0 0,1-1 0 0 0,-1 0 0 0 0,0 1-1 0 0,0-1 1 0 0,1 0 0 0 0,-1 1 0 0 0,0-1 0 0 0,0 0 0 0 0,0 1 0 0 0,0-1 0 0 0,1 1 0 0 0,-1-1 0 0 0,0 0 0 0 0,0 1 0 0 0,0-1 0 0 0,0 1 0 0 0,0-1 0 0 0,0 1 0 0 0,0-1 0 0 0,0 0 0 0 0,0 1 0 0 0,0-1 0 0 0,0 1 0 0 0,-1-1 0 0 0,1 0 0 0 0,0 1 0 0 0,0-1 0 0 0,0 0 0 0 0,0 1 0 0 0,-1-1 0 0 0,1 1 0 0 0,0-1 0 0 0,0 0 0 0 0,-1 0 0 0 0,1 1 0 0 0,0-1 0 0 0,0 0 0 0 0,-1 1 0 0 0,1-1 0 0 0,-1 0 0 0 0,1 0 0 0 0,0 0 0 0 0,-1 1 0 0 0,1-1 0 0 0,0 0 0 0 0,-1 0 0 0 0,0 0-1 0 0,-18 13 7 0 0,-13 0 0 0 0,-2-1 1 0 0,1-1-1 0 0,-2-2 1 0 0,-37 4-1 0 0,12-1 5 0 0,-270 49 51 0 0,316-58-953 0 0,11-2 370 0 0,0-1 1 0 0,0 1-1 0 0,0 0 1 0 0,0-1-1 0 0,0 0 1 0 0,-1 0-1 0 0,1 0 0 0 0,0 0 1 0 0,-3 0-1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2T17:39:07.58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79 6397 0 0,'-35'-36'-508'0'0,"34"35"618"0"0,-11-40 2414 0 0,55 68-2025 0 0,80 36 0 0 0,147 44-467 0 0,-148-61 20 0 0,-64-24 415 0 0,-56-21-393 0 0,14 4 588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6T17:02:06.01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34 2192 0 0,'-16'-13'2420'0'0,"14"11"-2304"0"0,1 1 1 0 0,0-1-1 0 0,-1 1 1 0 0,1 0-1 0 0,-1-1 1 0 0,0 1-1 0 0,1 0 0 0 0,-1 0 1 0 0,0 0-1 0 0,0 0 1 0 0,0 1-1 0 0,-3-2 729 0 0,0-3-43 0 0,104 50-745 0 0,113 33 1 0 0,-33-26-47 0 0,195 29 1 0 0,-304-70 14 0 0,241 45 91 0 0,-309-56-69 0 0,14 3 521 0 0,13 3 1979 0 0,-49-22-2511 0 0,1-1 0 0 0,1-1-1 0 0,-19-25 1 0 0,18 20-35 0 0,-1 1 1 0 0,-37-30-1 0 0,-30-16-63 0 0,86 67 57 0 0,14 12-311 0 0,32 30 317 0 0,3-1 1 0 0,1-3-1 0 0,1-2 0 0 0,57 30 0 0 0,-91-56-7 0 0,-9-2 2 0 0,-5-4 1 0 0,1-1 0 0 0,-1 1 0 0 0,1-1 0 0 0,0 0 0 0 0,0 0 0 0 0,0 0 0 0 0,0 0 0 0 0,0 0 0 0 0,1-1 1 0 0,-1 1-1 0 0,4 0 0 0 0,-7-1 0 0 0,1-1 0 0 0,-1 0 0 0 0,0 0 0 0 0,0 1 0 0 0,1-1 0 0 0,-1 0 0 0 0,0 1-1 0 0,0-1 1 0 0,1 0 0 0 0,-1 1 0 0 0,0-1 0 0 0,0 0 0 0 0,0 1 0 0 0,0-1 0 0 0,1 1 0 0 0,-1-1 0 0 0,0 0 0 0 0,0 1 0 0 0,0-1 0 0 0,0 1 0 0 0,0-1 0 0 0,0 1 0 0 0,0-1 0 0 0,0 0 0 0 0,0 1 0 0 0,0-1 0 0 0,0 1 0 0 0,-1-1 0 0 0,1 0 0 0 0,0 1 0 0 0,0-1 0 0 0,0 0 0 0 0,0 1 0 0 0,-1-1 0 0 0,1 1 0 0 0,0-1 0 0 0,0 0 0 0 0,-1 0 0 0 0,1 1 0 0 0,0-1 0 0 0,0 0 0 0 0,-1 1 0 0 0,1-1 0 0 0,-1 0 0 0 0,1 0 0 0 0,0 0 0 0 0,-1 1 0 0 0,1-1 0 0 0,0 0 0 0 0,-1 0 0 0 0,0 0-1 0 0,-18 13 7 0 0,-13 0 0 0 0,-2-1 1 0 0,1-1-1 0 0,-2-2 1 0 0,-37 4-1 0 0,12-1 5 0 0,-270 49 51 0 0,316-58-953 0 0,11-2 370 0 0,0-1 1 0 0,0 1-1 0 0,0 0 1 0 0,0-1-1 0 0,0 0 1 0 0,-1 0-1 0 0,1 0 0 0 0,0 0 1 0 0,-3 0-1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6T17:02:06.01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79 6397 0 0,'-35'-36'-508'0'0,"34"35"618"0"0,-11-40 2414 0 0,55 68-2025 0 0,80 36 0 0 0,147 44-467 0 0,-148-61 20 0 0,-64-24 415 0 0,-56-21-393 0 0,14 4 588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2T17:39:07.58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34 2192 0 0,'-16'-13'2420'0'0,"14"11"-2304"0"0,1 1 1 0 0,0-1-1 0 0,-1 1 1 0 0,1 0-1 0 0,-1-1 1 0 0,0 1-1 0 0,1 0 0 0 0,-1 0 1 0 0,0 0-1 0 0,0 0 1 0 0,0 1-1 0 0,-3-2 729 0 0,0-3-43 0 0,104 50-745 0 0,113 33 1 0 0,-33-26-47 0 0,195 29 1 0 0,-304-70 14 0 0,241 45 91 0 0,-309-56-69 0 0,14 3 521 0 0,13 3 1979 0 0,-49-22-2511 0 0,1-1 0 0 0,1-1-1 0 0,-19-25 1 0 0,18 20-35 0 0,-1 1 1 0 0,-37-30-1 0 0,-30-16-63 0 0,86 67 57 0 0,14 12-311 0 0,32 30 317 0 0,3-1 1 0 0,1-3-1 0 0,1-2 0 0 0,57 30 0 0 0,-91-56-7 0 0,-9-2 2 0 0,-5-4 1 0 0,1-1 0 0 0,-1 1 0 0 0,1-1 0 0 0,0 0 0 0 0,0 0 0 0 0,0 0 0 0 0,0 0 0 0 0,0 0 0 0 0,1-1 1 0 0,-1 1-1 0 0,4 0 0 0 0,-7-1 0 0 0,1-1 0 0 0,-1 0 0 0 0,0 0 0 0 0,0 1 0 0 0,1-1 0 0 0,-1 0 0 0 0,0 1-1 0 0,0-1 1 0 0,1 0 0 0 0,-1 1 0 0 0,0-1 0 0 0,0 0 0 0 0,0 1 0 0 0,0-1 0 0 0,1 1 0 0 0,-1-1 0 0 0,0 0 0 0 0,0 1 0 0 0,0-1 0 0 0,0 1 0 0 0,0-1 0 0 0,0 1 0 0 0,0-1 0 0 0,0 0 0 0 0,0 1 0 0 0,0-1 0 0 0,0 1 0 0 0,-1-1 0 0 0,1 0 0 0 0,0 1 0 0 0,0-1 0 0 0,0 0 0 0 0,0 1 0 0 0,-1-1 0 0 0,1 1 0 0 0,0-1 0 0 0,0 0 0 0 0,-1 0 0 0 0,1 1 0 0 0,0-1 0 0 0,0 0 0 0 0,-1 1 0 0 0,1-1 0 0 0,-1 0 0 0 0,1 0 0 0 0,0 0 0 0 0,-1 1 0 0 0,1-1 0 0 0,0 0 0 0 0,-1 0 0 0 0,0 0-1 0 0,-18 13 7 0 0,-13 0 0 0 0,-2-1 1 0 0,1-1-1 0 0,-2-2 1 0 0,-37 4-1 0 0,12-1 5 0 0,-270 49 51 0 0,316-58-953 0 0,11-2 370 0 0,0-1 1 0 0,0 1-1 0 0,0 0 1 0 0,0-1-1 0 0,0 0 1 0 0,-1 0-1 0 0,1 0 0 0 0,0 0 1 0 0,-3 0-1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2T17:39:07.58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79 6397 0 0,'-35'-36'-508'0'0,"34"35"618"0"0,-11-40 2414 0 0,55 68-2025 0 0,80 36 0 0 0,147 44-467 0 0,-148-61 20 0 0,-64-24 415 0 0,-56-21-393 0 0,14 4 588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6T17:02:06.01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34 2192 0 0,'-16'-13'2420'0'0,"14"11"-2304"0"0,1 1 1 0 0,0-1-1 0 0,-1 1 1 0 0,1 0-1 0 0,-1-1 1 0 0,0 1-1 0 0,1 0 0 0 0,-1 0 1 0 0,0 0-1 0 0,0 0 1 0 0,0 1-1 0 0,-3-2 729 0 0,0-3-43 0 0,104 50-745 0 0,113 33 1 0 0,-33-26-47 0 0,195 29 1 0 0,-304-70 14 0 0,241 45 91 0 0,-309-56-69 0 0,14 3 521 0 0,13 3 1979 0 0,-49-22-2511 0 0,1-1 0 0 0,1-1-1 0 0,-19-25 1 0 0,18 20-35 0 0,-1 1 1 0 0,-37-30-1 0 0,-30-16-63 0 0,86 67 57 0 0,14 12-311 0 0,32 30 317 0 0,3-1 1 0 0,1-3-1 0 0,1-2 0 0 0,57 30 0 0 0,-91-56-7 0 0,-9-2 2 0 0,-5-4 1 0 0,1-1 0 0 0,-1 1 0 0 0,1-1 0 0 0,0 0 0 0 0,0 0 0 0 0,0 0 0 0 0,0 0 0 0 0,0 0 0 0 0,1-1 1 0 0,-1 1-1 0 0,4 0 0 0 0,-7-1 0 0 0,1-1 0 0 0,-1 0 0 0 0,0 0 0 0 0,0 1 0 0 0,1-1 0 0 0,-1 0 0 0 0,0 1-1 0 0,0-1 1 0 0,1 0 0 0 0,-1 1 0 0 0,0-1 0 0 0,0 0 0 0 0,0 1 0 0 0,0-1 0 0 0,1 1 0 0 0,-1-1 0 0 0,0 0 0 0 0,0 1 0 0 0,0-1 0 0 0,0 1 0 0 0,0-1 0 0 0,0 1 0 0 0,0-1 0 0 0,0 0 0 0 0,0 1 0 0 0,0-1 0 0 0,0 1 0 0 0,-1-1 0 0 0,1 0 0 0 0,0 1 0 0 0,0-1 0 0 0,0 0 0 0 0,0 1 0 0 0,-1-1 0 0 0,1 1 0 0 0,0-1 0 0 0,0 0 0 0 0,-1 0 0 0 0,1 1 0 0 0,0-1 0 0 0,0 0 0 0 0,-1 1 0 0 0,1-1 0 0 0,-1 0 0 0 0,1 0 0 0 0,0 0 0 0 0,-1 1 0 0 0,1-1 0 0 0,0 0 0 0 0,-1 0 0 0 0,0 0-1 0 0,-18 13 7 0 0,-13 0 0 0 0,-2-1 1 0 0,1-1-1 0 0,-2-2 1 0 0,-37 4-1 0 0,12-1 5 0 0,-270 49 51 0 0,316-58-953 0 0,11-2 370 0 0,0-1 1 0 0,0 1-1 0 0,0 0 1 0 0,0-1-1 0 0,0 0 1 0 0,-1 0-1 0 0,1 0 0 0 0,0 0 1 0 0,-3 0-1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6T17:02:06.01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79 6397 0 0,'-35'-36'-508'0'0,"34"35"618"0"0,-11-40 2414 0 0,55 68-2025 0 0,80 36 0 0 0,147 44-467 0 0,-148-61 20 0 0,-64-24 415 0 0,-56-21-393 0 0,14 4 588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2T17:39:07.58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34 2192 0 0,'-16'-13'2420'0'0,"14"11"-2304"0"0,1 1 1 0 0,0-1-1 0 0,-1 1 1 0 0,1 0-1 0 0,-1-1 1 0 0,0 1-1 0 0,1 0 0 0 0,-1 0 1 0 0,0 0-1 0 0,0 0 1 0 0,0 1-1 0 0,-3-2 729 0 0,0-3-43 0 0,104 50-745 0 0,113 33 1 0 0,-33-26-47 0 0,195 29 1 0 0,-304-70 14 0 0,241 45 91 0 0,-309-56-69 0 0,14 3 521 0 0,13 3 1979 0 0,-49-22-2511 0 0,1-1 0 0 0,1-1-1 0 0,-19-25 1 0 0,18 20-35 0 0,-1 1 1 0 0,-37-30-1 0 0,-30-16-63 0 0,86 67 57 0 0,14 12-311 0 0,32 30 317 0 0,3-1 1 0 0,1-3-1 0 0,1-2 0 0 0,57 30 0 0 0,-91-56-7 0 0,-9-2 2 0 0,-5-4 1 0 0,1-1 0 0 0,-1 1 0 0 0,1-1 0 0 0,0 0 0 0 0,0 0 0 0 0,0 0 0 0 0,0 0 0 0 0,0 0 0 0 0,1-1 1 0 0,-1 1-1 0 0,4 0 0 0 0,-7-1 0 0 0,1-1 0 0 0,-1 0 0 0 0,0 0 0 0 0,0 1 0 0 0,1-1 0 0 0,-1 0 0 0 0,0 1-1 0 0,0-1 1 0 0,1 0 0 0 0,-1 1 0 0 0,0-1 0 0 0,0 0 0 0 0,0 1 0 0 0,0-1 0 0 0,1 1 0 0 0,-1-1 0 0 0,0 0 0 0 0,0 1 0 0 0,0-1 0 0 0,0 1 0 0 0,0-1 0 0 0,0 1 0 0 0,0-1 0 0 0,0 0 0 0 0,0 1 0 0 0,0-1 0 0 0,0 1 0 0 0,-1-1 0 0 0,1 0 0 0 0,0 1 0 0 0,0-1 0 0 0,0 0 0 0 0,0 1 0 0 0,-1-1 0 0 0,1 1 0 0 0,0-1 0 0 0,0 0 0 0 0,-1 0 0 0 0,1 1 0 0 0,0-1 0 0 0,0 0 0 0 0,-1 1 0 0 0,1-1 0 0 0,-1 0 0 0 0,1 0 0 0 0,0 0 0 0 0,-1 1 0 0 0,1-1 0 0 0,0 0 0 0 0,-1 0 0 0 0,0 0-1 0 0,-18 13 7 0 0,-13 0 0 0 0,-2-1 1 0 0,1-1-1 0 0,-2-2 1 0 0,-37 4-1 0 0,12-1 5 0 0,-270 49 51 0 0,316-58-953 0 0,11-2 370 0 0,0-1 1 0 0,0 1-1 0 0,0 0 1 0 0,0-1-1 0 0,0 0 1 0 0,-1 0-1 0 0,1 0 0 0 0,0 0 1 0 0,-3 0-1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2T17:39:07.58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79 6397 0 0,'-35'-36'-508'0'0,"34"35"618"0"0,-11-40 2414 0 0,55 68-2025 0 0,80 36 0 0 0,147 44-467 0 0,-148-61 20 0 0,-64-24 415 0 0,-56-21-393 0 0,14 4 588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6T17:02:06.013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34 2192 0 0,'-16'-13'2420'0'0,"14"11"-2304"0"0,1 1 1 0 0,0-1-1 0 0,-1 1 1 0 0,1 0-1 0 0,-1-1 1 0 0,0 1-1 0 0,1 0 0 0 0,-1 0 1 0 0,0 0-1 0 0,0 0 1 0 0,0 1-1 0 0,-3-2 729 0 0,0-3-43 0 0,104 50-745 0 0,113 33 1 0 0,-33-26-47 0 0,195 29 1 0 0,-304-70 14 0 0,241 45 91 0 0,-309-56-69 0 0,14 3 521 0 0,13 3 1979 0 0,-49-22-2511 0 0,1-1 0 0 0,1-1-1 0 0,-19-25 1 0 0,18 20-35 0 0,-1 1 1 0 0,-37-30-1 0 0,-30-16-63 0 0,86 67 57 0 0,14 12-311 0 0,32 30 317 0 0,3-1 1 0 0,1-3-1 0 0,1-2 0 0 0,57 30 0 0 0,-91-56-7 0 0,-9-2 2 0 0,-5-4 1 0 0,1-1 0 0 0,-1 1 0 0 0,1-1 0 0 0,0 0 0 0 0,0 0 0 0 0,0 0 0 0 0,0 0 0 0 0,0 0 0 0 0,1-1 1 0 0,-1 1-1 0 0,4 0 0 0 0,-7-1 0 0 0,1-1 0 0 0,-1 0 0 0 0,0 0 0 0 0,0 1 0 0 0,1-1 0 0 0,-1 0 0 0 0,0 1-1 0 0,0-1 1 0 0,1 0 0 0 0,-1 1 0 0 0,0-1 0 0 0,0 0 0 0 0,0 1 0 0 0,0-1 0 0 0,1 1 0 0 0,-1-1 0 0 0,0 0 0 0 0,0 1 0 0 0,0-1 0 0 0,0 1 0 0 0,0-1 0 0 0,0 1 0 0 0,0-1 0 0 0,0 0 0 0 0,0 1 0 0 0,0-1 0 0 0,0 1 0 0 0,-1-1 0 0 0,1 0 0 0 0,0 1 0 0 0,0-1 0 0 0,0 0 0 0 0,0 1 0 0 0,-1-1 0 0 0,1 1 0 0 0,0-1 0 0 0,0 0 0 0 0,-1 0 0 0 0,1 1 0 0 0,0-1 0 0 0,0 0 0 0 0,-1 1 0 0 0,1-1 0 0 0,-1 0 0 0 0,1 0 0 0 0,0 0 0 0 0,-1 1 0 0 0,1-1 0 0 0,0 0 0 0 0,-1 0 0 0 0,0 0-1 0 0,-18 13 7 0 0,-13 0 0 0 0,-2-1 1 0 0,1-1-1 0 0,-2-2 1 0 0,-37 4-1 0 0,12-1 5 0 0,-270 49 51 0 0,316-58-953 0 0,11-2 370 0 0,0-1 1 0 0,0 1-1 0 0,0 0 1 0 0,0-1-1 0 0,0 0 1 0 0,-1 0-1 0 0,1 0 0 0 0,0 0 1 0 0,-3 0-1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5-26T17:02:06.014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79 6397 0 0,'-35'-36'-508'0'0,"34"35"618"0"0,-11-40 2414 0 0,55 68-2025 0 0,80 36 0 0 0,147 44-467 0 0,-148-61 20 0 0,-64-24 415 0 0,-56-21-393 0 0,14 4 588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2T17:39:07.58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47 34 2192 0 0,'-16'-13'2420'0'0,"14"11"-2304"0"0,1 1 1 0 0,0-1-1 0 0,-1 1 1 0 0,1 0-1 0 0,-1-1 1 0 0,0 1-1 0 0,1 0 0 0 0,-1 0 1 0 0,0 0-1 0 0,0 0 1 0 0,0 1-1 0 0,-3-2 729 0 0,0-3-43 0 0,104 50-745 0 0,113 33 1 0 0,-33-26-47 0 0,195 29 1 0 0,-304-70 14 0 0,241 45 91 0 0,-309-56-69 0 0,14 3 521 0 0,13 3 1979 0 0,-49-22-2511 0 0,1-1 0 0 0,1-1-1 0 0,-19-25 1 0 0,18 20-35 0 0,-1 1 1 0 0,-37-30-1 0 0,-30-16-63 0 0,86 67 57 0 0,14 12-311 0 0,32 30 317 0 0,3-1 1 0 0,1-3-1 0 0,1-2 0 0 0,57 30 0 0 0,-91-56-7 0 0,-9-2 2 0 0,-5-4 1 0 0,1-1 0 0 0,-1 1 0 0 0,1-1 0 0 0,0 0 0 0 0,0 0 0 0 0,0 0 0 0 0,0 0 0 0 0,0 0 0 0 0,1-1 1 0 0,-1 1-1 0 0,4 0 0 0 0,-7-1 0 0 0,1-1 0 0 0,-1 0 0 0 0,0 0 0 0 0,0 1 0 0 0,1-1 0 0 0,-1 0 0 0 0,0 1-1 0 0,0-1 1 0 0,1 0 0 0 0,-1 1 0 0 0,0-1 0 0 0,0 0 0 0 0,0 1 0 0 0,0-1 0 0 0,1 1 0 0 0,-1-1 0 0 0,0 0 0 0 0,0 1 0 0 0,0-1 0 0 0,0 1 0 0 0,0-1 0 0 0,0 1 0 0 0,0-1 0 0 0,0 0 0 0 0,0 1 0 0 0,0-1 0 0 0,0 1 0 0 0,-1-1 0 0 0,1 0 0 0 0,0 1 0 0 0,0-1 0 0 0,0 0 0 0 0,0 1 0 0 0,-1-1 0 0 0,1 1 0 0 0,0-1 0 0 0,0 0 0 0 0,-1 0 0 0 0,1 1 0 0 0,0-1 0 0 0,0 0 0 0 0,-1 1 0 0 0,1-1 0 0 0,-1 0 0 0 0,1 0 0 0 0,0 0 0 0 0,-1 1 0 0 0,1-1 0 0 0,0 0 0 0 0,-1 0 0 0 0,0 0-1 0 0,-18 13 7 0 0,-13 0 0 0 0,-2-1 1 0 0,1-1-1 0 0,-2-2 1 0 0,-37 4-1 0 0,12-1 5 0 0,-270 49 51 0 0,316-58-953 0 0,11-2 370 0 0,0-1 1 0 0,0 1-1 0 0,0 0 1 0 0,0-1-1 0 0,0 0 1 0 0,-1 0-1 0 0,1 0 0 0 0,0 0 1 0 0,-3 0-1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6-02T17:39:07.58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48 79 6397 0 0,'-35'-36'-508'0'0,"34"35"618"0"0,-11-40 2414 0 0,55 68-2025 0 0,80 36 0 0 0,147 44-467 0 0,-148-61 20 0 0,-64-24 415 0 0,-56-21-393 0 0,14 4 588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customXml" Target="../ink/ink1.xml"/><Relationship Id="rId7" Type="http://schemas.openxmlformats.org/officeDocument/2006/relationships/customXml" Target="../ink/ink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0" Type="http://schemas.openxmlformats.org/officeDocument/2006/relationships/customXml" Target="../ink/ink4.xml"/><Relationship Id="rId9" Type="http://schemas.openxmlformats.org/officeDocument/2006/relationships/customXml" Target="../ink/ink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3" Type="http://schemas.openxmlformats.org/officeDocument/2006/relationships/customXml" Target="../ink/ink5.xml"/><Relationship Id="rId7" Type="http://schemas.openxmlformats.org/officeDocument/2006/relationships/customXml" Target="../ink/ink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6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.xml"/><Relationship Id="rId3" Type="http://schemas.openxmlformats.org/officeDocument/2006/relationships/customXml" Target="../ink/ink9.xml"/><Relationship Id="rId7" Type="http://schemas.openxmlformats.org/officeDocument/2006/relationships/customXml" Target="../ink/ink1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10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customXml" Target="../ink/ink13.xml"/><Relationship Id="rId7" Type="http://schemas.openxmlformats.org/officeDocument/2006/relationships/customXml" Target="../ink/ink14.xml"/><Relationship Id="rId12" Type="http://schemas.openxmlformats.org/officeDocument/2006/relationships/image" Target="NUL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customXml" Target="../ink/ink16.xml"/><Relationship Id="rId10" Type="http://schemas.openxmlformats.org/officeDocument/2006/relationships/image" Target="NULL"/><Relationship Id="rId9" Type="http://schemas.openxmlformats.org/officeDocument/2006/relationships/customXml" Target="../ink/ink1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.xml"/><Relationship Id="rId3" Type="http://schemas.openxmlformats.org/officeDocument/2006/relationships/customXml" Target="../ink/ink17.xml"/><Relationship Id="rId7" Type="http://schemas.openxmlformats.org/officeDocument/2006/relationships/customXml" Target="../ink/ink19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18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24.xml"/><Relationship Id="rId3" Type="http://schemas.openxmlformats.org/officeDocument/2006/relationships/customXml" Target="../ink/ink21.xml"/><Relationship Id="rId7" Type="http://schemas.openxmlformats.org/officeDocument/2006/relationships/customXml" Target="../ink/ink23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2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8.xml"/><Relationship Id="rId3" Type="http://schemas.openxmlformats.org/officeDocument/2006/relationships/customXml" Target="../ink/ink25.xml"/><Relationship Id="rId7" Type="http://schemas.openxmlformats.org/officeDocument/2006/relationships/customXml" Target="../ink/ink2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26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32.xml"/><Relationship Id="rId3" Type="http://schemas.openxmlformats.org/officeDocument/2006/relationships/customXml" Target="../ink/ink29.xml"/><Relationship Id="rId7" Type="http://schemas.openxmlformats.org/officeDocument/2006/relationships/customXml" Target="../ink/ink3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30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208E3B-BF89-4A57-69E8-F92F11159E87}"/>
              </a:ext>
            </a:extLst>
          </p:cNvPr>
          <p:cNvSpPr txBox="1"/>
          <p:nvPr/>
        </p:nvSpPr>
        <p:spPr>
          <a:xfrm>
            <a:off x="301752" y="323148"/>
            <a:ext cx="681228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LlamaIndex?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LlamaIndex is a Python framework designed to connect Large Language Models (LLMs) to your own data.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it is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At its core, LlamaIndex solves one fundamental problem: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LLMs like GPT-4 are trained on public internet data up to a cutoff date — they know nothing about your private documents, your company's reports, or any data you haven't shared with the world.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87BEF5-1E87-481F-5980-E38345249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476" y="1462391"/>
            <a:ext cx="3457494" cy="2753757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C8DDE199-A562-24ED-4529-38828492D66F}"/>
              </a:ext>
            </a:extLst>
          </p:cNvPr>
          <p:cNvSpPr/>
          <p:nvPr/>
        </p:nvSpPr>
        <p:spPr>
          <a:xfrm>
            <a:off x="6483127" y="2309356"/>
            <a:ext cx="2030554" cy="11191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Personal File:</a:t>
            </a:r>
          </a:p>
          <a:p>
            <a:pPr algn="ctr"/>
            <a:r>
              <a:rPr lang="en-US" dirty="0"/>
              <a:t>PDF, DB, Excel, </a:t>
            </a:r>
            <a:r>
              <a:rPr lang="en-US" dirty="0" err="1"/>
              <a:t>etc</a:t>
            </a:r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43F0962-AA56-A1D6-CCEA-6EC13146F2C8}"/>
              </a:ext>
            </a:extLst>
          </p:cNvPr>
          <p:cNvGrpSpPr/>
          <p:nvPr/>
        </p:nvGrpSpPr>
        <p:grpSpPr>
          <a:xfrm>
            <a:off x="8285081" y="3399804"/>
            <a:ext cx="624240" cy="232560"/>
            <a:chOff x="8358984" y="3471336"/>
            <a:chExt cx="62424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66542EC-1E20-C64D-9085-890923C99DD7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864493B-3D35-8CA3-7102-65FC39E549A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44610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ABE20B0-39C1-5B9A-9C3A-CD4FF7BB9D65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54F5533-0012-15A0-E997-630367EFC70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322984" y="343569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FC8F9BD8-FCAD-337D-1B21-6E4A3213877C}"/>
              </a:ext>
            </a:extLst>
          </p:cNvPr>
          <p:cNvSpPr txBox="1"/>
          <p:nvPr/>
        </p:nvSpPr>
        <p:spPr>
          <a:xfrm>
            <a:off x="7871324" y="3703896"/>
            <a:ext cx="12326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llamaindex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22EA173-462D-2ED0-506F-B4EFC130E4B3}"/>
              </a:ext>
            </a:extLst>
          </p:cNvPr>
          <p:cNvGrpSpPr/>
          <p:nvPr/>
        </p:nvGrpSpPr>
        <p:grpSpPr>
          <a:xfrm rot="10800000">
            <a:off x="8319734" y="3008124"/>
            <a:ext cx="624240" cy="232560"/>
            <a:chOff x="8358984" y="3471336"/>
            <a:chExt cx="62424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E75529A-53B8-D6E4-C38A-57BD0FD9A932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864493B-3D35-8CA3-7102-65FC39E549A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44610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50B2D157-D00E-D833-B8BC-F04C760C0912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54F5533-0012-15A0-E997-630367EFC70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322984" y="343569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69B99-DA74-4DCD-8F5D-7F7456F0F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E05B2E-BAF7-BA50-777A-36AEB9117839}"/>
              </a:ext>
            </a:extLst>
          </p:cNvPr>
          <p:cNvSpPr txBox="1"/>
          <p:nvPr/>
        </p:nvSpPr>
        <p:spPr>
          <a:xfrm>
            <a:off x="301752" y="323148"/>
            <a:ext cx="681228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LlamaIndex bridges that gap by giving you tools to: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Load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your documents (PDFs, Word files, databases, APIs, web pages)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Process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them into searchable chunks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Index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them using vector embeddings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Query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them in plain English — getting answers grounded in your actual data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pattern is called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RAG — Retrieval-Augmented Generation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D60656-98D6-EC9A-907A-E51D439AB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476" y="1462391"/>
            <a:ext cx="3457494" cy="2753757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AA75B195-3968-CFC8-06BC-422ABACF1F7E}"/>
              </a:ext>
            </a:extLst>
          </p:cNvPr>
          <p:cNvGrpSpPr/>
          <p:nvPr/>
        </p:nvGrpSpPr>
        <p:grpSpPr>
          <a:xfrm>
            <a:off x="8285081" y="3399804"/>
            <a:ext cx="624240" cy="232560"/>
            <a:chOff x="8358984" y="3471336"/>
            <a:chExt cx="62424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3F40762-F04B-00DA-34B4-51B4FA52439E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3F40762-F04B-00DA-34B4-51B4FA52439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44574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F24F440-73AF-1FF2-4BDF-CA9303FAC43C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F24F440-73AF-1FF2-4BDF-CA9303FAC43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322984" y="343533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2141383-5F49-629D-ACEA-0462B5226407}"/>
              </a:ext>
            </a:extLst>
          </p:cNvPr>
          <p:cNvSpPr txBox="1"/>
          <p:nvPr/>
        </p:nvSpPr>
        <p:spPr>
          <a:xfrm>
            <a:off x="7871324" y="3703896"/>
            <a:ext cx="1203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llamaindex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7C6B0F4-87F7-8EE9-9FE0-A8B2AA91C500}"/>
              </a:ext>
            </a:extLst>
          </p:cNvPr>
          <p:cNvGrpSpPr/>
          <p:nvPr/>
        </p:nvGrpSpPr>
        <p:grpSpPr>
          <a:xfrm rot="10800000">
            <a:off x="8319734" y="3008124"/>
            <a:ext cx="624240" cy="232560"/>
            <a:chOff x="8358984" y="3471336"/>
            <a:chExt cx="62424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49D03E9-1016-34C2-E74B-8EDDA1D4B9D4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49D03E9-1016-34C2-E74B-8EDDA1D4B9D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44574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2BBB723-9566-FFFA-8D47-F8657B517572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2BBB723-9566-FFFA-8D47-F8657B51757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322984" y="343533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CC2594F8-539B-9ED1-1042-835423C4B483}"/>
              </a:ext>
            </a:extLst>
          </p:cNvPr>
          <p:cNvSpPr/>
          <p:nvPr/>
        </p:nvSpPr>
        <p:spPr>
          <a:xfrm>
            <a:off x="6382543" y="2300212"/>
            <a:ext cx="2030554" cy="11191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Personal File:</a:t>
            </a:r>
          </a:p>
          <a:p>
            <a:pPr algn="ctr"/>
            <a:r>
              <a:rPr lang="en-US" dirty="0"/>
              <a:t>PDF, DB, Excel, </a:t>
            </a:r>
            <a:r>
              <a:rPr lang="en-US" dirty="0" err="1"/>
              <a:t>etc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064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74A7C-E6FE-A5C0-AA81-7C99A0971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AF3F486-F5A7-51D1-D881-9EE55D2318B8}"/>
              </a:ext>
            </a:extLst>
          </p:cNvPr>
          <p:cNvSpPr txBox="1"/>
          <p:nvPr/>
        </p:nvSpPr>
        <p:spPr>
          <a:xfrm>
            <a:off x="301752" y="323148"/>
            <a:ext cx="681228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it differs from just prompting an LLM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Without LlamaIndex, you'd have to manually paste document text into a prompt — but LLMs have context limits (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can't paste 500 pages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LlamaIndex handles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chunking,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embedding,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retrieval, 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prompt construction automatically.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the LLM only ever sees the most relevant pieces.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E8C290-A22F-67E1-E05C-9FD01004D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476" y="1462391"/>
            <a:ext cx="3457494" cy="2753757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995E9196-A008-AC56-460B-41ED63F32FF9}"/>
              </a:ext>
            </a:extLst>
          </p:cNvPr>
          <p:cNvGrpSpPr/>
          <p:nvPr/>
        </p:nvGrpSpPr>
        <p:grpSpPr>
          <a:xfrm>
            <a:off x="8285081" y="3399804"/>
            <a:ext cx="624240" cy="232560"/>
            <a:chOff x="8358984" y="3471336"/>
            <a:chExt cx="62424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7934D6F-4F43-0323-33A9-66E4C3D92893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7934D6F-4F43-0323-33A9-66E4C3D9289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44574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E70C470-E9EF-2E05-0047-522BAC4053B2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E70C470-E9EF-2E05-0047-522BAC4053B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322984" y="343533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7E37550-5755-ED00-F597-56EABD981EBC}"/>
              </a:ext>
            </a:extLst>
          </p:cNvPr>
          <p:cNvSpPr txBox="1"/>
          <p:nvPr/>
        </p:nvSpPr>
        <p:spPr>
          <a:xfrm>
            <a:off x="7871324" y="3703896"/>
            <a:ext cx="1203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llamaindex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336823-FF53-02DD-8ACF-4BA2FD97754A}"/>
              </a:ext>
            </a:extLst>
          </p:cNvPr>
          <p:cNvGrpSpPr/>
          <p:nvPr/>
        </p:nvGrpSpPr>
        <p:grpSpPr>
          <a:xfrm rot="10800000">
            <a:off x="8319734" y="3008124"/>
            <a:ext cx="624240" cy="232560"/>
            <a:chOff x="8358984" y="3471336"/>
            <a:chExt cx="62424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7269027-17B1-BF2B-AAA5-1038DBABA162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7269027-17B1-BF2B-AAA5-1038DBABA16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44574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3EC8860-1315-97D5-735C-EEA86E388914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3EC8860-1315-97D5-735C-EEA86E38891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322984" y="343533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7471B152-27AF-C37A-F2AF-D8AB1E8CDD92}"/>
              </a:ext>
            </a:extLst>
          </p:cNvPr>
          <p:cNvSpPr/>
          <p:nvPr/>
        </p:nvSpPr>
        <p:spPr>
          <a:xfrm>
            <a:off x="6199663" y="2309356"/>
            <a:ext cx="2030554" cy="11191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Personal File:</a:t>
            </a:r>
          </a:p>
          <a:p>
            <a:pPr algn="ctr"/>
            <a:r>
              <a:rPr lang="en-US" dirty="0"/>
              <a:t>PDF, DB, Excel, etc.</a:t>
            </a:r>
          </a:p>
        </p:txBody>
      </p:sp>
    </p:spTree>
    <p:extLst>
      <p:ext uri="{BB962C8B-B14F-4D97-AF65-F5344CB8AC3E}">
        <p14:creationId xmlns:p14="http://schemas.microsoft.com/office/powerpoint/2010/main" val="406261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CEA77-CC6A-DA65-6B47-5632FDBD5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29AF45-6E0E-23F3-4808-F8AE0F6B89AA}"/>
              </a:ext>
            </a:extLst>
          </p:cNvPr>
          <p:cNvSpPr txBox="1"/>
          <p:nvPr/>
        </p:nvSpPr>
        <p:spPr>
          <a:xfrm>
            <a:off x="301752" y="323148"/>
            <a:ext cx="430682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Typical data sources: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PDFs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Word docs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SQL databases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APIs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websites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Google Drive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SharePoint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medical documents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research papers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A626A1-B82B-17A9-17D7-D99EC775B0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610" y="1498967"/>
            <a:ext cx="3457494" cy="2753757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FB1BC1F3-4EF2-C451-3B33-BAD69F58B446}"/>
              </a:ext>
            </a:extLst>
          </p:cNvPr>
          <p:cNvSpPr/>
          <p:nvPr/>
        </p:nvSpPr>
        <p:spPr>
          <a:xfrm>
            <a:off x="6833680" y="2450116"/>
            <a:ext cx="1725788" cy="11191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Personal File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1C43F50-9A65-550A-1ACF-BEC229903A1F}"/>
              </a:ext>
            </a:extLst>
          </p:cNvPr>
          <p:cNvGrpSpPr/>
          <p:nvPr/>
        </p:nvGrpSpPr>
        <p:grpSpPr>
          <a:xfrm>
            <a:off x="8358984" y="3471336"/>
            <a:ext cx="624240" cy="232560"/>
            <a:chOff x="8358984" y="3471336"/>
            <a:chExt cx="62424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54D3D0C-A46A-DBAA-07D8-C100C49FC992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864493B-3D35-8CA3-7102-65FC39E549A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44610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CC6C320-8D7E-E26B-8ABE-6832E4281C51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54F5533-0012-15A0-E997-630367EFC70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322984" y="343569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753FD9D7-0F59-9388-0F51-FBA2B181FA9B}"/>
              </a:ext>
            </a:extLst>
          </p:cNvPr>
          <p:cNvSpPr txBox="1"/>
          <p:nvPr/>
        </p:nvSpPr>
        <p:spPr>
          <a:xfrm>
            <a:off x="7871324" y="3703896"/>
            <a:ext cx="1203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llamaindex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D8033CA-569D-C8D8-A222-855BBC45BBCF}"/>
              </a:ext>
            </a:extLst>
          </p:cNvPr>
          <p:cNvGrpSpPr/>
          <p:nvPr/>
        </p:nvGrpSpPr>
        <p:grpSpPr>
          <a:xfrm rot="10800000">
            <a:off x="8451003" y="3195936"/>
            <a:ext cx="624240" cy="232560"/>
            <a:chOff x="8358984" y="3471336"/>
            <a:chExt cx="62424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FA45160-A4B5-383B-147E-577746899984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864493B-3D35-8CA3-7102-65FC39E549A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844610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D077555-C646-6417-25F3-2349E83E1F4D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54F5533-0012-15A0-E997-630367EFC70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322984" y="343569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66522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8D80C-1DC5-7355-CE19-171994348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9CF7406-3CFE-0894-6EC7-1A8E982EA3F7}"/>
              </a:ext>
            </a:extLst>
          </p:cNvPr>
          <p:cNvSpPr txBox="1"/>
          <p:nvPr/>
        </p:nvSpPr>
        <p:spPr>
          <a:xfrm>
            <a:off x="301752" y="323148"/>
            <a:ext cx="681228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Where it is used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Finance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Querying earnings reports, regulatory filings (10-Ks, 10-Qs), and research notes in natural language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Internal chatbots over proprietary investment research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Automating analysis of loan agreements or contracts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Legal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Searching across thousands of case documents or contracts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Due diligence tools that surface relevant clauses on demand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C35FA2-4C2D-BC23-156B-1A106FD34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476" y="1462391"/>
            <a:ext cx="3457494" cy="2753757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52823D09-6DC6-EC19-D240-13775F171122}"/>
              </a:ext>
            </a:extLst>
          </p:cNvPr>
          <p:cNvSpPr/>
          <p:nvPr/>
        </p:nvSpPr>
        <p:spPr>
          <a:xfrm>
            <a:off x="6483127" y="2309356"/>
            <a:ext cx="1725788" cy="11191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Personal File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8F994B4-9786-379D-8F57-C653ACC0C9E1}"/>
              </a:ext>
            </a:extLst>
          </p:cNvPr>
          <p:cNvGrpSpPr/>
          <p:nvPr/>
        </p:nvGrpSpPr>
        <p:grpSpPr>
          <a:xfrm>
            <a:off x="8285081" y="3399804"/>
            <a:ext cx="624240" cy="232560"/>
            <a:chOff x="8358984" y="3471336"/>
            <a:chExt cx="62424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6891B55-D906-98DD-C444-1935E3350C22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6891B55-D906-98DD-C444-1935E3350C2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44574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6C3F1BA-3497-E646-01DA-DA2B915A87FA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6C3F1BA-3497-E646-01DA-DA2B915A87F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322984" y="343533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C003905A-A961-C9F1-19AA-D3AB5B7CD9D7}"/>
              </a:ext>
            </a:extLst>
          </p:cNvPr>
          <p:cNvSpPr txBox="1"/>
          <p:nvPr/>
        </p:nvSpPr>
        <p:spPr>
          <a:xfrm>
            <a:off x="7871324" y="3703896"/>
            <a:ext cx="1203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llamaindex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57F3D64-2B70-5564-EB13-73AC1A54F969}"/>
              </a:ext>
            </a:extLst>
          </p:cNvPr>
          <p:cNvGrpSpPr/>
          <p:nvPr/>
        </p:nvGrpSpPr>
        <p:grpSpPr>
          <a:xfrm rot="10800000">
            <a:off x="8319734" y="3008124"/>
            <a:ext cx="624240" cy="232560"/>
            <a:chOff x="8358984" y="3471336"/>
            <a:chExt cx="62424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1AFA5A0-70BD-D55A-A00C-BDBD1AC737ED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1AFA5A0-70BD-D55A-A00C-BDBD1AC737E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44574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41D8A49-3048-778E-8DF0-6C9475C2A090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41D8A49-3048-778E-8DF0-6C9475C2A09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322984" y="343533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34426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D3B89-C660-EC7A-E861-33C450D39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8D8DEF-3119-52FD-40A3-8AFD77BADEB7}"/>
              </a:ext>
            </a:extLst>
          </p:cNvPr>
          <p:cNvSpPr txBox="1"/>
          <p:nvPr/>
        </p:nvSpPr>
        <p:spPr>
          <a:xfrm>
            <a:off x="301752" y="323148"/>
            <a:ext cx="681228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Where it is used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Healthcare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Q&amp;A over clinical trial reports and medical literature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Patient record summarization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Enterprise / Corporate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HR chatbots over internal policy documents and handbooks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helpdesks that answer from internal knowledge bases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Customer support bots trained on product documentation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4A9C7F-97FF-896D-CD46-BD90D44A1F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476" y="1462391"/>
            <a:ext cx="3457494" cy="2753757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9C0F1903-58BC-65F3-4341-793F372FAB71}"/>
              </a:ext>
            </a:extLst>
          </p:cNvPr>
          <p:cNvSpPr/>
          <p:nvPr/>
        </p:nvSpPr>
        <p:spPr>
          <a:xfrm>
            <a:off x="6483127" y="2309356"/>
            <a:ext cx="1725788" cy="11191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Personal File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B9E17FE-56E4-AB0B-9F86-E61E44649702}"/>
              </a:ext>
            </a:extLst>
          </p:cNvPr>
          <p:cNvGrpSpPr/>
          <p:nvPr/>
        </p:nvGrpSpPr>
        <p:grpSpPr>
          <a:xfrm>
            <a:off x="8285081" y="3399804"/>
            <a:ext cx="624240" cy="232560"/>
            <a:chOff x="8358984" y="3471336"/>
            <a:chExt cx="62424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F208E96-13BB-6E49-8938-EED8C22732E0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F208E96-13BB-6E49-8938-EED8C22732E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44574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9094113-836A-E507-2525-9ADECBB4F57D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9094113-836A-E507-2525-9ADECBB4F57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322984" y="343533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305EB493-8047-3777-073F-E088BA4E49AB}"/>
              </a:ext>
            </a:extLst>
          </p:cNvPr>
          <p:cNvSpPr txBox="1"/>
          <p:nvPr/>
        </p:nvSpPr>
        <p:spPr>
          <a:xfrm>
            <a:off x="7871324" y="3703896"/>
            <a:ext cx="1203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llamaindex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64C8887-0B81-B7D2-EF2D-7B22373A515E}"/>
              </a:ext>
            </a:extLst>
          </p:cNvPr>
          <p:cNvGrpSpPr/>
          <p:nvPr/>
        </p:nvGrpSpPr>
        <p:grpSpPr>
          <a:xfrm rot="10800000">
            <a:off x="8319734" y="3008124"/>
            <a:ext cx="624240" cy="232560"/>
            <a:chOff x="8358984" y="3471336"/>
            <a:chExt cx="62424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72A719A-706E-E175-06D4-A609038DFC2A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72A719A-706E-E175-06D4-A609038DFC2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44574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10DBDC5-86D5-6E6D-B5A4-579E5FDC90CD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10DBDC5-86D5-6E6D-B5A4-579E5FDC90CD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322984" y="343533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676787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2D2A6-782F-50D1-4F2D-DBC6ADC5E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F52D25-8B74-F729-925A-53ABB0B43E96}"/>
              </a:ext>
            </a:extLst>
          </p:cNvPr>
          <p:cNvSpPr txBox="1"/>
          <p:nvPr/>
        </p:nvSpPr>
        <p:spPr>
          <a:xfrm>
            <a:off x="301752" y="323148"/>
            <a:ext cx="681228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Where it is used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Education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Tools like the one in your notebook — building a Q&amp;A system over course material, textbooks, or institutional documents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AB5DAB9-525F-77FD-18D2-33007D8B8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3476" y="1462391"/>
            <a:ext cx="3457494" cy="2753757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81B8D97B-84E6-5311-E1BD-23325F7FB053}"/>
              </a:ext>
            </a:extLst>
          </p:cNvPr>
          <p:cNvSpPr/>
          <p:nvPr/>
        </p:nvSpPr>
        <p:spPr>
          <a:xfrm>
            <a:off x="6483127" y="2309356"/>
            <a:ext cx="1725788" cy="11191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Personal File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01FA98C-A856-7C4F-4C91-EE08D1F3B598}"/>
              </a:ext>
            </a:extLst>
          </p:cNvPr>
          <p:cNvGrpSpPr/>
          <p:nvPr/>
        </p:nvGrpSpPr>
        <p:grpSpPr>
          <a:xfrm>
            <a:off x="8285081" y="3399804"/>
            <a:ext cx="624240" cy="232560"/>
            <a:chOff x="8358984" y="3471336"/>
            <a:chExt cx="62424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6BD48BE-209D-48D4-FA8C-AC5E3C7A006E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6BD48BE-209D-48D4-FA8C-AC5E3C7A006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44574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7993CEE-8C13-3603-83BA-B59203A27CC2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7993CEE-8C13-3603-83BA-B59203A27CC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322984" y="343533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A57D091-87F3-AE52-1933-7F2F86F5174A}"/>
              </a:ext>
            </a:extLst>
          </p:cNvPr>
          <p:cNvSpPr txBox="1"/>
          <p:nvPr/>
        </p:nvSpPr>
        <p:spPr>
          <a:xfrm>
            <a:off x="7871324" y="3703896"/>
            <a:ext cx="1203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llamaindex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7E678EA-23AA-93C1-5C76-3F0D10702E0E}"/>
              </a:ext>
            </a:extLst>
          </p:cNvPr>
          <p:cNvGrpSpPr/>
          <p:nvPr/>
        </p:nvGrpSpPr>
        <p:grpSpPr>
          <a:xfrm rot="10800000">
            <a:off x="8319734" y="3008124"/>
            <a:ext cx="624240" cy="232560"/>
            <a:chOff x="8358984" y="3471336"/>
            <a:chExt cx="62424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E7A7060-9127-7345-11A4-E82198A94F49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E7A7060-9127-7345-11A4-E82198A94F4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44574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82508C7-3CA3-39AC-5B50-9408E5A5EEC2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82508C7-3CA3-39AC-5B50-9408E5A5EEC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322984" y="343533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06640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33472-9D8C-69F9-CA2D-00D428D16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C52CD5E-CB99-B440-6A52-EA0C20002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7610" y="1498967"/>
            <a:ext cx="3457494" cy="2753757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D355E045-75E4-0B37-4E25-46A63F3F0C3F}"/>
              </a:ext>
            </a:extLst>
          </p:cNvPr>
          <p:cNvSpPr/>
          <p:nvPr/>
        </p:nvSpPr>
        <p:spPr>
          <a:xfrm>
            <a:off x="6833680" y="2450116"/>
            <a:ext cx="1725788" cy="111914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Personal File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0A754AA-F104-1994-C669-9B626A793A63}"/>
              </a:ext>
            </a:extLst>
          </p:cNvPr>
          <p:cNvGrpSpPr/>
          <p:nvPr/>
        </p:nvGrpSpPr>
        <p:grpSpPr>
          <a:xfrm>
            <a:off x="8358984" y="3471336"/>
            <a:ext cx="624240" cy="232560"/>
            <a:chOff x="8358984" y="3471336"/>
            <a:chExt cx="62424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42410DE-E71D-F3C6-9801-5769B0BF6B01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42410DE-E71D-F3C6-9801-5769B0BF6B01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44574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B1D7259-9214-CF2F-634E-98BBA0CD1FEC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B1D7259-9214-CF2F-634E-98BBA0CD1FE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322984" y="343533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5F1710ED-8291-59C9-5AC1-DE3EE00E5CE0}"/>
              </a:ext>
            </a:extLst>
          </p:cNvPr>
          <p:cNvSpPr txBox="1"/>
          <p:nvPr/>
        </p:nvSpPr>
        <p:spPr>
          <a:xfrm>
            <a:off x="7871324" y="3703896"/>
            <a:ext cx="1203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llamaindex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A1CFBF9-6323-3F2F-72FF-5D99EF6C193A}"/>
              </a:ext>
            </a:extLst>
          </p:cNvPr>
          <p:cNvGrpSpPr/>
          <p:nvPr/>
        </p:nvGrpSpPr>
        <p:grpSpPr>
          <a:xfrm rot="10800000">
            <a:off x="8451003" y="3195936"/>
            <a:ext cx="624240" cy="232560"/>
            <a:chOff x="8358984" y="3471336"/>
            <a:chExt cx="62424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AE9B332-1677-15EB-ED2C-9E09AC01A506}"/>
                    </a:ext>
                  </a:extLst>
                </p14:cNvPr>
                <p14:cNvContentPartPr/>
                <p14:nvPr/>
              </p14:nvContentPartPr>
              <p14:xfrm>
                <a:off x="8481744" y="3520296"/>
                <a:ext cx="501480" cy="183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AE9B332-1677-15EB-ED2C-9E09AC01A50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445744" y="3484296"/>
                  <a:ext cx="57312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F8750B7-CB40-130D-EC82-F550D7B36C41}"/>
                    </a:ext>
                  </a:extLst>
                </p14:cNvPr>
                <p14:cNvContentPartPr/>
                <p14:nvPr/>
              </p14:nvContentPartPr>
              <p14:xfrm>
                <a:off x="8358984" y="3471336"/>
                <a:ext cx="228600" cy="97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F8750B7-CB40-130D-EC82-F550D7B36C4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8322984" y="3435336"/>
                  <a:ext cx="300240" cy="1695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088423C7-B681-7AD7-10A5-CBB98BFAE8E8}"/>
              </a:ext>
            </a:extLst>
          </p:cNvPr>
          <p:cNvSpPr txBox="1"/>
          <p:nvPr/>
        </p:nvSpPr>
        <p:spPr>
          <a:xfrm>
            <a:off x="240049" y="187327"/>
            <a:ext cx="619048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How it compares to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Both frameworks tackle RAG, but with different philosophies.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broader — it covers agents, chains, and tool use across many use cases. 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LlamaIndex is more focused and opinionated specifically around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indexing and retrieval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which makes it simpler and faster to build document Q&amp;A systems.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practice, many production systems use both together — LlamaIndex for the data layer and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LangChain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for orchestrating agents around it.</a:t>
            </a:r>
          </a:p>
        </p:txBody>
      </p:sp>
    </p:spTree>
    <p:extLst>
      <p:ext uri="{BB962C8B-B14F-4D97-AF65-F5344CB8AC3E}">
        <p14:creationId xmlns:p14="http://schemas.microsoft.com/office/powerpoint/2010/main" val="191231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1227</TotalTime>
  <Words>466</Words>
  <Application>Microsoft Office PowerPoint</Application>
  <PresentationFormat>Widescreen</PresentationFormat>
  <Paragraphs>91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213</cp:revision>
  <dcterms:created xsi:type="dcterms:W3CDTF">2025-09-22T02:44:38Z</dcterms:created>
  <dcterms:modified xsi:type="dcterms:W3CDTF">2026-06-15T09:55:54Z</dcterms:modified>
</cp:coreProperties>
</file>