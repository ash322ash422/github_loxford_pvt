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1FA3B-9CD4-CE3D-0CFE-CCB91540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194580"/>
            <a:ext cx="10092945" cy="52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1122</TotalTime>
  <Words>18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197</cp:revision>
  <dcterms:created xsi:type="dcterms:W3CDTF">2025-09-22T02:44:38Z</dcterms:created>
  <dcterms:modified xsi:type="dcterms:W3CDTF">2026-03-22T10:37:01Z</dcterms:modified>
</cp:coreProperties>
</file>