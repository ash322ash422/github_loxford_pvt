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8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python3.10. Do not work with higher version.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C:\Users\hi\AppData\Local\Programs\Python\Python311\python.exe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virtual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5) Install packages inside requirements.txt file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1246</TotalTime>
  <Words>128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239</cp:revision>
  <dcterms:created xsi:type="dcterms:W3CDTF">2025-09-22T02:44:38Z</dcterms:created>
  <dcterms:modified xsi:type="dcterms:W3CDTF">2026-06-23T09:04:03Z</dcterms:modified>
</cp:coreProperties>
</file>