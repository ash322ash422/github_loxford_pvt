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86" r:id="rId3"/>
    <p:sldId id="283" r:id="rId4"/>
    <p:sldId id="277" r:id="rId5"/>
    <p:sldId id="278" r:id="rId6"/>
    <p:sldId id="279" r:id="rId7"/>
    <p:sldId id="272" r:id="rId8"/>
    <p:sldId id="280" r:id="rId9"/>
    <p:sldId id="281" r:id="rId10"/>
    <p:sldId id="282" r:id="rId11"/>
    <p:sldId id="285" r:id="rId12"/>
    <p:sldId id="284" r:id="rId13"/>
    <p:sldId id="276" r:id="rId14"/>
    <p:sldId id="269"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6/3/2026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6.657"/>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7.313"/>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8.657"/>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9.204"/>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40.001"/>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799"/>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0"/>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1"/>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2"/>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3"/>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0"/>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1"/>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2"/>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3"/>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4"/>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6"/>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7"/>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8"/>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9"/>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40"/>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7"/>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8"/>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9"/>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70"/>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71"/>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09:50:44.139"/>
    </inkml:context>
    <inkml:brush xml:id="br0">
      <inkml:brushProperty name="width" value="0.1" units="cm"/>
      <inkml:brushProperty name="height" value="0.1" units="cm"/>
      <inkml:brushProperty name="color" value="#FFC114"/>
    </inkml:brush>
  </inkml:definitions>
  <inkml:trace contextRef="#ctx0" brushRef="#br0">0 3206 24575,'1'-22'0,"1"0"0,1 0 0,1 0 0,1 1 0,1-1 0,1 1 0,1 0 0,1 1 0,13-25 0,17-21 0,63-80 0,-64 94 0,36-51 0,346-439 0,-377 489 0,-3-1 0,37-66 0,-36 55 0,55-69 0,-47 82 0,2 2 0,111-83 0,-17 16 0,-14 14 0,-83 68 0,85-81 0,-101 87 0,0 2 0,2 1 0,53-31 0,-5 3 0,46-31 0,248-118 0,-313 176 0,68-19 0,29-12 0,267-132 0,-188 60 0,-69 50 0,-169 80 0,-1 0 0,0 0 0,1 0 0,-1 0 0,0 0 0,0 0 0,1 0 0,-1 0 0,0 0 0,0 0 0,1 0 0,-1 0 0,0 0 0,0 0 0,1-1 0,-1 1 0,0 0 0,0 0 0,1 0 0,-1 0 0,0-1 0,0 1 0,0 0 0,0 0 0,1 0 0,-1-1 0,0 1 0,0 0 0,0 0 0,0-1 0,0 1 0,0 0 0,1 0 0,-1-1 0,0 1 0,0 0 0,0-1 0,0 1 0,0 0 0,0 0 0,0-1 0,0 1 0,0 0 0,0 0 0,-1-1 0,1 1 0,0-1 0,-17-3 0,-31 3 0,44 1 0,-245 5 0,309-7 0,-41 0 0,1 1 0,-1 0 0,0 2 0,1 0 0,-1 1 0,0 1 0,0 1 0,22 7 0,-36-8 0,-1-1 0,1 0 0,-1 1 0,0 0 0,0 0 0,-1 0 0,1 1 0,-1-1 0,1 1 0,-1 0 0,0 0 0,0 0 0,-1 0 0,1 1 0,-1-1 0,0 1 0,0-1 0,-1 1 0,1 0 0,-1 0 0,0-1 0,0 1 0,-1 0 0,1 0 0,-1 0 0,0 0 0,-1 6 0,-1 10 0,-2-1 0,0 1 0,-1 0 0,0-1 0,-11 23 0,-3 2-195,-2-1 0,-2-1 0,-1-1 0,-3-1 0,-1-1 0,-34 36 0,14-22-6631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09:50:45.763"/>
    </inkml:context>
    <inkml:brush xml:id="br0">
      <inkml:brushProperty name="width" value="0.1" units="cm"/>
      <inkml:brushProperty name="height" value="0.1" units="cm"/>
      <inkml:brushProperty name="color" value="#FFC114"/>
    </inkml:brush>
  </inkml:definitions>
  <inkml:trace contextRef="#ctx0" brushRef="#br0">3500 1 24575,'-4'0'0,"0"1"0,-1 0 0,1 0 0,0 0 0,0 0 0,-1 1 0,1 0 0,0 0 0,0 0 0,1 0 0,-1 1 0,-5 3 0,-41 41 0,44-41 0,-178 213 0,-9 11 0,-173 195 0,205-229 0,-273 257 0,341-363 0,24-26 0,-2-3 0,-105 67 0,132-102 0,-1-2 0,-58 23 0,22-11 0,61-27 0,-181 74 0,59-36 0,-288 84 0,181-65 0,27-10-204,165-40-957,12-3-5665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09:50:46.653"/>
    </inkml:context>
    <inkml:brush xml:id="br0">
      <inkml:brushProperty name="width" value="0.1" units="cm"/>
      <inkml:brushProperty name="height" value="0.1" units="cm"/>
      <inkml:brushProperty name="color" value="#FFC114"/>
    </inkml:brush>
  </inkml:definitions>
  <inkml:trace contextRef="#ctx0" brushRef="#br0">240 0 24575,'-1'14'0,"0"0"0,-1-1 0,0 1 0,-1-1 0,-1 0 0,0 1 0,0-1 0,-2-1 0,-6 14 0,-12 15 0,-39 50 0,41-61 0,1 1 0,-32 64 0,50-90 0,1 1 0,-1-1 0,1 1 0,0-1 0,1 1 0,0 0 0,0 0 0,0 0 0,0 11 0,2-14 0,0-1 0,0 1 0,0-1 0,0 1 0,1-1 0,-1 0 0,1 1 0,-1-1 0,1 0 0,0 0 0,0 0 0,0 0 0,0-1 0,0 1 0,1 0 0,-1-1 0,0 1 0,1-1 0,-1 0 0,1 0 0,0 0 0,-1 0 0,1-1 0,0 1 0,3 0 0,55 12 0,1-3 0,0-2 0,0-3 0,73-4 0,-46 1 0,483 1-1365,-449-4-5461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09:50:49.510"/>
    </inkml:context>
    <inkml:brush xml:id="br0">
      <inkml:brushProperty name="width" value="0.1" units="cm"/>
      <inkml:brushProperty name="height" value="0.1" units="cm"/>
      <inkml:brushProperty name="color" value="#FFC114"/>
    </inkml:brush>
  </inkml:definitions>
  <inkml:trace contextRef="#ctx0" brushRef="#br0">5 82 24575,'-2'130'0,"-1"-38"0,13 124 0,-10-213 0,0-1 0,0 1 0,0-1 0,1 1 0,-1-1 0,1 1 0,0-1 0,0 0 0,0 1 0,0-1 0,0 0 0,0 0 0,1 1 0,-1-1 0,1 0 0,1 2 0,-2-4 0,0 0 0,-1 1 0,1-1 0,0 0 0,-1 0 0,1 1 0,0-1 0,-1 0 0,1 0 0,0 0 0,-1 0 0,1 0 0,0 0 0,-1 0 0,1-1 0,0 1 0,0 0 0,-1 0 0,1 0 0,-1-1 0,1 1 0,1-1 0,21-20 0,10-28 0,-2-1 0,-3-2 0,-1 0 0,23-68 0,15-28 0,-64 145 0,27-46 0,-10 34 0,-17 14 0,0 1 0,-1 0 0,1 0 0,0 0 0,-1 0 0,1 0 0,0 0 0,-1 0 0,1 0 0,0 0 0,-1 0 0,1 0 0,-1 1 0,1-1 0,0 0 0,-1 0 0,1 1 0,-1-1 0,1 0 0,-1 1 0,1-1 0,0 0 0,-1 1 0,0-1 0,1 1 0,-1-1 0,1 1 0,-1-1 0,1 1 0,-1 0 0,7 13 0,-1 1 0,-1 0 0,0 0 0,-1 0 0,0 0 0,-2 1 0,0-1 0,0 24 0,3 3 0,18 118 0,-23-158 0,0-1 0,0 1 0,0 0 0,1 0 0,-1 0 0,1 0 0,-1-1 0,1 1 0,0 0 0,-1-1 0,1 1 0,0 0 0,0-1 0,0 1 0,0-1 0,1 0 0,-1 1 0,0-1 0,3 2 0,-3-3 0,0 0 0,0 0 0,0 0 0,0 0 0,0 0 0,0 0 0,0-1 0,0 1 0,0 0 0,0 0 0,0-1 0,0 1 0,0-1 0,0 1 0,0-1 0,-1 1 0,1-1 0,0 0 0,0 1 0,0-1 0,-1 0 0,1 0 0,0 0 0,0-1 0,9-11 0,0-2 0,-1 1 0,9-20 0,-9 16 0,18-32 0,-7 13 0,37-54 0,-56 89 0,0 0 0,0 1 0,0-1 0,0 0 0,1 1 0,-1-1 0,1 1 0,-1-1 0,1 1 0,0 0 0,-1 0 0,1 0 0,0 0 0,0 0 0,0 0 0,-1 0 0,1 0 0,0 1 0,0-1 0,0 1 0,0 0 0,1-1 0,-1 1 0,3 0 0,-2 1 0,-1 0 0,1 0 0,-1 1 0,1-1 0,-1 1 0,1-1 0,-1 1 0,0 0 0,0 0 0,0 0 0,0 0 0,0 0 0,-1 0 0,1 0 0,2 5 0,4 7 0,-1 0 0,-1 1 0,0 0 0,-1 0 0,4 18 0,32 244 0,-41-276 0,0-1 0,0 1 0,0 0 0,1-1 0,-1 1 0,0 0 0,0-1 0,0 1 0,1 0 0,-1-1 0,0 1 0,0 0 0,1-1 0,-1 1 0,1-1 0,-1 1 0,1 0 0,-1-1 0,1 1 0,-1-1 0,1 0 0,-1 1 0,1-1 0,-1 1 0,1-1 0,0 0 0,-1 1 0,1-1 0,0 0 0,-1 0 0,1 0 0,1 1 0,0-2 0,0 1 0,0-1 0,-1 1 0,1-1 0,0 0 0,0 1 0,0-1 0,-1 0 0,1 0 0,-1-1 0,1 1 0,1-1 0,42-48 0,-42 47 0,119-177 0,-39 53 0,-81 125 0,-1-1 0,0 1 0,1 0 0,-1 0 0,1 0 0,0 0 0,-1 0 0,1 0 0,0 1 0,0-1 0,1 0 0,-1 1 0,0 0 0,0-1 0,1 1 0,-1 0 0,1 0 0,-1 0 0,4 0 0,-4 2 0,0-1 0,1 1 0,-1 0 0,0 0 0,0 0 0,0 1 0,0-1 0,0 0 0,0 1 0,0-1 0,0 1 0,0 0 0,-1 0 0,1-1 0,-1 1 0,1 0 0,-1 0 0,0 1 0,0-1 0,2 4 0,8 18 0,-1 0 0,-1 0 0,-2 1 0,0 1 0,4 33 0,-4-20 0,16 49 0,-22-87 0,-1 1 0,1 0 0,-1 0 0,1 0 0,0 0 0,-1-1 0,1 1 0,0 0 0,0-1 0,0 1 0,0 0 0,1-1 0,-1 0 0,0 1 0,1-1 0,-1 0 0,1 1 0,-1-1 0,1 0 0,-1 0 0,1 0 0,0-1 0,0 1 0,-1 0 0,1 0 0,0-1 0,0 0 0,0 1 0,0-1 0,0 0 0,0 0 0,-1 0 0,1 0 0,0 0 0,0 0 0,0 0 0,0-1 0,0 1 0,0-1 0,-1 1 0,1-1 0,0 0 0,0 0 0,-1 0 0,1 0 0,0 0 0,-1 0 0,3-3 0,11-6 0,-2-1 0,1-1 0,-2-1 0,14-16 0,-20 22 0,17-19 0,-16 16 0,0 1 0,1 0 0,0 0 0,0 1 0,1 0 0,0 1 0,1 0 0,18-11 0,-27 17 0,1 1 0,-1 0 0,0-1 0,0 1 0,0 0 0,0 0 0,0 0 0,0-1 0,1 1 0,-1 1 0,0-1 0,0 0 0,0 0 0,0 0 0,0 0 0,1 1 0,-1-1 0,0 1 0,0-1 0,0 1 0,0-1 0,0 1 0,0 0 0,1 0 0,0 2 0,0-1 0,0 0 0,0 1 0,0 0 0,0 0 0,-1-1 0,1 1 0,1 6 0,2 7 0,0 0 0,3 30 0,-6-35 0,1 14 0,13 54 0,-16-78 0,0-1 0,0 0 0,0 1 0,0-1 0,0 0 0,0 1 0,0-1 0,0 0 0,1 1 0,-1-1 0,0 0 0,0 1 0,0-1 0,0 0 0,1 1 0,-1-1 0,0 0 0,0 1 0,0-1 0,1 0 0,-1 0 0,0 1 0,1-1 0,-1 0 0,0 0 0,0 0 0,1 0 0,-1 1 0,0-1 0,1 0 0,-1 0 0,0 0 0,1 0 0,-1 0 0,0 0 0,1 0 0,-1 0 0,1 0 0,-1 0 0,0 0 0,1 0 0,-1 0 0,0 0 0,1 0 0,12-17 0,7-33 0,-20 47 0,22-75 0,10-28 0,-29 94 0,2 1 0,0 0 0,0 0 0,1 1 0,0 0 0,11-13 0,-17 22 0,1 0 0,-1 1 0,1-1 0,-1 0 0,1 1 0,-1-1 0,1 1 0,0-1 0,-1 1 0,1-1 0,0 1 0,-1-1 0,1 1 0,0 0 0,0-1 0,-1 1 0,1 0 0,0 0 0,0 0 0,-1-1 0,1 1 0,0 0 0,0 0 0,0 0 0,0 0 0,-1 0 0,3 1 0,-2 0 0,0 0 0,0-1 0,0 1 0,1 0 0,-1 0 0,0 0 0,0 1 0,-1-1 0,1 0 0,0 0 0,0 0 0,0 1 0,-1-1 0,1 2 0,15 56 0,-15-52 0,7 39-1365,-2-5-5461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09:50:51.742"/>
    </inkml:context>
    <inkml:brush xml:id="br0">
      <inkml:brushProperty name="width" value="0.1" units="cm"/>
      <inkml:brushProperty name="height" value="0.1" units="cm"/>
      <inkml:brushProperty name="color" value="#FFC114"/>
    </inkml:brush>
  </inkml:definitions>
  <inkml:trace contextRef="#ctx0" brushRef="#br0">28 0 24575,'-2'3'0,"0"0"0,1 1 0,-1-1 0,0 0 0,1 1 0,0-1 0,0 1 0,0-1 0,1 1 0,-1-1 0,1 1 0,-1 5 0,0 1 0,-8 102 0,7 144 0,3-144 0,-1-110 0,0-1 0,0 1 0,0 0 0,0 0 0,0 0 0,0 0 0,0-1 0,1 1 0,-1 0 0,1 0 0,-1-1 0,1 1 0,0 0 0,1 2 0,-1-4 0,-1 0 0,1 0 0,-1 0 0,1 0 0,-1 0 0,1 0 0,-1 0 0,1 0 0,-1 0 0,1 0 0,-1 0 0,1 0 0,-1 0 0,1 0 0,-1-1 0,0 1 0,1 0 0,-1 0 0,1-1 0,-1 1 0,1 0 0,-1-1 0,0 1 0,1 0 0,-1-1 0,0 1 0,1-1 0,-1 1 0,0 0 0,0-1 0,1 0 0,31-55 0,13-42 0,-6 11 0,56-89 0,-93 173 0,0-1 0,0 1 0,0 0 0,1 0 0,-1 0 0,1 0 0,0 0 0,0 1 0,0-1 0,6-3 0,-7 6 0,-1-1 0,0 1 0,1 0 0,-1 0 0,0 0 0,1 0 0,-1 0 0,1 0 0,-1 0 0,0 0 0,1 0 0,-1 1 0,0-1 0,1 1 0,-1-1 0,0 1 0,1-1 0,-1 1 0,0 0 0,0-1 0,0 1 0,0 0 0,0 0 0,0 0 0,0 0 0,0 0 0,0 0 0,0 0 0,0 0 0,0 1 0,0 1 0,7 10 0,-1-1 0,0 1 0,-1 1 0,-1-1 0,0 1 0,-1 0 0,3 18 0,13 105 0,-18-118 0,2 47 0,-4-46 0,1 1 0,5 26 0,-6-47 0,0 1 0,0-1 0,0 1 0,0-1 0,0 1 0,0-1 0,0 1 0,1-1 0,-1 1 0,0-1 0,0 1 0,0-1 0,1 1 0,-1-1 0,0 1 0,0-1 0,1 1 0,-1-1 0,0 1 0,1-1 0,-1 0 0,1 1 0,-1-1 0,0 0 0,1 1 0,-1-1 0,1 0 0,-1 0 0,1 1 0,-1-1 0,1 0 0,-1 0 0,1 0 0,-1 0 0,1 0 0,-1 1 0,1-1 0,-1 0 0,1 0 0,0 0 0,-1 0 0,1-1 0,-1 1 0,1 0 0,-1 0 0,1 0 0,-1 0 0,1-1 0,-1 1 0,1 0 0,-1 0 0,1-1 0,-1 1 0,0 0 0,1-1 0,-1 1 0,1 0 0,-1-1 0,0 1 0,1-1 0,-1 1 0,0-1 0,0 1 0,1 0 0,-1-2 0,25-34 0,-24 33 0,52-99 0,-27 49 0,34-50 0,-58 101 0,-1-1 0,1 1 0,0-1 0,0 1 0,0 0 0,0 0 0,0 0 0,0 0 0,0 0 0,1 0 0,-1 1 0,1-1 0,0 1 0,-1 0 0,1 0 0,4-2 0,-5 3 0,0 0 0,0 0 0,0 1 0,0-1 0,0 0 0,-1 1 0,1-1 0,0 1 0,0 0 0,0 0 0,-1 0 0,1-1 0,0 1 0,-1 1 0,1-1 0,-1 0 0,1 0 0,-1 1 0,1-1 0,-1 1 0,0-1 0,0 1 0,0-1 0,0 1 0,1 3 0,7 10 0,-2 1 0,0 0 0,-1 0 0,6 31 0,3 4 0,-15-50 0,0 1 0,0-1 0,1 1 0,-1-1 0,0 0 0,1 1 0,-1-1 0,1 0 0,-1 0 0,1 1 0,0-1 0,-1 0 0,1 0 0,0 0 0,0 0 0,0 0 0,0 0 0,0 0 0,0 0 0,0 0 0,0 0 0,1 0 0,-1-1 0,0 1 0,0 0 0,1-1 0,-1 1 0,0-1 0,1 0 0,-1 1 0,0-1 0,1 0 0,-1 0 0,0 0 0,1 0 0,-1 0 0,1 0 0,-1 0 0,0 0 0,1-1 0,-1 1 0,0-1 0,1 1 0,-1-1 0,0 1 0,1-1 0,0 0 0,9-7 0,-1 0 0,1 0 0,-2-1 0,15-17 0,20-14 0,-42 38 0,0 1 0,0 0 0,0 0 0,0 0 0,1 0 0,-1 1 0,0-1 0,1 0 0,-1 1 0,0 0 0,1-1 0,-1 1 0,0 0 0,1 0 0,-1 1 0,1-1 0,-1 0 0,0 1 0,1-1 0,-1 1 0,3 1 0,-1 0 0,-1 1 0,0-1 0,0 0 0,0 1 0,0 0 0,0 0 0,-1 0 0,1 0 0,-1 0 0,0 0 0,4 8 0,0 3 0,0 2 0,0-1 0,-2 1 0,0 0 0,2 17 0,-6-32 0,0 0 0,0 0 0,0 0 0,0 0 0,0 0 0,0 0 0,0 0 0,0-1 0,0 1 0,0 0 0,0 0 0,1 0 0,-1 0 0,0 0 0,1 0 0,-1-1 0,1 1 0,-1 0 0,1 0 0,-1-1 0,1 1 0,-1 0 0,1-1 0,0 1 0,-1 0 0,1-1 0,0 1 0,0-1 0,0 1 0,-1-1 0,1 0 0,0 1 0,0-1 0,0 0 0,0 1 0,0-1 0,0 0 0,-1 0 0,1 0 0,0 0 0,0 0 0,0 0 0,0 0 0,0 0 0,0 0 0,0 0 0,0-1 0,-1 1 0,1 0 0,0-1 0,0 1 0,0-1 0,0 1 0,-1 0 0,1-1 0,0 0 0,0 1 0,-1-1 0,1 1 0,-1-1 0,1 0 0,0 0 0,0 0 0,10-10 0,-1 0 0,1 0 0,8-14 0,-11 14 0,25-35 0,22-27 0,-50 67 0,0 0 0,1 0 0,0 1 0,1-1 0,-1 1 0,1 1 0,14-9 0,-20 13 0,0-1 0,0 1 0,1-1 0,-1 1 0,0 0 0,0-1 0,1 1 0,-1 0 0,0 0 0,0 0 0,1 0 0,-1 0 0,0 0 0,1 0 0,-1 0 0,0 1 0,0-1 0,1 0 0,-1 1 0,0-1 0,0 1 0,0 0 0,1-1 0,-1 1 0,0 0 0,0-1 0,0 1 0,0 0 0,0 0 0,-1 0 0,1 0 0,0 0 0,0 0 0,0 0 0,-1 0 0,1 2 0,3 6 0,0-1 0,-1 1 0,0 1 0,2 12 0,8 20 0,-10-41 9,0 1 0,0 0 0,0-1-1,0 0 1,1 0 0,-1 0 0,0 0 0,0 0-1,1-1 1,-1 1 0,0-1 0,5 0 0,19 5-1489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4"/>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5"/>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6"/>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7"/>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8"/>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2"/>
    </inkml:context>
    <inkml:brush xml:id="br0">
      <inkml:brushProperty name="width" value="0.1" units="cm"/>
      <inkml:brushProperty name="height" value="0.1" units="cm"/>
      <inkml:brushProperty name="color" value="#FFC114"/>
    </inkml:brush>
  </inkml:definitions>
  <inkml:trace contextRef="#ctx0" brushRef="#br0">58 57 24575,'-1'-5'0,"0"1"0,-1 0 0,0-1 0,0 1 0,1 1 0,-2-2 0,1 1 0,-1 1 0,0-1 0,-1 0 0,-3-3 0,7 6 0,-1 1 0,1 0 0,0-1 0,-1 1 0,1 0 0,0 0 0,0 0 0,-1-1 0,1 1 0,-1 0 0,1 0 0,-1 0 0,1 0 0,0 0 0,0 0 0,-1-1 0,1 1 0,-1 0 0,1 0 0,0 0 0,-1 0 0,1 0 0,-1 0 0,1 0 0,-1 0 0,1 0 0,0 0 0,-1 0 0,1 1 0,-1-1 0,1 0 0,0 0 0,0 0 0,-1 0 0,1 0 0,-1 0 0,0 1 0,-6 14 0,3 19 0,4-33 0,-1 36 0,5 128 0,-4-162 0,0 0 0,0 1 0,1-1 0,0 0 0,0 1 0,0-1 0,0 0 0,1 0 0,-1 0 0,1-1 0,0 1 0,0 0 0,4 3 0,-4-4 0,1-1 0,-1 1 0,1-1 0,0 1 0,0-1 0,0 1 0,0-1 0,0 0 0,0 0 0,0-1 0,0 1 0,1-1 0,-1 1 0,0-1 0,0 1 0,4-1 0,1 0 0,17 1 0,0-1 0,0 0 0,0-1 0,44-8 0,-43 6-1365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3"/>
    </inkml:context>
    <inkml:brush xml:id="br0">
      <inkml:brushProperty name="width" value="0.1" units="cm"/>
      <inkml:brushProperty name="height" value="0.1" units="cm"/>
      <inkml:brushProperty name="color" value="#FFC114"/>
    </inkml:brush>
  </inkml:definitions>
  <inkml:trace contextRef="#ctx0" brushRef="#br0">18 12 24575,'-2'-11'0,"-3"14"0,-4 18 0,8 2 0,0 1 0,2-1 0,2 0 0,5 28 0,-5-40 0,0 15 0,-2-17 0,0 1 0,1-1 0,0 1 0,1-1 0,7 16 0,-9-22 0,2-1 0,-2 0 0,1 1 0,0-1 0,0 1 0,0-2 0,1 2 0,-1-1 0,1-1 0,-1 1 0,1 0 0,0-1 0,0 1 0,0-1 0,0 0 0,0 0 0,0 1 0,1-2 0,-1 1 0,0-1 0,0 1 0,1 0 0,0-1 0,4 0 0,15 0-22,-1-2 1,0-1-1,0 0 0,43-10 0,-19 3-1234,-13 4-5570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4"/>
    </inkml:context>
    <inkml:brush xml:id="br0">
      <inkml:brushProperty name="width" value="0.1" units="cm"/>
      <inkml:brushProperty name="height" value="0.1" units="cm"/>
      <inkml:brushProperty name="color" value="#FFC114"/>
    </inkml:brush>
  </inkml:definitions>
  <inkml:trace contextRef="#ctx0" brushRef="#br0">17 21 24575,'-5'-9'0,"-3"-2"0,5 11 0,2 7 0,3 11 0,1-1 0,9 26 0,3 14 0,-1-9 0,-9-39 0,-2 1 0,0 0 0,-1 0 0,2 15 0,-5-39 0,-6-27 0,4 29 0,1 0 0,1 0 0,0 0 0,2-13 0,-1-4 0,0 23 0,0-1 0,0 1 0,0 0 0,1 0 0,0-1 0,1 1 0,-1 0 0,2 0 0,-1 0 0,4-7 0,-4 12 0,-2 0 0,1 0 0,1-1 0,-2 2 0,2-1 0,-1-1 0,0 2 0,0-1 0,1 0 0,-1 0 0,0 1 0,1-1 0,-1 1 0,0-1 0,2 0 0,-2 1 0,0 0 0,1-1 0,-1 1 0,1 0 0,0 0 0,-1 0 0,1 0 0,-1 0 0,2 0 0,-2 0 0,0 0 0,1 1 0,-1-1 0,2 0 0,-2 1 0,0 0 0,1-1 0,-1 0 0,1 1 0,-1 0 0,1 0 0,-2-1 0,2 1 0,-1 0 0,1 1 0,5 3 0,0 0 0,-2 0 0,1 1 0,-1-1 0,0 1 0,5 7 0,3 6 0,-2 1 0,0 1 0,-2-1 0,12 43 0,8-141 0,-28 74 0,20-48 0,-20 49 0,1 0 0,-1 0 0,1 1 0,0-1 0,0 0 0,-1 1 0,2 0 0,-1 0 0,1-1 0,0 1 0,-1 0 0,1 1 0,-1-1 0,2 0 0,3-2 0,-5 4 0,-1 0 0,1 0 0,0 0 0,-1-1 0,2 1 0,-2 1 0,0-1 0,1 0 0,0 0 0,0 0 0,-1 1 0,0-1 0,1 1 0,-1-1 0,1 1 0,0-1 0,-1 1 0,0 0 0,1 0 0,-1-1 0,0 2 0,1-2 0,-1 1 0,0 0 0,0 0 0,0 0 0,0 0 0,0 1 0,-1-1 0,3 1 0,2 7 0,1 0 0,-1 0 0,4 10 0,-6-14 0,6 14-273,0-1 0,-2 1 0,0 0 0,3 22 0,-9-28-6553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5"/>
    </inkml:context>
    <inkml:brush xml:id="br0">
      <inkml:brushProperty name="width" value="0.1" units="cm"/>
      <inkml:brushProperty name="height" value="0.1" units="cm"/>
      <inkml:brushProperty name="color" value="#FFC114"/>
    </inkml:brush>
  </inkml:definitions>
  <inkml:trace contextRef="#ctx0" brushRef="#br0">0 1 24575,'20'18'0,"-2"1"0,1 0 0,-3 2 0,-1-1 0,0 2 0,-1-1 0,-2 1 0,15 40 0,-26-54 0,1-1 0,-1 1 0,-1-1 0,1 1 0,-2-1 0,1 1 0,-1 0 0,-1-1 0,1 1 0,-1-1 0,-1 0 0,-4 8 0,-1 3 0,-2-2 0,-1 1 0,-22 27 0,27-38-195,0 1 0,-1-1 0,0 0 0,0 0 0,-1-1 0,-15 9 0,8-7-6631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6"/>
    </inkml:context>
    <inkml:brush xml:id="br0">
      <inkml:brushProperty name="width" value="0.1" units="cm"/>
      <inkml:brushProperty name="height" value="0.1" units="cm"/>
      <inkml:brushProperty name="color" value="#FFC114"/>
    </inkml:brush>
  </inkml:definitions>
  <inkml:trace contextRef="#ctx0" brushRef="#br0">221 1 24575,'-3'0'0,"1"1"0,-1-1 0,1 1 0,-1-1 0,1 1 0,-1 0 0,1 0 0,-1-1 0,1 2 0,0-1 0,0 0 0,-4 3 0,-25 21 0,21-16 0,-6 4 0,2 2 0,0 0 0,1 0 0,1 1 0,0 0 0,2 0 0,0 2 0,1-1 0,1 0 0,2 1 0,0 0 0,1 1 0,-4 33 0,9-43 7,0 0 0,1 1-1,0 0 1,1-1 0,0 0-1,1 0 1,0 0-1,0 0 1,2 0 0,-1-1-1,1 1 1,1-1 0,0 1-1,-1-2 1,3 1 0,-1-1-1,9 8 1,-2-4-156,-1-1 1,2 0-1,-1-1 1,2 0-1,0-1 1,0 0-1,1-1 1,0-1-1,31 8 1,-20-7-6678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17.351"/>
    </inkml:context>
    <inkml:brush xml:id="br0">
      <inkml:brushProperty name="width" value="0.1" units="cm"/>
      <inkml:brushProperty name="height" value="0.1" units="cm"/>
      <inkml:brushProperty name="color" value="#FFC114"/>
    </inkml:brush>
  </inkml:definitions>
  <inkml:trace contextRef="#ctx0" brushRef="#br0">39 592 2472 0 0,'0'0'765'0'0,"-5"-1"-584"0"0,-29 0 6170 0 0,38-4-6323 0 0,15-10 0 0 0,0 0 0 0 0,1 0 0 0 0,1 2 1 0 0,1 1-1 0 0,-1 0 0 0 0,33-11 0 0 0,2-3-12 0 0,542-275-1 0 0,-545 274 74 0 0,-51 26-73 0 0,35-23 570 0 0,-52 17-583 0 0,0 0 0 0 0,-1 1 0 0 0,0 1 0 0 0,0 0 0 0 0,0 1 0 0 0,0 1 1 0 0,-22-2-1 0 0,-136 0-60 0 0,144 5 40 0 0,19 0 7 0 0,-70-5-70 0 0,79 5 70 0 0,10-2-51 0 0,131-18 65 0 0,142-2-1 0 0,-243 19-8 0 0,-16 2-29 0 0,0 0-1 0 0,39 5 1 0 0,-60-4 32 0 0,-1 0 1 0 0,1 1-1 0 0,0-1 1 0 0,0 1 0 0 0,0-1-1 0 0,0 0 1 0 0,0 1-1 0 0,-1 0 1 0 0,1-1-1 0 0,0 1 1 0 0,0-1-1 0 0,-1 1 1 0 0,1 0-1 0 0,0 0 1 0 0,-1-1-1 0 0,1 1 1 0 0,-1 0-1 0 0,1 0 1 0 0,-1 0-1 0 0,1-1 1 0 0,-1 1-1 0 0,0 0 1 0 0,1 0-1 0 0,-1 0 1 0 0,0 0-1 0 0,0 0 1 0 0,0 0-1 0 0,1 0 1 0 0,-1 0-1 0 0,0 0 1 0 0,0 0-1 0 0,-1 0 1 0 0,1 0-1 0 0,0 0 1 0 0,0 0-1 0 0,0-1 1 0 0,-1 2-1 0 0,-10 34-14 0 0,-8-6 18 0 0,-1 0 1 0 0,-1-1-1 0 0,-1-2 0 0 0,-2 0 0 0 0,-43 37 0 0 0,63-59-1 0 0,-16 14-318 0 0,0 0-1 0 0,-1-1 1 0 0,-1-1 0 0 0,-36 21 0 0 0,54-36-214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18.706"/>
    </inkml:context>
    <inkml:brush xml:id="br0">
      <inkml:brushProperty name="width" value="0.1" units="cm"/>
      <inkml:brushProperty name="height" value="0.1" units="cm"/>
      <inkml:brushProperty name="color" value="#FFC114"/>
    </inkml:brush>
  </inkml:definitions>
  <inkml:trace contextRef="#ctx0" brushRef="#br0">25 106 5881 0 0,'0'0'-331'0'0,"-19"-2"-223"0"0,13 3 2308 0 0,25-3-909 0 0,58-9-722 0 0,9 0-21 0 0,147-14 106 0 0,57-9 695 0 0,-261 29-528 0 0,-19 2-301 0 0,0 1 0 0 0,0 0-1 0 0,1 1 1 0 0,-1 0 0 0 0,11 1 0 0 0,-16-8-1831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19.313"/>
    </inkml:context>
    <inkml:brush xml:id="br0">
      <inkml:brushProperty name="width" value="0.1" units="cm"/>
      <inkml:brushProperty name="height" value="0.1" units="cm"/>
      <inkml:brushProperty name="color" value="#FFC114"/>
    </inkml:brush>
  </inkml:definitions>
  <inkml:trace contextRef="#ctx0" brushRef="#br0">0 0 6901 0 0,'0'0'3804'0'0,"3"3"-3796"0"0,3 7-3 0 0,-1-1 1 0 0,0 1-1 0 0,-1 0 0 0 0,0 0 1 0 0,-1 1-1 0 0,0-1 0 0 0,0 1 1 0 0,1 13-1 0 0,5 16 26 0 0,27 79 36 0 0,24 96 51 0 0,-53-185-35 0 0,1 2-409 0 0,-6-10-5329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0.645"/>
    </inkml:context>
    <inkml:brush xml:id="br0">
      <inkml:brushProperty name="width" value="0.1" units="cm"/>
      <inkml:brushProperty name="height" value="0.1" units="cm"/>
      <inkml:brushProperty name="color" value="#FFC114"/>
    </inkml:brush>
  </inkml:definitions>
  <inkml:trace contextRef="#ctx0" brushRef="#br0">12 51 6845 0 0,'0'-43'-297'0'0,"0"41"454"0"0,-1-4-121 0 0,0 6-28 0 0,1 1 1 0 0,0-1-1 0 0,0 0 0 0 0,0 0 0 0 0,0 0 1 0 0,0 0-1 0 0,0 0 0 0 0,0 0 0 0 0,0 0 1 0 0,0 0-1 0 0,0 0 0 0 0,0 0 0 0 0,0 0 1 0 0,0 0-1 0 0,0 0 0 0 0,0 0 0 0 0,0 0 1 0 0,0 0-1 0 0,-1 0 0 0 0,1 0 0 0 0,0 0 1 0 0,0 0-1 0 0,0 0 0 0 0,0 0 0 0 0,0 0 1 0 0,0 0-1 0 0,0 0 0 0 0,0 0 0 0 0,0 0 1 0 0,0 0-1 0 0,0 0 0 0 0,-1 0 0 0 0,1 0 1 0 0,0 0-1 0 0,0 0 0 0 0,0 0 0 0 0,0 0 1 0 0,0 0-1 0 0,0 0 0 0 0,0 0 0 0 0,0 0 1 0 0,0 0-1 0 0,0 0 0 0 0,0 0 0 0 0,0 0 1 0 0,0 0-1 0 0,0 0 0 0 0,-1 0 0 0 0,-1 8-11 0 0,1 1-1 0 0,-1 0 0 0 0,1-1 0 0 0,1 1 1 0 0,0 0-1 0 0,0 0 0 0 0,2 12 1 0 0,14 71 20 0 0,-9-58-18 0 0,6 40 47 0 0,44 138 1 0 0,-47-180-13 0 0,-1 0 1 0 0,-2 1-1 0 0,-1 0 0 0 0,-1 0 1 0 0,0 64-1 0 0,-5-96-107 0 0,-5 40 4198 0 0,5-41-4089 0 0,-7-18 482 0 0,7 14-479 0 0,-1-1 0 0 0,1 1 0 0 0,0 0 1 0 0,0 0-1 0 0,0-1 0 0 0,0 1 0 0 0,1 0 0 0 0,0 0 0 0 0,0-1 0 0 0,0 1 1 0 0,0 0-1 0 0,4-6 0 0 0,24-46 172 0 0,-16 36-154 0 0,0 1 1 0 0,1 1-1 0 0,30-31 1 0 0,-39 44-58 0 0,1-1-1 0 0,0 1 1 0 0,0 0 0 0 0,0 1-1 0 0,1 0 1 0 0,-1 0 0 0 0,1 0-1 0 0,0 1 1 0 0,0 0 0 0 0,1 0-1 0 0,-1 0 1 0 0,0 1 0 0 0,1 1-1 0 0,0-1 1 0 0,9 0 0 0 0,-14 2-9 0 0,1 0 1 0 0,-1 1-1 0 0,1-1 1 0 0,-1 1-1 0 0,0 0 0 0 0,1 0 1 0 0,-1 0-1 0 0,0 0 1 0 0,0 1-1 0 0,1-1 1 0 0,-1 1-1 0 0,0 0 0 0 0,-1 0 1 0 0,1 0-1 0 0,0 0 1 0 0,3 4-1 0 0,2 3-15 0 0,0 0-1 0 0,0 1 1 0 0,8 16-1 0 0,-12-19 18 0 0,0 0 0 0 0,1 0 0 0 0,0 0 0 0 0,0 0 0 0 0,0-1 0 0 0,1 0 0 0 0,0 0 0 0 0,10 8 0 0 0,-4-7 15 0 0,0-1 1 0 0,0-1-1 0 0,1 0 1 0 0,0 0-1 0 0,0-1 0 0 0,0-1 1 0 0,0 0-1 0 0,0-1 0 0 0,0 0 1 0 0,1-1-1 0 0,-1-1 0 0 0,1 0 1 0 0,-1-1-1 0 0,14-2 0 0 0,-19 2 5 0 0,0-1 0 0 0,0 0 0 0 0,-1 0 1 0 0,1-1-1 0 0,-1 0 0 0 0,1 0 0 0 0,-1 0 0 0 0,0-1 0 0 0,0-1 0 0 0,-1 1 0 0 0,1-1 0 0 0,-1 0 0 0 0,0 0 0 0 0,0-1 0 0 0,-1 0 0 0 0,0 0 1 0 0,0 0-1 0 0,0 0 0 0 0,-1-1 0 0 0,1 0 0 0 0,-2 0 0 0 0,1 0 0 0 0,-1 0 0 0 0,3-11 0 0 0,-2 0 161 0 0,-1 0 0 0 0,0 0 0 0 0,-1-1 0 0 0,-2 1 0 0 0,0-20 0 0 0,-1 10 116 0 0,1 26-248 0 0,-6-24-193 0 0,4 46 146 0 0,1 1 0 0 0,1-1 0 0 0,1 1 0 0 0,1-1 0 0 0,0 0 0 0 0,8 29 0 0 0,-8-41 3 0 0,1-1 0 0 0,0 1 0 0 0,0-1 0 0 0,0 0 0 0 0,1 0 0 0 0,0 0 0 0 0,0 0 0 0 0,1-1 0 0 0,0 1 0 0 0,0-1 0 0 0,0 0 0 0 0,1-1 0 0 0,0 0 1 0 0,0 1-1 0 0,0-2 0 0 0,1 1 0 0 0,0-1 0 0 0,0 0 0 0 0,0 0 0 0 0,10 3 0 0 0,-10-4-247 0 0,1-1 0 0 0,-1 0 0 0 0,0 0 0 0 0,1-1-1 0 0,-1 0 1 0 0,1 0 0 0 0,0-1 0 0 0,-1 0 0 0 0,10-1 0 0 0,-13 1-210 0 0,1-1 1 0 0,0-1-1 0 0,-1 1 0 0 0,1-1 1 0 0,0 0-1 0 0,-1 0 1 0 0,0 0-1 0 0,1 0 0 0 0,-1-1 1 0 0,0 0-1 0 0,0 1 1 0 0,-1-2-1 0 0,1 1 0 0 0,-1 0 1 0 0,6-7-1 0 0,5-11-2132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0.815"/>
    </inkml:context>
    <inkml:brush xml:id="br0">
      <inkml:brushProperty name="width" value="0.1" units="cm"/>
      <inkml:brushProperty name="height" value="0.1" units="cm"/>
      <inkml:brushProperty name="color" value="#FFC114"/>
    </inkml:brush>
  </inkml:definitions>
  <inkml:trace contextRef="#ctx0" brushRef="#br0">64 38 6493 0 0,'-14'-7'120'0'0,"3"2"-8"0"0,3-3 272 0 0,-6 3 164 0 0,6 0 96 0 0,0-2-348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1.694"/>
    </inkml:context>
    <inkml:brush xml:id="br0">
      <inkml:brushProperty name="width" value="0.1" units="cm"/>
      <inkml:brushProperty name="height" value="0.1" units="cm"/>
      <inkml:brushProperty name="color" value="#FFC114"/>
    </inkml:brush>
  </inkml:definitions>
  <inkml:trace contextRef="#ctx0" brushRef="#br0">310 0 6129 0 0,'0'0'-235'0'0,"8"1"-323"0"0,-8-1 583 0 0,0 0-1 0 0,0 0 1 0 0,0 0 0 0 0,0 1 0 0 0,0-1 0 0 0,0 0 0 0 0,0 0-1 0 0,0 0 1 0 0,0 0 0 0 0,0 0 0 0 0,0 0 0 0 0,0 0 0 0 0,0 0-1 0 0,0 0 1 0 0,0 1 0 0 0,0-1 0 0 0,0 0 0 0 0,0 0 0 0 0,0 0-1 0 0,0 0 1 0 0,0 0 0 0 0,0 0 0 0 0,0 0 0 0 0,0 0 0 0 0,0 0-1 0 0,0 0 1 0 0,0 1 0 0 0,0-1 0 0 0,0 0 0 0 0,0 0 0 0 0,0 0-1 0 0,1 0 1 0 0,-1 0 0 0 0,0 0 0 0 0,0 0 0 0 0,0 0-1 0 0,0 0 1 0 0,0 0 0 0 0,0 0 0 0 0,0 0 0 0 0,0 0 0 0 0,0 0-1 0 0,0 0 1 0 0,0 0 0 0 0,1 0 0 0 0,-1 0 0 0 0,0 0 0 0 0,0 0-1 0 0,0 0 1 0 0,-37 13 239 0 0,-49 10-1 0 0,51-16-179 0 0,1 3-1 0 0,-42 16 1 0 0,25-7 73 0 0,123 13-46 0 0,55-3-89 0 0,-49-12 7 0 0,135 48 0 0 0,-209-63-29 0 0,-1-2 2 0 0,-1 1-1 0 0,0 0 1 0 0,1 0-1 0 0,-1 0 1 0 0,0 0-1 0 0,0 0 0 0 0,1 0 1 0 0,-1 0-1 0 0,0 1 1 0 0,0-1-1 0 0,0 1 1 0 0,-1 0-1 0 0,1-1 1 0 0,0 1-1 0 0,-1 0 0 0 0,1 0 1 0 0,-1 0-1 0 0,3 4 1 0 0,-5-4 8 0 0,-1 0 0 0 0,1-1 0 0 0,0 1 0 0 0,-1 0 0 0 0,1-1 0 0 0,-1 0 0 0 0,0 1 0 0 0,1-1 0 0 0,-1 0 0 0 0,0 0 0 0 0,0 0 0 0 0,0 0 0 0 0,-3 1 0 0 0,0 1 29 0 0,-22 11 98 0 0,0 0-1 0 0,-2-2 1 0 0,1-1 0 0 0,-39 9 0 0 0,-123 19 491 0 0,189-39-633 0 0,-44 6 162 0 0,43-6-284 0 0,-1 0-1 0 0,0 0 1 0 0,1 0-1 0 0,-1 0 1 0 0,0 0-1 0 0,1 0 1 0 0,-1-1-1 0 0,1 1 0 0 0,-1-1 1 0 0,1 0-1 0 0,-1 0 1 0 0,1 0-1 0 0,-4-1 1 0 0,-1-14-5606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5.572"/>
    </inkml:context>
    <inkml:brush xml:id="br0">
      <inkml:brushProperty name="width" value="0.1" units="cm"/>
      <inkml:brushProperty name="height" value="0.1" units="cm"/>
      <inkml:brushProperty name="color" value="#FFC114"/>
    </inkml:brush>
  </inkml:definitions>
  <inkml:trace contextRef="#ctx0" brushRef="#br0">121 229 7029 0 0,'0'-3'-58'0'0,"-2"-7"112"0"0,0 1 0 0 0,0 0 0 0 0,-1 0-1 0 0,0 0 1 0 0,-1 0 0 0 0,1 1 0 0 0,-2-1 0 0 0,-5-9-1 0 0,9 17-11 0 0,-3 2-33 0 0,0 0 1 0 0,0 0-1 0 0,0 0 1 0 0,0 1-1 0 0,0 0 1 0 0,0-1 0 0 0,0 1-1 0 0,1 1 1 0 0,-1-1-1 0 0,1 0 1 0 0,0 1-1 0 0,0 0 1 0 0,0 0-1 0 0,0 0 1 0 0,0 0-1 0 0,0 0 1 0 0,1 0-1 0 0,-1 1 1 0 0,1-1 0 0 0,0 1-1 0 0,0 0 1 0 0,1 0-1 0 0,-3 7 1 0 0,2-8-7 0 0,1 0 1 0 0,-1 1-1 0 0,1-1 1 0 0,0 1-1 0 0,0-1 1 0 0,1 0-1 0 0,-1 1 1 0 0,1 0-1 0 0,0-1 1 0 0,0 1-1 0 0,0-1 1 0 0,0 1 0 0 0,0-1-1 0 0,1 1 1 0 0,-1-1-1 0 0,1 1 1 0 0,0-1-1 0 0,0 1 1 0 0,1-1-1 0 0,-1 0 1 0 0,1 0-1 0 0,0 1 1 0 0,-1-1-1 0 0,1 0 1 0 0,0-1-1 0 0,1 1 1 0 0,-1 0-1 0 0,1-1 1 0 0,3 5-1 0 0,7 0 16 0 0,0-1 0 0 0,1 0-1 0 0,-1 0 1 0 0,1-1-1 0 0,0-1 1 0 0,0 0 0 0 0,1-1-1 0 0,-1-1 1 0 0,1 0-1 0 0,20-1 1 0 0,-15 0 2 0 0,0-2-1 0 0,0-1 1 0 0,0 0 0 0 0,0-1-1 0 0,0-2 1 0 0,-1 0 0 0 0,20-8-1 0 0,-33 11 1 0 0,0 0-1 0 0,0-1 0 0 0,0 0 0 0 0,0 0 1 0 0,0 0-1 0 0,-1-1 0 0 0,1 0 1 0 0,-1 0-1 0 0,0-1 0 0 0,0 1 0 0 0,-1-1 1 0 0,1 0-1 0 0,-1 0 0 0 0,0-1 0 0 0,-1 1 1 0 0,1-1-1 0 0,-1 0 0 0 0,0 0 0 0 0,0 0 1 0 0,-1 0-1 0 0,0 0 0 0 0,0 0 0 0 0,-1-1 1 0 0,1 1-1 0 0,-1-1 0 0 0,-1 0 1 0 0,1-9-1 0 0,-5-16 364 0 0,-2 29-233 0 0,-1 15-139 0 0,6-11-10 0 0,1 0-1 0 0,0 0 1 0 0,-1 1 0 0 0,1-1-1 0 0,0 0 1 0 0,0 0 0 0 0,0 1-1 0 0,0-1 1 0 0,0 0 0 0 0,1 0-1 0 0,-1 1 1 0 0,0-1-1 0 0,0 0 1 0 0,1 0 0 0 0,-1 1-1 0 0,1-1 1 0 0,-1 0 0 0 0,1 0-1 0 0,-1 0 1 0 0,1 0-1 0 0,0 0 1 0 0,0 0 0 0 0,-1 0-1 0 0,2 1 1 0 0,23 21 21 0 0,-20-20-14 0 0,10 7 8 0 0,0 0-1 0 0,0-1 1 0 0,1-1 0 0 0,0 0-1 0 0,0-2 1 0 0,1 0 0 0 0,0 0 0 0 0,29 5-1 0 0,-5-4 37 0 0,1-2-1 0 0,66 0 0 0 0,-96-5-28 0 0,1-1 1 0 0,-1 0-1 0 0,0-1 0 0 0,0 0 0 0 0,0-1 0 0 0,0-1 1 0 0,0 1-1 0 0,-1-2 0 0 0,0 0 0 0 0,17-10 1 0 0,-24 13-13 0 0,0-1 0 0 0,0 0 1 0 0,0 0-1 0 0,0 0 0 0 0,0 0 1 0 0,-1-1-1 0 0,0 1 0 0 0,0-1 1 0 0,0 0-1 0 0,0 0 1 0 0,0 0-1 0 0,-1 0 0 0 0,0-1 1 0 0,0 1-1 0 0,0-1 0 0 0,0 1 1 0 0,-1-1-1 0 0,1 0 1 0 0,-1 0-1 0 0,-1 1 0 0 0,1-1 1 0 0,-1 0-1 0 0,1 0 0 0 0,-1 0 1 0 0,-1 0-1 0 0,1 0 1 0 0,-1 0-1 0 0,0 1 0 0 0,-2-8 1 0 0,1 0 9 0 0,-2 0 1 0 0,1 0 0 0 0,-2 0-1 0 0,0 1 1 0 0,0-1 0 0 0,-1 1-1 0 0,0 0 1 0 0,-10-13 0 0 0,11 22-46 0 0,1 1 0 0 0,-1 0 1 0 0,1 0-1 0 0,-1 0 0 0 0,0 0 1 0 0,1 1-1 0 0,-1 0 0 0 0,0 0 1 0 0,0 0-1 0 0,1 1 0 0 0,-1-1 1 0 0,0 1-1 0 0,1 0 0 0 0,-5 2 1 0 0,7-3-119 0 0,1 0 0 0 0,0 1 1 0 0,0-1-1 0 0,0 1 0 0 0,0-1 1 0 0,0 1-1 0 0,0-1 1 0 0,0 1-1 0 0,0 0 0 0 0,0-1 1 0 0,0 1-1 0 0,1 0 0 0 0,-1 0 1 0 0,0-1-1 0 0,0 1 1 0 0,1 0-1 0 0,-1 0 0 0 0,0 0 1 0 0,1 0-1 0 0,-1 0 0 0 0,1 0 1 0 0,-1 0-1 0 0,1 0 1 0 0,0 0-1 0 0,-1 2 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6.420"/>
    </inkml:context>
    <inkml:brush xml:id="br0">
      <inkml:brushProperty name="width" value="0.1" units="cm"/>
      <inkml:brushProperty name="height" value="0.1" units="cm"/>
      <inkml:brushProperty name="color" value="#FFC114"/>
    </inkml:brush>
  </inkml:definitions>
  <inkml:trace contextRef="#ctx0" brushRef="#br0">326 38 5809 0 0,'0'0'-238'0'0,"-17"-3"95"0"0,-18-3 593 0 0,20 3-272 0 0,-1 0 0 0 0,0 1 0 0 0,-25 0 0 0 0,35 3-161 0 0,-1-1 1 0 0,1 1-1 0 0,0 1 1 0 0,0-1-1 0 0,-1 1 0 0 0,1 0 1 0 0,0 0-1 0 0,0 1 0 0 0,1 0 1 0 0,-1 0-1 0 0,0 0 1 0 0,-8 8-1 0 0,13-11-16 0 0,-13 12 22 0 0,-1 0 0 0 0,2 0 0 0 0,-19 24 0 0 0,29-34-16 0 0,1 1-1 0 0,0-1 1 0 0,0 1 0 0 0,0 0 0 0 0,0 0 0 0 0,0 0-1 0 0,1 0 1 0 0,-1 0 0 0 0,1 1 0 0 0,0-1-1 0 0,0 0 1 0 0,0 1 0 0 0,0-1 0 0 0,1 1-1 0 0,0-1 1 0 0,-1 1 0 0 0,1-1 0 0 0,0 1-1 0 0,1-1 1 0 0,-1 1 0 0 0,0-1 0 0 0,1 0-1 0 0,0 1 1 0 0,0-1 0 0 0,0 0 0 0 0,3 7-1 0 0,-1-7 7 0 0,0 1-1 0 0,0-1 1 0 0,1 0-1 0 0,-1 0 1 0 0,1 0-1 0 0,-1-1 1 0 0,1 1-1 0 0,0-1 1 0 0,0 0-1 0 0,0 0 1 0 0,1 0-1 0 0,-1-1 1 0 0,0 1-1 0 0,1-1 1 0 0,-1 0-1 0 0,0 0 1 0 0,7 0-1 0 0,5 1 24 0 0,-1-1-1 0 0,1-1 0 0 0,28-3 0 0 0,-30 2 51 0 0,0-1 0 0 0,-1 0 0 0 0,1-1 0 0 0,0-1-1 0 0,-1 0 1 0 0,1-1 0 0 0,-1 0 0 0 0,-1-1-1 0 0,1-1 1 0 0,-1 0 0 0 0,0 0 0 0 0,0-1 0 0 0,-1-1-1 0 0,0 0 1 0 0,-1 0 0 0 0,0-1 0 0 0,-1-1 0 0 0,1 1-1 0 0,-2-1 1 0 0,0-1 0 0 0,0 0 0 0 0,-1 0 0 0 0,-1-1-1 0 0,0 1 1 0 0,0-1 0 0 0,-1-1 0 0 0,5-22 0 0 0,-10 34 186 0 0,-5 6-242 0 0,0 1-23 0 0,1-1 1 0 0,0 0 0 0 0,0 1 0 0 0,0 0 0 0 0,0 0 0 0 0,1 0 0 0 0,0 0 0 0 0,0 1-1 0 0,-3 9 1 0 0,4-12-3 0 0,1 0 1 0 0,1 0-1 0 0,-1 0 0 0 0,0 0 0 0 0,1 0 0 0 0,-1 0 0 0 0,1 0 0 0 0,0 0 0 0 0,0 0 0 0 0,1 0 1 0 0,-1 0-1 0 0,0 1 0 0 0,1-1 0 0 0,0 0 0 0 0,0 0 0 0 0,0-1 0 0 0,0 1 0 0 0,0 0 1 0 0,0 0-1 0 0,1 0 0 0 0,0-1 0 0 0,-1 1 0 0 0,1-1 0 0 0,4 5 0 0 0,4 1-29 0 0,0 0-1 0 0,0-1 1 0 0,0 0-1 0 0,1-1 0 0 0,0-1 1 0 0,0 1-1 0 0,1-2 1 0 0,0 1-1 0 0,0-2 1 0 0,0 1-1 0 0,0-2 0 0 0,0 0 1 0 0,25 2-1 0 0,-25-4-959 0 0,1 0 1 0 0,-1 0-1 0 0,1-2 0 0 0,17-3 0 0 0,-7-2-2265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7.091"/>
    </inkml:context>
    <inkml:brush xml:id="br0">
      <inkml:brushProperty name="width" value="0.1" units="cm"/>
      <inkml:brushProperty name="height" value="0.1" units="cm"/>
      <inkml:brushProperty name="color" value="#FFC114"/>
    </inkml:brush>
  </inkml:definitions>
  <inkml:trace contextRef="#ctx0" brushRef="#br0">395 1 6825 0 0,'0'0'-360'0'0,"-9"0"60"0"0,-39 3 256 0 0,1 2-1 0 0,0 2 0 0 0,0 2 1 0 0,1 2-1 0 0,0 2 0 0 0,-46 19 1 0 0,92-31 50 0 0,-1-1 1 0 0,1 0-1 0 0,-1 0 1 0 0,0 0-1 0 0,1 0 1 0 0,-1 0-1 0 0,1 0 1 0 0,-1 1-1 0 0,1-1 1 0 0,-1 0-1 0 0,1 0 1 0 0,-1 1-1 0 0,1-1 1 0 0,-1 0 0 0 0,1 1-1 0 0,0-1 1 0 0,-1 1-1 0 0,1-1 1 0 0,-1 1-1 0 0,1-1 1 0 0,0 0-1 0 0,-1 1 1 0 0,1-1-1 0 0,0 1 1 0 0,0 0-1 0 0,-1-1 1 0 0,1 1 0 0 0,0-1-1 0 0,0 1 1 0 0,0-1-1 0 0,0 1 1 0 0,0-1-1 0 0,0 1 1 0 0,0 0-1 0 0,0-1 1 0 0,0 1-1 0 0,0 0 1 0 0,20 13 106 0 0,37 1-23 0 0,-55-14-79 0 0,141 25 94 0 0,-78-17-59 0 0,-1 4 1 0 0,107 35-1 0 0,-170-47-28 0 0,0-1-1 0 0,0 0 0 0 0,0 0 0 0 0,0 1 1 0 0,0-1-1 0 0,0 0 0 0 0,0 1 0 0 0,0-1 1 0 0,0 1-1 0 0,-1-1 0 0 0,1 1 0 0 0,0 0 1 0 0,0-1-1 0 0,0 1 0 0 0,-1 0 1 0 0,1 0-1 0 0,0-1 0 0 0,-1 1 0 0 0,1 0 1 0 0,-1 0-1 0 0,1 0 0 0 0,-1 0 0 0 0,1 1 1 0 0,-1-1-1 0 0,0 0 0 0 0,-1 0 1 0 0,1 0-1 0 0,-1 0 1 0 0,1-1-1 0 0,0 1 1 0 0,-1 0-1 0 0,0 0 0 0 0,1 0 1 0 0,-1-1-1 0 0,1 1 1 0 0,-1 0-1 0 0,0-1 0 0 0,0 1 1 0 0,1-1-1 0 0,-1 1 1 0 0,0-1-1 0 0,0 1 1 0 0,0-1-1 0 0,-1 1 0 0 0,-58 20 428 0 0,51-19-420 0 0,-55 17 281 0 0,-2-2-1 0 0,-134 14 0 0 0,198-31-341 0 0,-49-1 298 0 0,49 1-483 0 0,1 0 0 0 0,-1-1 0 0 0,0 1 0 0 0,0 0 0 0 0,0-1 0 0 0,0 0 0 0 0,0 1 0 0 0,1-1 0 0 0,-1 0 1 0 0,0 0-1 0 0,1 0 0 0 0,-1 0 0 0 0,0 0 0 0 0,1 0 0 0 0,0 0 0 0 0,-1-1 0 0 0,1 1 0 0 0,0-1 0 0 0,-1 1 0 0 0,1-1 1 0 0,0 1-1 0 0,-2-4 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2.416"/>
    </inkml:context>
    <inkml:brush xml:id="br0">
      <inkml:brushProperty name="width" value="0.1" units="cm"/>
      <inkml:brushProperty name="height" value="0.1" units="cm"/>
      <inkml:brushProperty name="color" value="#FFC114"/>
    </inkml:brush>
  </inkml:definitions>
  <inkml:trace contextRef="#ctx0" brushRef="#br0">499 27 6657 0 0,'0'0'-297'0'0,"-5"-3"-478"0"0,-2-1 805 0 0,-1 0 0 0 0,1 1 0 0 0,-1 0 0 0 0,0 1 0 0 0,-1-1 0 0 0,1 2 0 0 0,0-1 0 0 0,0 1 0 0 0,-1 0 0 0 0,-16 1 0 0 0,9 2 5 0 0,0 0 1 0 0,0 0-1 0 0,1 2 0 0 0,-1 0 1 0 0,-20 8-1 0 0,6 1 3 0 0,1 1 0 0 0,1 1 0 0 0,0 2 1 0 0,1 0-1 0 0,-33 29 0 0 0,52-40-24 0 0,1 1 0 0 0,1 0 0 0 0,-1 0 0 0 0,1 0 1 0 0,0 1-1 0 0,1 0 0 0 0,0 0 0 0 0,0 1 0 0 0,-6 16 0 0 0,10-22-2 0 0,0 0 0 0 0,0 0-1 0 0,0 0 1 0 0,1 0 0 0 0,-1 0-1 0 0,1 0 1 0 0,0 0 0 0 0,0 0 0 0 0,0 0-1 0 0,0 0 1 0 0,0 0 0 0 0,1 0-1 0 0,-1 0 1 0 0,1 0 0 0 0,0 0 0 0 0,0 0-1 0 0,0 0 1 0 0,0 0 0 0 0,1-1 0 0 0,-1 1-1 0 0,1 0 1 0 0,-1-1 0 0 0,1 1-1 0 0,0-1 1 0 0,0 0 0 0 0,0 1 0 0 0,0-1-1 0 0,1 0 1 0 0,-1 0 0 0 0,1 0-1 0 0,-1-1 1 0 0,1 1 0 0 0,0-1 0 0 0,3 2-1 0 0,11 5 33 0 0,0-1-1 0 0,0-1 0 0 0,1-1 0 0 0,0 0 0 0 0,29 2 1 0 0,97 4 104 0 0,-102-10-102 0 0,221 7 660 0 0,-247-6-465 0 0,-13-2-230 0 0,0 1 0 0 0,1-1 0 0 0,-1 0-1 0 0,1 1 1 0 0,-1-2 0 0 0,0 1 0 0 0,1 0 0 0 0,-1-1 0 0 0,1 1-1 0 0,-1-1 1 0 0,6-2 0 0 0,-7-11-4367 0 0,0 5 2130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2.981"/>
    </inkml:context>
    <inkml:brush xml:id="br0">
      <inkml:brushProperty name="width" value="0.1" units="cm"/>
      <inkml:brushProperty name="height" value="0.1" units="cm"/>
      <inkml:brushProperty name="color" value="#FFC114"/>
    </inkml:brush>
  </inkml:definitions>
  <inkml:trace contextRef="#ctx0" brushRef="#br0">280 53 5673 0 0,'0'0'-152'0'0,"-10"-14"-105"0"0,3 9 248 0 0,2 4 13 0 0,-1 0 0 0 0,1 0-1 0 0,0 0 1 0 0,0 0 0 0 0,-1 1-1 0 0,1 0 1 0 0,0 0 0 0 0,0 1 0 0 0,-1-1-1 0 0,1 1 1 0 0,-7 2 0 0 0,-3 0 9 0 0,0 2 1 0 0,0 0 0 0 0,0 0-1 0 0,0 1 1 0 0,1 1 0 0 0,-16 10-1 0 0,25-14 0 0 0,-1 0 0 0 0,2 0 0 0 0,-1 0 0 0 0,0 1 0 0 0,1 0 0 0 0,-1 0 0 0 0,1 0 0 0 0,0 0 0 0 0,1 1 0 0 0,-1-1 0 0 0,1 1 0 0 0,0 0 0 0 0,0 0 0 0 0,0 0 0 0 0,0 1 0 0 0,1-1 0 0 0,0 0 0 0 0,1 1 0 0 0,-1 0 0 0 0,-1 9 0 0 0,4-12 3 0 0,-1 0 1 0 0,1 0-1 0 0,0 0 1 0 0,-1 0 0 0 0,1 0-1 0 0,1 0 1 0 0,-1 0-1 0 0,0 0 1 0 0,1 0-1 0 0,0-1 1 0 0,-1 1-1 0 0,1-1 1 0 0,0 1-1 0 0,0-1 1 0 0,0 0-1 0 0,1 0 1 0 0,-1 0 0 0 0,1 0-1 0 0,-1 0 1 0 0,1 0-1 0 0,-1-1 1 0 0,1 1-1 0 0,0-1 1 0 0,0 0-1 0 0,6 2 1 0 0,8 3 78 0 0,1 0 0 0 0,-1-2 1 0 0,22 3-1 0 0,-30-5-49 0 0,11 1 81 0 0,1-1 0 0 0,-1-1 0 0 0,0 0 0 0 0,1-2 1 0 0,-1 0-1 0 0,0-2 0 0 0,30-6 0 0 0,-42 7-61 0 0,1 0 0 0 0,-1-1 0 0 0,0 0 0 0 0,0 0 0 0 0,0-1 0 0 0,0 0 0 0 0,0 0 0 0 0,-1-1 0 0 0,0 0 0 0 0,0 0 0 0 0,0-1 0 0 0,-1 0 0 0 0,1 0 0 0 0,-1 0 1 0 0,-1-1-1 0 0,1 0 0 0 0,-1 0 0 0 0,-1-1 0 0 0,8-13 0 0 0,-11 18-47 0 0,1-1-1 0 0,-1 1 1 0 0,0 0 0 0 0,0 0 0 0 0,-1-1-1 0 0,1 1 1 0 0,-1-1 0 0 0,1 1 0 0 0,-1 0 0 0 0,0-1-1 0 0,0 1 1 0 0,-1-1 0 0 0,1 1 0 0 0,-1 0-1 0 0,0-1 1 0 0,1 1 0 0 0,-2 0 0 0 0,1-1 0 0 0,0 1-1 0 0,-2-3 1 0 0,-1 1-4 0 0,1 1-1 0 0,0 0 1 0 0,-1 0-1 0 0,0 1 1 0 0,0-1-1 0 0,0 1 1 0 0,0 0 0 0 0,0 0-1 0 0,-1 0 1 0 0,0 1-1 0 0,-8-5 1 0 0,-7 0 4 0 0,1 1-1 0 0,-1 1 1 0 0,-1 1 0 0 0,1 1-1 0 0,-31-2 1 0 0,31 4-431 0 0,-46-1 1132 0 0,23 7-5769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4"/>
    </inkml:context>
    <inkml:brush xml:id="br0">
      <inkml:brushProperty name="width" value="0.1" units="cm"/>
      <inkml:brushProperty name="height" value="0.1" units="cm"/>
      <inkml:brushProperty name="color" value="#FFC114"/>
    </inkml:brush>
  </inkml:definitions>
  <inkml:trace contextRef="#ctx0" brushRef="#br0">392 571 6237 0 0,'0'0'-344'0'0,"-24"0"-447"0"0,-2 2 794 0 0,-1 2-1 0 0,1 1 0 0 0,0 0 0 0 0,1 2 0 0 0,-1 1 0 0 0,1 2 0 0 0,1 0 0 0 0,0 1 0 0 0,0 1 1 0 0,1 2-1 0 0,-33 24 0 0 0,54-36 9 0 0,-1 0 1 0 0,0 0-1 0 0,1 0 1 0 0,-1 0-1 0 0,1 0 1 0 0,0 1 0 0 0,0-1-1 0 0,0 1 1 0 0,0-1-1 0 0,0 1 1 0 0,1 0-1 0 0,-1 0 1 0 0,1-1-1 0 0,-1 1 1 0 0,1 0-1 0 0,0 1 1 0 0,1-1-1 0 0,-1 0 1 0 0,-1 6-1 0 0,3-6 9 0 0,-1 0-1 0 0,1 0 0 0 0,0 0 0 0 0,0 0 1 0 0,0 0-1 0 0,0-1 0 0 0,1 1 0 0 0,-1 0 0 0 0,1-1 1 0 0,-1 1-1 0 0,1-1 0 0 0,0 0 0 0 0,0 1 0 0 0,0-1 1 0 0,0 0-1 0 0,0 0 0 0 0,4 2 0 0 0,8 5 57 0 0,0 0 0 0 0,1-1 0 0 0,-1-1-1 0 0,2 0 1 0 0,-1-1 0 0 0,21 5 0 0 0,-13-5 109 0 0,1 0 0 0 0,0-2 1 0 0,0-1-1 0 0,0-1 0 0 0,47-1 1 0 0,-64-1-90 0 0,1-1-1 0 0,0 1 1 0 0,-1-1 0 0 0,0-1 0 0 0,1 0 0 0 0,-1 0 0 0 0,0 0 0 0 0,0-1 0 0 0,0 0 0 0 0,0 0 0 0 0,0 0 0 0 0,-1-1 0 0 0,1 0 0 0 0,-1-1 0 0 0,0 0 0 0 0,0 0 0 0 0,-1 0 0 0 0,0 0 0 0 0,0-1 0 0 0,0 0 0 0 0,0 0 0 0 0,6-12 0 0 0,-8 10-42 0 0,0 0 0 0 0,-1 0 0 0 0,0 0 0 0 0,0 0 0 0 0,-1-1 0 0 0,0 1 0 0 0,-1 0 0 0 0,0-14 0 0 0,-12-73 146 0 0,5 45-124 0 0,-8-101 45 0 0,-19-143 458 0 0,7 187 106 0 0,27 106-694 0 0,-2-1-7 0 0,2 2 16 0 0,0 0 0 0 0,0 0 0 0 0,0-1-1 0 0,0 1 1 0 0,0 0 0 0 0,0 0 0 0 0,0 0-1 0 0,0 0 1 0 0,0 0 0 0 0,0-1-1 0 0,0 1 1 0 0,0 0 0 0 0,0 0 0 0 0,0 0-1 0 0,0 0 1 0 0,0 0 0 0 0,0 0 0 0 0,0 0-1 0 0,0-1 1 0 0,-1 1 0 0 0,1 0 0 0 0,0 0-1 0 0,0 0 1 0 0,0 0 0 0 0,0 0 0 0 0,0 0-1 0 0,0 0 1 0 0,0 0 0 0 0,-1 0 0 0 0,1 0-1 0 0,0 0 1 0 0,0 0 0 0 0,0-1 0 0 0,0 1-1 0 0,0 0 1 0 0,-1 0 0 0 0,1 0-1 0 0,0 0 1 0 0,0 0 0 0 0,0 0 0 0 0,0 0-1 0 0,0 0 1 0 0,0 0 0 0 0,-1 1 0 0 0,1-1-1 0 0,0 0 1 0 0,0 0 0 0 0,0 0 0 0 0,0 0-1 0 0,0 0 1 0 0,0 0 0 0 0,-1 0 0 0 0,1 0-1 0 0,0 0 1 0 0,0 0 0 0 0,0 0 0 0 0,0 0-1 0 0,0 1 1 0 0,0-1 0 0 0,0 0-1 0 0,0 0 1 0 0,-1 0 0 0 0,1 0 0 0 0,-5 15-7 0 0,0-1 1 0 0,1 1 0 0 0,1 0-1 0 0,0 0 1 0 0,1 0 0 0 0,0 24-1 0 0,6 102 22 0 0,-1-86-21 0 0,-2-16 23 0 0,2-1 0 0 0,1 0-1 0 0,2 0 1 0 0,12 42 0 0 0,-15-68-10 0 0,1-1 0 0 0,1 1 0 0 0,0-1-1 0 0,1 0 1 0 0,0-1 0 0 0,0 1 0 0 0,1-1-1 0 0,1-1 1 0 0,-1 1 0 0 0,2-1 0 0 0,-1-1-1 0 0,1 1 1 0 0,1-1 0 0 0,-1-1 0 0 0,1 0-1 0 0,0 0 1 0 0,13 5 0 0 0,5-1 9 0 0,0 0 1 0 0,1-3 0 0 0,1 0-1 0 0,-1-2 1 0 0,1-1 0 0 0,0-1-1 0 0,0-2 1 0 0,0-1 0 0 0,1-1-1 0 0,-1-2 1 0 0,0-1 0 0 0,57-13-1 0 0,-63 9 7 0 0,0 0 0 0 0,41-20 0 0 0,-55 22-13 0 0,0 0 1 0 0,0-1-1 0 0,-1 0 1 0 0,0-1 0 0 0,0 1-1 0 0,-1-2 1 0 0,1 1-1 0 0,10-14 1 0 0,-18 19-8 0 0,1 1 0 0 0,-1-1 0 0 0,0 0 0 0 0,1 0 0 0 0,-1 0 0 0 0,0 0 1 0 0,0 0-1 0 0,0 0 0 0 0,0 0 0 0 0,-1 0 0 0 0,1 0 0 0 0,-1 0 0 0 0,1-1 0 0 0,-1 1 1 0 0,0 0-1 0 0,1 0 0 0 0,-1-1 0 0 0,0 1 0 0 0,-1 0 0 0 0,1 0 0 0 0,0-1 0 0 0,-1 1 1 0 0,1 0-1 0 0,-1 0 0 0 0,1 0 0 0 0,-1 0 0 0 0,0 0 0 0 0,0 0 0 0 0,0 0 0 0 0,0 0 0 0 0,-1 0 1 0 0,1 0-1 0 0,0 0 0 0 0,-1 0 0 0 0,1 1 0 0 0,-1-1 0 0 0,0 1 0 0 0,0-1 0 0 0,1 1 1 0 0,-1 0-1 0 0,0 0 0 0 0,0 0 0 0 0,-4-2 0 0 0,-1-1-1 0 0,-1 1 0 0 0,1 0 0 0 0,-1 0 0 0 0,0 1 0 0 0,0 0 0 0 0,0 0 0 0 0,0 1 0 0 0,0 0 0 0 0,0 0 0 0 0,-15 2 0 0 0,14 0-6 0 0,-1 1 1 0 0,1 1-1 0 0,-1 0 1 0 0,1 0-1 0 0,0 1 0 0 0,0 0 1 0 0,1 1-1 0 0,-10 5 0 0 0,17-9 5 0 0,-1 0 0 0 0,1 0 0 0 0,-1 0-1 0 0,1 0 1 0 0,-1 0 0 0 0,1 0-1 0 0,0 0 1 0 0,0 0 0 0 0,-1 0 0 0 0,1 1-1 0 0,0-1 1 0 0,0 0 0 0 0,0 1-1 0 0,0-1 1 0 0,1 1 0 0 0,-1-1 0 0 0,0 1-1 0 0,1-1 1 0 0,-1 1 0 0 0,1 0-1 0 0,-1-1 1 0 0,1 1 0 0 0,0 0 0 0 0,-1-1-1 0 0,1 1 1 0 0,0 0 0 0 0,0-1 0 0 0,0 1-1 0 0,1 0 1 0 0,-1-1 0 0 0,0 1-1 0 0,1 0 1 0 0,-1-1 0 0 0,1 1 0 0 0,-1 0-1 0 0,1-1 1 0 0,0 1 0 0 0,0-1-1 0 0,0 1 1 0 0,-1-1 0 0 0,1 0 0 0 0,1 1-1 0 0,-1-1 1 0 0,0 0 0 0 0,0 0-1 0 0,0 1 1 0 0,1-1 0 0 0,-1 0 0 0 0,1 0-1 0 0,-1-1 1 0 0,1 1 0 0 0,1 1-1 0 0,12 7 14 0 0,1 0-1 0 0,0-1 1 0 0,1-1-1 0 0,-1 0 1 0 0,1-1-1 0 0,0-1 0 0 0,23 3 1 0 0,127 14 47 0 0,-150-20-55 0 0,-15-2-19 0 0,331 25-84 0 0,-165-24-1726 0 0,-3-14-3854 0 0,-135 8 2594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8.240"/>
    </inkml:context>
    <inkml:brush xml:id="br0">
      <inkml:brushProperty name="width" value="0.1" units="cm"/>
      <inkml:brushProperty name="height" value="0.1" units="cm"/>
      <inkml:brushProperty name="color" value="#FFC114"/>
    </inkml:brush>
  </inkml:definitions>
  <inkml:trace contextRef="#ctx0" brushRef="#br0">216 70 5424 0 0,'2'-2'11'0'0,"-1"1"-1"0"0,0-1 0 0 0,0 0 0 0 0,0 1 0 0 0,0-1 1 0 0,0 0-1 0 0,0 0 0 0 0,0 0 0 0 0,0 0 0 0 0,-1 1 0 0 0,1-1 1 0 0,-1 0-1 0 0,0 0 0 0 0,1 0 0 0 0,-1 0 0 0 0,0 0 1 0 0,0 0-1 0 0,0 0 0 0 0,-1 0 0 0 0,1 0 0 0 0,0 0 0 0 0,-1 0 1 0 0,1 0-1 0 0,-1 0 0 0 0,0 0 0 0 0,1 0 0 0 0,-1 1 1 0 0,0-1-1 0 0,-1-2 0 0 0,0 2 26 0 0,-2 2-16 0 0,0-1 1 0 0,-1 1-1 0 0,1-1 0 0 0,0 1 1 0 0,-1 1-1 0 0,1-1 0 0 0,-1 1 1 0 0,-5 1-1 0 0,-4 3-10 0 0,0 2 0 0 0,1-1 1 0 0,0 1-1 0 0,0 1 0 0 0,1 1 0 0 0,0 0 0 0 0,0 0 0 0 0,1 1 0 0 0,0 0 0 0 0,1 1 0 0 0,0 0 0 0 0,-10 16 1 0 0,19-26-8 0 0,0 1 0 0 0,0-1 0 0 0,0 1 0 0 0,0-1 0 0 0,1 1 0 0 0,-1-1 0 0 0,1 1 0 0 0,-1 0 0 0 0,1-1 0 0 0,-1 1 0 0 0,1 0 0 0 0,0-1 0 0 0,0 1 0 0 0,0 0 0 0 0,0 0 0 0 0,0-1 0 0 0,0 1 0 0 0,0 0 0 0 0,1-1 0 0 0,-1 1 0 0 0,1 0 0 0 0,-1-1 0 0 0,2 3 0 0 0,0-1 4 0 0,0 0 0 0 0,0-1 0 0 0,0 1 0 0 0,0 0 0 0 0,1-1 0 0 0,-1 0 0 0 0,1 1 1 0 0,-1-1-1 0 0,1 0 0 0 0,0-1 0 0 0,4 3 0 0 0,5 2 24 0 0,0-1 1 0 0,1 0-1 0 0,0-1 0 0 0,23 4 1 0 0,2-1 22 0 0,1-2 1 0 0,1-2-1 0 0,45-2 0 0 0,-71-2-6 0 0,0 0-1 0 0,0 0 0 0 0,0-1 0 0 0,0-1 0 0 0,0 0 0 0 0,-1-1 0 0 0,1-1 0 0 0,-1 0 0 0 0,0-1 0 0 0,-1 0 0 0 0,1-1 0 0 0,14-10 0 0 0,-25 15-29 0 0,1 0 0 0 0,-1 1 0 0 0,0-2 0 0 0,0 1 0 0 0,1 0 0 0 0,-1 0 0 0 0,-1-1-1 0 0,1 1 1 0 0,0-1 0 0 0,0 1 0 0 0,-1-1 0 0 0,0 0 0 0 0,1 0 0 0 0,-1 0 0 0 0,0 1 0 0 0,-1-1 0 0 0,1 0 0 0 0,0 0 0 0 0,-1-1 0 0 0,0 1 0 0 0,1 0 0 0 0,-1 0-1 0 0,0 0 1 0 0,-1 0 0 0 0,1 0 0 0 0,-1 0 0 0 0,1 0 0 0 0,-1 0 0 0 0,0 0 0 0 0,0 0 0 0 0,0 0 0 0 0,0 0 0 0 0,-1 1 0 0 0,1-1 0 0 0,-1 0 0 0 0,1 1 0 0 0,-1-1 0 0 0,-4-3-1 0 0,0-1 15 0 0,0 1-1 0 0,-1-1 1 0 0,0 1-1 0 0,-1 0 1 0 0,0 0-1 0 0,1 1 1 0 0,-2 0-1 0 0,1 1 1 0 0,0 0-1 0 0,-1 0 1 0 0,-12-3-1 0 0,-2 1-3 0 0,0 2 0 0 0,-1 0 0 0 0,1 2-1 0 0,-1 0 1 0 0,0 2 0 0 0,1 1-1 0 0,-1 0 1 0 0,-36 8 0 0 0,49-4 30 0 0,7-2-1079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9.098"/>
    </inkml:context>
    <inkml:brush xml:id="br0">
      <inkml:brushProperty name="width" value="0.1" units="cm"/>
      <inkml:brushProperty name="height" value="0.1" units="cm"/>
      <inkml:brushProperty name="color" value="#FFC114"/>
    </inkml:brush>
  </inkml:definitions>
  <inkml:trace contextRef="#ctx0" brushRef="#br0">74 189 5861 0 0,'-49'-182'3158'0'0,"48"181"-3075"0"0,0-1 1 0 0,1 2-80 0 0,0 0 0 0 0,0-1 0 0 0,0 1 0 0 0,0 0 0 0 0,0 0 0 0 0,0 0 0 0 0,0 0 0 0 0,0-1 0 0 0,-1 1 0 0 0,1 0 0 0 0,0 0 0 0 0,0 0 0 0 0,0 0 1 0 0,0 0-1 0 0,0-1 0 0 0,0 1 0 0 0,0 0 0 0 0,0 0 0 0 0,0 0 0 0 0,-1 0 0 0 0,1 0 0 0 0,0 0 0 0 0,0 0 0 0 0,0 0 0 0 0,0-1 0 0 0,0 1 0 0 0,-1 0 0 0 0,1 0 0 0 0,0 0 0 0 0,0 0 0 0 0,0 0 1 0 0,0 0-1 0 0,-1 0 0 0 0,1 0 0 0 0,0 0 0 0 0,0 0 0 0 0,0 0 0 0 0,0 0 0 0 0,-1 0 0 0 0,1 0 0 0 0,0 0 0 0 0,0 0 0 0 0,0 0 0 0 0,0 0 0 0 0,0 0 0 0 0,-1 1 0 0 0,1-1 0 0 0,0 0 0 0 0,0 0 0 0 0,0 0 1 0 0,0 0-1 0 0,0 0 0 0 0,0 0 0 0 0,-1 0 0 0 0,1 0 0 0 0,0 1 0 0 0,-2 2 0 0 0,0 1-1 0 0,0-1 1 0 0,0 1 0 0 0,1 0 0 0 0,-1-1-1 0 0,1 1 1 0 0,0 0 0 0 0,0 0-1 0 0,0 0 1 0 0,1 0 0 0 0,-1 0 0 0 0,1 0-1 0 0,0 0 1 0 0,1 7 0 0 0,11 67 38 0 0,-6-46-36 0 0,11 41 25 0 0,2-1 0 0 0,4-2 0 0 0,39 85 1 0 0,12-1 155 0 0,-70-144 1021 0 0,-6-8-496 0 0,-16-15-295 0 0,-27-34-218 0 0,31 31-64 0 0,1-2 1 0 0,-20-32-1 0 0,30 45-122 0 0,0 0 0 0 0,1 0 0 0 0,-1 0 0 0 0,1 0 0 0 0,0-1 0 0 0,1 1 1 0 0,-1-1-1 0 0,1 1 0 0 0,0-1 0 0 0,1 1 0 0 0,-1-1 0 0 0,1 0 0 0 0,0 1 0 0 0,0-1 0 0 0,3-11 1 0 0,-2 14-16 0 0,1-1 1 0 0,0 1 0 0 0,1 0 0 0 0,-1-1 0 0 0,0 1 0 0 0,1 0 0 0 0,0 1 0 0 0,0-1 0 0 0,0 0 0 0 0,0 1 0 0 0,0-1 0 0 0,0 1 0 0 0,1 0-1 0 0,-1 0 1 0 0,1 0 0 0 0,-1 1 0 0 0,1-1 0 0 0,0 1 0 0 0,0 0 0 0 0,0 0 0 0 0,0 0 0 0 0,4 0 0 0 0,13-2-9 0 0,0 1 0 0 0,35 0 1 0 0,-55 2 9 0 0,63 1-33 0 0,119 17 0 0 0,-152-13-18 0 0,0 2-1 0 0,0 1 0 0 0,-1 2 1 0 0,0 1-1 0 0,49 25 1 0 0,-78-36 47 0 0,0 0 0 0 0,0 1 0 0 0,-1-1-1 0 0,1 1 1 0 0,0-1 0 0 0,0 1 0 0 0,-1-1 0 0 0,1 1 0 0 0,-1-1 0 0 0,1 1 0 0 0,0 0 0 0 0,-1-1 0 0 0,1 1 0 0 0,-1 0-1 0 0,1-1 1 0 0,-1 1 0 0 0,0 0 0 0 0,1 0 0 0 0,-1 0 0 0 0,0-1 0 0 0,1 1 0 0 0,-1 0 0 0 0,0 0 0 0 0,0 0 0 0 0,0 0-1 0 0,0 0 1 0 0,0-1 0 0 0,0 1 0 0 0,0 0 0 0 0,0 0 0 0 0,0 0 0 0 0,0 0 0 0 0,-1 0 0 0 0,1-1 0 0 0,0 1 0 0 0,0 0-1 0 0,-1 0 1 0 0,1 0 0 0 0,-1-1 0 0 0,1 1 0 0 0,-1 0 0 0 0,1 0 0 0 0,-1-1 0 0 0,1 1 0 0 0,-1-1 0 0 0,1 1 0 0 0,-1 0 0 0 0,0-1-1 0 0,1 1 1 0 0,-1-1 0 0 0,0 1 0 0 0,0-1 0 0 0,1 0 0 0 0,-3 1 0 0 0,-45 26-34 0 0,48-27 37 0 0,-53 23 5 0 0,-2-3-1 0 0,0-2 0 0 0,-1-3 0 0 0,0-2 0 0 0,-92 9 0 0 0,136-21 28 0 0,10 0-76 0 0,0-1-1 0 0,0 0 0 0 0,-1 1 1 0 0,1-1-1 0 0,0 0 0 0 0,0 0 0 0 0,0 0 1 0 0,-1 0-1 0 0,1-1 0 0 0,0 1 1 0 0,0-1-1 0 0,0 1 0 0 0,0-1 1 0 0,0 0-1 0 0,0 0 0 0 0,0 1 1 0 0,0-1-1 0 0,0-1 0 0 0,0 1 1 0 0,-2-2-1 0 0,5 0-321 0 0,0-1 0 0 0,0 1-1 0 0,0-1 1 0 0,0 1 0 0 0,0-1 0 0 0,1 1-1 0 0,0 0 1 0 0,0 0 0 0 0,0 0 0 0 0,3-4-1 0 0,12-13-2153 0 0,4 0-445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9.630"/>
    </inkml:context>
    <inkml:brush xml:id="br0">
      <inkml:brushProperty name="width" value="0.1" units="cm"/>
      <inkml:brushProperty name="height" value="0.1" units="cm"/>
      <inkml:brushProperty name="color" value="#FFC114"/>
    </inkml:brush>
  </inkml:definitions>
  <inkml:trace contextRef="#ctx0" brushRef="#br0">28 163 6817 0 0,'1'-8'-74'0'0,"1"2"170"0"0,0 0 0 0 0,-1 0 0 0 0,0 0 0 0 0,-1 0 0 0 0,1 0 0 0 0,-1 0 0 0 0,0 0 0 0 0,-1 0 0 0 0,1 0 0 0 0,-1 0 0 0 0,-1 1 0 0 0,1-1 0 0 0,-1 0 0 0 0,0 0 0 0 0,-4-9 0 0 0,-13-34 1673 0 0,18 47-1479 0 0,13 102-176 0 0,5-14-51 0 0,5 111 1 0 0,-9-69-27 0 0,-12-108-25 0 0,2 0 0 0 0,1-1 0 0 0,0 0 0 0 0,1 1 0 0 0,13 29 0 0 0,-15-43-3 0 0,1 1 0 0 0,0-1 0 0 0,0 0 0 0 0,0 0 0 0 0,1 0 1 0 0,0 0-1 0 0,0-1 0 0 0,0 0 0 0 0,1 0 0 0 0,0 0 0 0 0,0-1 1 0 0,0 0-1 0 0,0 0 0 0 0,1 0 0 0 0,0-1 0 0 0,-1 0 0 0 0,1 0 1 0 0,10 2-1 0 0,10 2 5 0 0,0-1 1 0 0,0-1-1 0 0,1-2 0 0 0,-1-1 1 0 0,37-1-1 0 0,-44-2-408 0 0,-1-1-1 0 0,1-1 1 0 0,21-6-1 0 0,-26 4-633 0 0,0 0-1 0 0,0-1 0 0 0,-1 0 0 0 0,20-13 0 0 0,-14 7-1341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29.992"/>
    </inkml:context>
    <inkml:brush xml:id="br0">
      <inkml:brushProperty name="width" value="0.1" units="cm"/>
      <inkml:brushProperty name="height" value="0.1" units="cm"/>
      <inkml:brushProperty name="color" value="#FFC114"/>
    </inkml:brush>
  </inkml:definitions>
  <inkml:trace contextRef="#ctx0" brushRef="#br0">43 114 5761 0 0,'0'0'-59'0'0,"-42"-16"1479"0"0,42 15-1410 0 0,0 1 0 0 0,0-1 0 0 0,0 1 0 0 0,-1-1 0 0 0,1 1 0 0 0,0 0 0 0 0,0-1 0 0 0,0 1 0 0 0,0-1 0 0 0,0 1 0 0 0,0-1 0 0 0,1 1 0 0 0,-1 0 0 0 0,0-1 0 0 0,0 1 0 0 0,0-1 0 0 0,0 1 0 0 0,0 0 0 0 0,1-1 0 0 0,-1 1 0 0 0,0-1 0 0 0,0 1 0 0 0,1 0 0 0 0,-1-1 0 0 0,0 1 0 0 0,0 0 0 0 0,1-1 0 0 0,-1 1 0 0 0,0 0 0 0 0,1 0 0 0 0,-1-1 0 0 0,1 1 0 0 0,-1 0 0 0 0,24-12 151 0 0,33-4-43 0 0,-49 14-76 0 0,91-19 76 0 0,23-7-4128 0 0,-101 22 1975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1.726"/>
    </inkml:context>
    <inkml:brush xml:id="br0">
      <inkml:brushProperty name="width" value="0.1" units="cm"/>
      <inkml:brushProperty name="height" value="0.1" units="cm"/>
      <inkml:brushProperty name="color" value="#FFC114"/>
    </inkml:brush>
  </inkml:definitions>
  <inkml:trace contextRef="#ctx0" brushRef="#br0">335 168 5276 0 0,'0'0'-76'0'0,"4"-22"-2"0"0,-7 19 96 0 0,-1-1-1 0 0,1 1 0 0 0,-1 0 0 0 0,0 0 0 0 0,0 0 0 0 0,0 1 0 0 0,0-1 0 0 0,0 1 0 0 0,-1 0 0 0 0,1 0 0 0 0,-1 1 0 0 0,1-1 0 0 0,-1 1 0 0 0,0 0 0 0 0,0 0 0 0 0,1 1 1 0 0,-1-1-1 0 0,0 1 0 0 0,0 0 0 0 0,0 0 0 0 0,1 1 0 0 0,-1 0 0 0 0,-9 2 0 0 0,1-1 0 0 0,0 1 0 0 0,0 0 0 0 0,0 2 0 0 0,1-1-1 0 0,0 1 1 0 0,0 1 0 0 0,-21 12 0 0 0,17-6 0 0 0,0 1 0 0 0,-19 19 0 0 0,31-29-7 0 0,1 1 1 0 0,-1 0-1 0 0,1 0 1 0 0,0 0-1 0 0,1 0 0 0 0,-1 0 1 0 0,1 1-1 0 0,-1-1 1 0 0,1 1-1 0 0,1-1 1 0 0,-1 1-1 0 0,1 0 0 0 0,0 0 1 0 0,0 0-1 0 0,-1 6 1 0 0,3-9-4 0 0,-1 1 1 0 0,1-1 0 0 0,-1 0 0 0 0,1 1 0 0 0,0-1 0 0 0,0 1 0 0 0,0-1 0 0 0,0 0 0 0 0,0 0 0 0 0,1 0 0 0 0,-1 1 0 0 0,1-1-1 0 0,-1 0 1 0 0,1-1 0 0 0,0 1 0 0 0,0 0 0 0 0,0 0 0 0 0,0-1 0 0 0,0 1 0 0 0,0-1 0 0 0,0 0 0 0 0,0 0 0 0 0,0 0 0 0 0,1 0 0 0 0,-1 0-1 0 0,1 0 1 0 0,-1 0 0 0 0,0-1 0 0 0,1 1 0 0 0,-1-1 0 0 0,5 0 0 0 0,10 3 27 0 0,-1-2 0 0 0,1 0 0 0 0,21-2 1 0 0,-37 1-36 0 0,8 0 46 0 0,1-1 0 0 0,0 0 0 0 0,0 0 0 0 0,0-1 0 0 0,-1 0 0 0 0,1-1 0 0 0,-1 0 0 0 0,1-1 0 0 0,-1 1 0 0 0,0-2 0 0 0,-1 1 0 0 0,1-1 0 0 0,-1-1 0 0 0,0 0 0 0 0,0 0 0 0 0,-1 0 0 0 0,1-1 0 0 0,-1 0 0 0 0,-1 0 0 0 0,1-1 0 0 0,-2 0 0 0 0,1 0 0 0 0,-1 0 0 0 0,0-1 0 0 0,0 0 0 0 0,-1 0 0 0 0,-1 0 0 0 0,1 0 0 0 0,2-13 0 0 0,-1-18 860 0 0,-5 38-819 0 0,0-4-4 0 0,0 6-70 0 0,0 0 0 0 0,0 0 0 0 0,0 0 0 0 0,0 0 0 0 0,0 0 0 0 0,0 0-1 0 0,0 0 1 0 0,0 0 0 0 0,-1 0 0 0 0,1 0 0 0 0,0 0 0 0 0,0 0 0 0 0,0 0 0 0 0,0 0 0 0 0,0 0-1 0 0,0 0 1 0 0,0 0 0 0 0,0 0 0 0 0,0 0 0 0 0,0 0 0 0 0,0 0 0 0 0,0 0 0 0 0,0 0 0 0 0,0 0-1 0 0,0 0 1 0 0,-1 0 0 0 0,1 0 0 0 0,0 0 0 0 0,0 0 0 0 0,0 0 0 0 0,0 0 0 0 0,0 0 0 0 0,0-1 0 0 0,-1 7-7 0 0,0 0 0 0 0,0-1 1 0 0,0 1-1 0 0,0 0 1 0 0,1-1-1 0 0,0 1 1 0 0,1 0-1 0 0,-1 0 0 0 0,1-1 1 0 0,0 1-1 0 0,0 0 1 0 0,1-1-1 0 0,0 1 1 0 0,0-1-1 0 0,0 0 0 0 0,0 0 1 0 0,1 1-1 0 0,0-2 1 0 0,0 1-1 0 0,0 0 1 0 0,1-1-1 0 0,0 1 0 0 0,0-1 1 0 0,0 0-1 0 0,0 0 1 0 0,8 5-1 0 0,0 0 12 0 0,0 0-1 0 0,0-1 1 0 0,1-1 0 0 0,-1 0-1 0 0,2 0 1 0 0,-1-2 0 0 0,1 1-1 0 0,0-2 1 0 0,27 6 0 0 0,-28-8-2 0 0,-1-1 0 0 0,1 0 0 0 0,-1-1 0 0 0,1 0 0 0 0,-1 0 0 0 0,1-2 0 0 0,-1 0 0 0 0,1 0 0 0 0,-1-1 1 0 0,0 0-1 0 0,0-1 0 0 0,19-10 0 0 0,-22 9-7 0 0,-1 0 0 0 0,0 0 0 0 0,-1-1 0 0 0,1-1-1 0 0,-1 1 1 0 0,0-1 0 0 0,-1 0 0 0 0,1-1 0 0 0,-1 1 0 0 0,-1-1 0 0 0,0-1 0 0 0,0 1 0 0 0,0-1 0 0 0,-1 1-1 0 0,-1-1 1 0 0,6-19 0 0 0,17-103 447 0 0,-25 129-463 0 0,-1 8-146 0 0,-1 29 131 0 0,0-19 24 0 0,1 0-1 0 0,0 1 1 0 0,1-1 0 0 0,1 0-1 0 0,4 19 1 0 0,-5-30 3 0 0,1 0 0 0 0,0 0 0 0 0,0-1 0 0 0,0 1 0 0 0,1-1 0 0 0,-1 1 0 0 0,1-1 0 0 0,0 0 0 0 0,0 0 0 0 0,1 0 0 0 0,-1 0 1 0 0,1-1-1 0 0,0 0 0 0 0,0 1 0 0 0,0-1 0 0 0,0-1 0 0 0,0 1 0 0 0,1-1 0 0 0,-1 1 0 0 0,1-1 0 0 0,9 3 0 0 0,6 1 14 0 0,0-1 0 0 0,0 0 1 0 0,1-1-1 0 0,0-2 0 0 0,-1 0 0 0 0,1-1 1 0 0,0-1-1 0 0,22-3 0 0 0,-37 3-11 0 0,-1-1-1 0 0,1 0 1 0 0,-1 0-1 0 0,1-1 1 0 0,-1 1 0 0 0,1-1-1 0 0,-1-1 1 0 0,0 1-1 0 0,0-1 1 0 0,0 0 0 0 0,0 0-1 0 0,-1 0 1 0 0,1 0-1 0 0,-1-1 1 0 0,0 0-1 0 0,0 0 1 0 0,0 0 0 0 0,0-1-1 0 0,-1 1 1 0 0,1-1-1 0 0,-1 0 1 0 0,-1 0 0 0 0,1 0-1 0 0,-1 0 1 0 0,1 0-1 0 0,-1-1 1 0 0,-1 1 0 0 0,1-1-1 0 0,-1 1 1 0 0,0-1-1 0 0,0 1 1 0 0,-1-1-1 0 0,0 0 1 0 0,0-7 0 0 0,0-69 695 0 0,0 80-661 0 0,-2-15 94 0 0,3 5-287 0 0,-2 26 149 0 0,1 1-1 0 0,0-1 1 0 0,1 0-1 0 0,0 0 1 0 0,2 0-1 0 0,-1 0 0 0 0,1 0 1 0 0,1 0-1 0 0,1-1 1 0 0,0 0-1 0 0,8 15 1 0 0,-6-16 2115 0 0,-10-32-1651 0 0,4 11-413 0 0,0 0-1 0 0,0 0 1 0 0,1 1-1 0 0,0-1 1 0 0,0 0-1 0 0,1 1 1 0 0,0 0-1 0 0,1-1 1 0 0,7-11-1 0 0,-1 4-10 0 0,0 0-1 0 0,2 0 1 0 0,16-17-1 0 0,-25 30-42 0 0,1-1 0 0 0,0 1-1 0 0,0-1 1 0 0,0 1 0 0 0,0 0 0 0 0,0 1 0 0 0,1-1 0 0 0,-1 1-1 0 0,1 0 1 0 0,0 0 0 0 0,0 0 0 0 0,-1 1 0 0 0,1-1-1 0 0,0 1 1 0 0,9-1 0 0 0,-6 2-4 0 0,1 0-1 0 0,0 1 1 0 0,0 0-1 0 0,0 0 1 0 0,0 1-1 0 0,-1 0 1 0 0,1 1 0 0 0,10 4-1 0 0,12 7-22 0 0,-2 2 0 0 0,0 0-1 0 0,46 37 1 0 0,-65-46 26 0 0,12 10-43 0 0,-5-7-5 0 0,-2 1-1 0 0,1 1 0 0 0,-2 0 1 0 0,0 1-1 0 0,0 1 0 0 0,-1 0 0 0 0,12 18 1 0 0,-24-32-22 0 0,-1 1 1 0 0,0 0 0 0 0,1-1-1 0 0,-1 1 1 0 0,0 0-1 0 0,0 0 1 0 0,1-1 0 0 0,-1 1-1 0 0,0 0 1 0 0,0 0 0 0 0,0-1-1 0 0,0 1 1 0 0,0 0 0 0 0,0 0-1 0 0,0-1 1 0 0,0 1 0 0 0,-1 0-1 0 0,1 0 1 0 0,0-1 0 0 0,0 1-1 0 0,-1 0 1 0 0,1 0-1 0 0,0-1 1 0 0,-1 1 0 0 0,1 0-1 0 0,0-1 1 0 0,-1 1 0 0 0,1-1-1 0 0,-1 1 1 0 0,0 0 0 0 0,1-1-1 0 0,-1 1 1 0 0,1-1 0 0 0,-1 0-1 0 0,0 1 1 0 0,1-1-1 0 0,-1 1 1 0 0,0-1 0 0 0,-1 1-1 0 0,0 0-402 0 0,0-1 0 0 0,0 1-1 0 0,0 0 1 0 0,0-1-1 0 0,-1 1 1 0 0,1-1-1 0 0,0 1 1 0 0,-1-1 0 0 0,1 0-1 0 0,0 0 1 0 0,0 0-1 0 0,-1-1 1 0 0,-3 0-1 0 0,-22-7-1791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2.009"/>
    </inkml:context>
    <inkml:brush xml:id="br0">
      <inkml:brushProperty name="width" value="0.1" units="cm"/>
      <inkml:brushProperty name="height" value="0.1" units="cm"/>
      <inkml:brushProperty name="color" value="#FFC114"/>
    </inkml:brush>
  </inkml:definitions>
  <inkml:trace contextRef="#ctx0" brushRef="#br0">74 48 5901 0 0,'-58'-15'1829'0'0,"56"15"-1448"0"0,-7-5 613 0 0,8 4-991 0 0,1 1 0 0 0,0 0-1 0 0,0 0 1 0 0,-1 0 0 0 0,1 0 0 0 0,0 0-1 0 0,0 0 1 0 0,0-1 0 0 0,-1 1 0 0 0,1 0-1 0 0,0 0 1 0 0,0 0 0 0 0,0 0 0 0 0,0-1 0 0 0,0 1-1 0 0,-1 0 1 0 0,1 0 0 0 0,0-1 0 0 0,0 1-1 0 0,0 0 1 0 0,0 0 0 0 0,0 0 0 0 0,0-1-1 0 0,0 1 1 0 0,0 0 0 0 0,0 0 0 0 0,0-1-1 0 0,0 1 1 0 0,0 0 0 0 0,0 0 0 0 0,0-1-1 0 0,0 1 1 0 0,0 0 0 0 0,0 0 0 0 0,0-1-1 0 0,0 1 1 0 0,0 0 0 0 0,0 0 0 0 0,0-1-1 0 0,1 1 1 0 0,-1 0 0 0 0,0 0 0 0 0,0 0-1 0 0,0-1 1 0 0,0 1 0 0 0,0 0 0 0 0,1 0-1 0 0,-1 0 1 0 0,0 0 0 0 0,0-1 0 0 0,0 1-1 0 0,1 0 1 0 0,-1 0 0 0 0,0 0 0 0 0,1 0 0 0 0,7-2-332 0 0,6-1-213 0 0,1-2-3107 0 0,3-1 765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2.756"/>
    </inkml:context>
    <inkml:brush xml:id="br0">
      <inkml:brushProperty name="width" value="0.1" units="cm"/>
      <inkml:brushProperty name="height" value="0.1" units="cm"/>
      <inkml:brushProperty name="color" value="#FFC114"/>
    </inkml:brush>
  </inkml:definitions>
  <inkml:trace contextRef="#ctx0" brushRef="#br0">121 180 6341 0 0,'-17'13'-595'0'0,"33"-18"810"0"0,1 0-263 0 0,-5 2 80 0 0,0 0-1 0 0,-1-1 0 0 0,1-1 1 0 0,-1 0-1 0 0,0-1 1 0 0,18-12-1 0 0,-24 15-19 0 0,-1 0-1 0 0,0-1 0 0 0,0 1 1 0 0,0-1-1 0 0,-1 0 1 0 0,1 0-1 0 0,-1 0 1 0 0,0-1-1 0 0,0 1 1 0 0,0-1-1 0 0,-1 0 1 0 0,0 0-1 0 0,0 0 1 0 0,0 0-1 0 0,0 0 0 0 0,1-9 1 0 0,-3 12-11 0 0,1 0-1 0 0,-1 0 1 0 0,0 0-1 0 0,0 0 1 0 0,0 0 0 0 0,0 0-1 0 0,0 0 1 0 0,0 0-1 0 0,-1 0 1 0 0,1 0 0 0 0,-1 0-1 0 0,1 1 1 0 0,-1-1-1 0 0,0 0 1 0 0,0 0 0 0 0,0 0-1 0 0,0 1 1 0 0,0-1-1 0 0,0 0 1 0 0,0 1 0 0 0,0-1-1 0 0,-3-1 1 0 0,2 2 0 0 0,-1-1 0 0 0,1 0 0 0 0,-1 1 1 0 0,0 0-1 0 0,0 0 0 0 0,0 0 0 0 0,0 0 0 0 0,0 0 1 0 0,1 1-1 0 0,-1-1 0 0 0,-1 1 0 0 0,1 0 0 0 0,-3 0 0 0 0,-4 0 2 0 0,0 1-1 0 0,-1 1 1 0 0,1-1-1 0 0,0 2 1 0 0,0-1-1 0 0,0 1 0 0 0,-12 6 1 0 0,3 0 4 0 0,1 1 0 0 0,0 1 0 0 0,-18 13 0 0 0,33-22-4 0 0,-1 1-1 0 0,1-1 1 0 0,-1 1-1 0 0,1 0 1 0 0,0 0-1 0 0,0 1 1 0 0,1-1-1 0 0,-1 0 1 0 0,1 1-1 0 0,-1-1 1 0 0,1 1-1 0 0,0 0 1 0 0,1 0-1 0 0,-1 0 1 0 0,1 0-1 0 0,-1 0 1 0 0,1 0-1 0 0,1 1 1 0 0,-1-1-1 0 0,0 0 1 0 0,1 8-1 0 0,1-8 19 0 0,0 0-1 0 0,1 0 0 0 0,-1 0 1 0 0,1 0-1 0 0,0-1 0 0 0,0 1 0 0 0,0 0 1 0 0,1-1-1 0 0,-1 0 0 0 0,1 0 1 0 0,0 0-1 0 0,0 0 0 0 0,0 0 1 0 0,0 0-1 0 0,0-1 0 0 0,1 1 1 0 0,6 3-1 0 0,8 4 62 0 0,1-1-1 0 0,24 8 1 0 0,-31-12-47 0 0,19 7-34 0 0,1-2 0 0 0,1 0 0 0 0,-1-3 1 0 0,61 8-1 0 0,-72-14-1064 0 0,-1-1 0 0 0,36-4 0 0 0,-20-2-1005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3.414"/>
    </inkml:context>
    <inkml:brush xml:id="br0">
      <inkml:brushProperty name="width" value="0.1" units="cm"/>
      <inkml:brushProperty name="height" value="0.1" units="cm"/>
      <inkml:brushProperty name="color" value="#FFC114"/>
    </inkml:brush>
  </inkml:definitions>
  <inkml:trace contextRef="#ctx0" brushRef="#br0">228 616 5136 0 0,'0'0'-164'0'0,"-3"-2"-176"0"0,-2-1 340 0 0,1 1-1 0 0,-1-1 0 0 0,0 1 1 0 0,0 1-1 0 0,0-1 0 0 0,-1 1 1 0 0,1 0-1 0 0,0 0 0 0 0,0 0 1 0 0,-1 1-1 0 0,1 0 0 0 0,0 0 1 0 0,-1 0-1 0 0,1 1 0 0 0,0-1 1 0 0,-7 3-1 0 0,-6 1 131 0 0,-1 1-1 0 0,1 0 1 0 0,-26 13 0 0 0,43-18-123 0 0,-1 0 0 0 0,0 1 1 0 0,1-1-1 0 0,-1 1 0 0 0,1 0 1 0 0,-1-1-1 0 0,1 1 0 0 0,-1 0 0 0 0,1 0 1 0 0,-1 0-1 0 0,1 0 0 0 0,0 0 1 0 0,-1 1-1 0 0,1-1 0 0 0,0 0 1 0 0,0 1-1 0 0,0-1 0 0 0,0 0 0 0 0,0 1 1 0 0,0-1-1 0 0,1 1 0 0 0,-1 0 1 0 0,0-1-1 0 0,1 1 0 0 0,-1-1 0 0 0,1 1 1 0 0,0 0-1 0 0,-1 0 0 0 0,1-1 1 0 0,0 1-1 0 0,0 0 0 0 0,0-1 0 0 0,0 1 1 0 0,1 0-1 0 0,-1 0 0 0 0,0-1 1 0 0,1 1-1 0 0,-1 0 0 0 0,1-1 1 0 0,-1 1-1 0 0,1-1 0 0 0,0 1 0 0 0,0-1 1 0 0,-1 1-1 0 0,1-1 0 0 0,0 1 1 0 0,1-1-1 0 0,-1 0 0 0 0,0 0 0 0 0,0 1 1 0 0,0-1-1 0 0,3 1 0 0 0,5 7 47 0 0,0-1 0 0 0,0-1-1 0 0,1 0 1 0 0,0 0 0 0 0,21 10 0 0 0,-19-11 158 0 0,1-1 1 0 0,-1 0 0 0 0,1-1-1 0 0,-1-1 1 0 0,1 0 0 0 0,0 0-1 0 0,1-1 1 0 0,17 0 0 0 0,-28-3-166 0 0,0 1 0 0 0,-1-1 0 0 0,1 0 1 0 0,0 1-1 0 0,-1-2 0 0 0,1 1 1 0 0,0 0-1 0 0,-1 0 0 0 0,1-1 0 0 0,-1 1 1 0 0,0-1-1 0 0,1 0 0 0 0,-1 0 0 0 0,0 0 1 0 0,0 0-1 0 0,0 0 0 0 0,-1 0 0 0 0,1 0 1 0 0,0-1-1 0 0,-1 1 0 0 0,1 0 0 0 0,-1-1 1 0 0,0 0-1 0 0,0 1 0 0 0,1-5 0 0 0,1-4 46 0 0,0 0 1 0 0,-1 0-1 0 0,0 0 0 0 0,0-19 0 0 0,-3-34 73 0 0,-3 0 0 0 0,-3 0 0 0 0,-20-80 0 0 0,9 46-36 0 0,8 41 214 0 0,-2 1 1 0 0,-23-61-1 0 0,35 117-343 0 0,0-1-1 0 0,0 1 1 0 0,-1 0-1 0 0,1 0 1 0 0,0-1-1 0 0,0 1 0 0 0,0 0 1 0 0,0 0-1 0 0,-1-1 1 0 0,1 1-1 0 0,0 0 1 0 0,0 0-1 0 0,0 0 1 0 0,-1-1-1 0 0,1 1 0 0 0,0 0 1 0 0,0 0-1 0 0,-1 0 1 0 0,1 0-1 0 0,0 0 1 0 0,-1-1-1 0 0,1 1 1 0 0,0 0-1 0 0,0 0 0 0 0,-1 0 1 0 0,1 0-1 0 0,0 0 1 0 0,-1 0-1 0 0,1 0 1 0 0,0 0-1 0 0,-1 0 1 0 0,1 0-1 0 0,0 0 0 0 0,0 0 1 0 0,-1 0-1 0 0,1 0 1 0 0,0 1-1 0 0,-1-1 1 0 0,1 0-1 0 0,0 0 1 0 0,0 0-1 0 0,-1 0 0 0 0,1 0 1 0 0,0 1-1 0 0,0-1 1 0 0,-1 0-1 0 0,1 0 1 0 0,-8 11 1 0 0,1 1 0 0 0,0-1 0 0 0,0 1 1 0 0,2 0-1 0 0,-1 0 0 0 0,1 1 0 0 0,1 0 1 0 0,0 0-1 0 0,1 0 0 0 0,-2 20 0 0 0,0 16 15 0 0,0 74-1 0 0,6-100-107 0 0,2 1 0 0 0,0-1 0 0 0,1 1-1 0 0,2-1 1 0 0,0 0 0 0 0,1-1 0 0 0,1 0 0 0 0,2 0-1 0 0,0 0 1 0 0,1-2 0 0 0,1 1 0 0 0,1-1 0 0 0,0-1 0 0 0,2 0-1 0 0,0-1 1 0 0,2-1 0 0 0,-1 0 0 0 0,2-1 0 0 0,31 21 0 0 0,-43-33-823 0 0,2 0 1 0 0,-1 0 0 0 0,0 0 0 0 0,1-1 0 0 0,12 3-1 0 0,-3-1-1290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5.788"/>
    </inkml:context>
    <inkml:brush xml:id="br0">
      <inkml:brushProperty name="width" value="0.1" units="cm"/>
      <inkml:brushProperty name="height" value="0.1" units="cm"/>
      <inkml:brushProperty name="color" value="#FFC114"/>
    </inkml:brush>
  </inkml:definitions>
  <inkml:trace contextRef="#ctx0" brushRef="#br0">34 77 5400 0 0,'1'-6'27'0'0,"-1"0"-1"0"0,1 1 1 0 0,-1-1-1 0 0,0 0 0 0 0,0 0 1 0 0,-3-10-1 0 0,1-8 612 0 0,2 22-578 0 0,-1 8-65 0 0,0-1 1 0 0,0 1 0 0 0,1-1 0 0 0,-1 1 0 0 0,1 0 0 0 0,0-1-1 0 0,1 1 1 0 0,0-1 0 0 0,2 10 0 0 0,10 76-151 0 0,60 269 428 0 0,-68-344 80 0 0,-1 0 0 0 0,-1 0-1 0 0,2 23 1 0 0,-5-37 54 0 0,-3-2-209 0 0,-1 0 0 0 0,1-1 0 0 0,-1 1 0 0 0,1-1 0 0 0,-1 0 0 0 0,1 0-1 0 0,-1-1 1 0 0,1 1 0 0 0,0-1 0 0 0,0 1 0 0 0,-1-1 0 0 0,1 0 0 0 0,-5-4-1 0 0,-38-42 501 0 0,33 33-199 0 0,10 12-459 0 0,1 1-18 0 0,0 1 0 0 0,1-1 1 0 0,-1 0-1 0 0,0 0 1 0 0,1 0-1 0 0,0 0 1 0 0,-1 0-1 0 0,1 0 1 0 0,0 0-1 0 0,0 0 0 0 0,0-1 1 0 0,0 1-1 0 0,1 0 1 0 0,-1-1-1 0 0,1 1 1 0 0,-1 0-1 0 0,1-1 1 0 0,0 1-1 0 0,0-5 0 0 0,0 6-23 0 0,0-1 0 0 0,1 0-1 0 0,-1 1 1 0 0,0-1 0 0 0,1 0-1 0 0,0 1 1 0 0,-1-1 0 0 0,1 1-1 0 0,0-1 1 0 0,0 1-1 0 0,0-1 1 0 0,0 1 0 0 0,0 0-1 0 0,0-1 1 0 0,0 1 0 0 0,0 0-1 0 0,0 0 1 0 0,1 0-1 0 0,-1 0 1 0 0,1 0 0 0 0,-1 0-1 0 0,1 0 1 0 0,-1 0 0 0 0,1 0-1 0 0,-1 1 1 0 0,1-1 0 0 0,-1 1-1 0 0,1-1 1 0 0,0 1-1 0 0,-1 0 1 0 0,3-1 0 0 0,3-1-16 0 0,33-11-47 0 0,0 2 1 0 0,1 2-1 0 0,0 1 1 0 0,1 2-1 0 0,0 2 1 0 0,0 2-1 0 0,0 2 1 0 0,47 5-1 0 0,-87-5 52 0 0,0 0-1 0 0,1 0 0 0 0,-1 0 1 0 0,0 0-1 0 0,0 0 1 0 0,0 0-1 0 0,1 1 0 0 0,-1-1 1 0 0,0 1-1 0 0,0 0 0 0 0,0 0 1 0 0,0-1-1 0 0,0 1 0 0 0,0 1 1 0 0,0-1-1 0 0,0 0 0 0 0,0 0 1 0 0,-1 1-1 0 0,1-1 0 0 0,0 1 1 0 0,-1-1-1 0 0,1 1 1 0 0,-1 0-1 0 0,0 0 0 0 0,1-1 1 0 0,-1 1-1 0 0,0 0 0 0 0,0 0 1 0 0,0 0-1 0 0,-1 0 0 0 0,1 1 1 0 0,0-1-1 0 0,0 2 0 0 0,-1 0 4 0 0,-1 0 0 0 0,1 0-1 0 0,-1 0 1 0 0,0 0-1 0 0,0 0 1 0 0,0 0 0 0 0,-1-1-1 0 0,1 1 1 0 0,-1 0-1 0 0,0-1 1 0 0,0 0 0 0 0,0 1-1 0 0,0-1 1 0 0,-1 0-1 0 0,1 0 1 0 0,-1 0-1 0 0,-6 5 1 0 0,-18 12 9 0 0,-1 0 0 0 0,0-2 0 0 0,-2-1 0 0 0,0-2 0 0 0,-1-1 0 0 0,0-1 0 0 0,-1-1 0 0 0,0-2 0 0 0,-61 11 0 0 0,89-21 9 0 0,1 1 0 0 0,0 0 0 0 0,-1-1 0 0 0,1 0 0 0 0,-1 0-1 0 0,1 0 1 0 0,0 0 0 0 0,-1-1 0 0 0,1 1 0 0 0,-1-1 0 0 0,1 0 0 0 0,0 0 0 0 0,0 0 0 0 0,-1-1 0 0 0,1 1 0 0 0,-5-3-1 0 0,8 3-51 0 0,-1 0-1 0 0,0 0 0 0 0,0 0 0 0 0,0 1 0 0 0,1-1 0 0 0,-1 0 0 0 0,0 0 0 0 0,1 0 1 0 0,-1 0-1 0 0,1 0 0 0 0,-1 0 0 0 0,1 0 0 0 0,0 0 0 0 0,-1 0 0 0 0,1-1 0 0 0,0 1 0 0 0,0 0 1 0 0,0 0-1 0 0,0-2 0 0 0,0 0-129 0 0,0 1 1 0 0,1-1 0 0 0,0 1-1 0 0,-1-1 1 0 0,1 1-1 0 0,0 0 1 0 0,0 0-1 0 0,1-1 1 0 0,-1 1 0 0 0,0 0-1 0 0,1 0 1 0 0,2-3-1 0 0,23-24-3891 0 0,-11 14 1551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6.487"/>
    </inkml:context>
    <inkml:brush xml:id="br0">
      <inkml:brushProperty name="width" value="0.1" units="cm"/>
      <inkml:brushProperty name="height" value="0.1" units="cm"/>
      <inkml:brushProperty name="color" value="#FFC114"/>
    </inkml:brush>
  </inkml:definitions>
  <inkml:trace contextRef="#ctx0" brushRef="#br0">183 118 6393 0 0,'3'-40'721'0'0,"-3"38"-500"0"0,-2-1-126 0 0,2 3-90 0 0,0 0 0 0 0,0 0 0 0 0,0 0 0 0 0,0 0 0 0 0,0-1 1 0 0,0 1-1 0 0,0 0 0 0 0,0 0 0 0 0,0 0 0 0 0,0-1 0 0 0,0 1 0 0 0,0 0 0 0 0,0 0 0 0 0,0 0 0 0 0,0-1 0 0 0,0 1 0 0 0,-1 0 0 0 0,1 0 0 0 0,0 0 0 0 0,0 0 0 0 0,0 0 0 0 0,0-1 0 0 0,0 1 0 0 0,-1 0 0 0 0,1 0 0 0 0,0 0 0 0 0,0 0 0 0 0,0 0 0 0 0,0 0 0 0 0,-1 0 0 0 0,1 0 0 0 0,0-1 0 0 0,0 1 0 0 0,0 0 0 0 0,-1 0 0 0 0,1 0 0 0 0,0 0 0 0 0,0 0 0 0 0,0 0 0 0 0,0 0 0 0 0,-1 0 0 0 0,1 0 0 0 0,0 0 0 0 0,0 0 0 0 0,0 1 0 0 0,-1-1 0 0 0,1 0 0 0 0,0 0 0 0 0,0 0 0 0 0,0 0 0 0 0,-1 0 0 0 0,1 0 0 0 0,0 0 0 0 0,0 1 0 0 0,-3 1 4 0 0,1 0 0 0 0,0 0 0 0 0,-1 1 0 0 0,1-1 0 0 0,0 1 0 0 0,0 0 0 0 0,1-1 0 0 0,-1 1 0 0 0,0 0 0 0 0,1 0 0 0 0,0 0 0 0 0,0 0 0 0 0,0 0 0 0 0,-1 6 0 0 0,2-7-3 0 0,0 0-1 0 0,0 0 0 0 0,1 0 0 0 0,-1-1 0 0 0,0 1 0 0 0,1 0 1 0 0,-1 0-1 0 0,1-1 0 0 0,0 1 0 0 0,0 0 0 0 0,0-1 0 0 0,0 1 1 0 0,0-1-1 0 0,0 1 0 0 0,0-1 0 0 0,0 1 0 0 0,0-1 0 0 0,1 0 0 0 0,-1 0 1 0 0,0 0-1 0 0,1 1 0 0 0,-1-1 0 0 0,1 0 0 0 0,0-1 0 0 0,-1 1 1 0 0,1 0-1 0 0,0 0 0 0 0,-1-1 0 0 0,1 1 0 0 0,3 0 0 0 0,9 2 6 0 0,-1 0-1 0 0,1 0 0 0 0,-1-1 0 0 0,1-1 0 0 0,0 0 1 0 0,-1-1-1 0 0,1-1 0 0 0,0 0 0 0 0,0 0 0 0 0,-1-2 1 0 0,1 0-1 0 0,-1 0 0 0 0,0-1 0 0 0,18-8 1 0 0,-13 4 85 0 0,-2-1 1 0 0,1 0-1 0 0,-1-1 1 0 0,-1 0-1 0 0,0-1 1 0 0,0-1-1 0 0,-1-1 1 0 0,-1 0-1 0 0,24-29 1 0 0,-33 37 253 0 0,-9 13-153 0 0,-22 32-107 0 0,-24 39-93 0 0,-264 372 138 0 0,236-346-81 0 0,-27 25 157 0 0,103-127-1102 0 0,3-5 205 0 0,13-16-356 0 0,26-29-1730 0 0,-2 10-135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7.499"/>
    </inkml:context>
    <inkml:brush xml:id="br0">
      <inkml:brushProperty name="width" value="0.1" units="cm"/>
      <inkml:brushProperty name="height" value="0.1" units="cm"/>
      <inkml:brushProperty name="color" value="#FFC114"/>
    </inkml:brush>
  </inkml:definitions>
  <inkml:trace contextRef="#ctx0" brushRef="#br0">42 156 6421 0 0,'-6'-5'-226'0'0,"2"2"212"0"0,0 1 0 0 0,0-1-1 0 0,1 0 1 0 0,0-1 0 0 0,-1 1-1 0 0,1 0 1 0 0,1-1 0 0 0,-1 0-1 0 0,-3-4 1 0 0,9 6 25 0 0,-2 1-11 0 0,1-1 1 0 0,-1 1 0 0 0,1 0 0 0 0,0 0 0 0 0,-1 0 0 0 0,1 0-1 0 0,0 0 1 0 0,0 0 0 0 0,0 0 0 0 0,0 0 0 0 0,-1 1 0 0 0,1-1-1 0 0,0 1 1 0 0,0-1 0 0 0,0 1 0 0 0,1 0 0 0 0,-1 0 0 0 0,0 0-1 0 0,2 0 1 0 0,5 1 4 0 0,16 0-5 0 0,0 1 0 0 0,0 2 0 0 0,0 0-1 0 0,0 1 1 0 0,-1 2 0 0 0,0 1 0 0 0,27 12 0 0 0,-2 3 7 0 0,-1 1 0 0 0,60 44 1 0 0,-90-56 1 0 0,-1 2 0 0 0,-1 0 0 0 0,0 0 0 0 0,-1 2 0 0 0,20 26 0 0 0,-25-14 72 0 0,-8-15 83 0 0,-2-11-29 0 0,-3 5 574 0 0,3-7-681 0 0,0 1 0 0 0,-1-1 0 0 0,1 1 0 0 0,0-1 0 0 0,0 0 1 0 0,0 1-1 0 0,0-1 0 0 0,0 1 0 0 0,-1-1 0 0 0,1 1 0 0 0,0-1 0 0 0,0 0 0 0 0,-1 1 0 0 0,1-1 0 0 0,0 1 0 0 0,-1-1 0 0 0,1 0 0 0 0,0 1 0 0 0,-1-1 0 0 0,1 0 0 0 0,0 0 0 0 0,-1 1 0 0 0,1-1 0 0 0,-1 0 0 0 0,1 0 0 0 0,-1 0 1 0 0,1 1-1 0 0,-1-1 0 0 0,1 0 0 0 0,0 0 0 0 0,-1 0 0 0 0,1 0 0 0 0,-1 0 0 0 0,1 0 0 0 0,-1 0 0 0 0,1 0 0 0 0,-1 0 0 0 0,0 0 0 0 0,-7-1 88 0 0,0-1 0 0 0,0 0 0 0 0,1 0 0 0 0,-1-1 0 0 0,1 0 0 0 0,-1 0 0 0 0,1-1 0 0 0,0 0 0 0 0,0 0 0 0 0,1-1-1 0 0,-1 1 1 0 0,1-2 0 0 0,0 1 0 0 0,0-1 0 0 0,1 1 0 0 0,-9-13 0 0 0,10 13-91 0 0,0-1-1 0 0,1 1 1 0 0,0-1-1 0 0,0 0 1 0 0,1 0-1 0 0,0 0 1 0 0,0 0-1 0 0,0 0 1 0 0,1 0 0 0 0,0 0-1 0 0,0-1 1 0 0,0 1-1 0 0,1 0 1 0 0,0-1-1 0 0,0 1 1 0 0,0 0-1 0 0,1-1 1 0 0,0 1-1 0 0,1 0 1 0 0,-1 0 0 0 0,1 0-1 0 0,5-12 1 0 0,-2 9-23 0 0,-1 1 1 0 0,1-1 0 0 0,1 1-1 0 0,0 0 1 0 0,0 0 0 0 0,1 1-1 0 0,0 0 1 0 0,0 0 0 0 0,0 1-1 0 0,10-7 1 0 0,8-3-4 0 0,1 1 1 0 0,33-13-1 0 0,28-15 0 0 0,-75 37-5 0 0,-3 3 0 0 0,7-5 17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8.359"/>
    </inkml:context>
    <inkml:brush xml:id="br0">
      <inkml:brushProperty name="width" value="0.1" units="cm"/>
      <inkml:brushProperty name="height" value="0.1" units="cm"/>
      <inkml:brushProperty name="color" value="#FFC114"/>
    </inkml:brush>
  </inkml:definitions>
  <inkml:trace contextRef="#ctx0" brushRef="#br0">144 234 6333 0 0,'-35'5'350'0'0,"70"-15"-287"0"0,-3 1 1 0 0,45-19 1 0 0,-69 25-42 0 0,-1 0 0 0 0,0-1 0 0 0,-1 0 0 0 0,1 0 0 0 0,-1-1-1 0 0,0 1 1 0 0,0-1 0 0 0,0-1 0 0 0,0 1 0 0 0,-1-1 0 0 0,0 0 0 0 0,5-8 0 0 0,-9 12-14 0 0,1 0-1 0 0,-1 0 0 0 0,0-1 0 0 0,0 1 1 0 0,0 0-1 0 0,-1-1 0 0 0,1 1 0 0 0,0-1 1 0 0,-1 1-1 0 0,0 0 0 0 0,1-1 1 0 0,-1 1-1 0 0,0-1 0 0 0,0 1 0 0 0,-1-1 1 0 0,1 1-1 0 0,0-1 0 0 0,-1 1 0 0 0,1-1 1 0 0,-1 1-1 0 0,0 0 0 0 0,0-1 0 0 0,-2-3 1 0 0,0 2-3 0 0,0 0 0 0 0,0 1 1 0 0,-1-1-1 0 0,1 1 0 0 0,-1 0 1 0 0,0 0-1 0 0,0 0 1 0 0,0 0-1 0 0,0 1 0 0 0,0 0 1 0 0,-9-4-1 0 0,2 2-4 0 0,0 0 0 0 0,-1 1 0 0 0,1 0 0 0 0,-1 0 1 0 0,0 1-1 0 0,0 1 0 0 0,0 0 0 0 0,0 1 0 0 0,-22 2 0 0 0,25 0-3 0 0,0 0-1 0 0,1 0 0 0 0,-1 1 1 0 0,0 0-1 0 0,1 1 1 0 0,0 0-1 0 0,-1 0 0 0 0,2 1 1 0 0,-9 6-1 0 0,11-7 2 0 0,0 0-1 0 0,1 1 0 0 0,0 0 1 0 0,0 0-1 0 0,0 0 0 0 0,0 0 1 0 0,1 0-1 0 0,0 1 0 0 0,0 0 1 0 0,0-1-1 0 0,1 1 0 0 0,0 0 1 0 0,0 0-1 0 0,-2 11 0 0 0,3-12 6 0 0,0 1 0 0 0,1-1-1 0 0,-1 0 1 0 0,1 1 0 0 0,0-1 0 0 0,0 0-1 0 0,1 1 1 0 0,0-1 0 0 0,0 1-1 0 0,0-1 1 0 0,0 0 0 0 0,1 0 0 0 0,0 0-1 0 0,0 0 1 0 0,0 0 0 0 0,1 0 0 0 0,-1 0-1 0 0,1-1 1 0 0,4 5 0 0 0,-1-2 20 0 0,1-1 0 0 0,0 0 0 0 0,1 0 0 0 0,-1 0 1 0 0,1-1-1 0 0,0 0 0 0 0,1-1 0 0 0,-1 1 0 0 0,1-2 1 0 0,10 4-1 0 0,13 4 105 0 0,0-2 1 0 0,1-2 0 0 0,0-1-1 0 0,43 3 1 0 0,-60-8-489 0 0,0 0 1 0 0,0-1-1 0 0,-1-1 1 0 0,1-1-1 0 0,-1 0 1 0 0,1-1-1 0 0,-1 0 1 0 0,0-1-1 0 0,0-1 1 0 0,0-1-1 0 0,18-9 1 0 0,-9 0-1965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39.075"/>
    </inkml:context>
    <inkml:brush xml:id="br0">
      <inkml:brushProperty name="width" value="0.1" units="cm"/>
      <inkml:brushProperty name="height" value="0.1" units="cm"/>
      <inkml:brushProperty name="color" value="#FFC114"/>
    </inkml:brush>
  </inkml:definitions>
  <inkml:trace contextRef="#ctx0" brushRef="#br0">363 86 5565 0 0,'1'-2'9'0'0,"0"1"0"0"0,0-1 0 0 0,-1 0 0 0 0,1 0 0 0 0,-1 0 0 0 0,0 0 1 0 0,1 0-1 0 0,-1 0 0 0 0,0-1 0 0 0,0 1 0 0 0,0 0 0 0 0,-1 0 0 0 0,1 0 1 0 0,0 0-1 0 0,-1 0 0 0 0,1 0 0 0 0,-1 0 0 0 0,0 1 0 0 0,0-1 0 0 0,0 0 1 0 0,0 0-1 0 0,0 0 0 0 0,0 1 0 0 0,0-1 0 0 0,0 0 0 0 0,-1 1 1 0 0,1-1-1 0 0,-1 1 0 0 0,1 0 0 0 0,-1-1 0 0 0,1 1 0 0 0,-1 0 0 0 0,0 0 1 0 0,0 0-1 0 0,-3-1 0 0 0,0-2 27 0 0,-1 1-1 0 0,0 0 1 0 0,0 1 0 0 0,0 0-1 0 0,0 0 1 0 0,-1 0 0 0 0,1 0-1 0 0,0 1 1 0 0,-1 0 0 0 0,1 1-1 0 0,-9-1 1 0 0,-2 4-21 0 0,1 0-1 0 0,1 1 1 0 0,-1 1 0 0 0,0 0-1 0 0,1 1 1 0 0,0 0 0 0 0,0 2-1 0 0,1-1 1 0 0,-26 21 0 0 0,32-23-9 0 0,1 1 1 0 0,1 0 0 0 0,-1 1 0 0 0,1-1 0 0 0,0 1 0 0 0,1 1-1 0 0,-1-1 1 0 0,-7 17 0 0 0,11-19 1 0 0,0 0-1 0 0,0 0 1 0 0,0 1-1 0 0,1-1 1 0 0,0 1-1 0 0,0-1 1 0 0,1 1-1 0 0,-1-1 1 0 0,1 1-1 0 0,0-1 1 0 0,1 1-1 0 0,-1 0 1 0 0,1-1 0 0 0,0 1-1 0 0,3 8 1 0 0,-2-10 4 0 0,1 1 0 0 0,-1-1 0 0 0,1 0 0 0 0,0 0 0 0 0,0 0 0 0 0,1 0 0 0 0,-1 0 0 0 0,1-1 0 0 0,-1 1 1 0 0,1-1-1 0 0,0 0 0 0 0,0 0 0 0 0,1-1 0 0 0,-1 1 0 0 0,1-1 0 0 0,-1 0 0 0 0,1 0 0 0 0,-1-1 0 0 0,1 1 0 0 0,0-1 1 0 0,0 0-1 0 0,7 1 0 0 0,-4-1 30 0 0,1 0 1 0 0,0 0-1 0 0,0 0 1 0 0,0-1-1 0 0,0-1 1 0 0,0 1 0 0 0,-1-2-1 0 0,1 1 1 0 0,0-1-1 0 0,0 0 1 0 0,15-7-1 0 0,-13 2 36 0 0,1 0-1 0 0,-1-1 1 0 0,0 0-1 0 0,0-1 1 0 0,-1-1-1 0 0,0 1 1 0 0,-1-2-1 0 0,0 1 0 0 0,8-14 1 0 0,-3 2 213 0 0,0-1 1 0 0,-2 0-1 0 0,17-44 1 0 0,-28 66-171 0 0,-2 6-114 0 0,0 1-4 0 0,1 0 0 0 0,-1-1 1 0 0,2 1-1 0 0,-1-1 0 0 0,1 1 1 0 0,-1-1-1 0 0,1 1 0 0 0,1-1 1 0 0,-1 1-1 0 0,1-1 0 0 0,0 0 1 0 0,0 0-1 0 0,1 0 0 0 0,-1 0 1 0 0,1 0-1 0 0,4 5 0 0 0,1 2 51 0 0,1 0 0 0 0,0-1-1 0 0,0 0 1 0 0,22 19 0 0 0,-26-26-387 0 0,-1 0 1 0 0,1-1-1 0 0,0 0 1 0 0,0 0-1 0 0,0-1 1 0 0,0 1 0 0 0,1-1-1 0 0,-1 0 1 0 0,1-1-1 0 0,-1 1 1 0 0,1-1-1 0 0,0 0 1 0 0,-1 0-1 0 0,1-1 1 0 0,8 0-1 0 0,5-2-2324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0.211"/>
    </inkml:context>
    <inkml:brush xml:id="br0">
      <inkml:brushProperty name="width" value="0.1" units="cm"/>
      <inkml:brushProperty name="height" value="0.1" units="cm"/>
      <inkml:brushProperty name="color" value="#FFC114"/>
    </inkml:brush>
  </inkml:definitions>
  <inkml:trace contextRef="#ctx0" brushRef="#br0">418 514 6141 0 0,'0'0'-148'0'0,"-23"-18"-160"0"0,1 14 378 0 0,1 1 0 0 0,0 0 1 0 0,-1 2-1 0 0,0 1 1 0 0,1 1-1 0 0,-42 6 0 0 0,49-5-31 0 0,0 1 0 0 0,0 1 0 0 0,1 0-1 0 0,0 1 1 0 0,0 0 0 0 0,0 1 0 0 0,0 0-1 0 0,1 1 1 0 0,0 1 0 0 0,1 0 0 0 0,-1 0 0 0 0,-9 11-1 0 0,18-16-32 0 0,1-1 1 0 0,-1 1-1 0 0,1-1 0 0 0,0 1 0 0 0,0 0 0 0 0,0 0 1 0 0,0 0-1 0 0,1 0 0 0 0,-1 0 0 0 0,1 0 0 0 0,0 0 0 0 0,0 1 1 0 0,0-1-1 0 0,0 0 0 0 0,0 1 0 0 0,1-1 0 0 0,0 0 0 0 0,0 1 1 0 0,0-1-1 0 0,0 1 0 0 0,0-1 0 0 0,0 1 0 0 0,1-1 0 0 0,0 0 1 0 0,0 1-1 0 0,0-1 0 0 0,0 0 0 0 0,0 1 0 0 0,1-1 1 0 0,-1 0-1 0 0,1 0 0 0 0,0 0 0 0 0,0-1 0 0 0,0 1 0 0 0,0 0 1 0 0,0-1-1 0 0,1 1 0 0 0,4 3 0 0 0,3 3 15 0 0,1 0 0 0 0,0 0-1 0 0,1-1 1 0 0,0-1 0 0 0,0 0-1 0 0,0-1 1 0 0,1 0 0 0 0,17 5 0 0 0,-15-6 37 0 0,1-1 1 0 0,0 0 0 0 0,0-2 0 0 0,1 0 0 0 0,-1 0 0 0 0,1-2-1 0 0,-1 0 1 0 0,0-1 0 0 0,1 0 0 0 0,-1-2 0 0 0,19-4 0 0 0,-27 5 4 0 0,0-1-1 0 0,0 0 1 0 0,0 0 0 0 0,-1-1 0 0 0,1 1 0 0 0,-1-2 0 0 0,0 1 0 0 0,0-1 0 0 0,-1 0 0 0 0,1-1 0 0 0,-1 1 0 0 0,0-1 0 0 0,-1-1 0 0 0,1 1 0 0 0,-1-1 0 0 0,0 0 0 0 0,-1 0 0 0 0,0 0 0 0 0,0-1 0 0 0,0 1 0 0 0,-1-1 0 0 0,0 0 0 0 0,2-11 0 0 0,-1-5 2 0 0,-1 1 0 0 0,0 0 1 0 0,-2-1-1 0 0,-1 1 0 0 0,-5-43 1 0 0,-29-118 120 0 0,28 153-144 0 0,-41-151 873 0 0,31 134-724 0 0,16 46-206 0 0,0 2 14 0 0,0 0 0 0 0,0 0 0 0 0,0 0 0 0 0,0-1 0 0 0,0 1-1 0 0,0 0 1 0 0,0 0 0 0 0,0 0 0 0 0,0-1 0 0 0,0 1 0 0 0,0 0 0 0 0,0 0 0 0 0,-1 0 0 0 0,1 0 0 0 0,0-1-1 0 0,0 1 1 0 0,0 0 0 0 0,0 0 0 0 0,0 0 0 0 0,0 0 0 0 0,-1-1 0 0 0,1 1 0 0 0,0 0 0 0 0,0 0 0 0 0,0 0 0 0 0,0 0-1 0 0,-1 0 1 0 0,1 0 0 0 0,0 0 0 0 0,0 0 0 0 0,0 0 0 0 0,-1 0 0 0 0,1-1 0 0 0,0 1 0 0 0,0 0 0 0 0,0 0-1 0 0,-1 0 1 0 0,1 0 0 0 0,0 0 0 0 0,0 0 0 0 0,0 0 0 0 0,-1 1 0 0 0,1-1 0 0 0,0 0 0 0 0,0 0 0 0 0,0 0-1 0 0,-1 0 1 0 0,1 0 0 0 0,0 0 0 0 0,0 0 0 0 0,0 0 0 0 0,0 0 0 0 0,-1 0 0 0 0,1 1 0 0 0,0-1 0 0 0,0 0 0 0 0,0 0-1 0 0,0 0 1 0 0,0 0 0 0 0,0 1 0 0 0,-1-1 0 0 0,0 27 1 0 0,1-1-1 0 0,2 1 1 0 0,0 0-1 0 0,7 29 1 0 0,31 113 18 0 0,-29-128-15 0 0,1 6 11 0 0,-5-12 2 0 0,3 0 1 0 0,0-1-1 0 0,17 35 1 0 0,-22-60-6 0 0,0 1 1 0 0,0-1-1 0 0,1 0 1 0 0,0-1-1 0 0,1 1 1 0 0,-1-1-1 0 0,2 0 1 0 0,-1-1-1 0 0,1 0 1 0 0,0 0-1 0 0,1-1 1 0 0,-1 0-1 0 0,1 0 1 0 0,19 8-1 0 0,-19-10 6 0 0,1 0-1 0 0,0-1 0 0 0,0 0 1 0 0,1-1-1 0 0,-1 0 0 0 0,0 0 0 0 0,1-1 1 0 0,-1-1-1 0 0,1 1 0 0 0,-1-2 1 0 0,1 0-1 0 0,-1 0 0 0 0,1-1 1 0 0,-1 0-1 0 0,0 0 0 0 0,0-1 0 0 0,12-6 1 0 0,-13 5-7 0 0,-1-1-1 0 0,0 0 1 0 0,0 0 0 0 0,0-1 0 0 0,-1 0 0 0 0,0 0 0 0 0,0-1-1 0 0,0 0 1 0 0,-1 0 0 0 0,0-1 0 0 0,0 0 0 0 0,-1 0 0 0 0,0 0-1 0 0,-1-1 1 0 0,1 1 0 0 0,-2-1 0 0 0,1 0 0 0 0,-1 0 0 0 0,2-11-1 0 0,-2-1 1 0 0,0 1-1 0 0,-1-1 1 0 0,-1-30-1 0 0,-1 38-40 0 0,0 13 26 0 0,0 0 1 0 0,0 0-1 0 0,0 0 0 0 0,0 0 0 0 0,0 0 1 0 0,0 0-1 0 0,0 0 0 0 0,0 0 0 0 0,1-1 1 0 0,-1 1-1 0 0,0 0 0 0 0,0 0 0 0 0,0 0 0 0 0,0 0 1 0 0,0 0-1 0 0,0 0 0 0 0,0 0 0 0 0,0 0 1 0 0,0 0-1 0 0,1 0 0 0 0,-1 0 0 0 0,0 0 1 0 0,0 0-1 0 0,0 0 0 0 0,0 0 0 0 0,0-1 1 0 0,0 1-1 0 0,0 0 0 0 0,0 0 0 0 0,0 0 1 0 0,0 0-1 0 0,0 0 0 0 0,0 0 0 0 0,0 0 1 0 0,0 0-1 0 0,0 0 0 0 0,0-1 0 0 0,0 1 1 0 0,0 0-1 0 0,0 0 0 0 0,0 0 0 0 0,0 0 1 0 0,0 0-1 0 0,0 0 0 0 0,0 0 0 0 0,0 0 1 0 0,0-1-1 0 0,0 1 0 0 0,0 0 0 0 0,0 0 1 0 0,6 16-102 0 0,12 43 109 0 0,-6-17-25 0 0,-9-32 26 0 0,1 1 0 0 0,0-2 0 0 0,0 1 0 0 0,1 0 0 0 0,0-1 0 0 0,1 0 0 0 0,0 0 1 0 0,1 0-1 0 0,-1-1 0 0 0,2 0 0 0 0,-1 0 0 0 0,1-1 0 0 0,0 0 0 0 0,1-1 0 0 0,-1 1 0 0 0,1-2 0 0 0,1 1 1 0 0,-1-1-1 0 0,1 0 0 0 0,0-1 0 0 0,0 0 0 0 0,0-1 0 0 0,0 0 0 0 0,1-1 0 0 0,18 2 0 0 0,-18-2-191 0 0,0-1-1 0 0,1 0 1 0 0,-1 0-1 0 0,0-2 1 0 0,0 1-1 0 0,1-1 1 0 0,14-4-1 0 0,-20 3-362 0 0,0 0-1 0 0,0 0 0 0 0,0-1 1 0 0,0 1-1 0 0,0-1 0 0 0,-1-1 1 0 0,1 1-1 0 0,9-9 0 0 0,2-7-2613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0.428"/>
    </inkml:context>
    <inkml:brush xml:id="br0">
      <inkml:brushProperty name="width" value="0.1" units="cm"/>
      <inkml:brushProperty name="height" value="0.1" units="cm"/>
      <inkml:brushProperty name="color" value="#FFC114"/>
    </inkml:brush>
  </inkml:definitions>
  <inkml:trace contextRef="#ctx0" brushRef="#br0">56 51 7253 0 0,'-50'-44'908'0'0,"48"43"-760"0"0,-2-5 135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1.112"/>
    </inkml:context>
    <inkml:brush xml:id="br0">
      <inkml:brushProperty name="width" value="0.1" units="cm"/>
      <inkml:brushProperty name="height" value="0.1" units="cm"/>
      <inkml:brushProperty name="color" value="#FFC114"/>
    </inkml:brush>
  </inkml:definitions>
  <inkml:trace contextRef="#ctx0" brushRef="#br0">11 65 5388 0 0,'0'0'3255'0'0,"-11"24"-3217"0"0,15 1 2 0 0,2-2 0 0 0,0 1 0 0 0,14 34 0 0 0,-18-53-28 0 0,9 25 128 0 0,-10-29-54 0 0,-10-18 1993 0 0,7 10-2059 0 0,1 0 0 0 0,-1 0 0 0 0,1 0 0 0 0,0 0 0 0 0,1 0 0 0 0,0-1 0 0 0,0 1 1 0 0,1 0-1 0 0,-1 0 0 0 0,1 0 0 0 0,1 0 0 0 0,0 0 0 0 0,0 0 0 0 0,0 0 0 0 0,1 0 0 0 0,0 1 0 0 0,0-1 0 0 0,0 1 0 0 0,1 0 0 0 0,8-10 0 0 0,-6 9-63 0 0,-1-1 1 0 0,2 2-1 0 0,-1-1 1 0 0,1 1-1 0 0,0 0 1 0 0,0 0-1 0 0,1 1 1 0 0,0 0-1 0 0,0 0 1 0 0,0 1-1 0 0,0 0 1 0 0,1 1-1 0 0,-1 0 1 0 0,19-5-1 0 0,-19 8 18 0 0,0 0 1 0 0,1 0-1 0 0,-1 1 1 0 0,1 0-1 0 0,-1 0 0 0 0,0 1 1 0 0,0 0-1 0 0,0 0 0 0 0,0 1 1 0 0,0 0-1 0 0,0 0 1 0 0,-1 1-1 0 0,0 0 0 0 0,1 1 1 0 0,10 8-1 0 0,-1 1-15 0 0,0 0 0 0 0,-1 1 0 0 0,-1 0 1 0 0,23 32-1 0 0,-13-8 60 0 0,-24-37-74 0 0,0 0 0 0 0,0 0-1 0 0,0 0 1 0 0,-1 0 0 0 0,1 1 0 0 0,-1-1 0 0 0,1 0-1 0 0,-1 0 1 0 0,0 0 0 0 0,0 0 0 0 0,0 1-1 0 0,0-1 1 0 0,0 0 0 0 0,0 0 0 0 0,-1 0 0 0 0,1 1-1 0 0,-2 2 1 0 0,-9 2-4899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2.091"/>
    </inkml:context>
    <inkml:brush xml:id="br0">
      <inkml:brushProperty name="width" value="0.1" units="cm"/>
      <inkml:brushProperty name="height" value="0.1" units="cm"/>
      <inkml:brushProperty name="color" value="#FFC114"/>
    </inkml:brush>
  </inkml:definitions>
  <inkml:trace contextRef="#ctx0" brushRef="#br0">273 48 6201 0 0,'-10'-26'-588'0'0,"1"22"587"0"0,0 1 1 0 0,0 0-1 0 0,-1 0 0 0 0,1 0 0 0 0,-1 1 1 0 0,1 1-1 0 0,-1-1 0 0 0,0 2 0 0 0,1-1 0 0 0,-1 1 1 0 0,0 1-1 0 0,1 0 0 0 0,-1 0 0 0 0,0 1 1 0 0,1 0-1 0 0,-1 1 0 0 0,1 0 0 0 0,0 0 0 0 0,0 1 1 0 0,0 0-1 0 0,1 1 0 0 0,-1 0 0 0 0,1 0 1 0 0,-10 9-1 0 0,16-13 7 0 0,0 1 1 0 0,1-1-1 0 0,-1 0 0 0 0,1 0 1 0 0,0 1-1 0 0,-1-1 0 0 0,1 1 1 0 0,0 0-1 0 0,0-1 1 0 0,0 1-1 0 0,0 0 0 0 0,0-1 1 0 0,0 1-1 0 0,0 0 0 0 0,1 0 1 0 0,-1 0-1 0 0,1 0 1 0 0,-1 0-1 0 0,1 0 0 0 0,0 0 1 0 0,0 0-1 0 0,0 0 0 0 0,0 0 1 0 0,0 0-1 0 0,0 2 1 0 0,2-1 1 0 0,-1 0 1 0 0,1 0-1 0 0,-1-1 1 0 0,1 1-1 0 0,0-1 1 0 0,0 0-1 0 0,0 1 1 0 0,0-1-1 0 0,1 0 1 0 0,-1 0-1 0 0,0 0 1 0 0,1-1-1 0 0,0 1 0 0 0,4 2 1 0 0,7 2 9 0 0,1 1 1 0 0,0-2-1 0 0,0 0 0 0 0,0-1 1 0 0,20 3-1 0 0,-14-5-24 0 0,0 0 1 0 0,42-2-1 0 0,-56 0 11 0 0,0-1 0 0 0,1 0 1 0 0,-1 0-1 0 0,0-1 0 0 0,0 1 0 0 0,0-2 0 0 0,0 1 0 0 0,0-1 1 0 0,-1 0-1 0 0,1 0 0 0 0,-1-1 0 0 0,9-6 0 0 0,-14 8 48 0 0,1 0-1 0 0,-1 0 1 0 0,0 0 0 0 0,0 0-1 0 0,0 0 1 0 0,0-1 0 0 0,0 1-1 0 0,0 0 1 0 0,0-1 0 0 0,-1 1-1 0 0,1-1 1 0 0,-1 1-1 0 0,0 0 1 0 0,0-1 0 0 0,0 1-1 0 0,0-1 1 0 0,0 1 0 0 0,0-1-1 0 0,-1 1 1 0 0,1-1 0 0 0,-1 1-1 0 0,0 0 1 0 0,1-1-1 0 0,-1 1 1 0 0,0 0 0 0 0,0 0-1 0 0,-1 0 1 0 0,1-1 0 0 0,0 1-1 0 0,-4-3 1 0 0,4 4 3 0 0,0-1 246 0 0,-7-10 1070 0 0,8 25-1369 0 0,0 0 0 0 0,1 0 0 0 0,0 0 0 0 0,1 0 0 0 0,1 0 0 0 0,0 0 0 0 0,6 15 0 0 0,42 95 41 0 0,-33-81-37 0 0,37 67 24 0 0,-29-60 1 0 0,22 61 0 0 0,-42-95-27 0 0,-1 0 1 0 0,-1 1-1 0 0,0-1 0 0 0,-2 1 1 0 0,1 0-1 0 0,-2 0 1 0 0,0 0-1 0 0,-2 25 1 0 0,0-34-3 0 0,0 1 1 0 0,-1-1 0 0 0,1-1 0 0 0,-1 1-1 0 0,0 0 1 0 0,-1 0 0 0 0,0-1 0 0 0,0 1 0 0 0,0-1-1 0 0,-1 0 1 0 0,0 0 0 0 0,0 0 0 0 0,-1 0 0 0 0,-9 9-1 0 0,7-9-2 0 0,-1 0 0 0 0,0-1 0 0 0,0 0 0 0 0,-1 0 0 0 0,1-1 0 0 0,-1 0 0 0 0,0 0 0 0 0,0-1 0 0 0,0 0 0 0 0,-10 2 0 0 0,-1-2 67 0 0,1-1 0 0 0,-1 0 1 0 0,0-1-1 0 0,1-2 1 0 0,-1 0-1 0 0,1 0 0 0 0,-1-2 1 0 0,1-1-1 0 0,-1 0 1 0 0,-21-9-1 0 0,36 12-27 0 0,0-1 1 0 0,1 0-1 0 0,-1 0 0 0 0,1-1 1 0 0,-1 1-1 0 0,1-1 0 0 0,0 0 1 0 0,0 0-1 0 0,0 0 1 0 0,1-1-1 0 0,-1 1 0 0 0,1-1 1 0 0,0 0-1 0 0,0 0 0 0 0,0 0 1 0 0,0 0-1 0 0,1-1 0 0 0,-4-6 1 0 0,5 7-61 0 0,0-1 0 0 0,0 1 0 0 0,1 0 0 0 0,-1-1 0 0 0,1 1 0 0 0,0 0-1 0 0,1-1 1 0 0,-1 1 0 0 0,1 0 0 0 0,-1-1 0 0 0,1 1 0 0 0,0 0 0 0 0,1 0 0 0 0,-1 0 0 0 0,1 0 0 0 0,0 0 0 0 0,0 0 0 0 0,0 0 0 0 0,0 0 0 0 0,1 1 0 0 0,3-5 0 0 0,4-3-508 0 0,0 1-1 0 0,1 0 1 0 0,0 1 0 0 0,1 0 0 0 0,16-10 0 0 0,-4 3-2549 0 0,-13 8 357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2.986"/>
    </inkml:context>
    <inkml:brush xml:id="br0">
      <inkml:brushProperty name="width" value="0.1" units="cm"/>
      <inkml:brushProperty name="height" value="0.1" units="cm"/>
      <inkml:brushProperty name="color" value="#FFC114"/>
    </inkml:brush>
  </inkml:definitions>
  <inkml:trace contextRef="#ctx0" brushRef="#br0">244 305 6237 0 0,'-139'-7'-362'0'0,"111"4"749"0"0,-27-6 899 0 0,52 8-1107 0 0,-10-3 608 0 0,8 0 68 0 0,297-22-654 0 0,-81 11-163 0 0,-151 9-36 0 0,1159-95 75 0 0,-756 79-36 0 0,660-47 82 0 0,-1038 60 53 0 0,68-4-1518 0 0,-183 7-2039 0 0,22 3 2601 0 0,-9-3-1888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4.255"/>
    </inkml:context>
    <inkml:brush xml:id="br0">
      <inkml:brushProperty name="width" value="0.1" units="cm"/>
      <inkml:brushProperty name="height" value="0.1" units="cm"/>
      <inkml:brushProperty name="color" value="#FFC114"/>
    </inkml:brush>
  </inkml:definitions>
  <inkml:trace contextRef="#ctx0" brushRef="#br0">62 148 6361 0 0,'-44'-134'1963'0'0,"44"132"-1856"0"0,0 2-89 0 0,0-1 0 0 0,-1 0-1 0 0,1 1 1 0 0,0-1 0 0 0,0 1-1 0 0,-1-1 1 0 0,1 0 0 0 0,0 1-1 0 0,-1-1 1 0 0,1 1 0 0 0,0-1-1 0 0,-1 1 1 0 0,1-1-1 0 0,-1 1 1 0 0,1-1 0 0 0,-1 1-1 0 0,1 0 1 0 0,-1-1 0 0 0,1 1-1 0 0,-1 0 1 0 0,0-1 0 0 0,1 1-1 0 0,-1 0 1 0 0,1 0 0 0 0,-2-1-1 0 0,-1 27-5 0 0,1-1-1 0 0,1 1 0 0 0,1 0 1 0 0,2-1-1 0 0,0 1 0 0 0,7 26 1 0 0,45 158 34 0 0,-18-80-21 0 0,-12 35 202 0 0,-23-159-168 0 0,-1-4 149 0 0,11-45-7887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5.611"/>
    </inkml:context>
    <inkml:brush xml:id="br0">
      <inkml:brushProperty name="width" value="0.1" units="cm"/>
      <inkml:brushProperty name="height" value="0.1" units="cm"/>
      <inkml:brushProperty name="color" value="#FFC114"/>
    </inkml:brush>
  </inkml:definitions>
  <inkml:trace contextRef="#ctx0" brushRef="#br0">24 462 6205 0 0,'0'0'-199'0'0,"-20"0"462"0"0,20 0-244 0 0,0-1-1 0 0,0 1 0 0 0,0 0 1 0 0,0 0-1 0 0,0 0 1 0 0,0 0-1 0 0,0 0 0 0 0,0-1 1 0 0,0 1-1 0 0,0 0 0 0 0,0 0 1 0 0,0 0-1 0 0,0 0 1 0 0,0 0-1 0 0,0-1 0 0 0,0 1 1 0 0,0 0-1 0 0,0 0 1 0 0,0 0-1 0 0,0 0 0 0 0,0-1 1 0 0,0 1-1 0 0,0 0 1 0 0,0 0-1 0 0,0 0 0 0 0,0 0 1 0 0,0 0-1 0 0,-1 0 0 0 0,1-1 1 0 0,0 1-1 0 0,0 0 1 0 0,0 0-1 0 0,0 0 0 0 0,0 0 1 0 0,0 0-1 0 0,-1 0 1 0 0,1 0-1 0 0,0 0 0 0 0,0-1 1 0 0,0 1-1 0 0,0 0 0 0 0,0 0 1 0 0,0 0-1 0 0,-1 0 1 0 0,1 0-1 0 0,0 0 0 0 0,0 0 1 0 0,0 0-1 0 0,-1 0 1 0 0,28-9 169 0 0,47-6-160 0 0,-35 10 2 0 0,417-66 196 0 0,-440 68-221 0 0,-6 1 43 0 0,1 0 1 0 0,0-1-1 0 0,0 0 0 0 0,19-9 0 0 0,-28 10-33 0 0,1 1 0 0 0,-1-1 1 0 0,0 1-1 0 0,1-1 0 0 0,-1 0 0 0 0,0 0 1 0 0,0 0-1 0 0,0 0 0 0 0,-1 0 1 0 0,1 0-1 0 0,0 0 0 0 0,-1-1 1 0 0,1 1-1 0 0,-1-1 0 0 0,0 1 1 0 0,0-1-1 0 0,0 0 0 0 0,0 1 1 0 0,0-1-1 0 0,-1 0 0 0 0,1 0 0 0 0,-1 1 1 0 0,0-1-1 0 0,0-4 0 0 0,-1-6 22 0 0,-1 0-1 0 0,0 0 1 0 0,-1-1-1 0 0,-1 2 1 0 0,0-1-1 0 0,-10-21 0 0 0,-8-25 343 0 0,11 28 277 0 0,8 27-526 0 0,1-1 1 0 0,0 0-1 0 0,1 0 1 0 0,-1 0-1 0 0,1 0 1 0 0,0 0-1 0 0,0-8 1 0 0,1 12-6 0 0,-1 1-113 0 0,1 0-11 0 0,-1 0 0 0 0,0-1-1 0 0,1 1 1 0 0,-1-1 0 0 0,0 1-1 0 0,1 0 1 0 0,-1-1 0 0 0,1 1-1 0 0,-1-1 1 0 0,1 1 0 0 0,-1-1-1 0 0,1 0 1 0 0,-1 1 0 0 0,1-1-1 0 0,-1 1 1 0 0,1-1 0 0 0,0 0-1 0 0,-1 1 1 0 0,1-1 0 0 0,0 0-1 0 0,0 1 1 0 0,0-1 0 0 0,-1 0-1 0 0,1 0 1 0 0,0 1 0 0 0,0-1-1 0 0,0 0 1 0 0,0 0 0 0 0,0 1-1 0 0,1-3 1 0 0,0 34-18 0 0,1-1 1 0 0,2 0 0 0 0,1 0-1 0 0,10 33 1 0 0,44 114 46 0 0,-6-24 19 0 0,-48-126 40 0 0,0 2 1 0 0,-1-1-1 0 0,-2 0 1 0 0,-1 33 2376 0 0,-2-68-2313 0 0,1-2-149 0 0,0 0 0 0 0,1-1-1 0 0,0 1 1 0 0,0 0 0 0 0,1 0 0 0 0,0 1-1 0 0,1-1 1 0 0,0 0 0 0 0,0 1 0 0 0,1-1-1 0 0,5-8 1 0 0,-6 11-71 0 0,1 1-1 0 0,0-1 1 0 0,0 1 0 0 0,0 0-1 0 0,0 0 1 0 0,1 0 0 0 0,0 1-1 0 0,0-1 1 0 0,0 1 0 0 0,0 0-1 0 0,1 1 1 0 0,0-1 0 0 0,-1 1-1 0 0,1 0 1 0 0,1 1-1 0 0,11-4 1 0 0,-14 5 30 0 0,0 0 0 0 0,1 1 0 0 0,-1 0 0 0 0,0 0 0 0 0,0 0 0 0 0,0 0 1 0 0,1 1-1 0 0,-1-1 0 0 0,0 1 0 0 0,0 0 0 0 0,0 0 0 0 0,0 1 0 0 0,0-1 0 0 0,0 1 0 0 0,-1 0 0 0 0,6 4 0 0 0,4 3-59 0 0,0 1 0 0 0,-1 1 1 0 0,13 12-1 0 0,-17-14 72 0 0,1 0 1 0 0,0-1-1 0 0,0 0 1 0 0,1-1-1 0 0,11 7 0 0 0,-7-8 21 0 0,0-1-1 0 0,1 0 0 0 0,-1-1 0 0 0,1-1 0 0 0,0 0 1 0 0,1-1-1 0 0,-1-1 0 0 0,0 0 0 0 0,18-2 0 0 0,-7-1 8 0 0,0-1-1 0 0,0-1 1 0 0,0-1-1 0 0,38-13 1 0 0,-53 14-3 0 0,0-1 1 0 0,0 0-1 0 0,-1-1 1 0 0,0 0-1 0 0,0-1 1 0 0,0 0-1 0 0,-1-1 0 0 0,11-11 1 0 0,-15 14-7 0 0,0 0-1 0 0,0 0 1 0 0,-1-1-1 0 0,0 1 1 0 0,0-1-1 0 0,0 0 1 0 0,-1-1 0 0 0,0 1-1 0 0,0-1 1 0 0,-1 1-1 0 0,1-1 1 0 0,-1 0 0 0 0,-1 0-1 0 0,1 0 1 0 0,-1-9-1 0 0,0 15 2 0 0,-1-1 1 0 0,0 0-1 0 0,0 0 0 0 0,0 0 0 0 0,0 0 0 0 0,0 0 0 0 0,0 0 0 0 0,-1 1 0 0 0,1-1 0 0 0,-1 0 0 0 0,1 0 0 0 0,-1 0 0 0 0,0 1 0 0 0,1-1 0 0 0,-1 0 1 0 0,0 1-1 0 0,0-1 0 0 0,0 1 0 0 0,-1-1 0 0 0,1 1 0 0 0,0-1 0 0 0,0 1 0 0 0,-1 0 0 0 0,1 0 0 0 0,-1-1 0 0 0,1 1 0 0 0,-1 0 0 0 0,0 1 0 0 0,1-1 1 0 0,-1 0-1 0 0,0 0 0 0 0,1 1 0 0 0,-1-1 0 0 0,0 1 0 0 0,0-1 0 0 0,0 1 0 0 0,0 0 0 0 0,0 0 0 0 0,1-1 0 0 0,-1 1 0 0 0,-3 1 0 0 0,-1 0-8 0 0,1 0 0 0 0,-1 0 0 0 0,0 0 1 0 0,1 1-1 0 0,-1 0 0 0 0,1 0 0 0 0,-1 1 0 0 0,1-1 0 0 0,0 1 0 0 0,0 0 0 0 0,0 1 0 0 0,-4 3 0 0 0,7-5 7 0 0,0-1 0 0 0,0 0 0 0 0,1 1 0 0 0,-1-1 0 0 0,1 1 1 0 0,-1 0-1 0 0,1 0 0 0 0,0-1 0 0 0,-1 1 0 0 0,1 0 0 0 0,0 0 1 0 0,0 0-1 0 0,1 0 0 0 0,-1 0 0 0 0,0 1 0 0 0,1-1 0 0 0,-1 0 0 0 0,1 0 1 0 0,0 0-1 0 0,-1 1 0 0 0,1-1 0 0 0,1 4 0 0 0,0-3 5 0 0,0 0 1 0 0,0-1-1 0 0,0 1 0 0 0,1 0 1 0 0,-1 0-1 0 0,1-1 0 0 0,0 1 1 0 0,0-1-1 0 0,0 1 0 0 0,0-1 0 0 0,0 0 1 0 0,0 0-1 0 0,1 0 0 0 0,3 2 1 0 0,10 7 14 0 0,1-2 0 0 0,0 0 1 0 0,1-1-1 0 0,20 6 1 0 0,-30-11-20 0 0,10 3-348 0 0,1 0 1 0 0,0-1-1 0 0,31 3 0 0 0,23-6-4925 0 0,-49-4 2763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6.887"/>
    </inkml:context>
    <inkml:brush xml:id="br0">
      <inkml:brushProperty name="width" value="0.1" units="cm"/>
      <inkml:brushProperty name="height" value="0.1" units="cm"/>
      <inkml:brushProperty name="color" value="#FFC114"/>
    </inkml:brush>
  </inkml:definitions>
  <inkml:trace contextRef="#ctx0" brushRef="#br0">251 647 5989 0 0,'0'0'-158'0'0,"-4"-3"150"0"0,-34-23 608 0 0,36 25-528 0 0,-36-6 149 0 0,29 7-198 0 0,0 0 0 0 0,-1 0 0 0 0,1 1-1 0 0,0 0 1 0 0,-1 0 0 0 0,1 1 0 0 0,0 0 0 0 0,0 1 0 0 0,-10 4 0 0 0,15-5-16 0 0,0-1 1 0 0,0 1 0 0 0,0-1-1 0 0,0 1 1 0 0,1 1 0 0 0,-1-1-1 0 0,1 0 1 0 0,-1 1-1 0 0,1 0 1 0 0,0 0 0 0 0,0 0-1 0 0,0 0 1 0 0,0 0 0 0 0,1 0-1 0 0,-1 1 1 0 0,1-1 0 0 0,0 1-1 0 0,0 0 1 0 0,0 0-1 0 0,1 0 1 0 0,-2 4 0 0 0,3-3-2 0 0,-1-1 1 0 0,2 1 0 0 0,-1 0 0 0 0,0-1 0 0 0,1 1 0 0 0,0 0-1 0 0,0-1 1 0 0,0 1 0 0 0,0-1 0 0 0,1 1 0 0 0,0-1 0 0 0,0 0-1 0 0,0 0 1 0 0,0 0 0 0 0,1 0 0 0 0,0 0 0 0 0,0 0 0 0 0,0-1-1 0 0,0 1 1 0 0,0-1 0 0 0,1 0 0 0 0,-1 0 0 0 0,1 0 0 0 0,0 0-1 0 0,0-1 1 0 0,0 0 0 0 0,0 1 0 0 0,5 0 0 0 0,9 6 66 0 0,1-2-1 0 0,-1-1 1 0 0,1 0 0 0 0,34 5 0 0 0,-50-10-22 0 0,0-1 1 0 0,0 1-1 0 0,1-1 1 0 0,-1 0 0 0 0,0 0-1 0 0,0 0 1 0 0,1-1-1 0 0,-1 1 1 0 0,0-1 0 0 0,0 0-1 0 0,0 0 1 0 0,0 0-1 0 0,1 0 1 0 0,-1 0 0 0 0,-1-1-1 0 0,1 1 1 0 0,0-1-1 0 0,0 0 1 0 0,-1 0 0 0 0,1 0-1 0 0,-1 0 1 0 0,1 0-1 0 0,-1-1 1 0 0,0 1 0 0 0,0-1-1 0 0,0 1 1 0 0,0-1-1 0 0,0 0 1 0 0,-1 0 0 0 0,1 0-1 0 0,-1 0 1 0 0,0 0-1 0 0,0 0 1 0 0,1-6 0 0 0,3-10 44 0 0,-1-2 1 0 0,0 1 0 0 0,-2 0 0 0 0,0-29 0 0 0,-1 30-51 0 0,4-87 189 0 0,-5-1 1 0 0,-4 1-1 0 0,-20-119 0 0 0,21 201-61 0 0,2 16-135 0 0,-1-1-1 0 0,1 1 1 0 0,-1 0-1 0 0,0-1 1 0 0,-1 1-1 0 0,-4-8 1 0 0,6 14-63 0 0,-15 24-43 0 0,14-16 64 0 0,0 0 1 0 0,0 0-1 0 0,1 0 1 0 0,0 0-1 0 0,0 0 0 0 0,0 0 1 0 0,1 0-1 0 0,0 0 1 0 0,0 1-1 0 0,1 6 1 0 0,0 2-5 0 0,-2 72 31 0 0,4-1-1 0 0,3 0 1 0 0,4 0-1 0 0,29 112 1 0 0,-32-176 20 0 0,1 0 0 0 0,16 34 0 0 0,-20-50-124 0 0,-1 0 0 0 0,1 1 0 0 0,0-1 1 0 0,0 0-1 0 0,0-1 0 0 0,1 1 0 0 0,0-1 0 0 0,0 0 0 0 0,0 0 0 0 0,1-1 0 0 0,0 1 1 0 0,8 4-1 0 0,-11-9-265 0 0,-1 0 0 0 0,1 0 1 0 0,0 0-1 0 0,-1 0 1 0 0,1 0-1 0 0,0-1 1 0 0,-1 1-1 0 0,1-1 0 0 0,0 0 1 0 0,-1 0-1 0 0,1 0 1 0 0,-1 0-1 0 0,0 0 1 0 0,1-1-1 0 0,-1 1 0 0 0,0 0 1 0 0,3-3-1 0 0,-4 3 277 0 0,15-12-2287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7.435"/>
    </inkml:context>
    <inkml:brush xml:id="br0">
      <inkml:brushProperty name="width" value="0.1" units="cm"/>
      <inkml:brushProperty name="height" value="0.1" units="cm"/>
      <inkml:brushProperty name="color" value="#FFC114"/>
    </inkml:brush>
  </inkml:definitions>
  <inkml:trace contextRef="#ctx0" brushRef="#br0">61 45 5573 0 0,'0'0'-158'0'0,"-20"12"-167"0"0,16-9 328 0 0,1 0 1 0 0,0 0 0 0 0,0 1 0 0 0,0-1-1 0 0,1 1 1 0 0,-1 0 0 0 0,1 0-1 0 0,0-1 1 0 0,0 1 0 0 0,0 1-1 0 0,0-1 1 0 0,1 0 0 0 0,0 0-1 0 0,0 1 1 0 0,-1 4 0 0 0,-2 8 37 0 0,4-15-32 0 0,0 0 0 0 0,0 0 0 0 0,0 1-1 0 0,0-1 1 0 0,0 0 0 0 0,1 0-1 0 0,-1 0 1 0 0,1 0 0 0 0,0 0 0 0 0,-1 1-1 0 0,1-1 1 0 0,0 0 0 0 0,0 0 0 0 0,0-1-1 0 0,0 1 1 0 0,1 0 0 0 0,-1 0-1 0 0,0-1 1 0 0,1 1 0 0 0,0 0 0 0 0,2 1-1 0 0,37 28 278 0 0,-35-28-201 0 0,0 0 1 0 0,1 0-1 0 0,-1 0 0 0 0,1-1 1 0 0,0 0-1 0 0,-1 0 0 0 0,1 0 1 0 0,0-1-1 0 0,0 0 0 0 0,0-1 1 0 0,0 1-1 0 0,0-1 0 0 0,13-2 1 0 0,-16 1-37 0 0,1 0 1 0 0,-1-1-1 0 0,0 0 0 0 0,0 1 1 0 0,0-1-1 0 0,0-1 1 0 0,0 1-1 0 0,-1 0 0 0 0,1-1 1 0 0,-1 0-1 0 0,1 0 1 0 0,-1 0-1 0 0,0 0 1 0 0,0-1-1 0 0,0 1 0 0 0,-1-1 1 0 0,1 1-1 0 0,-1-1 1 0 0,0 0-1 0 0,0 0 1 0 0,0 0-1 0 0,2-9 0 0 0,-2 7 11 0 0,0-1-1 0 0,0 1 1 0 0,-1-1 0 0 0,0 1-1 0 0,0-1 1 0 0,-1 0-1 0 0,0 1 1 0 0,0-1-1 0 0,0 0 1 0 0,-1 1-1 0 0,0-1 1 0 0,-3-12-1 0 0,3 15-33 0 0,-1 1 1 0 0,0-1-1 0 0,0 1 0 0 0,0 0 0 0 0,0 0 0 0 0,0 0 1 0 0,0 0-1 0 0,-1 0 0 0 0,1 0 0 0 0,-1 0 0 0 0,0 1 0 0 0,0 0 1 0 0,0-1-1 0 0,0 1 0 0 0,-1 0 0 0 0,1 0 0 0 0,0 1 1 0 0,-1-1-1 0 0,1 1 0 0 0,-1 0 0 0 0,0 0 0 0 0,1 0 0 0 0,-1 0 1 0 0,0 0-1 0 0,0 1 0 0 0,-3 0 0 0 0,-62-7 67 0 0,66 7-192 0 0,-17 0-611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9:52:47.794"/>
    </inkml:context>
    <inkml:brush xml:id="br0">
      <inkml:brushProperty name="width" value="0.1" units="cm"/>
      <inkml:brushProperty name="height" value="0.1" units="cm"/>
      <inkml:brushProperty name="color" value="#FFC114"/>
    </inkml:brush>
  </inkml:definitions>
  <inkml:trace contextRef="#ctx0" brushRef="#br0">180 0 5881 0 0,'0'0'-161'0'0,"-7"3"-51"0"0,-9 3 288 0 0,1 0-1 0 0,-1 2 1 0 0,2 0 0 0 0,-22 14-1 0 0,29-17-28 0 0,0 0-1 0 0,0 1 0 0 0,1 0 0 0 0,-1 0 1 0 0,1 0-1 0 0,1 1 0 0 0,-1 0 1 0 0,1 0-1 0 0,0 0 0 0 0,1 1 1 0 0,-5 9-1 0 0,9-15-34 0 0,-1 0-1 0 0,1 0 1 0 0,-1 0-1 0 0,1 0 1 0 0,0 0 0 0 0,0 0-1 0 0,0 0 1 0 0,0 0 0 0 0,0 0-1 0 0,1 0 1 0 0,-1 1-1 0 0,1-1 1 0 0,-1 0 0 0 0,1-1-1 0 0,0 1 1 0 0,0 0 0 0 0,-1 0-1 0 0,1 0 1 0 0,1 0-1 0 0,-1-1 1 0 0,0 1 0 0 0,0 0-1 0 0,1-1 1 0 0,-1 1 0 0 0,0-1-1 0 0,1 1 1 0 0,0-1-1 0 0,-1 0 1 0 0,1 0 0 0 0,0 0-1 0 0,0 0 1 0 0,0 0 0 0 0,-1 0-1 0 0,4 1 1 0 0,7 3 44 0 0,-1-1 1 0 0,2 1-1 0 0,22 4 1 0 0,-3-2-171 0 0,69 12 433 0 0,-89-18-1172 0 0,0-1 1 0 0,0 0-1 0 0,19-3 0 0 0,-16 1-1160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1"/>
    </inkml:context>
    <inkml:brush xml:id="br0">
      <inkml:brushProperty name="width" value="0.1" units="cm"/>
      <inkml:brushProperty name="height" value="0.1" units="cm"/>
      <inkml:brushProperty name="color" value="#FFC114"/>
    </inkml:brush>
  </inkml:definitions>
  <inkml:trace contextRef="#ctx0" brushRef="#br0">58 57 24575,'-1'-5'0,"0"1"0,-1 0 0,0-1 0,0 1 0,1 1 0,-2-2 0,1 1 0,-1 1 0,0-1 0,-1 0 0,-3-3 0,7 6 0,-1 1 0,1 0 0,0-1 0,-1 1 0,1 0 0,0 0 0,0 0 0,-1-1 0,1 1 0,-1 0 0,1 0 0,-1 0 0,1 0 0,0 0 0,0 0 0,-1-1 0,1 1 0,-1 0 0,1 0 0,0 0 0,-1 0 0,1 0 0,-1 0 0,1 0 0,-1 0 0,1 0 0,0 0 0,-1 0 0,1 1 0,-1-1 0,1 0 0,0 0 0,0 0 0,-1 0 0,1 0 0,-1 0 0,0 1 0,-6 14 0,3 19 0,4-33 0,-1 36 0,5 128 0,-4-162 0,0 0 0,0 1 0,1-1 0,0 0 0,0 1 0,0-1 0,0 0 0,1 0 0,-1 0 0,1-1 0,0 1 0,0 0 0,4 3 0,-4-4 0,1-1 0,-1 1 0,1-1 0,0 1 0,0-1 0,0 1 0,0-1 0,0 0 0,0 0 0,0-1 0,0 1 0,1-1 0,-1 1 0,0-1 0,0 1 0,4-1 0,1 0 0,17 1 0,0-1 0,0 0 0,0-1 0,44-8 0,-43 6-1365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2"/>
    </inkml:context>
    <inkml:brush xml:id="br0">
      <inkml:brushProperty name="width" value="0.1" units="cm"/>
      <inkml:brushProperty name="height" value="0.1" units="cm"/>
      <inkml:brushProperty name="color" value="#FFC114"/>
    </inkml:brush>
  </inkml:definitions>
  <inkml:trace contextRef="#ctx0" brushRef="#br0">18 12 24575,'-2'-11'0,"-3"14"0,-4 18 0,8 2 0,0 1 0,2-1 0,2 0 0,5 28 0,-5-40 0,0 15 0,-2-17 0,0 1 0,1-1 0,0 1 0,1-1 0,7 16 0,-9-22 0,2-1 0,-2 0 0,1 1 0,0-1 0,0 1 0,0-2 0,1 2 0,-1-1 0,1-1 0,-1 1 0,1 0 0,0-1 0,0 1 0,0-1 0,0 0 0,0 0 0,0 1 0,1-2 0,-1 1 0,0-1 0,0 1 0,1 0 0,0-1 0,4 0 0,15 0-22,-1-2 1,0-1-1,0 0 0,43-10 0,-19 3-1234,-13 4-5570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3"/>
    </inkml:context>
    <inkml:brush xml:id="br0">
      <inkml:brushProperty name="width" value="0.1" units="cm"/>
      <inkml:brushProperty name="height" value="0.1" units="cm"/>
      <inkml:brushProperty name="color" value="#FFC114"/>
    </inkml:brush>
  </inkml:definitions>
  <inkml:trace contextRef="#ctx0" brushRef="#br0">17 21 24575,'-5'-9'0,"-3"-2"0,5 11 0,2 7 0,3 11 0,1-1 0,9 26 0,3 14 0,-1-9 0,-9-39 0,-2 1 0,0 0 0,-1 0 0,2 15 0,-5-39 0,-6-27 0,4 29 0,1 0 0,1 0 0,0 0 0,2-13 0,-1-4 0,0 23 0,0-1 0,0 1 0,0 0 0,1 0 0,0-1 0,1 1 0,-1 0 0,2 0 0,-1 0 0,4-7 0,-4 12 0,-2 0 0,1 0 0,1-1 0,-2 2 0,2-1 0,-1-1 0,0 2 0,0-1 0,1 0 0,-1 0 0,0 1 0,1-1 0,-1 1 0,0-1 0,2 0 0,-2 1 0,0 0 0,1-1 0,-1 1 0,1 0 0,0 0 0,-1 0 0,1 0 0,-1 0 0,2 0 0,-2 0 0,0 0 0,1 1 0,-1-1 0,2 0 0,-2 1 0,0 0 0,1-1 0,-1 0 0,1 1 0,-1 0 0,1 0 0,-2-1 0,2 1 0,-1 0 0,1 1 0,5 3 0,0 0 0,-2 0 0,1 1 0,-1-1 0,0 1 0,5 7 0,3 6 0,-2 1 0,0 1 0,-2-1 0,12 43 0,8-141 0,-28 74 0,20-48 0,-20 49 0,1 0 0,-1 0 0,1 1 0,0-1 0,0 0 0,-1 1 0,2 0 0,-1 0 0,1-1 0,0 1 0,-1 0 0,1 1 0,-1-1 0,2 0 0,3-2 0,-5 4 0,-1 0 0,1 0 0,0 0 0,-1-1 0,2 1 0,-2 1 0,0-1 0,1 0 0,0 0 0,0 0 0,-1 1 0,0-1 0,1 1 0,-1-1 0,1 1 0,0-1 0,-1 1 0,0 0 0,1 0 0,-1-1 0,0 2 0,1-2 0,-1 1 0,0 0 0,0 0 0,0 0 0,0 0 0,0 1 0,-1-1 0,3 1 0,2 7 0,1 0 0,-1 0 0,4 10 0,-6-14 0,6 14-273,0-1 0,-2 1 0,0 0 0,3 22 0,-9-28-6553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4"/>
    </inkml:context>
    <inkml:brush xml:id="br0">
      <inkml:brushProperty name="width" value="0.1" units="cm"/>
      <inkml:brushProperty name="height" value="0.1" units="cm"/>
      <inkml:brushProperty name="color" value="#FFC114"/>
    </inkml:brush>
  </inkml:definitions>
  <inkml:trace contextRef="#ctx0" brushRef="#br0">0 1 24575,'20'18'0,"-2"1"0,1 0 0,-3 2 0,-1-1 0,0 2 0,-1-1 0,-2 1 0,15 40 0,-26-54 0,1-1 0,-1 1 0,-1-1 0,1 1 0,-2-1 0,1 1 0,-1 0 0,-1-1 0,1 1 0,-1-1 0,-1 0 0,-4 8 0,-1 3 0,-2-2 0,-1 1 0,-22 27 0,27-38-195,0 1 0,-1-1 0,0 0 0,0 0 0,-1-1 0,-15 9 0,8-7-6631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5"/>
    </inkml:context>
    <inkml:brush xml:id="br0">
      <inkml:brushProperty name="width" value="0.1" units="cm"/>
      <inkml:brushProperty name="height" value="0.1" units="cm"/>
      <inkml:brushProperty name="color" value="#FFC114"/>
    </inkml:brush>
  </inkml:definitions>
  <inkml:trace contextRef="#ctx0" brushRef="#br0">221 1 24575,'-3'0'0,"1"1"0,-1-1 0,1 1 0,-1-1 0,1 1 0,-1 0 0,1 0 0,-1-1 0,1 2 0,0-1 0,0 0 0,-4 3 0,-25 21 0,21-16 0,-6 4 0,2 2 0,0 0 0,1 0 0,1 1 0,0 0 0,2 0 0,0 2 0,1-1 0,1 0 0,2 1 0,0 0 0,1 1 0,-4 33 0,9-43 7,0 0 0,1 1-1,0 0 1,1-1 0,0 0-1,1 0 1,0 0-1,0 0 1,2 0 0,-1-1-1,1 1 1,1-1 0,0 1-1,-1-2 1,3 1 0,-1-1-1,9 8 1,-2-4-156,-1-1 1,2 0-1,-1-1 1,2 0-1,0-1 1,0 0-1,1-1 1,0-1-1,31 8 1,-20-7-6678</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3:50.363"/>
    </inkml:context>
    <inkml:brush xml:id="br0">
      <inkml:brushProperty name="width" value="0.1" units="cm"/>
      <inkml:brushProperty name="height" value="0.1" units="cm"/>
      <inkml:brushProperty name="color" value="#FFC114"/>
    </inkml:brush>
  </inkml:definitions>
  <inkml:trace contextRef="#ctx0" brushRef="#br0">0 0 24336,'2871'0'0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1.394"/>
    </inkml:context>
    <inkml:brush xml:id="br0">
      <inkml:brushProperty name="width" value="0.1" units="cm"/>
      <inkml:brushProperty name="height" value="0.1" units="cm"/>
    </inkml:brush>
  </inkml:definitions>
  <inkml:trace contextRef="#ctx0" brushRef="#br0">0 76 24044,'2769'-76'0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6.034"/>
    </inkml:context>
    <inkml:brush xml:id="br0">
      <inkml:brushProperty name="width" value="0.1" units="cm"/>
      <inkml:brushProperty name="height" value="0.1" units="cm"/>
    </inkml:brush>
  </inkml:definitions>
  <inkml:trace contextRef="#ctx0" brushRef="#br0">0 28 24575,'1'-1'0,"0"0"0,-1 0 0,1 0 0,0 0 0,-1 1 0,1-1 0,0 0 0,0 0 0,0 1 0,0-1 0,0 0 0,0 1 0,0-1 0,0 1 0,0-1 0,0 1 0,0 0 0,0-1 0,0 1 0,0 0 0,0 0 0,2 0 0,31-6 0,-29 6 0,87-8 0,153 7 0,-104 4 0,385-3 0,-489 3 0,0 2 0,0 2 0,-1 1 0,0 1 0,-1 3 0,44 19 0,15 4 0,-34-9 0,-46-18 0,1-1 0,-1-1 0,1-1 0,16 4 0,-29-8 3,-1-1 0,0 0 0,1 0 1,-1 1-1,1-1 0,-1 0 0,1 0 0,-1-1 0,1 1 0,-1 0 0,1 0 0,-1-1 0,1 1 0,-1-1 0,1 1 0,-1-1 1,0 0-1,1 1 0,-1-1 0,0 0 0,0 0 0,0 0 0,0 0 0,1 0 0,-1 0 0,-1 0 0,1-1 0,0 1 0,0 0 1,0 0-1,-1-1 0,1 1 0,0 0 0,0-3 0,1-3-194,0-1 1,-1 1-1,0-1 1,0 0-1,-1-9 0,0 13-138,1-28-6497</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8.722"/>
    </inkml:context>
    <inkml:brush xml:id="br0">
      <inkml:brushProperty name="width" value="0.1" units="cm"/>
      <inkml:brushProperty name="height" value="0.1" units="cm"/>
    </inkml:brush>
  </inkml:definitions>
  <inkml:trace contextRef="#ctx0" brushRef="#br0">0 0 21389,'2210'0'0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14.659"/>
    </inkml:context>
    <inkml:brush xml:id="br0">
      <inkml:brushProperty name="width" value="0.1" units="cm"/>
      <inkml:brushProperty name="height" value="0.1" units="cm"/>
    </inkml:brush>
  </inkml:definitions>
  <inkml:trace contextRef="#ctx0" brushRef="#br0">1 28 24575,'6'-4'0,"0"1"0,0 0 0,0 1 0,0-1 0,1 1 0,-1 1 0,1-1 0,0 1 0,0 0 0,-1 0 0,1 1 0,8 0 0,2-1 0,229-2 15,-143 4-1395,-81-1-5446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16.671"/>
    </inkml:context>
    <inkml:brush xml:id="br0">
      <inkml:brushProperty name="width" value="0.1" units="cm"/>
      <inkml:brushProperty name="height" value="0.1" units="cm"/>
    </inkml:brush>
  </inkml:definitions>
  <inkml:trace contextRef="#ctx0" brushRef="#br0">0 1 24575,'5'0'0,"5"0"0,5 0 0,5 0 0,3 0 0,2 0 0,1 0 0,1 0 0,-1 0 0,0 0 0,1 0 0,-2 0 0,1 0 0,0 0 0,-1 0 0,-4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6/3/2026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s>
</file>

<file path=ppt/slides/_rels/slide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9.xml"/></Relationships>
</file>

<file path=ppt/slides/_rels/slide4.xml.rels><?xml version="1.0" encoding="UTF-8" standalone="yes"?>
<Relationships xmlns="http://schemas.openxmlformats.org/package/2006/relationships"><Relationship Id="rId18" Type="http://schemas.openxmlformats.org/officeDocument/2006/relationships/customXml" Target="../ink/ink14.xml"/><Relationship Id="rId8" Type="http://schemas.openxmlformats.org/officeDocument/2006/relationships/image" Target="../media/image50.png"/><Relationship Id="rId17" Type="http://schemas.openxmlformats.org/officeDocument/2006/relationships/customXml" Target="../ink/ink13.xml"/><Relationship Id="rId12" Type="http://schemas.openxmlformats.org/officeDocument/2006/relationships/image" Target="../media/image70.png"/><Relationship Id="rId2" Type="http://schemas.openxmlformats.org/officeDocument/2006/relationships/customXml" Target="../ink/ink11.xml"/><Relationship Id="rId16" Type="http://schemas.openxmlformats.org/officeDocument/2006/relationships/customXml" Target="../ink/ink12.xml"/><Relationship Id="rId20"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2.png"/><Relationship Id="rId19" Type="http://schemas.openxmlformats.org/officeDocument/2006/relationships/customXml" Target="../ink/ink15.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8" Type="http://schemas.openxmlformats.org/officeDocument/2006/relationships/customXml" Target="../ink/ink20.xml"/><Relationship Id="rId8" Type="http://schemas.openxmlformats.org/officeDocument/2006/relationships/image" Target="../media/image50.png"/><Relationship Id="rId21" Type="http://schemas.openxmlformats.org/officeDocument/2006/relationships/image" Target="../media/image8.png"/><Relationship Id="rId17" Type="http://schemas.openxmlformats.org/officeDocument/2006/relationships/customXml" Target="../ink/ink19.xml"/><Relationship Id="rId12" Type="http://schemas.openxmlformats.org/officeDocument/2006/relationships/image" Target="../media/image70.png"/><Relationship Id="rId2" Type="http://schemas.openxmlformats.org/officeDocument/2006/relationships/customXml" Target="../ink/ink17.xml"/><Relationship Id="rId16" Type="http://schemas.openxmlformats.org/officeDocument/2006/relationships/customXml" Target="../ink/ink18.xml"/><Relationship Id="rId20"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2.png"/><Relationship Id="rId19" Type="http://schemas.openxmlformats.org/officeDocument/2006/relationships/customXml" Target="../ink/ink21.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18" Type="http://schemas.openxmlformats.org/officeDocument/2006/relationships/customXml" Target="../ink/ink26.xml"/><Relationship Id="rId8" Type="http://schemas.openxmlformats.org/officeDocument/2006/relationships/image" Target="../media/image50.png"/><Relationship Id="rId26" Type="http://schemas.openxmlformats.org/officeDocument/2006/relationships/image" Target="../media/image11.png"/><Relationship Id="rId21" Type="http://schemas.openxmlformats.org/officeDocument/2006/relationships/customXml" Target="../ink/ink29.xml"/><Relationship Id="rId17" Type="http://schemas.openxmlformats.org/officeDocument/2006/relationships/customXml" Target="../ink/ink25.xml"/><Relationship Id="rId12" Type="http://schemas.openxmlformats.org/officeDocument/2006/relationships/image" Target="../media/image70.png"/><Relationship Id="rId25" Type="http://schemas.openxmlformats.org/officeDocument/2006/relationships/customXml" Target="../ink/ink31.xml"/><Relationship Id="rId2" Type="http://schemas.openxmlformats.org/officeDocument/2006/relationships/customXml" Target="../ink/ink23.xml"/><Relationship Id="rId16" Type="http://schemas.openxmlformats.org/officeDocument/2006/relationships/customXml" Target="../ink/ink24.xml"/><Relationship Id="rId20" Type="http://schemas.openxmlformats.org/officeDocument/2006/relationships/customXml" Target="../ink/ink28.xml"/><Relationship Id="rId29" Type="http://schemas.openxmlformats.org/officeDocument/2006/relationships/customXml" Target="../ink/ink33.xml"/><Relationship Id="rId1" Type="http://schemas.openxmlformats.org/officeDocument/2006/relationships/slideLayout" Target="../slideLayouts/slideLayout2.xml"/><Relationship Id="rId6" Type="http://schemas.openxmlformats.org/officeDocument/2006/relationships/image" Target="../media/image40.png"/><Relationship Id="rId24" Type="http://schemas.openxmlformats.org/officeDocument/2006/relationships/image" Target="../media/image10.png"/><Relationship Id="rId15" Type="http://schemas.openxmlformats.org/officeDocument/2006/relationships/image" Target="../media/image2.png"/><Relationship Id="rId23" Type="http://schemas.openxmlformats.org/officeDocument/2006/relationships/customXml" Target="../ink/ink30.xml"/><Relationship Id="rId28" Type="http://schemas.openxmlformats.org/officeDocument/2006/relationships/image" Target="../media/image12.png"/><Relationship Id="rId19" Type="http://schemas.openxmlformats.org/officeDocument/2006/relationships/customXml" Target="../ink/ink27.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 Id="rId22" Type="http://schemas.openxmlformats.org/officeDocument/2006/relationships/image" Target="../media/image9.png"/><Relationship Id="rId27" Type="http://schemas.openxmlformats.org/officeDocument/2006/relationships/customXml" Target="../ink/ink32.xml"/><Relationship Id="rId30"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34.xml"/><Relationship Id="rId7" Type="http://schemas.openxmlformats.org/officeDocument/2006/relationships/customXml" Target="../ink/ink36.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38.xml"/><Relationship Id="rId5" Type="http://schemas.openxmlformats.org/officeDocument/2006/relationships/customXml" Target="../ink/ink35.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37.xml"/></Relationships>
</file>

<file path=ppt/slides/_rels/slide8.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customXml" Target="../ink/ink46.xml"/><Relationship Id="rId26" Type="http://schemas.openxmlformats.org/officeDocument/2006/relationships/customXml" Target="../ink/ink50.xml"/><Relationship Id="rId39" Type="http://schemas.openxmlformats.org/officeDocument/2006/relationships/image" Target="../media/image28.png"/><Relationship Id="rId21" Type="http://schemas.openxmlformats.org/officeDocument/2006/relationships/image" Target="../media/image19.png"/><Relationship Id="rId34" Type="http://schemas.openxmlformats.org/officeDocument/2006/relationships/customXml" Target="../ink/ink54.xml"/><Relationship Id="rId42" Type="http://schemas.openxmlformats.org/officeDocument/2006/relationships/customXml" Target="../ink/ink58.xml"/><Relationship Id="rId47" Type="http://schemas.openxmlformats.org/officeDocument/2006/relationships/image" Target="../media/image33.png"/><Relationship Id="rId50" Type="http://schemas.openxmlformats.org/officeDocument/2006/relationships/customXml" Target="../ink/ink62.xml"/><Relationship Id="rId55" Type="http://schemas.openxmlformats.org/officeDocument/2006/relationships/image" Target="../media/image37.png"/><Relationship Id="rId63" Type="http://schemas.openxmlformats.org/officeDocument/2006/relationships/image" Target="../media/image42.png"/><Relationship Id="rId68" Type="http://schemas.openxmlformats.org/officeDocument/2006/relationships/customXml" Target="../ink/ink71.xml"/><Relationship Id="rId76" Type="http://schemas.openxmlformats.org/officeDocument/2006/relationships/customXml" Target="../ink/ink75.xml"/><Relationship Id="rId7" Type="http://schemas.openxmlformats.org/officeDocument/2006/relationships/image" Target="../media/image40.png"/><Relationship Id="rId71" Type="http://schemas.openxmlformats.org/officeDocument/2006/relationships/image" Target="../media/image46.png"/><Relationship Id="rId2" Type="http://schemas.openxmlformats.org/officeDocument/2006/relationships/image" Target="../media/image15.png"/><Relationship Id="rId16" Type="http://schemas.openxmlformats.org/officeDocument/2006/relationships/customXml" Target="../ink/ink45.xml"/><Relationship Id="rId29" Type="http://schemas.openxmlformats.org/officeDocument/2006/relationships/image" Target="../media/image23.png"/><Relationship Id="rId11" Type="http://schemas.openxmlformats.org/officeDocument/2006/relationships/image" Target="../media/image60.png"/><Relationship Id="rId24" Type="http://schemas.openxmlformats.org/officeDocument/2006/relationships/customXml" Target="../ink/ink49.xml"/><Relationship Id="rId32" Type="http://schemas.openxmlformats.org/officeDocument/2006/relationships/customXml" Target="../ink/ink53.xml"/><Relationship Id="rId37" Type="http://schemas.openxmlformats.org/officeDocument/2006/relationships/image" Target="../media/image27.png"/><Relationship Id="rId40" Type="http://schemas.openxmlformats.org/officeDocument/2006/relationships/customXml" Target="../ink/ink57.xml"/><Relationship Id="rId45" Type="http://schemas.openxmlformats.org/officeDocument/2006/relationships/image" Target="../media/image32.png"/><Relationship Id="rId53" Type="http://schemas.openxmlformats.org/officeDocument/2006/relationships/image" Target="../media/image36.png"/><Relationship Id="rId58" Type="http://schemas.openxmlformats.org/officeDocument/2006/relationships/customXml" Target="../ink/ink66.xml"/><Relationship Id="rId66" Type="http://schemas.openxmlformats.org/officeDocument/2006/relationships/customXml" Target="../ink/ink70.xml"/><Relationship Id="rId74" Type="http://schemas.openxmlformats.org/officeDocument/2006/relationships/customXml" Target="../ink/ink74.xml"/><Relationship Id="rId79" Type="http://schemas.openxmlformats.org/officeDocument/2006/relationships/image" Target="../media/image51.png"/><Relationship Id="rId5" Type="http://schemas.openxmlformats.org/officeDocument/2006/relationships/image" Target="../media/image30.png"/><Relationship Id="rId61" Type="http://schemas.openxmlformats.org/officeDocument/2006/relationships/image" Target="../media/image41.png"/><Relationship Id="rId82" Type="http://schemas.openxmlformats.org/officeDocument/2006/relationships/customXml" Target="../ink/ink78.xml"/><Relationship Id="rId10" Type="http://schemas.openxmlformats.org/officeDocument/2006/relationships/customXml" Target="../ink/ink42.xml"/><Relationship Id="rId19" Type="http://schemas.openxmlformats.org/officeDocument/2006/relationships/image" Target="../media/image18.png"/><Relationship Id="rId31" Type="http://schemas.openxmlformats.org/officeDocument/2006/relationships/image" Target="../media/image24.png"/><Relationship Id="rId44" Type="http://schemas.openxmlformats.org/officeDocument/2006/relationships/customXml" Target="../ink/ink59.xml"/><Relationship Id="rId52" Type="http://schemas.openxmlformats.org/officeDocument/2006/relationships/customXml" Target="../ink/ink63.xml"/><Relationship Id="rId60" Type="http://schemas.openxmlformats.org/officeDocument/2006/relationships/customXml" Target="../ink/ink67.xml"/><Relationship Id="rId65" Type="http://schemas.openxmlformats.org/officeDocument/2006/relationships/image" Target="../media/image43.png"/><Relationship Id="rId73" Type="http://schemas.openxmlformats.org/officeDocument/2006/relationships/image" Target="../media/image47.png"/><Relationship Id="rId78" Type="http://schemas.openxmlformats.org/officeDocument/2006/relationships/customXml" Target="../ink/ink76.xml"/><Relationship Id="rId81" Type="http://schemas.openxmlformats.org/officeDocument/2006/relationships/image" Target="../media/image52.png"/><Relationship Id="rId4" Type="http://schemas.openxmlformats.org/officeDocument/2006/relationships/customXml" Target="../ink/ink39.xml"/><Relationship Id="rId9" Type="http://schemas.openxmlformats.org/officeDocument/2006/relationships/image" Target="../media/image50.png"/><Relationship Id="rId14" Type="http://schemas.openxmlformats.org/officeDocument/2006/relationships/customXml" Target="../ink/ink44.xml"/><Relationship Id="rId22" Type="http://schemas.openxmlformats.org/officeDocument/2006/relationships/customXml" Target="../ink/ink48.xml"/><Relationship Id="rId27" Type="http://schemas.openxmlformats.org/officeDocument/2006/relationships/image" Target="../media/image22.png"/><Relationship Id="rId30" Type="http://schemas.openxmlformats.org/officeDocument/2006/relationships/customXml" Target="../ink/ink52.xml"/><Relationship Id="rId35" Type="http://schemas.openxmlformats.org/officeDocument/2006/relationships/image" Target="../media/image26.png"/><Relationship Id="rId43" Type="http://schemas.openxmlformats.org/officeDocument/2006/relationships/image" Target="../media/image31.png"/><Relationship Id="rId48" Type="http://schemas.openxmlformats.org/officeDocument/2006/relationships/customXml" Target="../ink/ink61.xml"/><Relationship Id="rId56" Type="http://schemas.openxmlformats.org/officeDocument/2006/relationships/customXml" Target="../ink/ink65.xml"/><Relationship Id="rId64" Type="http://schemas.openxmlformats.org/officeDocument/2006/relationships/customXml" Target="../ink/ink69.xml"/><Relationship Id="rId69" Type="http://schemas.openxmlformats.org/officeDocument/2006/relationships/image" Target="../media/image45.png"/><Relationship Id="rId77" Type="http://schemas.openxmlformats.org/officeDocument/2006/relationships/image" Target="../media/image49.png"/><Relationship Id="rId8" Type="http://schemas.openxmlformats.org/officeDocument/2006/relationships/customXml" Target="../ink/ink41.xml"/><Relationship Id="rId51" Type="http://schemas.openxmlformats.org/officeDocument/2006/relationships/image" Target="../media/image35.png"/><Relationship Id="rId72" Type="http://schemas.openxmlformats.org/officeDocument/2006/relationships/customXml" Target="../ink/ink73.xml"/><Relationship Id="rId80" Type="http://schemas.openxmlformats.org/officeDocument/2006/relationships/customXml" Target="../ink/ink77.xml"/><Relationship Id="rId3" Type="http://schemas.openxmlformats.org/officeDocument/2006/relationships/image" Target="../media/image2.png"/><Relationship Id="rId12" Type="http://schemas.openxmlformats.org/officeDocument/2006/relationships/customXml" Target="../ink/ink43.xml"/><Relationship Id="rId17" Type="http://schemas.openxmlformats.org/officeDocument/2006/relationships/image" Target="../media/image17.png"/><Relationship Id="rId25" Type="http://schemas.openxmlformats.org/officeDocument/2006/relationships/image" Target="../media/image21.png"/><Relationship Id="rId33" Type="http://schemas.openxmlformats.org/officeDocument/2006/relationships/image" Target="../media/image25.png"/><Relationship Id="rId38" Type="http://schemas.openxmlformats.org/officeDocument/2006/relationships/customXml" Target="../ink/ink56.xml"/><Relationship Id="rId46" Type="http://schemas.openxmlformats.org/officeDocument/2006/relationships/customXml" Target="../ink/ink60.xml"/><Relationship Id="rId59" Type="http://schemas.openxmlformats.org/officeDocument/2006/relationships/image" Target="../media/image39.png"/><Relationship Id="rId67" Type="http://schemas.openxmlformats.org/officeDocument/2006/relationships/image" Target="../media/image44.png"/><Relationship Id="rId20" Type="http://schemas.openxmlformats.org/officeDocument/2006/relationships/customXml" Target="../ink/ink47.xml"/><Relationship Id="rId41" Type="http://schemas.openxmlformats.org/officeDocument/2006/relationships/image" Target="../media/image29.png"/><Relationship Id="rId54" Type="http://schemas.openxmlformats.org/officeDocument/2006/relationships/customXml" Target="../ink/ink64.xml"/><Relationship Id="rId62" Type="http://schemas.openxmlformats.org/officeDocument/2006/relationships/customXml" Target="../ink/ink68.xml"/><Relationship Id="rId70" Type="http://schemas.openxmlformats.org/officeDocument/2006/relationships/customXml" Target="../ink/ink72.xml"/><Relationship Id="rId75" Type="http://schemas.openxmlformats.org/officeDocument/2006/relationships/image" Target="../media/image48.png"/><Relationship Id="rId83"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customXml" Target="../ink/ink40.xml"/><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51.xml"/><Relationship Id="rId36" Type="http://schemas.openxmlformats.org/officeDocument/2006/relationships/customXml" Target="../ink/ink55.xml"/><Relationship Id="rId49" Type="http://schemas.openxmlformats.org/officeDocument/2006/relationships/image" Target="../media/image34.png"/><Relationship Id="rId57"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79.xml"/><Relationship Id="rId7" Type="http://schemas.openxmlformats.org/officeDocument/2006/relationships/customXml" Target="../ink/ink81.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83.xml"/><Relationship Id="rId5" Type="http://schemas.openxmlformats.org/officeDocument/2006/relationships/customXml" Target="../ink/ink80.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82.xml"/></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platform.openai.com/api-key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customXml" Target="../ink/ink89.xml"/><Relationship Id="rId3" Type="http://schemas.openxmlformats.org/officeDocument/2006/relationships/customXml" Target="../ink/ink84.xml"/><Relationship Id="rId7" Type="http://schemas.openxmlformats.org/officeDocument/2006/relationships/customXml" Target="../ink/ink86.xml"/><Relationship Id="rId12" Type="http://schemas.openxmlformats.org/officeDocument/2006/relationships/image" Target="../media/image1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customXml" Target="../ink/ink88.xml"/><Relationship Id="rId5" Type="http://schemas.openxmlformats.org/officeDocument/2006/relationships/customXml" Target="../ink/ink85.xml"/><Relationship Id="rId10" Type="http://schemas.openxmlformats.org/officeDocument/2006/relationships/image" Target="../media/image150.png"/><Relationship Id="rId4" Type="http://schemas.openxmlformats.org/officeDocument/2006/relationships/image" Target="../media/image110.png"/><Relationship Id="rId9" Type="http://schemas.openxmlformats.org/officeDocument/2006/relationships/customXml" Target="../ink/ink87.xml"/><Relationship Id="rId14" Type="http://schemas.openxmlformats.org/officeDocument/2006/relationships/image" Target="../media/image170.png"/></Relationships>
</file>

<file path=ppt/slides/_rels/slide1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3EAC-24D1-44C0-2B5F-95DBBB91C750}"/>
              </a:ext>
            </a:extLst>
          </p:cNvPr>
          <p:cNvSpPr>
            <a:spLocks noGrp="1"/>
          </p:cNvSpPr>
          <p:nvPr>
            <p:ph type="ctrTitle"/>
          </p:nvPr>
        </p:nvSpPr>
        <p:spPr>
          <a:xfrm>
            <a:off x="630936" y="978408"/>
            <a:ext cx="10917935" cy="2439671"/>
          </a:xfrm>
        </p:spPr>
        <p:txBody>
          <a:bodyPr>
            <a:normAutofit fontScale="90000"/>
          </a:bodyPr>
          <a:lstStyle/>
          <a:p>
            <a:r>
              <a:rPr lang="en-US" dirty="0"/>
              <a:t>API</a:t>
            </a:r>
            <a:br>
              <a:rPr lang="en-US" dirty="0"/>
            </a:br>
            <a:r>
              <a:rPr lang="en-US" dirty="0"/>
              <a:t>(Application Programming Interface)</a:t>
            </a:r>
            <a:br>
              <a:rPr lang="en-US" dirty="0"/>
            </a:br>
            <a:r>
              <a:rPr lang="en-US" dirty="0"/>
              <a:t>In LLM</a:t>
            </a:r>
            <a:endParaRPr lang="en-IN" dirty="0"/>
          </a:p>
        </p:txBody>
      </p:sp>
      <p:sp>
        <p:nvSpPr>
          <p:cNvPr id="6" name="TextBox 5">
            <a:extLst>
              <a:ext uri="{FF2B5EF4-FFF2-40B4-BE49-F238E27FC236}">
                <a16:creationId xmlns:a16="http://schemas.microsoft.com/office/drawing/2014/main" id="{D46944AB-0C51-2390-3A48-A2AC11662B6B}"/>
              </a:ext>
            </a:extLst>
          </p:cNvPr>
          <p:cNvSpPr txBox="1"/>
          <p:nvPr/>
        </p:nvSpPr>
        <p:spPr>
          <a:xfrm>
            <a:off x="178931" y="4348657"/>
            <a:ext cx="11781421" cy="1569660"/>
          </a:xfrm>
          <a:prstGeom prst="rect">
            <a:avLst/>
          </a:prstGeom>
          <a:noFill/>
        </p:spPr>
        <p:txBody>
          <a:bodyPr wrap="square">
            <a:spAutoFit/>
          </a:bodyPr>
          <a:lstStyle/>
          <a:p>
            <a:r>
              <a:rPr lang="en-US" sz="2400" b="1" dirty="0">
                <a:solidFill>
                  <a:schemeClr val="accent6">
                    <a:lumMod val="60000"/>
                    <a:lumOff val="40000"/>
                  </a:schemeClr>
                </a:solidFill>
              </a:rPr>
              <a:t>What is an API ?</a:t>
            </a:r>
          </a:p>
          <a:p>
            <a:r>
              <a:rPr lang="en-US" sz="2400" b="1" dirty="0">
                <a:solidFill>
                  <a:schemeClr val="accent6">
                    <a:lumMod val="60000"/>
                    <a:lumOff val="40000"/>
                  </a:schemeClr>
                </a:solidFill>
              </a:rPr>
              <a:t>Why do we need API ?</a:t>
            </a:r>
          </a:p>
          <a:p>
            <a:r>
              <a:rPr lang="en-US" sz="2400" b="1" dirty="0">
                <a:solidFill>
                  <a:schemeClr val="accent6">
                    <a:lumMod val="60000"/>
                    <a:lumOff val="40000"/>
                  </a:schemeClr>
                </a:solidFill>
              </a:rPr>
              <a:t>Examples of API</a:t>
            </a:r>
          </a:p>
          <a:p>
            <a:r>
              <a:rPr lang="en-US" sz="2400" b="1" dirty="0">
                <a:solidFill>
                  <a:schemeClr val="accent6">
                    <a:lumMod val="60000"/>
                    <a:lumOff val="40000"/>
                  </a:schemeClr>
                </a:solidFill>
              </a:rPr>
              <a:t>How to get API Key ?</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83901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B4A7-16E2-E7F6-BCB7-E97D64625B0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B0C49D-2BFB-6DDD-49EE-94EFE7403761}"/>
              </a:ext>
            </a:extLst>
          </p:cNvPr>
          <p:cNvSpPr txBox="1"/>
          <p:nvPr/>
        </p:nvSpPr>
        <p:spPr>
          <a:xfrm>
            <a:off x="178931" y="453313"/>
            <a:ext cx="11781421" cy="3046988"/>
          </a:xfrm>
          <a:prstGeom prst="rect">
            <a:avLst/>
          </a:prstGeom>
          <a:noFill/>
        </p:spPr>
        <p:txBody>
          <a:bodyPr wrap="square">
            <a:spAutoFit/>
          </a:bodyPr>
          <a:lstStyle/>
          <a:p>
            <a:r>
              <a:rPr lang="en-US" sz="2400" b="1" dirty="0">
                <a:solidFill>
                  <a:schemeClr val="accent6">
                    <a:lumMod val="60000"/>
                    <a:lumOff val="40000"/>
                  </a:schemeClr>
                </a:solidFill>
              </a:rPr>
              <a:t>What is an API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API is, like a middle man, that allows one program application to talk to another program.</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Companies provide API that allows regular user like you and me to access and use their Large Language Models (LLM).</a:t>
            </a:r>
          </a:p>
          <a:p>
            <a:r>
              <a:rPr lang="en-US" sz="2400" dirty="0">
                <a:solidFill>
                  <a:schemeClr val="accent6">
                    <a:lumMod val="60000"/>
                    <a:lumOff val="40000"/>
                  </a:schemeClr>
                </a:solidFill>
              </a:rPr>
              <a:t>We do not directly talk to their LLM, we use the API.</a:t>
            </a:r>
          </a:p>
          <a:p>
            <a:endParaRPr lang="en-US"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B9CF436B-E168-5EB5-23C3-68FB71F0187B}"/>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22" name="Group 21">
            <a:extLst>
              <a:ext uri="{FF2B5EF4-FFF2-40B4-BE49-F238E27FC236}">
                <a16:creationId xmlns:a16="http://schemas.microsoft.com/office/drawing/2014/main" id="{1CE14FD6-E19E-9D0E-5B06-4DA26B065E32}"/>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4FC4C950-4330-4C8D-8BB6-FAB9C008F286}"/>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4FC4C950-4330-4C8D-8BB6-FAB9C008F286}"/>
                    </a:ext>
                  </a:extLst>
                </p:cNvPr>
                <p:cNvPicPr/>
                <p:nvPr/>
              </p:nvPicPr>
              <p:blipFill>
                <a:blip r:embed="rId4"/>
                <a:stretch>
                  <a:fillRect/>
                </a:stretch>
              </p:blipFill>
              <p:spPr>
                <a:xfrm>
                  <a:off x="8411544" y="559893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7BEF3F12-1E90-C170-2E1D-E815FC201FA4}"/>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7BEF3F12-1E90-C170-2E1D-E815FC201FA4}"/>
                    </a:ext>
                  </a:extLst>
                </p:cNvPr>
                <p:cNvPicPr/>
                <p:nvPr/>
              </p:nvPicPr>
              <p:blipFill>
                <a:blip r:embed="rId6"/>
                <a:stretch>
                  <a:fillRect/>
                </a:stretch>
              </p:blipFill>
              <p:spPr>
                <a:xfrm>
                  <a:off x="8613864" y="558957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70B2A9DD-F917-52E1-C3EF-917C54F2B950}"/>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70B2A9DD-F917-52E1-C3EF-917C54F2B950}"/>
                    </a:ext>
                  </a:extLst>
                </p:cNvPr>
                <p:cNvPicPr/>
                <p:nvPr/>
              </p:nvPicPr>
              <p:blipFill>
                <a:blip r:embed="rId8"/>
                <a:stretch>
                  <a:fillRect/>
                </a:stretch>
              </p:blipFill>
              <p:spPr>
                <a:xfrm>
                  <a:off x="8870573" y="5602536"/>
                  <a:ext cx="255182"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C7EB7572-EC1F-B6F6-2896-B741FD8BA24C}"/>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C7EB7572-EC1F-B6F6-2896-B741FD8BA24C}"/>
                    </a:ext>
                  </a:extLst>
                </p:cNvPr>
                <p:cNvPicPr/>
                <p:nvPr/>
              </p:nvPicPr>
              <p:blipFill>
                <a:blip r:embed="rId10"/>
                <a:stretch>
                  <a:fillRect/>
                </a:stretch>
              </p:blipFill>
              <p:spPr>
                <a:xfrm>
                  <a:off x="9153504" y="555033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93C034E6-13A1-E3C8-4C5B-CC7EEED69E70}"/>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93C034E6-13A1-E3C8-4C5B-CC7EEED69E70}"/>
                    </a:ext>
                  </a:extLst>
                </p:cNvPr>
                <p:cNvPicPr/>
                <p:nvPr/>
              </p:nvPicPr>
              <p:blipFill>
                <a:blip r:embed="rId12"/>
                <a:stretch>
                  <a:fillRect/>
                </a:stretch>
              </p:blipFill>
              <p:spPr>
                <a:xfrm>
                  <a:off x="8266779" y="5550336"/>
                  <a:ext cx="180809" cy="381240"/>
                </a:xfrm>
                <a:prstGeom prst="rect">
                  <a:avLst/>
                </a:prstGeom>
              </p:spPr>
            </p:pic>
          </mc:Fallback>
        </mc:AlternateContent>
      </p:grpSp>
    </p:spTree>
    <p:extLst>
      <p:ext uri="{BB962C8B-B14F-4D97-AF65-F5344CB8AC3E}">
        <p14:creationId xmlns:p14="http://schemas.microsoft.com/office/powerpoint/2010/main" val="3817199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E0F07-36FF-3B84-914B-A0985EB121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E509BB6-091F-A8C2-B485-3DD26B0CBDB4}"/>
              </a:ext>
            </a:extLst>
          </p:cNvPr>
          <p:cNvSpPr txBox="1"/>
          <p:nvPr/>
        </p:nvSpPr>
        <p:spPr>
          <a:xfrm>
            <a:off x="178931" y="663625"/>
            <a:ext cx="11781421" cy="1938992"/>
          </a:xfrm>
          <a:prstGeom prst="rect">
            <a:avLst/>
          </a:prstGeom>
          <a:noFill/>
        </p:spPr>
        <p:txBody>
          <a:bodyPr wrap="square">
            <a:spAutoFit/>
          </a:bodyPr>
          <a:lstStyle/>
          <a:p>
            <a:r>
              <a:rPr lang="en-US" sz="2400" dirty="0">
                <a:solidFill>
                  <a:schemeClr val="accent6">
                    <a:lumMod val="60000"/>
                    <a:lumOff val="40000"/>
                  </a:schemeClr>
                </a:solidFill>
              </a:rPr>
              <a:t>Generally, to use API you need </a:t>
            </a:r>
          </a:p>
          <a:p>
            <a:pPr marL="342900" indent="-342900">
              <a:buFont typeface="Arial" panose="020B0604020202020204" pitchFamily="34" charset="0"/>
              <a:buChar char="•"/>
            </a:pPr>
            <a:r>
              <a:rPr lang="en-US" sz="2400" dirty="0">
                <a:solidFill>
                  <a:schemeClr val="accent6">
                    <a:lumMod val="60000"/>
                    <a:lumOff val="40000"/>
                  </a:schemeClr>
                </a:solidFill>
              </a:rPr>
              <a:t>Username and password</a:t>
            </a:r>
          </a:p>
          <a:p>
            <a:pPr marL="342900" indent="-342900">
              <a:buFont typeface="Arial" panose="020B0604020202020204" pitchFamily="34" charset="0"/>
              <a:buChar char="•"/>
            </a:pPr>
            <a:r>
              <a:rPr lang="en-US" sz="2400" dirty="0">
                <a:solidFill>
                  <a:schemeClr val="accent6">
                    <a:lumMod val="60000"/>
                    <a:lumOff val="40000"/>
                  </a:schemeClr>
                </a:solidFill>
              </a:rPr>
              <a:t>API key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These are provided by the company that is running LLM</a:t>
            </a:r>
          </a:p>
        </p:txBody>
      </p:sp>
      <p:pic>
        <p:nvPicPr>
          <p:cNvPr id="2" name="Picture 1">
            <a:extLst>
              <a:ext uri="{FF2B5EF4-FFF2-40B4-BE49-F238E27FC236}">
                <a16:creationId xmlns:a16="http://schemas.microsoft.com/office/drawing/2014/main" id="{9C513F8B-1DE1-4A8B-FF83-6ECE81A39FD2}"/>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4" name="Group 3">
            <a:extLst>
              <a:ext uri="{FF2B5EF4-FFF2-40B4-BE49-F238E27FC236}">
                <a16:creationId xmlns:a16="http://schemas.microsoft.com/office/drawing/2014/main" id="{3A10DC92-218B-2A06-39E7-C99F114AE285}"/>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906CBEF-82C0-818E-369F-3F9D09B752F8}"/>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E3625F0-1C23-7340-74FD-6EA23B20BD57}"/>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092C752-18C8-7BD2-47DB-937841922889}"/>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795F2C0-A7E9-3D3C-C1A4-F60C0F94CCBF}"/>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737A86B-7807-422F-7855-519FDC46EEA0}"/>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84180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D19E3-C1E7-6546-4724-4AD735F8AF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24EFFCB-2EEB-C3D6-C274-D56FAC2BCFCA}"/>
              </a:ext>
            </a:extLst>
          </p:cNvPr>
          <p:cNvSpPr txBox="1"/>
          <p:nvPr/>
        </p:nvSpPr>
        <p:spPr>
          <a:xfrm>
            <a:off x="178931" y="663625"/>
            <a:ext cx="11781421" cy="2308324"/>
          </a:xfrm>
          <a:prstGeom prst="rect">
            <a:avLst/>
          </a:prstGeom>
          <a:noFill/>
        </p:spPr>
        <p:txBody>
          <a:bodyPr wrap="square">
            <a:spAutoFit/>
          </a:bodyPr>
          <a:lstStyle/>
          <a:p>
            <a:r>
              <a:rPr lang="en-US" sz="2400" b="1" dirty="0">
                <a:solidFill>
                  <a:schemeClr val="accent6">
                    <a:lumMod val="60000"/>
                    <a:lumOff val="40000"/>
                  </a:schemeClr>
                </a:solidFill>
              </a:rPr>
              <a:t>1. Building LLMs is extremely hard</a:t>
            </a:r>
          </a:p>
          <a:p>
            <a:r>
              <a:rPr lang="en-US" sz="2400" dirty="0">
                <a:solidFill>
                  <a:schemeClr val="accent6">
                    <a:lumMod val="60000"/>
                    <a:lumOff val="40000"/>
                  </a:schemeClr>
                </a:solidFill>
              </a:rPr>
              <a:t>Training something like GPT-4 requires: </a:t>
            </a:r>
            <a:r>
              <a:rPr lang="en-US" sz="2400" b="1" dirty="0">
                <a:solidFill>
                  <a:schemeClr val="accent6">
                    <a:lumMod val="60000"/>
                    <a:lumOff val="40000"/>
                  </a:schemeClr>
                </a:solidFill>
              </a:rPr>
              <a:t>Massive data, GPUs (=money), Research expertise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Not practical for most developers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With an API, developers have an instant access to LLM</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59B7DF6-0C43-9C82-92FF-C5FD955B6081}"/>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E59B7DF6-0C43-9C82-92FF-C5FD955B6081}"/>
                  </a:ext>
                </a:extLst>
              </p:cNvPr>
              <p:cNvPicPr/>
              <p:nvPr/>
            </p:nvPicPr>
            <p:blipFill>
              <a:blip r:embed="rId14"/>
              <a:stretch>
                <a:fillRect/>
              </a:stretch>
            </p:blipFill>
            <p:spPr>
              <a:xfrm>
                <a:off x="1280304" y="951336"/>
                <a:ext cx="36000" cy="36000"/>
              </a:xfrm>
              <a:prstGeom prst="rect">
                <a:avLst/>
              </a:prstGeom>
            </p:spPr>
          </p:pic>
        </mc:Fallback>
      </mc:AlternateContent>
      <p:sp>
        <p:nvSpPr>
          <p:cNvPr id="4" name="TextBox 3">
            <a:extLst>
              <a:ext uri="{FF2B5EF4-FFF2-40B4-BE49-F238E27FC236}">
                <a16:creationId xmlns:a16="http://schemas.microsoft.com/office/drawing/2014/main" id="{FD262F80-B2A0-190C-5C66-C671122DE6F2}"/>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pic>
        <p:nvPicPr>
          <p:cNvPr id="5" name="Picture 4">
            <a:extLst>
              <a:ext uri="{FF2B5EF4-FFF2-40B4-BE49-F238E27FC236}">
                <a16:creationId xmlns:a16="http://schemas.microsoft.com/office/drawing/2014/main" id="{C8D206E1-8AE2-49AC-BE31-1E03E91748FA}"/>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7" name="Group 6">
            <a:extLst>
              <a:ext uri="{FF2B5EF4-FFF2-40B4-BE49-F238E27FC236}">
                <a16:creationId xmlns:a16="http://schemas.microsoft.com/office/drawing/2014/main" id="{311827FE-E19B-E46D-50F4-CBACFE5E023F}"/>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1BDC68E-0637-C9CE-135A-FB9F9BBD85DF}"/>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53941ABF-B4C0-D241-3E10-9B99918BDC96}"/>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A6A53E1-8452-394D-43E0-09D89C3C0F8E}"/>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9B984AE2-84D5-C2A7-E155-5B00FAF697E8}"/>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D56F17C1-751D-2B31-196A-D240F296E9D1}"/>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4038468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0F5FF-6B8B-0967-4532-056AD46D50B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628F4E5-707C-542C-CEE9-F855E7F8E756}"/>
              </a:ext>
            </a:extLst>
          </p:cNvPr>
          <p:cNvSpPr txBox="1"/>
          <p:nvPr/>
        </p:nvSpPr>
        <p:spPr>
          <a:xfrm>
            <a:off x="178931" y="663625"/>
            <a:ext cx="5917069" cy="3231654"/>
          </a:xfrm>
          <a:prstGeom prst="rect">
            <a:avLst/>
          </a:prstGeom>
          <a:noFill/>
        </p:spPr>
        <p:txBody>
          <a:bodyPr wrap="square">
            <a:spAutoFit/>
          </a:bodyPr>
          <a:lstStyle/>
          <a:p>
            <a:r>
              <a:rPr lang="en-US" sz="2400" b="1" dirty="0">
                <a:solidFill>
                  <a:schemeClr val="accent6">
                    <a:lumMod val="60000"/>
                    <a:lumOff val="40000"/>
                  </a:schemeClr>
                </a:solidFill>
              </a:rPr>
              <a:t>2. Pay-as-you-use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You only pay per request (tokens)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No need to maintain servers</a:t>
            </a:r>
          </a:p>
          <a:p>
            <a:endParaRPr lang="en-US" sz="2400" dirty="0">
              <a:solidFill>
                <a:schemeClr val="accent6">
                  <a:lumMod val="60000"/>
                  <a:lumOff val="40000"/>
                </a:schemeClr>
              </a:solidFill>
            </a:endParaRPr>
          </a:p>
          <a:p>
            <a:r>
              <a:rPr lang="en-US" sz="2000" b="1" dirty="0">
                <a:solidFill>
                  <a:schemeClr val="accent6">
                    <a:lumMod val="60000"/>
                    <a:lumOff val="40000"/>
                  </a:schemeClr>
                </a:solidFill>
              </a:rPr>
              <a:t>Input tokens</a:t>
            </a:r>
            <a:r>
              <a:rPr lang="en-US" sz="2000" dirty="0">
                <a:solidFill>
                  <a:schemeClr val="accent6">
                    <a:lumMod val="60000"/>
                    <a:lumOff val="40000"/>
                  </a:schemeClr>
                </a:solidFill>
              </a:rPr>
              <a:t> are the text you send to the AI</a:t>
            </a:r>
          </a:p>
          <a:p>
            <a:r>
              <a:rPr lang="en-US" sz="2000" b="1" dirty="0">
                <a:solidFill>
                  <a:schemeClr val="accent6">
                    <a:lumMod val="60000"/>
                    <a:lumOff val="40000"/>
                  </a:schemeClr>
                </a:solidFill>
              </a:rPr>
              <a:t>Output tokens</a:t>
            </a:r>
            <a:r>
              <a:rPr lang="en-US" sz="2000" dirty="0">
                <a:solidFill>
                  <a:schemeClr val="accent6">
                    <a:lumMod val="60000"/>
                    <a:lumOff val="40000"/>
                  </a:schemeClr>
                </a:solidFill>
              </a:rPr>
              <a:t> are the text the AI generates back to you.</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19D3792-A399-4DE6-0F6A-BFAFA0E317EA}"/>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519D3792-A399-4DE6-0F6A-BFAFA0E317EA}"/>
                  </a:ext>
                </a:extLst>
              </p:cNvPr>
              <p:cNvPicPr/>
              <p:nvPr/>
            </p:nvPicPr>
            <p:blipFill>
              <a:blip r:embed="rId14"/>
              <a:stretch>
                <a:fillRect/>
              </a:stretch>
            </p:blipFill>
            <p:spPr>
              <a:xfrm>
                <a:off x="1280304" y="951336"/>
                <a:ext cx="36000" cy="36000"/>
              </a:xfrm>
              <a:prstGeom prst="rect">
                <a:avLst/>
              </a:prstGeom>
            </p:spPr>
          </p:pic>
        </mc:Fallback>
      </mc:AlternateContent>
      <p:pic>
        <p:nvPicPr>
          <p:cNvPr id="3" name="Picture 2">
            <a:extLst>
              <a:ext uri="{FF2B5EF4-FFF2-40B4-BE49-F238E27FC236}">
                <a16:creationId xmlns:a16="http://schemas.microsoft.com/office/drawing/2014/main" id="{1EA13581-3A37-0978-FB5A-7E7C2726FDF8}"/>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5" name="Group 4">
            <a:extLst>
              <a:ext uri="{FF2B5EF4-FFF2-40B4-BE49-F238E27FC236}">
                <a16:creationId xmlns:a16="http://schemas.microsoft.com/office/drawing/2014/main" id="{DE6B5D72-0B42-863A-30AC-7A60C66AE002}"/>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344E5530-53B8-41E9-5228-57E1B2B2A0D9}"/>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BC283D08-CDFB-0DDC-67C2-56A1902A4B3B}"/>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62E3CC22-A501-FEAB-7D74-FF95B938F03A}"/>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EDDFE6E0-053E-BF5C-6FFB-7BFED82BE3CB}"/>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442CB3E-88A4-F371-687C-07045D8F6BD5}"/>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
        <p:nvSpPr>
          <p:cNvPr id="8" name="TextBox 7">
            <a:extLst>
              <a:ext uri="{FF2B5EF4-FFF2-40B4-BE49-F238E27FC236}">
                <a16:creationId xmlns:a16="http://schemas.microsoft.com/office/drawing/2014/main" id="{8B32EE86-7BA6-92C0-6F68-0246CB4FB68B}"/>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pic>
        <p:nvPicPr>
          <p:cNvPr id="13" name="Picture 12">
            <a:extLst>
              <a:ext uri="{FF2B5EF4-FFF2-40B4-BE49-F238E27FC236}">
                <a16:creationId xmlns:a16="http://schemas.microsoft.com/office/drawing/2014/main" id="{33C55F79-2F45-EE1B-A5E3-852203B1F920}"/>
              </a:ext>
            </a:extLst>
          </p:cNvPr>
          <p:cNvPicPr>
            <a:picLocks noChangeAspect="1"/>
          </p:cNvPicPr>
          <p:nvPr/>
        </p:nvPicPr>
        <p:blipFill>
          <a:blip r:embed="rId21"/>
          <a:stretch>
            <a:fillRect/>
          </a:stretch>
        </p:blipFill>
        <p:spPr>
          <a:xfrm>
            <a:off x="6063691" y="490687"/>
            <a:ext cx="6109689" cy="3104424"/>
          </a:xfrm>
          <a:prstGeom prst="rect">
            <a:avLst/>
          </a:prstGeom>
        </p:spPr>
      </p:pic>
    </p:spTree>
    <p:extLst>
      <p:ext uri="{BB962C8B-B14F-4D97-AF65-F5344CB8AC3E}">
        <p14:creationId xmlns:p14="http://schemas.microsoft.com/office/powerpoint/2010/main" val="178108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3066-1DDD-BA54-F510-0F94A303B0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D1FDB2-5C4F-7C07-B1A4-0D6B2A50A696}"/>
              </a:ext>
            </a:extLst>
          </p:cNvPr>
          <p:cNvSpPr txBox="1"/>
          <p:nvPr/>
        </p:nvSpPr>
        <p:spPr>
          <a:xfrm>
            <a:off x="178931" y="663625"/>
            <a:ext cx="11781421" cy="1938992"/>
          </a:xfrm>
          <a:prstGeom prst="rect">
            <a:avLst/>
          </a:prstGeom>
          <a:noFill/>
        </p:spPr>
        <p:txBody>
          <a:bodyPr wrap="square">
            <a:spAutoFit/>
          </a:bodyPr>
          <a:lstStyle/>
          <a:p>
            <a:r>
              <a:rPr lang="en-US" sz="2400" b="1" dirty="0">
                <a:solidFill>
                  <a:schemeClr val="accent6">
                    <a:lumMod val="60000"/>
                    <a:lumOff val="40000"/>
                  </a:schemeClr>
                </a:solidFill>
              </a:rPr>
              <a:t>3. API Uses Updated Model</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Providers like OpenAI improve models regularly</a:t>
            </a:r>
            <a:br>
              <a:rPr lang="en-US" sz="2400" dirty="0">
                <a:solidFill>
                  <a:schemeClr val="accent6">
                    <a:lumMod val="60000"/>
                    <a:lumOff val="40000"/>
                  </a:schemeClr>
                </a:solidFill>
              </a:rPr>
            </a:br>
            <a:endParaRPr lang="en-US" sz="2400" dirty="0">
              <a:solidFill>
                <a:schemeClr val="accent6">
                  <a:lumMod val="60000"/>
                  <a:lumOff val="40000"/>
                </a:schemeClr>
              </a:solidFill>
            </a:endParaRPr>
          </a:p>
          <a:p>
            <a:r>
              <a:rPr lang="en-US" sz="2400" dirty="0">
                <a:solidFill>
                  <a:schemeClr val="accent6">
                    <a:lumMod val="60000"/>
                    <a:lumOff val="40000"/>
                  </a:schemeClr>
                </a:solidFill>
              </a:rPr>
              <a:t>👉 Your app automatically gets better</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1D49A98-F3D7-9318-FD43-A226004AD83B}"/>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31D49A98-F3D7-9318-FD43-A226004AD83B}"/>
                  </a:ext>
                </a:extLst>
              </p:cNvPr>
              <p:cNvPicPr/>
              <p:nvPr/>
            </p:nvPicPr>
            <p:blipFill>
              <a:blip r:embed="rId14"/>
              <a:stretch>
                <a:fillRect/>
              </a:stretch>
            </p:blipFill>
            <p:spPr>
              <a:xfrm>
                <a:off x="1280304" y="951336"/>
                <a:ext cx="36000" cy="36000"/>
              </a:xfrm>
              <a:prstGeom prst="rect">
                <a:avLst/>
              </a:prstGeom>
            </p:spPr>
          </p:pic>
        </mc:Fallback>
      </mc:AlternateContent>
      <p:pic>
        <p:nvPicPr>
          <p:cNvPr id="3" name="Picture 2">
            <a:extLst>
              <a:ext uri="{FF2B5EF4-FFF2-40B4-BE49-F238E27FC236}">
                <a16:creationId xmlns:a16="http://schemas.microsoft.com/office/drawing/2014/main" id="{6929C6E1-5E79-7F98-8D98-1CF8CAD849CA}"/>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5" name="Group 4">
            <a:extLst>
              <a:ext uri="{FF2B5EF4-FFF2-40B4-BE49-F238E27FC236}">
                <a16:creationId xmlns:a16="http://schemas.microsoft.com/office/drawing/2014/main" id="{4421C9F6-CA6D-233A-5B61-644E267FAF0F}"/>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DC880F14-EB93-714B-C101-5B4611E28BB5}"/>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A95DA925-91A3-72D4-FAB4-0B91513D9D66}"/>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524840DD-D6B4-5341-A8D0-EE9C23A584FC}"/>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70FBD915-42D3-BE8D-94AB-EC4768271362}"/>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2204B498-ABEC-DF56-79AF-637AA7750753}"/>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
        <p:nvSpPr>
          <p:cNvPr id="8" name="TextBox 7">
            <a:extLst>
              <a:ext uri="{FF2B5EF4-FFF2-40B4-BE49-F238E27FC236}">
                <a16:creationId xmlns:a16="http://schemas.microsoft.com/office/drawing/2014/main" id="{3E574793-E874-5242-3577-E526968F2798}"/>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sp>
        <p:nvSpPr>
          <p:cNvPr id="4" name="Rectangle 3">
            <a:extLst>
              <a:ext uri="{FF2B5EF4-FFF2-40B4-BE49-F238E27FC236}">
                <a16:creationId xmlns:a16="http://schemas.microsoft.com/office/drawing/2014/main" id="{BCF9DE36-9329-BC91-97C3-CA51CBD1E395}"/>
              </a:ext>
            </a:extLst>
          </p:cNvPr>
          <p:cNvSpPr/>
          <p:nvPr/>
        </p:nvSpPr>
        <p:spPr>
          <a:xfrm>
            <a:off x="7927848" y="2602617"/>
            <a:ext cx="2854944" cy="10881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Better Newer Model</a:t>
            </a:r>
          </a:p>
        </p:txBody>
      </p:sp>
      <p:grpSp>
        <p:nvGrpSpPr>
          <p:cNvPr id="19" name="Group 18">
            <a:extLst>
              <a:ext uri="{FF2B5EF4-FFF2-40B4-BE49-F238E27FC236}">
                <a16:creationId xmlns:a16="http://schemas.microsoft.com/office/drawing/2014/main" id="{86AA9239-1D13-D8B8-96E0-4C75E8EC787B}"/>
              </a:ext>
            </a:extLst>
          </p:cNvPr>
          <p:cNvGrpSpPr/>
          <p:nvPr/>
        </p:nvGrpSpPr>
        <p:grpSpPr>
          <a:xfrm>
            <a:off x="6345864" y="3390336"/>
            <a:ext cx="1518120" cy="1873440"/>
            <a:chOff x="6345864" y="3390336"/>
            <a:chExt cx="1518120" cy="1873440"/>
          </a:xfrm>
        </p:grpSpPr>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6C891DFB-F620-B4AB-D72F-CBBB873208A2}"/>
                    </a:ext>
                  </a:extLst>
                </p14:cNvPr>
                <p14:cNvContentPartPr/>
                <p14:nvPr/>
              </p14:nvContentPartPr>
              <p14:xfrm>
                <a:off x="6345864" y="3390336"/>
                <a:ext cx="1342440" cy="1154520"/>
              </p14:xfrm>
            </p:contentPart>
          </mc:Choice>
          <mc:Fallback>
            <p:pic>
              <p:nvPicPr>
                <p:cNvPr id="13" name="Ink 12">
                  <a:extLst>
                    <a:ext uri="{FF2B5EF4-FFF2-40B4-BE49-F238E27FC236}">
                      <a16:creationId xmlns:a16="http://schemas.microsoft.com/office/drawing/2014/main" id="{6C891DFB-F620-B4AB-D72F-CBBB873208A2}"/>
                    </a:ext>
                  </a:extLst>
                </p:cNvPr>
                <p:cNvPicPr/>
                <p:nvPr/>
              </p:nvPicPr>
              <p:blipFill>
                <a:blip r:embed="rId22"/>
                <a:stretch>
                  <a:fillRect/>
                </a:stretch>
              </p:blipFill>
              <p:spPr>
                <a:xfrm>
                  <a:off x="6327864" y="3372336"/>
                  <a:ext cx="1378080" cy="11901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48051666-CA88-2046-C8F6-D869CBFAFE3A}"/>
                    </a:ext>
                  </a:extLst>
                </p14:cNvPr>
                <p14:cNvContentPartPr/>
                <p14:nvPr/>
              </p14:nvContentPartPr>
              <p14:xfrm>
                <a:off x="6603624" y="3693816"/>
                <a:ext cx="1260360" cy="899280"/>
              </p14:xfrm>
            </p:contentPart>
          </mc:Choice>
          <mc:Fallback>
            <p:pic>
              <p:nvPicPr>
                <p:cNvPr id="14" name="Ink 13">
                  <a:extLst>
                    <a:ext uri="{FF2B5EF4-FFF2-40B4-BE49-F238E27FC236}">
                      <a16:creationId xmlns:a16="http://schemas.microsoft.com/office/drawing/2014/main" id="{48051666-CA88-2046-C8F6-D869CBFAFE3A}"/>
                    </a:ext>
                  </a:extLst>
                </p:cNvPr>
                <p:cNvPicPr/>
                <p:nvPr/>
              </p:nvPicPr>
              <p:blipFill>
                <a:blip r:embed="rId24"/>
                <a:stretch>
                  <a:fillRect/>
                </a:stretch>
              </p:blipFill>
              <p:spPr>
                <a:xfrm>
                  <a:off x="6585624" y="3676176"/>
                  <a:ext cx="1296000" cy="9349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E22D506E-C615-90A4-260E-7D6EEE2EE652}"/>
                    </a:ext>
                  </a:extLst>
                </p14:cNvPr>
                <p14:cNvContentPartPr/>
                <p14:nvPr/>
              </p14:nvContentPartPr>
              <p14:xfrm>
                <a:off x="6579504" y="4444056"/>
                <a:ext cx="439920" cy="212400"/>
              </p14:xfrm>
            </p:contentPart>
          </mc:Choice>
          <mc:Fallback>
            <p:pic>
              <p:nvPicPr>
                <p:cNvPr id="15" name="Ink 14">
                  <a:extLst>
                    <a:ext uri="{FF2B5EF4-FFF2-40B4-BE49-F238E27FC236}">
                      <a16:creationId xmlns:a16="http://schemas.microsoft.com/office/drawing/2014/main" id="{E22D506E-C615-90A4-260E-7D6EEE2EE652}"/>
                    </a:ext>
                  </a:extLst>
                </p:cNvPr>
                <p:cNvPicPr/>
                <p:nvPr/>
              </p:nvPicPr>
              <p:blipFill>
                <a:blip r:embed="rId26"/>
                <a:stretch>
                  <a:fillRect/>
                </a:stretch>
              </p:blipFill>
              <p:spPr>
                <a:xfrm>
                  <a:off x="6561864" y="4426056"/>
                  <a:ext cx="4755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50DEB8B2-9B80-ED4A-7819-833A9837B05D}"/>
                    </a:ext>
                  </a:extLst>
                </p14:cNvPr>
                <p14:cNvContentPartPr/>
                <p14:nvPr/>
              </p14:nvContentPartPr>
              <p14:xfrm>
                <a:off x="6682464" y="4706856"/>
                <a:ext cx="658440" cy="203040"/>
              </p14:xfrm>
            </p:contentPart>
          </mc:Choice>
          <mc:Fallback>
            <p:pic>
              <p:nvPicPr>
                <p:cNvPr id="16" name="Ink 15">
                  <a:extLst>
                    <a:ext uri="{FF2B5EF4-FFF2-40B4-BE49-F238E27FC236}">
                      <a16:creationId xmlns:a16="http://schemas.microsoft.com/office/drawing/2014/main" id="{50DEB8B2-9B80-ED4A-7819-833A9837B05D}"/>
                    </a:ext>
                  </a:extLst>
                </p:cNvPr>
                <p:cNvPicPr/>
                <p:nvPr/>
              </p:nvPicPr>
              <p:blipFill>
                <a:blip r:embed="rId28"/>
                <a:stretch>
                  <a:fillRect/>
                </a:stretch>
              </p:blipFill>
              <p:spPr>
                <a:xfrm>
                  <a:off x="6664464" y="4689216"/>
                  <a:ext cx="69408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59033327-AC1D-E9DC-865F-7AD9161C161A}"/>
                    </a:ext>
                  </a:extLst>
                </p14:cNvPr>
                <p14:cNvContentPartPr/>
                <p14:nvPr/>
              </p14:nvContentPartPr>
              <p14:xfrm>
                <a:off x="6811344" y="5056416"/>
                <a:ext cx="501480" cy="207360"/>
              </p14:xfrm>
            </p:contentPart>
          </mc:Choice>
          <mc:Fallback>
            <p:pic>
              <p:nvPicPr>
                <p:cNvPr id="18" name="Ink 17">
                  <a:extLst>
                    <a:ext uri="{FF2B5EF4-FFF2-40B4-BE49-F238E27FC236}">
                      <a16:creationId xmlns:a16="http://schemas.microsoft.com/office/drawing/2014/main" id="{59033327-AC1D-E9DC-865F-7AD9161C161A}"/>
                    </a:ext>
                  </a:extLst>
                </p:cNvPr>
                <p:cNvPicPr/>
                <p:nvPr/>
              </p:nvPicPr>
              <p:blipFill>
                <a:blip r:embed="rId30"/>
                <a:stretch>
                  <a:fillRect/>
                </a:stretch>
              </p:blipFill>
              <p:spPr>
                <a:xfrm>
                  <a:off x="6793704" y="5038416"/>
                  <a:ext cx="537120" cy="243000"/>
                </a:xfrm>
                <a:prstGeom prst="rect">
                  <a:avLst/>
                </a:prstGeom>
              </p:spPr>
            </p:pic>
          </mc:Fallback>
        </mc:AlternateContent>
      </p:grpSp>
    </p:spTree>
    <p:extLst>
      <p:ext uri="{BB962C8B-B14F-4D97-AF65-F5344CB8AC3E}">
        <p14:creationId xmlns:p14="http://schemas.microsoft.com/office/powerpoint/2010/main" val="2714192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3210-398F-583F-B5AC-3674EE6182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ED7CAE-66D7-38AC-E5F1-728B150ADB89}"/>
              </a:ext>
            </a:extLst>
          </p:cNvPr>
          <p:cNvSpPr txBox="1"/>
          <p:nvPr/>
        </p:nvSpPr>
        <p:spPr>
          <a:xfrm>
            <a:off x="1009649" y="180886"/>
            <a:ext cx="9563101" cy="1200329"/>
          </a:xfrm>
          <a:prstGeom prst="rect">
            <a:avLst/>
          </a:prstGeom>
          <a:noFill/>
        </p:spPr>
        <p:txBody>
          <a:bodyPr wrap="square">
            <a:spAutoFit/>
          </a:bodyPr>
          <a:lstStyle/>
          <a:p>
            <a:r>
              <a:rPr lang="en-US" sz="2400" b="1" dirty="0">
                <a:solidFill>
                  <a:schemeClr val="accent6">
                    <a:lumMod val="60000"/>
                    <a:lumOff val="40000"/>
                  </a:schemeClr>
                </a:solidFill>
              </a:rPr>
              <a:t>How to use API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Ans: Read API –Docs provided by the company.</a:t>
            </a:r>
            <a:endParaRPr lang="en-IN" sz="2400" dirty="0">
              <a:solidFill>
                <a:schemeClr val="accent6">
                  <a:lumMod val="60000"/>
                  <a:lumOff val="40000"/>
                </a:schemeClr>
              </a:solidFill>
            </a:endParaRPr>
          </a:p>
        </p:txBody>
      </p:sp>
      <p:pic>
        <p:nvPicPr>
          <p:cNvPr id="2" name="Picture 1">
            <a:extLst>
              <a:ext uri="{FF2B5EF4-FFF2-40B4-BE49-F238E27FC236}">
                <a16:creationId xmlns:a16="http://schemas.microsoft.com/office/drawing/2014/main" id="{A836AD6A-75E2-2A72-60DA-43C08EEBF4F4}"/>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3" name="Group 2">
            <a:extLst>
              <a:ext uri="{FF2B5EF4-FFF2-40B4-BE49-F238E27FC236}">
                <a16:creationId xmlns:a16="http://schemas.microsoft.com/office/drawing/2014/main" id="{576DA07B-72E4-0D0A-6B2E-2951D8C5C3D3}"/>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3FA213B-8DA9-9560-7B4B-3F589ED4E218}"/>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7BC04A99-B12B-A47E-A96D-DB4FA9D8ED63}"/>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EA2F7A1-33DC-2692-386F-7CC68A57CD64}"/>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307EC0D-F551-B664-C5FB-5D97C870BF46}"/>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D88656B8-C63B-5E42-1EA4-DA65EB6257ED}"/>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4245069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B922C-06C2-B51F-E8E5-A3D74C7B0B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3963B1-7272-28EA-3043-0E196F8D7B10}"/>
              </a:ext>
            </a:extLst>
          </p:cNvPr>
          <p:cNvSpPr txBox="1"/>
          <p:nvPr/>
        </p:nvSpPr>
        <p:spPr>
          <a:xfrm>
            <a:off x="232409" y="107734"/>
            <a:ext cx="2035303" cy="461665"/>
          </a:xfrm>
          <a:prstGeom prst="rect">
            <a:avLst/>
          </a:prstGeom>
          <a:noFill/>
        </p:spPr>
        <p:txBody>
          <a:bodyPr wrap="square">
            <a:spAutoFit/>
          </a:bodyPr>
          <a:lstStyle/>
          <a:p>
            <a:r>
              <a:rPr lang="en-US" sz="2400" dirty="0">
                <a:solidFill>
                  <a:schemeClr val="accent6">
                    <a:lumMod val="60000"/>
                    <a:lumOff val="40000"/>
                  </a:schemeClr>
                </a:solidFill>
              </a:rPr>
              <a:t>An example:</a:t>
            </a:r>
            <a:endParaRPr lang="en-IN"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D1FF7898-A9E0-CC2B-738C-2C96FBEA4EC8}"/>
              </a:ext>
            </a:extLst>
          </p:cNvPr>
          <p:cNvPicPr>
            <a:picLocks noChangeAspect="1"/>
          </p:cNvPicPr>
          <p:nvPr/>
        </p:nvPicPr>
        <p:blipFill>
          <a:blip r:embed="rId2"/>
          <a:stretch>
            <a:fillRect/>
          </a:stretch>
        </p:blipFill>
        <p:spPr>
          <a:xfrm>
            <a:off x="1844134" y="54863"/>
            <a:ext cx="10158898" cy="4151377"/>
          </a:xfrm>
          <a:prstGeom prst="rect">
            <a:avLst/>
          </a:prstGeom>
        </p:spPr>
      </p:pic>
      <p:pic>
        <p:nvPicPr>
          <p:cNvPr id="18" name="Picture 17">
            <a:extLst>
              <a:ext uri="{FF2B5EF4-FFF2-40B4-BE49-F238E27FC236}">
                <a16:creationId xmlns:a16="http://schemas.microsoft.com/office/drawing/2014/main" id="{6F23FAEC-ED69-298A-673F-D901D0B0FF12}"/>
              </a:ext>
            </a:extLst>
          </p:cNvPr>
          <p:cNvPicPr>
            <a:picLocks noChangeAspect="1"/>
          </p:cNvPicPr>
          <p:nvPr/>
        </p:nvPicPr>
        <p:blipFill>
          <a:blip r:embed="rId3"/>
          <a:stretch>
            <a:fillRect/>
          </a:stretch>
        </p:blipFill>
        <p:spPr>
          <a:xfrm>
            <a:off x="1929384" y="4428838"/>
            <a:ext cx="7986984" cy="2226785"/>
          </a:xfrm>
          <a:prstGeom prst="rect">
            <a:avLst/>
          </a:prstGeom>
        </p:spPr>
      </p:pic>
      <p:grpSp>
        <p:nvGrpSpPr>
          <p:cNvPr id="19" name="Group 18">
            <a:extLst>
              <a:ext uri="{FF2B5EF4-FFF2-40B4-BE49-F238E27FC236}">
                <a16:creationId xmlns:a16="http://schemas.microsoft.com/office/drawing/2014/main" id="{103E5E1E-FC33-CDA6-DB01-157F14A25E60}"/>
              </a:ext>
            </a:extLst>
          </p:cNvPr>
          <p:cNvGrpSpPr/>
          <p:nvPr/>
        </p:nvGrpSpPr>
        <p:grpSpPr>
          <a:xfrm>
            <a:off x="8417230" y="5513831"/>
            <a:ext cx="701305" cy="206883"/>
            <a:chOff x="8284824" y="5568336"/>
            <a:chExt cx="966960" cy="345600"/>
          </a:xfrm>
        </p:grpSpPr>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CC781098-437A-F389-7752-247E9206CC5E}"/>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5"/>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D31B8B6D-5EF7-9F22-C3F8-7C011E6E0ED1}"/>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7"/>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0D41C812-99BF-EAD5-0E55-B5B4947FECE5}"/>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9"/>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D5884C4E-BF6F-3E81-C6AC-AECDDF213A9E}"/>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1"/>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89CB6EAB-9C6C-CA6C-160D-4DBC17EFA9F8}"/>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3"/>
                <a:stretch>
                  <a:fillRect/>
                </a:stretch>
              </p:blipFill>
              <p:spPr>
                <a:xfrm>
                  <a:off x="8267184" y="5550696"/>
                  <a:ext cx="180720" cy="381240"/>
                </a:xfrm>
                <a:prstGeom prst="rect">
                  <a:avLst/>
                </a:prstGeom>
              </p:spPr>
            </p:pic>
          </mc:Fallback>
        </mc:AlternateContent>
      </p:grpSp>
      <p:grpSp>
        <p:nvGrpSpPr>
          <p:cNvPr id="52" name="Group 51">
            <a:extLst>
              <a:ext uri="{FF2B5EF4-FFF2-40B4-BE49-F238E27FC236}">
                <a16:creationId xmlns:a16="http://schemas.microsoft.com/office/drawing/2014/main" id="{2374DF34-B79A-3E9A-9DAE-5313B41720AF}"/>
              </a:ext>
            </a:extLst>
          </p:cNvPr>
          <p:cNvGrpSpPr/>
          <p:nvPr/>
        </p:nvGrpSpPr>
        <p:grpSpPr>
          <a:xfrm>
            <a:off x="7464744" y="1079136"/>
            <a:ext cx="4510800" cy="1294200"/>
            <a:chOff x="7464744" y="1079136"/>
            <a:chExt cx="4510800" cy="1294200"/>
          </a:xfrm>
        </p:grpSpPr>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C6A497E2-7797-3784-25D7-8F1F22BEB46D}"/>
                    </a:ext>
                  </a:extLst>
                </p14:cNvPr>
                <p14:cNvContentPartPr/>
                <p14:nvPr/>
              </p14:nvContentPartPr>
              <p14:xfrm>
                <a:off x="7464744" y="1562256"/>
                <a:ext cx="384480" cy="213480"/>
              </p14:xfrm>
            </p:contentPart>
          </mc:Choice>
          <mc:Fallback>
            <p:pic>
              <p:nvPicPr>
                <p:cNvPr id="5" name="Ink 4">
                  <a:extLst>
                    <a:ext uri="{FF2B5EF4-FFF2-40B4-BE49-F238E27FC236}">
                      <a16:creationId xmlns:a16="http://schemas.microsoft.com/office/drawing/2014/main" id="{C6A497E2-7797-3784-25D7-8F1F22BEB46D}"/>
                    </a:ext>
                  </a:extLst>
                </p:cNvPr>
                <p:cNvPicPr/>
                <p:nvPr/>
              </p:nvPicPr>
              <p:blipFill>
                <a:blip r:embed="rId15"/>
                <a:stretch>
                  <a:fillRect/>
                </a:stretch>
              </p:blipFill>
              <p:spPr>
                <a:xfrm>
                  <a:off x="7446744" y="1544256"/>
                  <a:ext cx="42012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0FDA866B-B71D-6435-381B-CFF8EB47D0F9}"/>
                    </a:ext>
                  </a:extLst>
                </p14:cNvPr>
                <p14:cNvContentPartPr/>
                <p14:nvPr/>
              </p14:nvContentPartPr>
              <p14:xfrm>
                <a:off x="7991064" y="1150416"/>
                <a:ext cx="291960" cy="38520"/>
              </p14:xfrm>
            </p:contentPart>
          </mc:Choice>
          <mc:Fallback>
            <p:pic>
              <p:nvPicPr>
                <p:cNvPr id="6" name="Ink 5">
                  <a:extLst>
                    <a:ext uri="{FF2B5EF4-FFF2-40B4-BE49-F238E27FC236}">
                      <a16:creationId xmlns:a16="http://schemas.microsoft.com/office/drawing/2014/main" id="{0FDA866B-B71D-6435-381B-CFF8EB47D0F9}"/>
                    </a:ext>
                  </a:extLst>
                </p:cNvPr>
                <p:cNvPicPr/>
                <p:nvPr/>
              </p:nvPicPr>
              <p:blipFill>
                <a:blip r:embed="rId17"/>
                <a:stretch>
                  <a:fillRect/>
                </a:stretch>
              </p:blipFill>
              <p:spPr>
                <a:xfrm>
                  <a:off x="7973064" y="1132416"/>
                  <a:ext cx="3276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12D0288A-71D4-CB85-AD0E-CD09B13A8DFD}"/>
                    </a:ext>
                  </a:extLst>
                </p14:cNvPr>
                <p14:cNvContentPartPr/>
                <p14:nvPr/>
              </p14:nvContentPartPr>
              <p14:xfrm>
                <a:off x="8148024" y="1209096"/>
                <a:ext cx="58680" cy="203760"/>
              </p14:xfrm>
            </p:contentPart>
          </mc:Choice>
          <mc:Fallback>
            <p:pic>
              <p:nvPicPr>
                <p:cNvPr id="7" name="Ink 6">
                  <a:extLst>
                    <a:ext uri="{FF2B5EF4-FFF2-40B4-BE49-F238E27FC236}">
                      <a16:creationId xmlns:a16="http://schemas.microsoft.com/office/drawing/2014/main" id="{12D0288A-71D4-CB85-AD0E-CD09B13A8DFD}"/>
                    </a:ext>
                  </a:extLst>
                </p:cNvPr>
                <p:cNvPicPr/>
                <p:nvPr/>
              </p:nvPicPr>
              <p:blipFill>
                <a:blip r:embed="rId19"/>
                <a:stretch>
                  <a:fillRect/>
                </a:stretch>
              </p:blipFill>
              <p:spPr>
                <a:xfrm>
                  <a:off x="8130024" y="1191096"/>
                  <a:ext cx="9432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 name="Ink 7">
                  <a:extLst>
                    <a:ext uri="{FF2B5EF4-FFF2-40B4-BE49-F238E27FC236}">
                      <a16:creationId xmlns:a16="http://schemas.microsoft.com/office/drawing/2014/main" id="{B5F5FD4C-00FF-B890-8CB8-11D7F96BF87D}"/>
                    </a:ext>
                  </a:extLst>
                </p14:cNvPr>
                <p14:cNvContentPartPr/>
                <p14:nvPr/>
              </p14:nvContentPartPr>
              <p14:xfrm>
                <a:off x="8426304" y="1129536"/>
                <a:ext cx="424800" cy="286920"/>
              </p14:xfrm>
            </p:contentPart>
          </mc:Choice>
          <mc:Fallback>
            <p:pic>
              <p:nvPicPr>
                <p:cNvPr id="8" name="Ink 7">
                  <a:extLst>
                    <a:ext uri="{FF2B5EF4-FFF2-40B4-BE49-F238E27FC236}">
                      <a16:creationId xmlns:a16="http://schemas.microsoft.com/office/drawing/2014/main" id="{B5F5FD4C-00FF-B890-8CB8-11D7F96BF87D}"/>
                    </a:ext>
                  </a:extLst>
                </p:cNvPr>
                <p:cNvPicPr/>
                <p:nvPr/>
              </p:nvPicPr>
              <p:blipFill>
                <a:blip r:embed="rId21"/>
                <a:stretch>
                  <a:fillRect/>
                </a:stretch>
              </p:blipFill>
              <p:spPr>
                <a:xfrm>
                  <a:off x="8408664" y="1111536"/>
                  <a:ext cx="46044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A77C4133-98B2-497D-6D7E-4E4EB8A3AD9C}"/>
                    </a:ext>
                  </a:extLst>
                </p14:cNvPr>
                <p14:cNvContentPartPr/>
                <p14:nvPr/>
              </p14:nvContentPartPr>
              <p14:xfrm>
                <a:off x="8732304" y="1157256"/>
                <a:ext cx="23040" cy="13680"/>
              </p14:xfrm>
            </p:contentPart>
          </mc:Choice>
          <mc:Fallback>
            <p:pic>
              <p:nvPicPr>
                <p:cNvPr id="9" name="Ink 8">
                  <a:extLst>
                    <a:ext uri="{FF2B5EF4-FFF2-40B4-BE49-F238E27FC236}">
                      <a16:creationId xmlns:a16="http://schemas.microsoft.com/office/drawing/2014/main" id="{A77C4133-98B2-497D-6D7E-4E4EB8A3AD9C}"/>
                    </a:ext>
                  </a:extLst>
                </p:cNvPr>
                <p:cNvPicPr/>
                <p:nvPr/>
              </p:nvPicPr>
              <p:blipFill>
                <a:blip r:embed="rId23"/>
                <a:stretch>
                  <a:fillRect/>
                </a:stretch>
              </p:blipFill>
              <p:spPr>
                <a:xfrm>
                  <a:off x="8714664" y="1139616"/>
                  <a:ext cx="586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 name="Ink 9">
                  <a:extLst>
                    <a:ext uri="{FF2B5EF4-FFF2-40B4-BE49-F238E27FC236}">
                      <a16:creationId xmlns:a16="http://schemas.microsoft.com/office/drawing/2014/main" id="{FE89650F-30C5-F962-6E92-27D2F3F79F98}"/>
                    </a:ext>
                  </a:extLst>
                </p14:cNvPr>
                <p14:cNvContentPartPr/>
                <p14:nvPr/>
              </p14:nvContentPartPr>
              <p14:xfrm>
                <a:off x="8940744" y="1247256"/>
                <a:ext cx="192600" cy="150120"/>
              </p14:xfrm>
            </p:contentPart>
          </mc:Choice>
          <mc:Fallback>
            <p:pic>
              <p:nvPicPr>
                <p:cNvPr id="10" name="Ink 9">
                  <a:extLst>
                    <a:ext uri="{FF2B5EF4-FFF2-40B4-BE49-F238E27FC236}">
                      <a16:creationId xmlns:a16="http://schemas.microsoft.com/office/drawing/2014/main" id="{FE89650F-30C5-F962-6E92-27D2F3F79F98}"/>
                    </a:ext>
                  </a:extLst>
                </p:cNvPr>
                <p:cNvPicPr/>
                <p:nvPr/>
              </p:nvPicPr>
              <p:blipFill>
                <a:blip r:embed="rId25"/>
                <a:stretch>
                  <a:fillRect/>
                </a:stretch>
              </p:blipFill>
              <p:spPr>
                <a:xfrm>
                  <a:off x="8923104" y="1229256"/>
                  <a:ext cx="2282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343E8861-2046-BEAF-564D-8805F190AC8F}"/>
                    </a:ext>
                  </a:extLst>
                </p14:cNvPr>
                <p14:cNvContentPartPr/>
                <p14:nvPr/>
              </p14:nvContentPartPr>
              <p14:xfrm>
                <a:off x="8030304" y="1649376"/>
                <a:ext cx="388080" cy="127080"/>
              </p14:xfrm>
            </p:contentPart>
          </mc:Choice>
          <mc:Fallback>
            <p:pic>
              <p:nvPicPr>
                <p:cNvPr id="16" name="Ink 15">
                  <a:extLst>
                    <a:ext uri="{FF2B5EF4-FFF2-40B4-BE49-F238E27FC236}">
                      <a16:creationId xmlns:a16="http://schemas.microsoft.com/office/drawing/2014/main" id="{343E8861-2046-BEAF-564D-8805F190AC8F}"/>
                    </a:ext>
                  </a:extLst>
                </p:cNvPr>
                <p:cNvPicPr/>
                <p:nvPr/>
              </p:nvPicPr>
              <p:blipFill>
                <a:blip r:embed="rId27"/>
                <a:stretch>
                  <a:fillRect/>
                </a:stretch>
              </p:blipFill>
              <p:spPr>
                <a:xfrm>
                  <a:off x="8012664" y="1631736"/>
                  <a:ext cx="42372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397493E6-717B-7B80-647E-1E8A9635A3CB}"/>
                    </a:ext>
                  </a:extLst>
                </p14:cNvPr>
                <p14:cNvContentPartPr/>
                <p14:nvPr/>
              </p14:nvContentPartPr>
              <p14:xfrm>
                <a:off x="8530344" y="1678176"/>
                <a:ext cx="261720" cy="93600"/>
              </p14:xfrm>
            </p:contentPart>
          </mc:Choice>
          <mc:Fallback>
            <p:pic>
              <p:nvPicPr>
                <p:cNvPr id="17" name="Ink 16">
                  <a:extLst>
                    <a:ext uri="{FF2B5EF4-FFF2-40B4-BE49-F238E27FC236}">
                      <a16:creationId xmlns:a16="http://schemas.microsoft.com/office/drawing/2014/main" id="{397493E6-717B-7B80-647E-1E8A9635A3CB}"/>
                    </a:ext>
                  </a:extLst>
                </p:cNvPr>
                <p:cNvPicPr/>
                <p:nvPr/>
              </p:nvPicPr>
              <p:blipFill>
                <a:blip r:embed="rId29"/>
                <a:stretch>
                  <a:fillRect/>
                </a:stretch>
              </p:blipFill>
              <p:spPr>
                <a:xfrm>
                  <a:off x="8512344" y="1660536"/>
                  <a:ext cx="2973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5" name="Ink 24">
                  <a:extLst>
                    <a:ext uri="{FF2B5EF4-FFF2-40B4-BE49-F238E27FC236}">
                      <a16:creationId xmlns:a16="http://schemas.microsoft.com/office/drawing/2014/main" id="{7A2ECBC1-4A89-4433-2B82-EF06694537FE}"/>
                    </a:ext>
                  </a:extLst>
                </p14:cNvPr>
                <p14:cNvContentPartPr/>
                <p14:nvPr/>
              </p14:nvContentPartPr>
              <p14:xfrm>
                <a:off x="8894664" y="1651536"/>
                <a:ext cx="195480" cy="123840"/>
              </p14:xfrm>
            </p:contentPart>
          </mc:Choice>
          <mc:Fallback>
            <p:pic>
              <p:nvPicPr>
                <p:cNvPr id="25" name="Ink 24">
                  <a:extLst>
                    <a:ext uri="{FF2B5EF4-FFF2-40B4-BE49-F238E27FC236}">
                      <a16:creationId xmlns:a16="http://schemas.microsoft.com/office/drawing/2014/main" id="{7A2ECBC1-4A89-4433-2B82-EF06694537FE}"/>
                    </a:ext>
                  </a:extLst>
                </p:cNvPr>
                <p:cNvPicPr/>
                <p:nvPr/>
              </p:nvPicPr>
              <p:blipFill>
                <a:blip r:embed="rId31"/>
                <a:stretch>
                  <a:fillRect/>
                </a:stretch>
              </p:blipFill>
              <p:spPr>
                <a:xfrm>
                  <a:off x="8877024" y="1633896"/>
                  <a:ext cx="2311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1" name="Ink 10">
                  <a:extLst>
                    <a:ext uri="{FF2B5EF4-FFF2-40B4-BE49-F238E27FC236}">
                      <a16:creationId xmlns:a16="http://schemas.microsoft.com/office/drawing/2014/main" id="{B11FC83B-CE09-574C-341D-61F1516875A7}"/>
                    </a:ext>
                  </a:extLst>
                </p14:cNvPr>
                <p14:cNvContentPartPr/>
                <p14:nvPr/>
              </p14:nvContentPartPr>
              <p14:xfrm>
                <a:off x="9578664" y="1257336"/>
                <a:ext cx="250200" cy="141840"/>
              </p14:xfrm>
            </p:contentPart>
          </mc:Choice>
          <mc:Fallback>
            <p:pic>
              <p:nvPicPr>
                <p:cNvPr id="11" name="Ink 10">
                  <a:extLst>
                    <a:ext uri="{FF2B5EF4-FFF2-40B4-BE49-F238E27FC236}">
                      <a16:creationId xmlns:a16="http://schemas.microsoft.com/office/drawing/2014/main" id="{B11FC83B-CE09-574C-341D-61F1516875A7}"/>
                    </a:ext>
                  </a:extLst>
                </p:cNvPr>
                <p:cNvPicPr/>
                <p:nvPr/>
              </p:nvPicPr>
              <p:blipFill>
                <a:blip r:embed="rId33"/>
                <a:stretch>
                  <a:fillRect/>
                </a:stretch>
              </p:blipFill>
              <p:spPr>
                <a:xfrm>
                  <a:off x="9561024" y="1239336"/>
                  <a:ext cx="28584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2" name="Ink 11">
                  <a:extLst>
                    <a:ext uri="{FF2B5EF4-FFF2-40B4-BE49-F238E27FC236}">
                      <a16:creationId xmlns:a16="http://schemas.microsoft.com/office/drawing/2014/main" id="{B52E2C43-B061-561C-985D-838ED3734A2E}"/>
                    </a:ext>
                  </a:extLst>
                </p14:cNvPr>
                <p14:cNvContentPartPr/>
                <p14:nvPr/>
              </p14:nvContentPartPr>
              <p14:xfrm>
                <a:off x="9893664" y="1299456"/>
                <a:ext cx="179280" cy="100800"/>
              </p14:xfrm>
            </p:contentPart>
          </mc:Choice>
          <mc:Fallback>
            <p:pic>
              <p:nvPicPr>
                <p:cNvPr id="12" name="Ink 11">
                  <a:extLst>
                    <a:ext uri="{FF2B5EF4-FFF2-40B4-BE49-F238E27FC236}">
                      <a16:creationId xmlns:a16="http://schemas.microsoft.com/office/drawing/2014/main" id="{B52E2C43-B061-561C-985D-838ED3734A2E}"/>
                    </a:ext>
                  </a:extLst>
                </p:cNvPr>
                <p:cNvPicPr/>
                <p:nvPr/>
              </p:nvPicPr>
              <p:blipFill>
                <a:blip r:embed="rId35"/>
                <a:stretch>
                  <a:fillRect/>
                </a:stretch>
              </p:blipFill>
              <p:spPr>
                <a:xfrm>
                  <a:off x="9875664" y="1281816"/>
                  <a:ext cx="2149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3" name="Ink 12">
                  <a:extLst>
                    <a:ext uri="{FF2B5EF4-FFF2-40B4-BE49-F238E27FC236}">
                      <a16:creationId xmlns:a16="http://schemas.microsoft.com/office/drawing/2014/main" id="{73CF79A8-9AA3-832D-AEAD-DE2603EE2888}"/>
                    </a:ext>
                  </a:extLst>
                </p14:cNvPr>
                <p14:cNvContentPartPr/>
                <p14:nvPr/>
              </p14:nvContentPartPr>
              <p14:xfrm>
                <a:off x="10099224" y="1079136"/>
                <a:ext cx="735840" cy="317520"/>
              </p14:xfrm>
            </p:contentPart>
          </mc:Choice>
          <mc:Fallback>
            <p:pic>
              <p:nvPicPr>
                <p:cNvPr id="13" name="Ink 12">
                  <a:extLst>
                    <a:ext uri="{FF2B5EF4-FFF2-40B4-BE49-F238E27FC236}">
                      <a16:creationId xmlns:a16="http://schemas.microsoft.com/office/drawing/2014/main" id="{73CF79A8-9AA3-832D-AEAD-DE2603EE2888}"/>
                    </a:ext>
                  </a:extLst>
                </p:cNvPr>
                <p:cNvPicPr/>
                <p:nvPr/>
              </p:nvPicPr>
              <p:blipFill>
                <a:blip r:embed="rId37"/>
                <a:stretch>
                  <a:fillRect/>
                </a:stretch>
              </p:blipFill>
              <p:spPr>
                <a:xfrm>
                  <a:off x="10081224" y="1061136"/>
                  <a:ext cx="77148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D3B6BA1B-3CD1-B76E-9E5E-1390562FCF9C}"/>
                    </a:ext>
                  </a:extLst>
                </p14:cNvPr>
                <p14:cNvContentPartPr/>
                <p14:nvPr/>
              </p14:nvContentPartPr>
              <p14:xfrm>
                <a:off x="9580824" y="1677456"/>
                <a:ext cx="196920" cy="92160"/>
              </p14:xfrm>
            </p:contentPart>
          </mc:Choice>
          <mc:Fallback>
            <p:pic>
              <p:nvPicPr>
                <p:cNvPr id="26" name="Ink 25">
                  <a:extLst>
                    <a:ext uri="{FF2B5EF4-FFF2-40B4-BE49-F238E27FC236}">
                      <a16:creationId xmlns:a16="http://schemas.microsoft.com/office/drawing/2014/main" id="{D3B6BA1B-3CD1-B76E-9E5E-1390562FCF9C}"/>
                    </a:ext>
                  </a:extLst>
                </p:cNvPr>
                <p:cNvPicPr/>
                <p:nvPr/>
              </p:nvPicPr>
              <p:blipFill>
                <a:blip r:embed="rId39"/>
                <a:stretch>
                  <a:fillRect/>
                </a:stretch>
              </p:blipFill>
              <p:spPr>
                <a:xfrm>
                  <a:off x="9563184" y="1659816"/>
                  <a:ext cx="23256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50B4390B-4B92-9380-9641-62D2B650C34D}"/>
                    </a:ext>
                  </a:extLst>
                </p14:cNvPr>
                <p14:cNvContentPartPr/>
                <p14:nvPr/>
              </p14:nvContentPartPr>
              <p14:xfrm>
                <a:off x="9807984" y="1534176"/>
                <a:ext cx="267120" cy="256680"/>
              </p14:xfrm>
            </p:contentPart>
          </mc:Choice>
          <mc:Fallback>
            <p:pic>
              <p:nvPicPr>
                <p:cNvPr id="27" name="Ink 26">
                  <a:extLst>
                    <a:ext uri="{FF2B5EF4-FFF2-40B4-BE49-F238E27FC236}">
                      <a16:creationId xmlns:a16="http://schemas.microsoft.com/office/drawing/2014/main" id="{50B4390B-4B92-9380-9641-62D2B650C34D}"/>
                    </a:ext>
                  </a:extLst>
                </p:cNvPr>
                <p:cNvPicPr/>
                <p:nvPr/>
              </p:nvPicPr>
              <p:blipFill>
                <a:blip r:embed="rId41"/>
                <a:stretch>
                  <a:fillRect/>
                </a:stretch>
              </p:blipFill>
              <p:spPr>
                <a:xfrm>
                  <a:off x="9789984" y="1516176"/>
                  <a:ext cx="3027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8D38A382-A705-E8F4-0F70-40134DC8D14B}"/>
                    </a:ext>
                  </a:extLst>
                </p14:cNvPr>
                <p14:cNvContentPartPr/>
                <p14:nvPr/>
              </p14:nvContentPartPr>
              <p14:xfrm>
                <a:off x="10179864" y="1505016"/>
                <a:ext cx="225360" cy="279360"/>
              </p14:xfrm>
            </p:contentPart>
          </mc:Choice>
          <mc:Fallback>
            <p:pic>
              <p:nvPicPr>
                <p:cNvPr id="28" name="Ink 27">
                  <a:extLst>
                    <a:ext uri="{FF2B5EF4-FFF2-40B4-BE49-F238E27FC236}">
                      <a16:creationId xmlns:a16="http://schemas.microsoft.com/office/drawing/2014/main" id="{8D38A382-A705-E8F4-0F70-40134DC8D14B}"/>
                    </a:ext>
                  </a:extLst>
                </p:cNvPr>
                <p:cNvPicPr/>
                <p:nvPr/>
              </p:nvPicPr>
              <p:blipFill>
                <a:blip r:embed="rId43"/>
                <a:stretch>
                  <a:fillRect/>
                </a:stretch>
              </p:blipFill>
              <p:spPr>
                <a:xfrm>
                  <a:off x="10162224" y="1487016"/>
                  <a:ext cx="26100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D1CD9F67-DBB4-5228-75C9-F3FCE626A82A}"/>
                    </a:ext>
                  </a:extLst>
                </p14:cNvPr>
                <p14:cNvContentPartPr/>
                <p14:nvPr/>
              </p14:nvContentPartPr>
              <p14:xfrm>
                <a:off x="10201104" y="1647216"/>
                <a:ext cx="121320" cy="41400"/>
              </p14:xfrm>
            </p:contentPart>
          </mc:Choice>
          <mc:Fallback>
            <p:pic>
              <p:nvPicPr>
                <p:cNvPr id="29" name="Ink 28">
                  <a:extLst>
                    <a:ext uri="{FF2B5EF4-FFF2-40B4-BE49-F238E27FC236}">
                      <a16:creationId xmlns:a16="http://schemas.microsoft.com/office/drawing/2014/main" id="{D1CD9F67-DBB4-5228-75C9-F3FCE626A82A}"/>
                    </a:ext>
                  </a:extLst>
                </p:cNvPr>
                <p:cNvPicPr/>
                <p:nvPr/>
              </p:nvPicPr>
              <p:blipFill>
                <a:blip r:embed="rId45"/>
                <a:stretch>
                  <a:fillRect/>
                </a:stretch>
              </p:blipFill>
              <p:spPr>
                <a:xfrm>
                  <a:off x="10183104" y="1629216"/>
                  <a:ext cx="1569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EBC5DEC3-A937-3381-E92C-B91D53D74FDD}"/>
                    </a:ext>
                  </a:extLst>
                </p14:cNvPr>
                <p14:cNvContentPartPr/>
                <p14:nvPr/>
              </p14:nvContentPartPr>
              <p14:xfrm>
                <a:off x="10434744" y="1618056"/>
                <a:ext cx="699120" cy="126000"/>
              </p14:xfrm>
            </p:contentPart>
          </mc:Choice>
          <mc:Fallback>
            <p:pic>
              <p:nvPicPr>
                <p:cNvPr id="30" name="Ink 29">
                  <a:extLst>
                    <a:ext uri="{FF2B5EF4-FFF2-40B4-BE49-F238E27FC236}">
                      <a16:creationId xmlns:a16="http://schemas.microsoft.com/office/drawing/2014/main" id="{EBC5DEC3-A937-3381-E92C-B91D53D74FDD}"/>
                    </a:ext>
                  </a:extLst>
                </p:cNvPr>
                <p:cNvPicPr/>
                <p:nvPr/>
              </p:nvPicPr>
              <p:blipFill>
                <a:blip r:embed="rId47"/>
                <a:stretch>
                  <a:fillRect/>
                </a:stretch>
              </p:blipFill>
              <p:spPr>
                <a:xfrm>
                  <a:off x="10416744" y="1600056"/>
                  <a:ext cx="7347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382BC26E-ACA0-F1A3-785E-4A3662D0B28D}"/>
                    </a:ext>
                  </a:extLst>
                </p14:cNvPr>
                <p14:cNvContentPartPr/>
                <p14:nvPr/>
              </p14:nvContentPartPr>
              <p14:xfrm>
                <a:off x="10719144" y="1552896"/>
                <a:ext cx="26640" cy="17280"/>
              </p14:xfrm>
            </p:contentPart>
          </mc:Choice>
          <mc:Fallback>
            <p:pic>
              <p:nvPicPr>
                <p:cNvPr id="31" name="Ink 30">
                  <a:extLst>
                    <a:ext uri="{FF2B5EF4-FFF2-40B4-BE49-F238E27FC236}">
                      <a16:creationId xmlns:a16="http://schemas.microsoft.com/office/drawing/2014/main" id="{382BC26E-ACA0-F1A3-785E-4A3662D0B28D}"/>
                    </a:ext>
                  </a:extLst>
                </p:cNvPr>
                <p:cNvPicPr/>
                <p:nvPr/>
              </p:nvPicPr>
              <p:blipFill>
                <a:blip r:embed="rId49"/>
                <a:stretch>
                  <a:fillRect/>
                </a:stretch>
              </p:blipFill>
              <p:spPr>
                <a:xfrm>
                  <a:off x="10701504" y="1535256"/>
                  <a:ext cx="6228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EF49B86D-0E36-2E1E-E999-8499474D083E}"/>
                    </a:ext>
                  </a:extLst>
                </p14:cNvPr>
                <p14:cNvContentPartPr/>
                <p14:nvPr/>
              </p14:nvContentPartPr>
              <p14:xfrm>
                <a:off x="11216664" y="1634256"/>
                <a:ext cx="178920" cy="115560"/>
              </p14:xfrm>
            </p:contentPart>
          </mc:Choice>
          <mc:Fallback>
            <p:pic>
              <p:nvPicPr>
                <p:cNvPr id="32" name="Ink 31">
                  <a:extLst>
                    <a:ext uri="{FF2B5EF4-FFF2-40B4-BE49-F238E27FC236}">
                      <a16:creationId xmlns:a16="http://schemas.microsoft.com/office/drawing/2014/main" id="{EF49B86D-0E36-2E1E-E999-8499474D083E}"/>
                    </a:ext>
                  </a:extLst>
                </p:cNvPr>
                <p:cNvPicPr/>
                <p:nvPr/>
              </p:nvPicPr>
              <p:blipFill>
                <a:blip r:embed="rId51"/>
                <a:stretch>
                  <a:fillRect/>
                </a:stretch>
              </p:blipFill>
              <p:spPr>
                <a:xfrm>
                  <a:off x="11199024" y="1616616"/>
                  <a:ext cx="2145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19CD7B0C-5D61-AE75-2DFC-0054893CF27B}"/>
                    </a:ext>
                  </a:extLst>
                </p14:cNvPr>
                <p14:cNvContentPartPr/>
                <p14:nvPr/>
              </p14:nvContentPartPr>
              <p14:xfrm>
                <a:off x="11489184" y="1451376"/>
                <a:ext cx="147600" cy="285480"/>
              </p14:xfrm>
            </p:contentPart>
          </mc:Choice>
          <mc:Fallback>
            <p:pic>
              <p:nvPicPr>
                <p:cNvPr id="33" name="Ink 32">
                  <a:extLst>
                    <a:ext uri="{FF2B5EF4-FFF2-40B4-BE49-F238E27FC236}">
                      <a16:creationId xmlns:a16="http://schemas.microsoft.com/office/drawing/2014/main" id="{19CD7B0C-5D61-AE75-2DFC-0054893CF27B}"/>
                    </a:ext>
                  </a:extLst>
                </p:cNvPr>
                <p:cNvPicPr/>
                <p:nvPr/>
              </p:nvPicPr>
              <p:blipFill>
                <a:blip r:embed="rId53"/>
                <a:stretch>
                  <a:fillRect/>
                </a:stretch>
              </p:blipFill>
              <p:spPr>
                <a:xfrm>
                  <a:off x="11471184" y="1433376"/>
                  <a:ext cx="18324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1E9FFAC1-6E7D-2A30-E17F-14641BF0ECEA}"/>
                    </a:ext>
                  </a:extLst>
                </p14:cNvPr>
                <p14:cNvContentPartPr/>
                <p14:nvPr/>
              </p14:nvContentPartPr>
              <p14:xfrm>
                <a:off x="7780464" y="1925496"/>
                <a:ext cx="187560" cy="237600"/>
              </p14:xfrm>
            </p:contentPart>
          </mc:Choice>
          <mc:Fallback>
            <p:pic>
              <p:nvPicPr>
                <p:cNvPr id="36" name="Ink 35">
                  <a:extLst>
                    <a:ext uri="{FF2B5EF4-FFF2-40B4-BE49-F238E27FC236}">
                      <a16:creationId xmlns:a16="http://schemas.microsoft.com/office/drawing/2014/main" id="{1E9FFAC1-6E7D-2A30-E17F-14641BF0ECEA}"/>
                    </a:ext>
                  </a:extLst>
                </p:cNvPr>
                <p:cNvPicPr/>
                <p:nvPr/>
              </p:nvPicPr>
              <p:blipFill>
                <a:blip r:embed="rId55"/>
                <a:stretch>
                  <a:fillRect/>
                </a:stretch>
              </p:blipFill>
              <p:spPr>
                <a:xfrm>
                  <a:off x="7762824" y="1907496"/>
                  <a:ext cx="22320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176F2A2F-8375-A73F-24A5-006B325A6CBF}"/>
                    </a:ext>
                  </a:extLst>
                </p14:cNvPr>
                <p14:cNvContentPartPr/>
                <p14:nvPr/>
              </p14:nvContentPartPr>
              <p14:xfrm>
                <a:off x="7982424" y="2017296"/>
                <a:ext cx="211320" cy="294120"/>
              </p14:xfrm>
            </p:contentPart>
          </mc:Choice>
          <mc:Fallback>
            <p:pic>
              <p:nvPicPr>
                <p:cNvPr id="37" name="Ink 36">
                  <a:extLst>
                    <a:ext uri="{FF2B5EF4-FFF2-40B4-BE49-F238E27FC236}">
                      <a16:creationId xmlns:a16="http://schemas.microsoft.com/office/drawing/2014/main" id="{176F2A2F-8375-A73F-24A5-006B325A6CBF}"/>
                    </a:ext>
                  </a:extLst>
                </p:cNvPr>
                <p:cNvPicPr/>
                <p:nvPr/>
              </p:nvPicPr>
              <p:blipFill>
                <a:blip r:embed="rId57"/>
                <a:stretch>
                  <a:fillRect/>
                </a:stretch>
              </p:blipFill>
              <p:spPr>
                <a:xfrm>
                  <a:off x="7964784" y="1999656"/>
                  <a:ext cx="24696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78E31104-C49D-536E-536D-9859256D82CA}"/>
                    </a:ext>
                  </a:extLst>
                </p14:cNvPr>
                <p14:cNvContentPartPr/>
                <p14:nvPr/>
              </p14:nvContentPartPr>
              <p14:xfrm>
                <a:off x="8610984" y="1957536"/>
                <a:ext cx="274680" cy="157680"/>
              </p14:xfrm>
            </p:contentPart>
          </mc:Choice>
          <mc:Fallback>
            <p:pic>
              <p:nvPicPr>
                <p:cNvPr id="38" name="Ink 37">
                  <a:extLst>
                    <a:ext uri="{FF2B5EF4-FFF2-40B4-BE49-F238E27FC236}">
                      <a16:creationId xmlns:a16="http://schemas.microsoft.com/office/drawing/2014/main" id="{78E31104-C49D-536E-536D-9859256D82CA}"/>
                    </a:ext>
                  </a:extLst>
                </p:cNvPr>
                <p:cNvPicPr/>
                <p:nvPr/>
              </p:nvPicPr>
              <p:blipFill>
                <a:blip r:embed="rId59"/>
                <a:stretch>
                  <a:fillRect/>
                </a:stretch>
              </p:blipFill>
              <p:spPr>
                <a:xfrm>
                  <a:off x="8592984" y="1939536"/>
                  <a:ext cx="31032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3EFD7336-4FFB-AFB2-D0D6-77A92E5A42D2}"/>
                    </a:ext>
                  </a:extLst>
                </p14:cNvPr>
                <p14:cNvContentPartPr/>
                <p14:nvPr/>
              </p14:nvContentPartPr>
              <p14:xfrm>
                <a:off x="8932464" y="2019096"/>
                <a:ext cx="200880" cy="123840"/>
              </p14:xfrm>
            </p:contentPart>
          </mc:Choice>
          <mc:Fallback>
            <p:pic>
              <p:nvPicPr>
                <p:cNvPr id="39" name="Ink 38">
                  <a:extLst>
                    <a:ext uri="{FF2B5EF4-FFF2-40B4-BE49-F238E27FC236}">
                      <a16:creationId xmlns:a16="http://schemas.microsoft.com/office/drawing/2014/main" id="{3EFD7336-4FFB-AFB2-D0D6-77A92E5A42D2}"/>
                    </a:ext>
                  </a:extLst>
                </p:cNvPr>
                <p:cNvPicPr/>
                <p:nvPr/>
              </p:nvPicPr>
              <p:blipFill>
                <a:blip r:embed="rId61"/>
                <a:stretch>
                  <a:fillRect/>
                </a:stretch>
              </p:blipFill>
              <p:spPr>
                <a:xfrm>
                  <a:off x="8914824" y="2001456"/>
                  <a:ext cx="2365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D7AC27C9-549A-84B6-B7FA-1E141E51D2E1}"/>
                    </a:ext>
                  </a:extLst>
                </p14:cNvPr>
                <p14:cNvContentPartPr/>
                <p14:nvPr/>
              </p14:nvContentPartPr>
              <p14:xfrm>
                <a:off x="9167544" y="2036736"/>
                <a:ext cx="218880" cy="114480"/>
              </p14:xfrm>
            </p:contentPart>
          </mc:Choice>
          <mc:Fallback>
            <p:pic>
              <p:nvPicPr>
                <p:cNvPr id="40" name="Ink 39">
                  <a:extLst>
                    <a:ext uri="{FF2B5EF4-FFF2-40B4-BE49-F238E27FC236}">
                      <a16:creationId xmlns:a16="http://schemas.microsoft.com/office/drawing/2014/main" id="{D7AC27C9-549A-84B6-B7FA-1E141E51D2E1}"/>
                    </a:ext>
                  </a:extLst>
                </p:cNvPr>
                <p:cNvPicPr/>
                <p:nvPr/>
              </p:nvPicPr>
              <p:blipFill>
                <a:blip r:embed="rId63"/>
                <a:stretch>
                  <a:fillRect/>
                </a:stretch>
              </p:blipFill>
              <p:spPr>
                <a:xfrm>
                  <a:off x="9149544" y="2018736"/>
                  <a:ext cx="25452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32FCCB6B-20BB-45FD-6FEC-8A43CA356AD0}"/>
                    </a:ext>
                  </a:extLst>
                </p14:cNvPr>
                <p14:cNvContentPartPr/>
                <p14:nvPr/>
              </p14:nvContentPartPr>
              <p14:xfrm>
                <a:off x="9469944" y="1878336"/>
                <a:ext cx="511920" cy="285480"/>
              </p14:xfrm>
            </p:contentPart>
          </mc:Choice>
          <mc:Fallback>
            <p:pic>
              <p:nvPicPr>
                <p:cNvPr id="41" name="Ink 40">
                  <a:extLst>
                    <a:ext uri="{FF2B5EF4-FFF2-40B4-BE49-F238E27FC236}">
                      <a16:creationId xmlns:a16="http://schemas.microsoft.com/office/drawing/2014/main" id="{32FCCB6B-20BB-45FD-6FEC-8A43CA356AD0}"/>
                    </a:ext>
                  </a:extLst>
                </p:cNvPr>
                <p:cNvPicPr/>
                <p:nvPr/>
              </p:nvPicPr>
              <p:blipFill>
                <a:blip r:embed="rId65"/>
                <a:stretch>
                  <a:fillRect/>
                </a:stretch>
              </p:blipFill>
              <p:spPr>
                <a:xfrm>
                  <a:off x="9452304" y="1860336"/>
                  <a:ext cx="54756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CEF9F948-9104-593E-B258-13E0850EDDF5}"/>
                    </a:ext>
                  </a:extLst>
                </p14:cNvPr>
                <p14:cNvContentPartPr/>
                <p14:nvPr/>
              </p14:nvContentPartPr>
              <p14:xfrm>
                <a:off x="9776664" y="1958976"/>
                <a:ext cx="20520" cy="18360"/>
              </p14:xfrm>
            </p:contentPart>
          </mc:Choice>
          <mc:Fallback>
            <p:pic>
              <p:nvPicPr>
                <p:cNvPr id="42" name="Ink 41">
                  <a:extLst>
                    <a:ext uri="{FF2B5EF4-FFF2-40B4-BE49-F238E27FC236}">
                      <a16:creationId xmlns:a16="http://schemas.microsoft.com/office/drawing/2014/main" id="{CEF9F948-9104-593E-B258-13E0850EDDF5}"/>
                    </a:ext>
                  </a:extLst>
                </p:cNvPr>
                <p:cNvPicPr/>
                <p:nvPr/>
              </p:nvPicPr>
              <p:blipFill>
                <a:blip r:embed="rId67"/>
                <a:stretch>
                  <a:fillRect/>
                </a:stretch>
              </p:blipFill>
              <p:spPr>
                <a:xfrm>
                  <a:off x="9758664" y="1940976"/>
                  <a:ext cx="5616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FBDC64AB-98EB-DFFF-D859-A2CB8B6FC65D}"/>
                    </a:ext>
                  </a:extLst>
                </p14:cNvPr>
                <p14:cNvContentPartPr/>
                <p14:nvPr/>
              </p14:nvContentPartPr>
              <p14:xfrm>
                <a:off x="9996264" y="2021256"/>
                <a:ext cx="170640" cy="92160"/>
              </p14:xfrm>
            </p:contentPart>
          </mc:Choice>
          <mc:Fallback>
            <p:pic>
              <p:nvPicPr>
                <p:cNvPr id="43" name="Ink 42">
                  <a:extLst>
                    <a:ext uri="{FF2B5EF4-FFF2-40B4-BE49-F238E27FC236}">
                      <a16:creationId xmlns:a16="http://schemas.microsoft.com/office/drawing/2014/main" id="{FBDC64AB-98EB-DFFF-D859-A2CB8B6FC65D}"/>
                    </a:ext>
                  </a:extLst>
                </p:cNvPr>
                <p:cNvPicPr/>
                <p:nvPr/>
              </p:nvPicPr>
              <p:blipFill>
                <a:blip r:embed="rId69"/>
                <a:stretch>
                  <a:fillRect/>
                </a:stretch>
              </p:blipFill>
              <p:spPr>
                <a:xfrm>
                  <a:off x="9978264" y="2003616"/>
                  <a:ext cx="2062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9F3E87EE-1374-7DFE-FB21-1B9252639A8D}"/>
                    </a:ext>
                  </a:extLst>
                </p14:cNvPr>
                <p14:cNvContentPartPr/>
                <p14:nvPr/>
              </p14:nvContentPartPr>
              <p14:xfrm>
                <a:off x="10210104" y="2037096"/>
                <a:ext cx="208440" cy="336240"/>
              </p14:xfrm>
            </p:contentPart>
          </mc:Choice>
          <mc:Fallback>
            <p:pic>
              <p:nvPicPr>
                <p:cNvPr id="44" name="Ink 43">
                  <a:extLst>
                    <a:ext uri="{FF2B5EF4-FFF2-40B4-BE49-F238E27FC236}">
                      <a16:creationId xmlns:a16="http://schemas.microsoft.com/office/drawing/2014/main" id="{9F3E87EE-1374-7DFE-FB21-1B9252639A8D}"/>
                    </a:ext>
                  </a:extLst>
                </p:cNvPr>
                <p:cNvPicPr/>
                <p:nvPr/>
              </p:nvPicPr>
              <p:blipFill>
                <a:blip r:embed="rId71"/>
                <a:stretch>
                  <a:fillRect/>
                </a:stretch>
              </p:blipFill>
              <p:spPr>
                <a:xfrm>
                  <a:off x="10192464" y="2019096"/>
                  <a:ext cx="24408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96E98455-7FFC-9001-5B45-922BF0525FC6}"/>
                    </a:ext>
                  </a:extLst>
                </p14:cNvPr>
                <p14:cNvContentPartPr/>
                <p14:nvPr/>
              </p14:nvContentPartPr>
              <p14:xfrm>
                <a:off x="9045504" y="2252376"/>
                <a:ext cx="1298520" cy="109800"/>
              </p14:xfrm>
            </p:contentPart>
          </mc:Choice>
          <mc:Fallback>
            <p:pic>
              <p:nvPicPr>
                <p:cNvPr id="45" name="Ink 44">
                  <a:extLst>
                    <a:ext uri="{FF2B5EF4-FFF2-40B4-BE49-F238E27FC236}">
                      <a16:creationId xmlns:a16="http://schemas.microsoft.com/office/drawing/2014/main" id="{96E98455-7FFC-9001-5B45-922BF0525FC6}"/>
                    </a:ext>
                  </a:extLst>
                </p:cNvPr>
                <p:cNvPicPr/>
                <p:nvPr/>
              </p:nvPicPr>
              <p:blipFill>
                <a:blip r:embed="rId73"/>
                <a:stretch>
                  <a:fillRect/>
                </a:stretch>
              </p:blipFill>
              <p:spPr>
                <a:xfrm>
                  <a:off x="9027864" y="2234736"/>
                  <a:ext cx="13341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B81F8312-F929-FB5F-49E6-C004A97653A4}"/>
                    </a:ext>
                  </a:extLst>
                </p14:cNvPr>
                <p14:cNvContentPartPr/>
                <p14:nvPr/>
              </p14:nvContentPartPr>
              <p14:xfrm>
                <a:off x="10675224" y="1907856"/>
                <a:ext cx="50400" cy="258840"/>
              </p14:xfrm>
            </p:contentPart>
          </mc:Choice>
          <mc:Fallback>
            <p:pic>
              <p:nvPicPr>
                <p:cNvPr id="47" name="Ink 46">
                  <a:extLst>
                    <a:ext uri="{FF2B5EF4-FFF2-40B4-BE49-F238E27FC236}">
                      <a16:creationId xmlns:a16="http://schemas.microsoft.com/office/drawing/2014/main" id="{B81F8312-F929-FB5F-49E6-C004A97653A4}"/>
                    </a:ext>
                  </a:extLst>
                </p:cNvPr>
                <p:cNvPicPr/>
                <p:nvPr/>
              </p:nvPicPr>
              <p:blipFill>
                <a:blip r:embed="rId75"/>
                <a:stretch>
                  <a:fillRect/>
                </a:stretch>
              </p:blipFill>
              <p:spPr>
                <a:xfrm>
                  <a:off x="10657224" y="1889856"/>
                  <a:ext cx="860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38BFE1A0-8F1D-FAF9-24EA-D477252B7908}"/>
                    </a:ext>
                  </a:extLst>
                </p14:cNvPr>
                <p14:cNvContentPartPr/>
                <p14:nvPr/>
              </p14:nvContentPartPr>
              <p14:xfrm>
                <a:off x="10605024" y="1908576"/>
                <a:ext cx="650520" cy="247320"/>
              </p14:xfrm>
            </p:contentPart>
          </mc:Choice>
          <mc:Fallback>
            <p:pic>
              <p:nvPicPr>
                <p:cNvPr id="48" name="Ink 47">
                  <a:extLst>
                    <a:ext uri="{FF2B5EF4-FFF2-40B4-BE49-F238E27FC236}">
                      <a16:creationId xmlns:a16="http://schemas.microsoft.com/office/drawing/2014/main" id="{38BFE1A0-8F1D-FAF9-24EA-D477252B7908}"/>
                    </a:ext>
                  </a:extLst>
                </p:cNvPr>
                <p:cNvPicPr/>
                <p:nvPr/>
              </p:nvPicPr>
              <p:blipFill>
                <a:blip r:embed="rId77"/>
                <a:stretch>
                  <a:fillRect/>
                </a:stretch>
              </p:blipFill>
              <p:spPr>
                <a:xfrm>
                  <a:off x="10587024" y="1890576"/>
                  <a:ext cx="6861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212F4639-DDA0-9296-C3FA-3F5ABC66FE77}"/>
                    </a:ext>
                  </a:extLst>
                </p14:cNvPr>
                <p14:cNvContentPartPr/>
                <p14:nvPr/>
              </p14:nvContentPartPr>
              <p14:xfrm>
                <a:off x="11515464" y="1841976"/>
                <a:ext cx="167760" cy="304920"/>
              </p14:xfrm>
            </p:contentPart>
          </mc:Choice>
          <mc:Fallback>
            <p:pic>
              <p:nvPicPr>
                <p:cNvPr id="49" name="Ink 48">
                  <a:extLst>
                    <a:ext uri="{FF2B5EF4-FFF2-40B4-BE49-F238E27FC236}">
                      <a16:creationId xmlns:a16="http://schemas.microsoft.com/office/drawing/2014/main" id="{212F4639-DDA0-9296-C3FA-3F5ABC66FE77}"/>
                    </a:ext>
                  </a:extLst>
                </p:cNvPr>
                <p:cNvPicPr/>
                <p:nvPr/>
              </p:nvPicPr>
              <p:blipFill>
                <a:blip r:embed="rId79"/>
                <a:stretch>
                  <a:fillRect/>
                </a:stretch>
              </p:blipFill>
              <p:spPr>
                <a:xfrm>
                  <a:off x="11497464" y="1823976"/>
                  <a:ext cx="20340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BDDC49CF-5F55-46EB-A595-DF3AAB8AE23C}"/>
                    </a:ext>
                  </a:extLst>
                </p14:cNvPr>
                <p14:cNvContentPartPr/>
                <p14:nvPr/>
              </p14:nvContentPartPr>
              <p14:xfrm>
                <a:off x="11707344" y="2056896"/>
                <a:ext cx="91800" cy="86040"/>
              </p14:xfrm>
            </p:contentPart>
          </mc:Choice>
          <mc:Fallback>
            <p:pic>
              <p:nvPicPr>
                <p:cNvPr id="50" name="Ink 49">
                  <a:extLst>
                    <a:ext uri="{FF2B5EF4-FFF2-40B4-BE49-F238E27FC236}">
                      <a16:creationId xmlns:a16="http://schemas.microsoft.com/office/drawing/2014/main" id="{BDDC49CF-5F55-46EB-A595-DF3AAB8AE23C}"/>
                    </a:ext>
                  </a:extLst>
                </p:cNvPr>
                <p:cNvPicPr/>
                <p:nvPr/>
              </p:nvPicPr>
              <p:blipFill>
                <a:blip r:embed="rId81"/>
                <a:stretch>
                  <a:fillRect/>
                </a:stretch>
              </p:blipFill>
              <p:spPr>
                <a:xfrm>
                  <a:off x="11689704" y="2039256"/>
                  <a:ext cx="12744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Ink 50">
                  <a:extLst>
                    <a:ext uri="{FF2B5EF4-FFF2-40B4-BE49-F238E27FC236}">
                      <a16:creationId xmlns:a16="http://schemas.microsoft.com/office/drawing/2014/main" id="{26D9B627-F343-915E-CE9F-038A6188010D}"/>
                    </a:ext>
                  </a:extLst>
                </p14:cNvPr>
                <p14:cNvContentPartPr/>
                <p14:nvPr/>
              </p14:nvContentPartPr>
              <p14:xfrm>
                <a:off x="11859984" y="2035656"/>
                <a:ext cx="115560" cy="90360"/>
              </p14:xfrm>
            </p:contentPart>
          </mc:Choice>
          <mc:Fallback>
            <p:pic>
              <p:nvPicPr>
                <p:cNvPr id="51" name="Ink 50">
                  <a:extLst>
                    <a:ext uri="{FF2B5EF4-FFF2-40B4-BE49-F238E27FC236}">
                      <a16:creationId xmlns:a16="http://schemas.microsoft.com/office/drawing/2014/main" id="{26D9B627-F343-915E-CE9F-038A6188010D}"/>
                    </a:ext>
                  </a:extLst>
                </p:cNvPr>
                <p:cNvPicPr/>
                <p:nvPr/>
              </p:nvPicPr>
              <p:blipFill>
                <a:blip r:embed="rId83"/>
                <a:stretch>
                  <a:fillRect/>
                </a:stretch>
              </p:blipFill>
              <p:spPr>
                <a:xfrm>
                  <a:off x="11841984" y="2017656"/>
                  <a:ext cx="151200" cy="126000"/>
                </a:xfrm>
                <a:prstGeom prst="rect">
                  <a:avLst/>
                </a:prstGeom>
              </p:spPr>
            </p:pic>
          </mc:Fallback>
        </mc:AlternateContent>
      </p:grpSp>
    </p:spTree>
    <p:extLst>
      <p:ext uri="{BB962C8B-B14F-4D97-AF65-F5344CB8AC3E}">
        <p14:creationId xmlns:p14="http://schemas.microsoft.com/office/powerpoint/2010/main" val="893882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46DE-9F1E-4A98-70ED-35993E2DEC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806041-6FE5-869E-C1E8-CF2DA41965FD}"/>
              </a:ext>
            </a:extLst>
          </p:cNvPr>
          <p:cNvSpPr txBox="1"/>
          <p:nvPr/>
        </p:nvSpPr>
        <p:spPr>
          <a:xfrm>
            <a:off x="232409" y="107734"/>
            <a:ext cx="11279887" cy="2308324"/>
          </a:xfrm>
          <a:prstGeom prst="rect">
            <a:avLst/>
          </a:prstGeom>
          <a:noFill/>
        </p:spPr>
        <p:txBody>
          <a:bodyPr wrap="square">
            <a:spAutoFit/>
          </a:bodyPr>
          <a:lstStyle/>
          <a:p>
            <a:r>
              <a:rPr lang="en-US" sz="2400" dirty="0">
                <a:solidFill>
                  <a:schemeClr val="accent6">
                    <a:lumMod val="60000"/>
                    <a:lumOff val="40000"/>
                  </a:schemeClr>
                </a:solidFill>
              </a:rPr>
              <a:t>Output from  OpenAI LLM:</a:t>
            </a:r>
          </a:p>
          <a:p>
            <a:endParaRPr lang="en-US" sz="2400" dirty="0">
              <a:solidFill>
                <a:schemeClr val="accent6">
                  <a:lumMod val="60000"/>
                  <a:lumOff val="40000"/>
                </a:schemeClr>
              </a:solidFill>
            </a:endParaRPr>
          </a:p>
          <a:p>
            <a:r>
              <a:rPr lang="en-US" sz="2400" dirty="0">
                <a:solidFill>
                  <a:schemeClr val="accent4">
                    <a:lumMod val="60000"/>
                    <a:lumOff val="40000"/>
                  </a:schemeClr>
                </a:solidFill>
              </a:rPr>
              <a:t>An API acts as a bridge, allowing external applications to send requests (prompts) to an LLM and receive generated response. It enables developers to integrate powerful AI capabilities into their own software without needing to host or manage the massive LLM themselves. </a:t>
            </a:r>
            <a:endParaRPr lang="en-IN" sz="2400" dirty="0">
              <a:solidFill>
                <a:schemeClr val="accent4">
                  <a:lumMod val="60000"/>
                  <a:lumOff val="40000"/>
                </a:schemeClr>
              </a:solidFill>
            </a:endParaRPr>
          </a:p>
        </p:txBody>
      </p:sp>
      <p:pic>
        <p:nvPicPr>
          <p:cNvPr id="2" name="Picture 1">
            <a:extLst>
              <a:ext uri="{FF2B5EF4-FFF2-40B4-BE49-F238E27FC236}">
                <a16:creationId xmlns:a16="http://schemas.microsoft.com/office/drawing/2014/main" id="{3B3098B0-7FBF-C1DC-224D-AA27E635EFC1}"/>
              </a:ext>
            </a:extLst>
          </p:cNvPr>
          <p:cNvPicPr>
            <a:picLocks noChangeAspect="1"/>
          </p:cNvPicPr>
          <p:nvPr/>
        </p:nvPicPr>
        <p:blipFill>
          <a:blip r:embed="rId2"/>
          <a:stretch>
            <a:fillRect/>
          </a:stretch>
        </p:blipFill>
        <p:spPr>
          <a:xfrm>
            <a:off x="1929384" y="4428838"/>
            <a:ext cx="7986984" cy="2226785"/>
          </a:xfrm>
          <a:prstGeom prst="rect">
            <a:avLst/>
          </a:prstGeom>
        </p:spPr>
      </p:pic>
      <p:grpSp>
        <p:nvGrpSpPr>
          <p:cNvPr id="3" name="Group 2">
            <a:extLst>
              <a:ext uri="{FF2B5EF4-FFF2-40B4-BE49-F238E27FC236}">
                <a16:creationId xmlns:a16="http://schemas.microsoft.com/office/drawing/2014/main" id="{54BC1D40-170B-E681-3E79-A9C7284B8E1C}"/>
              </a:ext>
            </a:extLst>
          </p:cNvPr>
          <p:cNvGrpSpPr/>
          <p:nvPr/>
        </p:nvGrpSpPr>
        <p:grpSpPr>
          <a:xfrm>
            <a:off x="8417230" y="5513831"/>
            <a:ext cx="701305" cy="206883"/>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8092DB8-3F8D-2F78-773D-F5786526100D}"/>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35E04A70-74EB-9F06-DB2D-14D1FFCF54FE}"/>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BD64F372-D114-F520-C038-5454696959AA}"/>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4F6B7153-1A1C-242A-FD82-D5A089E7CBE6}"/>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6D3E9ED3-B242-BA02-E897-89C697403135}"/>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3177075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75B4D-6ACB-11A1-51DA-D83EC9E050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AEBFEA-0B64-787B-00B3-4F46C798F6DD}"/>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OpenAI API keys : </a:t>
            </a:r>
            <a:r>
              <a:rPr lang="en-IN" sz="2400" dirty="0">
                <a:solidFill>
                  <a:schemeClr val="accent6">
                    <a:lumMod val="60000"/>
                    <a:lumOff val="40000"/>
                  </a:schemeClr>
                </a:solidFill>
                <a:hlinkClick r:id="rId2"/>
              </a:rPr>
              <a:t>https://platform.openai.com/api-keys</a:t>
            </a:r>
            <a:endParaRPr lang="en-IN"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5B8E2B3B-E150-9AB9-538A-4F2956C1B06E}"/>
              </a:ext>
            </a:extLst>
          </p:cNvPr>
          <p:cNvPicPr>
            <a:picLocks noChangeAspect="1"/>
          </p:cNvPicPr>
          <p:nvPr/>
        </p:nvPicPr>
        <p:blipFill>
          <a:blip r:embed="rId3"/>
          <a:stretch>
            <a:fillRect/>
          </a:stretch>
        </p:blipFill>
        <p:spPr>
          <a:xfrm>
            <a:off x="393192" y="1978097"/>
            <a:ext cx="10792968" cy="4772169"/>
          </a:xfrm>
          <a:prstGeom prst="rect">
            <a:avLst/>
          </a:prstGeom>
        </p:spPr>
      </p:pic>
    </p:spTree>
    <p:extLst>
      <p:ext uri="{BB962C8B-B14F-4D97-AF65-F5344CB8AC3E}">
        <p14:creationId xmlns:p14="http://schemas.microsoft.com/office/powerpoint/2010/main" val="378413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C94EC-C8A5-F32A-CAC6-C41A79BC5D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37B700-A6C2-931E-58B9-F7D9D85E7BA2}"/>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Claude AI API keys : https://platform.claude.com/settings/keys</a:t>
            </a:r>
          </a:p>
        </p:txBody>
      </p:sp>
      <p:pic>
        <p:nvPicPr>
          <p:cNvPr id="3" name="Picture 2">
            <a:extLst>
              <a:ext uri="{FF2B5EF4-FFF2-40B4-BE49-F238E27FC236}">
                <a16:creationId xmlns:a16="http://schemas.microsoft.com/office/drawing/2014/main" id="{0480A662-1800-ED81-B14A-8245FB1B2B64}"/>
              </a:ext>
            </a:extLst>
          </p:cNvPr>
          <p:cNvPicPr>
            <a:picLocks noChangeAspect="1"/>
          </p:cNvPicPr>
          <p:nvPr/>
        </p:nvPicPr>
        <p:blipFill>
          <a:blip r:embed="rId2"/>
          <a:stretch>
            <a:fillRect/>
          </a:stretch>
        </p:blipFill>
        <p:spPr>
          <a:xfrm>
            <a:off x="352147" y="1748498"/>
            <a:ext cx="10870589" cy="500176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CA59D4A9-66F8-B7D1-5742-F5F6CE8B0303}"/>
                  </a:ext>
                </a:extLst>
              </p14:cNvPr>
              <p14:cNvContentPartPr/>
              <p14:nvPr/>
            </p14:nvContentPartPr>
            <p14:xfrm>
              <a:off x="6876144" y="4764096"/>
              <a:ext cx="1033920" cy="720"/>
            </p14:xfrm>
          </p:contentPart>
        </mc:Choice>
        <mc:Fallback xmlns="">
          <p:pic>
            <p:nvPicPr>
              <p:cNvPr id="8" name="Ink 7">
                <a:extLst>
                  <a:ext uri="{FF2B5EF4-FFF2-40B4-BE49-F238E27FC236}">
                    <a16:creationId xmlns:a16="http://schemas.microsoft.com/office/drawing/2014/main" id="{CA59D4A9-66F8-B7D1-5742-F5F6CE8B0303}"/>
                  </a:ext>
                </a:extLst>
              </p:cNvPr>
              <p:cNvPicPr/>
              <p:nvPr/>
            </p:nvPicPr>
            <p:blipFill>
              <a:blip r:embed="rId4"/>
              <a:stretch>
                <a:fillRect/>
              </a:stretch>
            </p:blipFill>
            <p:spPr>
              <a:xfrm>
                <a:off x="6858144" y="4728096"/>
                <a:ext cx="10695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A9BEA8BF-1C79-7900-6D4E-22202AB6F55C}"/>
                  </a:ext>
                </a:extLst>
              </p14:cNvPr>
              <p14:cNvContentPartPr/>
              <p14:nvPr/>
            </p14:nvContentPartPr>
            <p14:xfrm>
              <a:off x="6885144" y="4754736"/>
              <a:ext cx="997200" cy="27720"/>
            </p14:xfrm>
          </p:contentPart>
        </mc:Choice>
        <mc:Fallback xmlns="">
          <p:pic>
            <p:nvPicPr>
              <p:cNvPr id="10" name="Ink 9">
                <a:extLst>
                  <a:ext uri="{FF2B5EF4-FFF2-40B4-BE49-F238E27FC236}">
                    <a16:creationId xmlns:a16="http://schemas.microsoft.com/office/drawing/2014/main" id="{A9BEA8BF-1C79-7900-6D4E-22202AB6F55C}"/>
                  </a:ext>
                </a:extLst>
              </p:cNvPr>
              <p:cNvPicPr/>
              <p:nvPr/>
            </p:nvPicPr>
            <p:blipFill>
              <a:blip r:embed="rId6"/>
              <a:stretch>
                <a:fillRect/>
              </a:stretch>
            </p:blipFill>
            <p:spPr>
              <a:xfrm>
                <a:off x="6867144" y="4736736"/>
                <a:ext cx="10328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FA8F23D5-2A3F-ACFD-BB69-EF5847B57E13}"/>
                  </a:ext>
                </a:extLst>
              </p14:cNvPr>
              <p14:cNvContentPartPr/>
              <p14:nvPr/>
            </p14:nvContentPartPr>
            <p14:xfrm>
              <a:off x="6940224" y="4763016"/>
              <a:ext cx="596520" cy="63360"/>
            </p14:xfrm>
          </p:contentPart>
        </mc:Choice>
        <mc:Fallback xmlns="">
          <p:pic>
            <p:nvPicPr>
              <p:cNvPr id="11" name="Ink 10">
                <a:extLst>
                  <a:ext uri="{FF2B5EF4-FFF2-40B4-BE49-F238E27FC236}">
                    <a16:creationId xmlns:a16="http://schemas.microsoft.com/office/drawing/2014/main" id="{FA8F23D5-2A3F-ACFD-BB69-EF5847B57E13}"/>
                  </a:ext>
                </a:extLst>
              </p:cNvPr>
              <p:cNvPicPr/>
              <p:nvPr/>
            </p:nvPicPr>
            <p:blipFill>
              <a:blip r:embed="rId8"/>
              <a:stretch>
                <a:fillRect/>
              </a:stretch>
            </p:blipFill>
            <p:spPr>
              <a:xfrm>
                <a:off x="6922224" y="4745016"/>
                <a:ext cx="6321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2069294-56F7-BE78-3745-C2D41C24E1F1}"/>
                  </a:ext>
                </a:extLst>
              </p14:cNvPr>
              <p14:cNvContentPartPr/>
              <p14:nvPr/>
            </p14:nvContentPartPr>
            <p14:xfrm>
              <a:off x="6967584" y="4745736"/>
              <a:ext cx="795960" cy="360"/>
            </p14:xfrm>
          </p:contentPart>
        </mc:Choice>
        <mc:Fallback xmlns="">
          <p:pic>
            <p:nvPicPr>
              <p:cNvPr id="13" name="Ink 12">
                <a:extLst>
                  <a:ext uri="{FF2B5EF4-FFF2-40B4-BE49-F238E27FC236}">
                    <a16:creationId xmlns:a16="http://schemas.microsoft.com/office/drawing/2014/main" id="{B2069294-56F7-BE78-3745-C2D41C24E1F1}"/>
                  </a:ext>
                </a:extLst>
              </p:cNvPr>
              <p:cNvPicPr/>
              <p:nvPr/>
            </p:nvPicPr>
            <p:blipFill>
              <a:blip r:embed="rId10"/>
              <a:stretch>
                <a:fillRect/>
              </a:stretch>
            </p:blipFill>
            <p:spPr>
              <a:xfrm>
                <a:off x="6949584" y="4727736"/>
                <a:ext cx="831600" cy="36000"/>
              </a:xfrm>
              <a:prstGeom prst="rect">
                <a:avLst/>
              </a:prstGeom>
            </p:spPr>
          </p:pic>
        </mc:Fallback>
      </mc:AlternateContent>
      <p:grpSp>
        <p:nvGrpSpPr>
          <p:cNvPr id="16" name="Group 15">
            <a:extLst>
              <a:ext uri="{FF2B5EF4-FFF2-40B4-BE49-F238E27FC236}">
                <a16:creationId xmlns:a16="http://schemas.microsoft.com/office/drawing/2014/main" id="{010C1293-E156-48CD-1A1C-85F0BD748485}"/>
              </a:ext>
            </a:extLst>
          </p:cNvPr>
          <p:cNvGrpSpPr/>
          <p:nvPr/>
        </p:nvGrpSpPr>
        <p:grpSpPr>
          <a:xfrm>
            <a:off x="6866784" y="4635216"/>
            <a:ext cx="173160" cy="55800"/>
            <a:chOff x="6866784" y="4635216"/>
            <a:chExt cx="173160" cy="55800"/>
          </a:xfrm>
        </p:grpSpPr>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C325F216-2AD7-7B47-4609-6E3B85D51E8F}"/>
                    </a:ext>
                  </a:extLst>
                </p14:cNvPr>
                <p14:cNvContentPartPr/>
                <p14:nvPr/>
              </p14:nvContentPartPr>
              <p14:xfrm>
                <a:off x="6866784" y="4635216"/>
                <a:ext cx="173160" cy="10080"/>
              </p14:xfrm>
            </p:contentPart>
          </mc:Choice>
          <mc:Fallback xmlns="">
            <p:pic>
              <p:nvPicPr>
                <p:cNvPr id="14" name="Ink 13">
                  <a:extLst>
                    <a:ext uri="{FF2B5EF4-FFF2-40B4-BE49-F238E27FC236}">
                      <a16:creationId xmlns:a16="http://schemas.microsoft.com/office/drawing/2014/main" id="{C325F216-2AD7-7B47-4609-6E3B85D51E8F}"/>
                    </a:ext>
                  </a:extLst>
                </p:cNvPr>
                <p:cNvPicPr/>
                <p:nvPr/>
              </p:nvPicPr>
              <p:blipFill>
                <a:blip r:embed="rId12"/>
                <a:stretch>
                  <a:fillRect/>
                </a:stretch>
              </p:blipFill>
              <p:spPr>
                <a:xfrm>
                  <a:off x="6849144" y="4617576"/>
                  <a:ext cx="2088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9430B57A-7277-C83D-1B53-A9167848CCBB}"/>
                    </a:ext>
                  </a:extLst>
                </p14:cNvPr>
                <p14:cNvContentPartPr/>
                <p14:nvPr/>
              </p14:nvContentPartPr>
              <p14:xfrm>
                <a:off x="6912864" y="4690656"/>
                <a:ext cx="127080" cy="360"/>
              </p14:xfrm>
            </p:contentPart>
          </mc:Choice>
          <mc:Fallback xmlns="">
            <p:pic>
              <p:nvPicPr>
                <p:cNvPr id="15" name="Ink 14">
                  <a:extLst>
                    <a:ext uri="{FF2B5EF4-FFF2-40B4-BE49-F238E27FC236}">
                      <a16:creationId xmlns:a16="http://schemas.microsoft.com/office/drawing/2014/main" id="{9430B57A-7277-C83D-1B53-A9167848CCBB}"/>
                    </a:ext>
                  </a:extLst>
                </p:cNvPr>
                <p:cNvPicPr/>
                <p:nvPr/>
              </p:nvPicPr>
              <p:blipFill>
                <a:blip r:embed="rId14"/>
                <a:stretch>
                  <a:fillRect/>
                </a:stretch>
              </p:blipFill>
              <p:spPr>
                <a:xfrm>
                  <a:off x="6894864" y="4673016"/>
                  <a:ext cx="162720" cy="36000"/>
                </a:xfrm>
                <a:prstGeom prst="rect">
                  <a:avLst/>
                </a:prstGeom>
              </p:spPr>
            </p:pic>
          </mc:Fallback>
        </mc:AlternateContent>
      </p:grpSp>
    </p:spTree>
    <p:extLst>
      <p:ext uri="{BB962C8B-B14F-4D97-AF65-F5344CB8AC3E}">
        <p14:creationId xmlns:p14="http://schemas.microsoft.com/office/powerpoint/2010/main" val="228497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4A59-9624-3030-69E1-EE305D3C70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C95A65-2479-720C-DC06-0364CF770068}"/>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Google AI API keys : https://aistudio.google.com/app/api-keys</a:t>
            </a:r>
          </a:p>
        </p:txBody>
      </p:sp>
      <p:pic>
        <p:nvPicPr>
          <p:cNvPr id="5" name="Picture 4">
            <a:extLst>
              <a:ext uri="{FF2B5EF4-FFF2-40B4-BE49-F238E27FC236}">
                <a16:creationId xmlns:a16="http://schemas.microsoft.com/office/drawing/2014/main" id="{7056EFA5-E386-429D-F259-486480C86087}"/>
              </a:ext>
            </a:extLst>
          </p:cNvPr>
          <p:cNvPicPr>
            <a:picLocks noChangeAspect="1"/>
          </p:cNvPicPr>
          <p:nvPr/>
        </p:nvPicPr>
        <p:blipFill>
          <a:blip r:embed="rId2"/>
          <a:stretch>
            <a:fillRect/>
          </a:stretch>
        </p:blipFill>
        <p:spPr>
          <a:xfrm>
            <a:off x="527304" y="1512954"/>
            <a:ext cx="10984992" cy="5345046"/>
          </a:xfrm>
          <a:prstGeom prst="rect">
            <a:avLst/>
          </a:prstGeom>
        </p:spPr>
      </p:pic>
    </p:spTree>
    <p:extLst>
      <p:ext uri="{BB962C8B-B14F-4D97-AF65-F5344CB8AC3E}">
        <p14:creationId xmlns:p14="http://schemas.microsoft.com/office/powerpoint/2010/main" val="3911216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B6CB-C8EE-542A-6B1D-0E39C1979B74}"/>
            </a:ext>
          </a:extLst>
        </p:cNvPr>
        <p:cNvGrpSpPr/>
        <p:nvPr/>
      </p:nvGrpSpPr>
      <p:grpSpPr>
        <a:xfrm>
          <a:off x="0" y="0"/>
          <a:ext cx="0" cy="0"/>
          <a:chOff x="0" y="0"/>
          <a:chExt cx="0" cy="0"/>
        </a:xfrm>
      </p:grpSpPr>
    </p:spTree>
    <p:extLst>
      <p:ext uri="{BB962C8B-B14F-4D97-AF65-F5344CB8AC3E}">
        <p14:creationId xmlns:p14="http://schemas.microsoft.com/office/powerpoint/2010/main" val="3400999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4C0A1-4C72-98C9-2DC7-815FCD5E88D6}"/>
            </a:ext>
          </a:extLst>
        </p:cNvPr>
        <p:cNvGrpSpPr/>
        <p:nvPr/>
      </p:nvGrpSpPr>
      <p:grpSpPr>
        <a:xfrm>
          <a:off x="0" y="0"/>
          <a:ext cx="0" cy="0"/>
          <a:chOff x="0" y="0"/>
          <a:chExt cx="0" cy="0"/>
        </a:xfrm>
      </p:grpSpPr>
    </p:spTree>
    <p:extLst>
      <p:ext uri="{BB962C8B-B14F-4D97-AF65-F5344CB8AC3E}">
        <p14:creationId xmlns:p14="http://schemas.microsoft.com/office/powerpoint/2010/main" val="2649866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1397</TotalTime>
  <Words>377</Words>
  <Application>Microsoft Office PowerPoint</Application>
  <PresentationFormat>Widescreen</PresentationFormat>
  <Paragraphs>59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API (Application Programming Interface) In LLM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241</cp:revision>
  <dcterms:created xsi:type="dcterms:W3CDTF">2025-09-22T02:44:38Z</dcterms:created>
  <dcterms:modified xsi:type="dcterms:W3CDTF">2026-06-03T10:38:55Z</dcterms:modified>
</cp:coreProperties>
</file>