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76" r:id="rId3"/>
    <p:sldId id="277" r:id="rId4"/>
    <p:sldId id="279" r:id="rId5"/>
    <p:sldId id="280" r:id="rId6"/>
    <p:sldId id="281" r:id="rId7"/>
    <p:sldId id="282" r:id="rId8"/>
    <p:sldId id="283"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6:20:04.760"/>
    </inkml:context>
    <inkml:brush xml:id="br0">
      <inkml:brushProperty name="width" value="0.2" units="cm"/>
      <inkml:brushProperty name="height" value="0.2" units="cm"/>
      <inkml:brushProperty name="color" value="#A9D18E"/>
    </inkml:brush>
  </inkml:definitions>
  <inkml:trace contextRef="#ctx0" brushRef="#br0">6210 1011 5901 0 0,'-215'-31'-3466'0'0,"-69"-7"3310"0"0,175 29 322 0 0,-461-22 965 0 0,-188 11-191 0 0,340-1-842 0 0,56 15-114 0 0,42 2 68 0 0,-137 0-106 0 0,275 5 26 0 0,120-1 28 0 0,-210 5-2 0 0,-56 5 42 0 0,219-11-69 0 0,-108 0 26 0 0,-260 32 1 0 0,262-7-16 0 0,170-17-8 0 0,1 2 0 0 0,0 2 1 0 0,-69 27-1 0 0,93-30 15 0 0,0 2 1 0 0,1 0-1 0 0,0 1 0 0 0,1 1 0 0 0,0 0 1 0 0,0 1-1 0 0,2 1 0 0 0,0 1 0 0 0,-22 25 1 0 0,17-11-33 0 0,1 0 0 0 0,1 1 1 0 0,1 1-1 0 0,2 0 0 0 0,2 1 1 0 0,0 1-1 0 0,-10 42 0 0 0,6-13-5 0 0,-4 12-5 0 0,4 1-1 0 0,-12 94 1 0 0,-8 51 15 0 0,32-175 3 0 0,-4 75 27 0 0,7-26-5 0 0,1-35-25 0 0,6 67 0 0 0,15 141-2 0 0,29 158 96 0 0,-37-338-76 0 0,-2-23 20 0 0,1 74 0 0 0,1 129 59 0 0,-27-64-26 0 0,12-164 8 0 0,0-11-30 0 0,0 34-9 0 0,5-38 5 0 0,6 45-1 0 0,-7-68-16 0 0,3 27-33 0 0,-3-26 165 0 0,-17 9 1386 0 0,-1 19-1458 0 0,17-29-43 0 0,1 1 3 0 0,-4 4-15 0 0,3-4 13 0 0,-9 11-22 0 0,9-11 4 0 0,-13 33-74 0 0,-4 15 94 0 0,17-49-2 0 0,-16 40-10 0 0,-13 54 4 0 0,-16 62-75 0 0,35-107 49 0 0,2 2-1 0 0,3-1 1 0 0,2 1-1 0 0,4 91 0 0 0,3-113 0 0 0,1-1-1 0 0,1 1 0 0 0,1-1 0 0 0,2 0 0 0 0,1-1 0 0 0,1 0 1 0 0,21 42-1 0 0,62 117 62 0 0,-70-140-15 0 0,-2 2 1 0 0,21 73-1 0 0,-27-56-3 0 0,-14-57-21 0 0,0-1-1 0 0,0 0 1 0 0,1 0 0 0 0,1 0 0 0 0,-1 0-1 0 0,1 0 1 0 0,1 0 0 0 0,4 7-1 0 0,0 19 12 0 0,-2-8-6 0 0,14 41 10 0 0,-18-61-13 0 0,0 0 0 0 0,0 0 0 0 0,1 0-1 0 0,0 0 1 0 0,0-1 0 0 0,0 1 0 0 0,1-1-1 0 0,-1 0 1 0 0,1 0 0 0 0,1 0 0 0 0,-1 0-1 0 0,1-1 1 0 0,-1 1 0 0 0,1-1 0 0 0,1 0-1 0 0,-1-1 1 0 0,0 1 0 0 0,1-1 0 0 0,0 0-1 0 0,0-1 1 0 0,0 1 0 0 0,9 1 0 0 0,9 2 5 0 0,1-2 0 0 0,-1 0 0 0 0,1-2 0 0 0,41-1 0 0 0,76-4-74 0 0,-60-3 77 0 0,93-8-58 0 0,-111 7 14 0 0,85 0-41 0 0,-116 7 34 0 0,57 0-35 0 0,-87 0 75 0 0,55 0-40 0 0,-55 0 60 0 0,10 0-10 0 0,131 0-86 0 0,3 0 122 0 0,57 8-203 0 0,-169-6 168 0 0,291 10-109 0 0,-304-12 104 0 0,6 0 2 0 0,56 7 1 0 0,-26-2 34 0 0,100-6-1 0 0,-108-1-66 0 0,1 2 0 0 0,57 8 0 0 0,-72-5 34 0 0,0-1 1 0 0,53-5-1 0 0,-14 1-27 0 0,400-8-9 0 0,-155 1 73 0 0,-114 8-14 0 0,-90 4-42 0 0,407 7 24 0 0,-242 0-2 0 0,-235-8-14 0 0,335 17-79 0 0,300 23 184 0 0,-24-26-286 0 0,-227-32 101 0 0,-429 16 85 0 0,112-6-9 0 0,595-19-77 0 0,-537 23 92 0 0,165 3-36 0 0,398 8 104 0 0,-506-10-38 0 0,298 6-28 0 0,378-3 11 0 0,-662-6 39 0 0,210 6-17 0 0,-233 3 25 0 0,43 5-34 0 0,185 3 53 0 0,-57-4-22 0 0,365 18 60 0 0,-134-46 101 0 0,-519 14-213 0 0,477-15 129 0 0,118 25-156 0 0,-269 5 8 0 0,55 12 18 0 0,-410-17 8 0 0,682 12 58 0 0,-232-37 48 0 0,-376 13-89 0 0,127-10 16 0 0,62-2 5 0 0,-45 5 0 0 0,688-28-25 0 0,-495 47 64 0 0,-83 15-166 0 0,143-4 127 0 0,-156-13-100 0 0,171 40-106 0 0,-224-26 225 0 0,-141-10-55 0 0,114-4 172 0 0,-177-4-131 0 0,711 9-111 0 0,-138-53 49 0 0,-610 36-2 0 0,511-28-51 0 0,-560 35 44 0 0,347-5-131 0 0,-84 9 100 0 0,-197 3 44 0 0,203-17-1 0 0,-56-28-35 0 0,-208 29 80 0 0,0-2-1 0 0,-1-2 1 0 0,51-22 0 0 0,30-16 27 0 0,-66 28 97 0 0,79-43 0 0 0,-122 57-122 0 0,-1-2 1 0 0,-1-1-1 0 0,0 0 1 0 0,-1-1-1 0 0,-1-1 0 0 0,0 0 1 0 0,25-34-1 0 0,7-17 403 0 0,-4-3-1 0 0,61-123 1 0 0,29-103 825 0 0,-57 132-757 0 0,28-65 173 0 0,-92 192-544 0 0,73-208 404 0 0,-29-4-303 0 0,4 13-179 0 0,-6 27-130 0 0,-50 180 43 0 0,26-140-258 0 0,-30 146 191 0 0,-1 0-1 0 0,0 1 1 0 0,-2-1 0 0 0,-1 0 0 0 0,-7-35-1 0 0,-4-2-30 0 0,-3 1 0 0 0,-2 1 0 0 0,-3 1 0 0 0,-3 1 0 0 0,-2 1 0 0 0,-48-77 0 0 0,-140-191-249 0 0,-85-114 130 0 0,271 394 201 0 0,-2 2-1 0 0,-1 1 1 0 0,-2 2-1 0 0,-2 1 1 0 0,-55-46-1 0 0,9 20-98 0 0,-101-59 0 0 0,97 73 37 0 0,-1 5-1 0 0,-106-39 0 0 0,-189-50-70 0 0,314 111 131 0 0,-128-32-31 0 0,-250-36 0 0 0,263 57 52 0 0,-855-152 39 0 0,74 57-4 0 0,545 83-16 0 0,-427-46 20 0 0,423 52-38 0 0,-449-36 25 0 0,0 32-42 0 0,89 19 21 0 0,-1455-41 82 0 0,990-26-62 0 0,881 61-22 0 0,-327-32-23 0 0,-359-27 30 0 0,645 57-17 0 0,-272-12-32 0 0,269 35 88 0 0,-590-6-8 0 0,211 30-50 0 0,-266 71 6 0 0,766-45 7 0 0,-329 91 0 0 0,260-24 2 0 0,-150 38 27 0 0,-54-14 6 0 0,216-55 11 0 0,118-32-57 0 0,130-28 10 0 0,-71 16 46 0 0,39-9-38 0 0,5-1-4 0 0,-96 15 51 0 0,62-10-62 0 0,156-27 31 0 0,-21 3 334 0 0,-8 4-4644 0 0,14-8 2069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6:20:21.562"/>
    </inkml:context>
    <inkml:brush xml:id="br0">
      <inkml:brushProperty name="width" value="0.2" units="cm"/>
      <inkml:brushProperty name="height" value="0.2" units="cm"/>
      <inkml:brushProperty name="color" value="#FFC114"/>
    </inkml:brush>
  </inkml:definitions>
  <inkml:trace contextRef="#ctx0" brushRef="#br0">5935 314 5148 0 0,'0'0'-395'0'0,"-36"0"-1482"0"0,-37 2 1956 0 0,67-2-64 0 0,-3-2-13 0 0,0 1 0 0 0,0 0 0 0 0,0 1-1 0 0,0 0 1 0 0,-11 1 0 0 0,-38 2 40 0 0,-271 5 53 0 0,109-1-31 0 0,-27-2 36 0 0,-156-2 44 0 0,126-11 122 0 0,-218-28 66 0 0,199 11 0 0 0,-510 12-356 0 0,514 28 7 0 0,-29 8-10 0 0,-43 5-15 0 0,-12 19 30 0 0,253-30 14 0 0,91-11 3 0 0,-103 21 28 0 0,84-14-47 0 0,1 2 0 0 0,0 2 1 0 0,-70 36-1 0 0,64-27-3 0 0,7-1 10 0 0,1 2 0 0 0,-71 52-1 0 0,108-71-4 0 0,-3 4 0 0 0,1 0 0 0 0,1 0 0 0 0,0 1-1 0 0,1 1 1 0 0,1 0 0 0 0,-16 27 0 0 0,-9 11 1 0 0,24-35-20 0 0,0 2 0 0 0,0 0 0 0 0,2 0 0 0 0,0 0 0 0 0,-7 28 0 0 0,-23 106-80 0 0,38-148 108 0 0,-11 63-104 0 0,-5 134 0 0 0,-1 17 32 0 0,-39 323-95 0 0,51-464 146 0 0,-20 164 37 0 0,-3 34 38 0 0,22-184-29 0 0,-8 226-42 0 0,17-106 117 0 0,34 240-1 0 0,-25-354-77 0 0,11 64-18 0 0,44 198-253 0 0,-42-194 214 0 0,-15-107-24 0 0,-9-57 68 0 0,0 11 446 0 0,-8 12 4707 0 0,8-23-4915 0 0,-23 29-738 0 0,16-23 337 0 0,-19 18-354 0 0,24-25 461 0 0,-6 31-342 0 0,9 39 166 0 0,3 0 0 0 0,23 126 0 0 0,-13-111 161 0 0,5 20-16 0 0,-9-69 76 0 0,-4-9-7 0 0,2-1 0 0 0,0 0 0 0 0,2 0 0 0 0,1-1 0 0 0,1 0-1 0 0,25 40 1 0 0,-28-56 11 0 0,0 0-1 0 0,0 0 0 0 0,1-1 1 0 0,0 0-1 0 0,1-1 1 0 0,0 0-1 0 0,0-1 0 0 0,1 0 1 0 0,0 0-1 0 0,0-1 1 0 0,21 6-1 0 0,136 44 14 0 0,-116-40-3 0 0,0-3 1 0 0,84 11 0 0 0,111-4 30 0 0,129-16-21 0 0,-224-5-32 0 0,506-11 73 0 0,1-1-72 0 0,138-4-27 0 0,-74 22 38 0 0,-51-34 70 0 0,-197 3-44 0 0,-65-2 10 0 0,9-1-52 0 0,1050-32 15 0 0,-107 48 11 0 0,-1200 13-3 0 0,143-1-5 0 0,432 5-9 0 0,16-7 8 0 0,-106-2 1 0 0,947 8-36 0 0,535 12-16 0 0,-1507-6 109 0 0,349 19-87 0 0,263 51-36 0 0,-759-72 266 0 0,-36-1-71 0 0,-185 3-106 0 0,1229 19 52 0 0,-1381-30-78 0 0,754-31 125 0 0,-60-19 122 0 0,-546 37-92 0 0,597 15 12 0 0,-839 1-163 0 0,825 55 7 0 0,-565-34-5 0 0,657 11-25 0 0,-782-37 47 0 0,197-11 67 0 0,-268 8-28 0 0,0-4 1 0 0,118-32 0 0 0,-114 18 58 0 0,-1-3 1 0 0,-1-4 0 0 0,-2-3-1 0 0,-1-3 1 0 0,-3-3 0 0 0,80-61-1 0 0,-125 84-66 0 0,-2-2-1 0 0,0-1 1 0 0,-1 0-1 0 0,-1-1 0 0 0,-1-2 1 0 0,-2 0-1 0 0,0-1 0 0 0,17-34 1 0 0,-5-2 165 0 0,-3-2 1 0 0,-3-1 0 0 0,-3-1 0 0 0,19-105 0 0 0,27-89 366 0 0,-44 180-316 0 0,9-34 50 0 0,50-168-27 0 0,-78 270-286 0 0,78-253-49 0 0,-65 199-18 0 0,-3 1 1 0 0,6-79-1 0 0,30-259 69 0 0,-43 203-66 0 0,-6 163 30 0 0,-3 2-1 0 0,0 12 6 0 0,-1-1 1 0 0,-1 1-1 0 0,-1 0 1 0 0,-1 1-1 0 0,-1 0 0 0 0,-20-38 1 0 0,10 13 22 0 0,18 45-10 0 0,-6-13 15 0 0,4 7-8 0 0,1 6 3 0 0,-2-11 16 0 0,1 8-21 0 0,2 2 20 0 0,1-11 78 0 0,5 8-98 0 0,-5 4 40 0 0,-1-1-44 0 0,0-3 4 0 0,0 4 1 0 0,0-1-47 0 0,2-6 48 0 0,-1 6 56 0 0,0-1-50 0 0,0 0 1 0 0,0 0-1 0 0,0 0 1 0 0,0 0-1 0 0,0 1 0 0 0,1-1 1 0 0,0 0-1 0 0,-1 1 0 0 0,4-4 1 0 0,6-11 10 0 0,-11 15-19 0 0,2 1 1 0 0,-1-1 0 0 0,1 1 0 0 0,-1-1 1 0 0,0 1-1 0 0,0-1 0 0 0,1 0 0 0 0,-1 0 1 0 0,0 0-1 0 0,-1 1 0 0 0,1-1 0 0 0,0 0 0 0 0,1-4 1 0 0,5-11 42 0 0,20-25-91 0 0,-24 39 48 0 0,-7 5 9 0 0,32-49-43 0 0,57-108-46 0 0,-61 111 82 0 0,-12 24 1 0 0,-1-2-1 0 0,11-28 1 0 0,29-46 2 0 0,-42 83 15 0 0,-5 6-25 0 0,0 0 0 0 0,-1 0 0 0 0,0-1 0 0 0,0 1 0 0 0,-1-1 1 0 0,1 0-1 0 0,0-11 0 0 0,1 5 2 0 0,4-13-5 0 0,-1 0 0 0 0,-1-1 1 0 0,-1 0-1 0 0,0-31 0 0 0,7-69 16 0 0,-8 98-7 0 0,0-1 0 0 0,-2 0 0 0 0,-4-55 0 0 0,-17-80-101 0 0,16 144 61 0 0,0 0 1 0 0,-2 1-1 0 0,0-1 1 0 0,-2 1-1 0 0,0 0 0 0 0,-1 1 1 0 0,-1-1-1 0 0,-22-34 1 0 0,-91-142-589 0 0,105 173 596 0 0,-7-12-123 0 0,0 1 0 0 0,-3 1 1 0 0,0 2-1 0 0,-60-54 0 0 0,32 44-112 0 0,-2 2 0 0 0,-73-38 1 0 0,106 65 195 0 0,-14-9-32 0 0,-2 2 0 0 0,-67-24-1 0 0,34 20 21 0 0,37 11 7 0 0,-1 2 0 0 0,-71-12 0 0 0,-278-30-128 0 0,173 33 181 0 0,49 8 16 0 0,78 7 11 0 0,-223-3 11 0 0,-58 6-35 0 0,244 10 18 0 0,-34 3-15 0 0,-82 9 59 0 0,191-19-29 0 0,-174 14 16 0 0,-104-1-16 0 0,238-13-17 0 0,28 1 12 0 0,-45 1 4 0 0,-140-1 24 0 0,180-7-26 0 0,-498-59 66 0 0,-66-30-54 0 0,285 67-26 0 0,-175 19-2 0 0,162 26 21 0 0,240-9-23 0 0,21-1 9 0 0,-333 22 7 0 0,228-18 2 0 0,-580 20 48 0 0,646-32-39 0 0,-576 12-40 0 0,560-11 42 0 0,33-3-14 0 0,-362 8 3 0 0,293-2-11 0 0,-29-5 15 0 0,-83-9-17 0 0,88 5 11 0 0,-396-12 4 0 0,-268-13-31 0 0,505 25 27 0 0,-138 23-33 0 0,170 14 15 0 0,3-5 5 0 0,42-5 5 0 0,-116 7 28 0 0,283-21-35 0 0,-686 3 7 0 0,537-12 10 0 0,-105-10 14 0 0,-42 0-44 0 0,-261-2-14 0 0,580 13 30 0 0,-407-10-16 0 0,444 8-5 0 0,21 0 25 0 0,-436-1 2 0 0,244 5-12 0 0,76-3 4 0 0,-200 4-11 0 0,238-2 12 0 0,71-2 6 0 0,-34 4 0 0 0,-100 3-11 0 0,-14 3-19 0 0,39-2 16 0 0,-79 11 9 0 0,-453 38 15 0 0,468-36-27 0 0,74-8 6 0 0,82-6 3 0 0,-66 8 33 0 0,62-9-9 0 0,-50 3-7 0 0,103-6-12 0 0,-63 1 5 0 0,29-3-13 0 0,-40 2 10 0 0,90-2-3 0 0,-19-2 18 0 0,-160 4-20 0 0,172-2 1 0 0,4 0 6 0 0,-54 0-10 0 0,-27 2 28 0 0,85-1-22 0 0,0-1 4 0 0,-10 0-7 0 0,-26 2-17 0 0,20-1 27 0 0,8 0-6 0 0,8 0 326 0 0,-17 1-1415 0 0,0-2-2553 0 0,-3 0 1219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13T12:18:18.162"/>
    </inkml:context>
    <inkml:brush xml:id="br0">
      <inkml:brushProperty name="width" value="0.1" units="cm"/>
      <inkml:brushProperty name="height" value="0.1" units="cm"/>
      <inkml:brushProperty name="color" value="#66CC00"/>
    </inkml:brush>
  </inkml:definitions>
  <inkml:trace contextRef="#ctx0" brushRef="#br0">0 142 532 0 0,'0'0'7037'0'0,"7"-2"-6986"0"0,62-20 125 0 0,31-11-279 0 0,0 5 1 0 0,138-21-1 0 0,-120 41-162 0 0,-114 8 251 0 0,1 0 0 0 0,85 6-120 0 0,-38-2 109 0 0,1 2 0 0 0,65 17 1 0 0,9 10-28 0 0,-102-27 33 0 0,-14-3 18 0 0,16 8-17 0 0,81 28 8 0 0,-39-16-24 0 0,71 37 0 0 0,-91-41 9 0 0,-32-13 30 0 0,-1 0 0 0 0,0 1 0 0 0,26 16 1 0 0,26 11-6 0 0,-42-22-23 0 0,40 25 0 0 0,-34-13 5 0 0,29 14 16 0 0,-31-21 2 0 0,-1 1 0 0 0,-1 2-1 0 0,32 29 1 0 0,-12 3 16 0 0,-35-36-7 0 0,0 0 0 0 0,1-2 0 0 0,1 1 1 0 0,23 16-1 0 0,-20-20-14 0 0,-2 1-1 0 0,0 0 1 0 0,17 18 0 0 0,-3-3 5 0 0,-17-17 101 0 0,-1 1-3074 0 0,-48-31 768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13T12:18:19.731"/>
    </inkml:context>
    <inkml:brush xml:id="br0">
      <inkml:brushProperty name="width" value="0.1" units="cm"/>
      <inkml:brushProperty name="height" value="0.1" units="cm"/>
      <inkml:brushProperty name="color" value="#66CC00"/>
    </inkml:brush>
  </inkml:definitions>
  <inkml:trace contextRef="#ctx0" brushRef="#br0">356 7 120 0 0,'-1'-7'6821'0'0,"11"28"-6849"0"0,-7-16-4 0 0,9 46-83 0 0,-1 30 46 0 0,-1-19 48 0 0,14 59 127 0 0,-16-76-43 0 0,-8-44-45 0 0,0 0 173 0 0,2 11-637 0 0,-1-12 499 0 0,-1 0 1 0 0,0 1-1 0 0,0-1 0 0 0,0 0 0 0 0,0 0 0 0 0,0 0 1 0 0,0 1-1 0 0,0-1 0 0 0,0 0 0 0 0,0 0 0 0 0,0 0 1 0 0,0 1-1 0 0,0-1 0 0 0,0 0 0 0 0,0 0 0 0 0,0 0 1 0 0,0 1-1 0 0,0-1 0 0 0,0 0 0 0 0,0 0 0 0 0,0 0 1 0 0,0 1-1 0 0,0-1 0 0 0,-1 0 0 0 0,1 0 0 0 0,0 0 1 0 0,0 0-1 0 0,0 1 0 0 0,0-1 0 0 0,0 0 0 0 0,0 0 1 0 0,-1 0-1 0 0,1 0 0 0 0,0 0 0 0 0,0 1 0 0 0,0-1 0 0 0,0 0 1 0 0,-1 0-1 0 0,1 0 0 0 0,0 0 0 0 0,0 0 0 0 0,0 0 1 0 0,-1 0-1 0 0,1 0 0 0 0,0 0 0 0 0,0 0 0 0 0,0 0 1 0 0,-1 0-1 0 0,1 0 0 0 0,0 0 0 0 0,0 0 0 0 0,0 0 1 0 0,-1 0-1 0 0,-32-13 181 0 0,-1 1 0 0 0,-58-11 0 0 0,-121-5-67 0 0,210 27-163 0 0,1 0 3 0 0,0 1 1 0 0,-1-1 0 0 0,1 0-1 0 0,0 0 1 0 0,0 1 0 0 0,-1-1-1 0 0,1 1 1 0 0,0 0 0 0 0,-1 0-1 0 0,1 0 1 0 0,-4 0 0 0 0,-9-1-942 0 0,7-2 543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7:55.567"/>
    </inkml:context>
    <inkml:brush xml:id="br0">
      <inkml:brushProperty name="width" value="0.2" units="cm"/>
      <inkml:brushProperty name="height" value="0.2" units="cm"/>
      <inkml:brushProperty name="color" value="#66CC00"/>
    </inkml:brush>
  </inkml:definitions>
  <inkml:trace contextRef="#ctx0" brushRef="#br0">472 11 6753 0 0,'-36'13'-873'0'0,"46"-13"1285"0"0,25-3-462 0 0,91-6 77 0 0,111-2 30 0 0,-234 11-54 0 0,37 0-33 0 0,-33 0 46 0 0,29 4-432 0 0,-35-3 403 0 0,0-1 0 0 0,0 1 0 0 0,0 0 0 0 0,0 0 0 0 0,0-1 0 0 0,-1 1 0 0 0,1 0-1 0 0,0 0 1 0 0,0 0 0 0 0,-1 0 0 0 0,1 0 0 0 0,0 0 0 0 0,-1 0 0 0 0,1 0 0 0 0,-1 0 0 0 0,1 0-1 0 0,-1 0 1 0 0,0 1 0 0 0,1-1 0 0 0,-1 0 0 0 0,0 0 0 0 0,0 0 0 0 0,0 0 0 0 0,0 1-1 0 0,0-1 1 0 0,0 0 0 0 0,0 0 0 0 0,0 0 0 0 0,-1 2 0 0 0,-47 281-355 0 0,15-106 311 0 0,-72 575 218 0 0,23-274 54 0 0,72-414-150 0 0,3 0-1 0 0,1 112 0 0 0,24 129 58 0 0,-16-287-113 0 0,6 74 25 0 0,1-5 26 0 0,-3 1 1 0 0,-10 125-1 0 0,-4-86 165 0 0,8-127-112 0 0,-5 5 235 0 0,5-5-317 0 0,0-1 0 0 0,0 1 0 0 0,-1-1 0 0 0,1 1 0 0 0,0 0 0 0 0,0-1 0 0 0,-1 1 0 0 0,1-1 0 0 0,0 1 0 0 0,-1-1 0 0 0,1 1 0 0 0,0-1 1 0 0,-1 1-1 0 0,1-1 0 0 0,-1 0 0 0 0,1 1 0 0 0,-1-1 0 0 0,1 0 0 0 0,-1 1 0 0 0,1-1 0 0 0,-1 0 0 0 0,1 1 0 0 0,-1-1 0 0 0,0 0 0 0 0,1 0 0 0 0,-1 0 0 0 0,1 0 0 0 0,-2 0 0 0 0,-184-8 1221 0 0,-230-40 0 0 0,411 47-1371 0 0,-32-6 106 0 0,36 6-140 0 0,0 1 0 0 0,-1-1-1 0 0,1 1 1 0 0,0-1 0 0 0,0 1 0 0 0,0-1-1 0 0,0 1 1 0 0,0-1 0 0 0,0 0 0 0 0,0 0-1 0 0,0 1 1 0 0,0-1 0 0 0,0 0 0 0 0,0 0-1 0 0,1 0 1 0 0,-1 0 0 0 0,0 0 0 0 0,1 0-1 0 0,-1 0 1 0 0,1-1 0 0 0,-2-1 0 0 0,13-21-4574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6.123"/>
    </inkml:context>
    <inkml:brush xml:id="br0">
      <inkml:brushProperty name="width" value="0.2" units="cm"/>
      <inkml:brushProperty name="height" value="0.2" units="cm"/>
      <inkml:brushProperty name="color" value="#66CC00"/>
    </inkml:brush>
  </inkml:definitions>
  <inkml:trace contextRef="#ctx0" brushRef="#br0">851 79 964 0 0,'0'0'237'0'0,"-17"-3"1863"0"0,14 1-1660 0 0,9-1-185 0 0,27-4-124 0 0,46-6-164 0 0,40-2 59 0 0,138-13 48 0 0,-171 23-44 0 0,-84 4-34 0 0,37-1-41 0 0,-33 3 11 0 0,-5-1 18 0 0,0 0-1 0 0,1-1 0 0 0,-1 2 0 0 0,0-1 1 0 0,1 0-1 0 0,-1 0 0 0 0,0 0 1 0 0,0 1-1 0 0,1-1 0 0 0,-1 0 0 0 0,0 1 1 0 0,0-1-1 0 0,1 1 0 0 0,-1 0 1 0 0,0-1-1 0 0,0 1 0 0 0,0 0 0 0 0,0 0 1 0 0,0 0-1 0 0,1 1 0 0 0,-1-1 1 0 0,-10 47-134 0 0,-11 20 85 0 0,3 1 0 0 0,3 1 0 0 0,-9 133 0 0 0,19 219 32 0 0,6-240 58 0 0,16 249-22 0 0,-5-241 62 0 0,-17 284 0 0 0,-18-93 82 0 0,17-173-34 0 0,7-42 26 0 0,-1-149-123 0 0,-4 17 1450 0 0,-1-32-1013 0 0,-20 3 259 0 0,-148-5-307 0 0,-911 26 234 0 0,1042-24-616 0 0,-32-7-378 0 0,71 5-37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3.133"/>
    </inkml:context>
    <inkml:brush xml:id="br0">
      <inkml:brushProperty name="width" value="0.2" units="cm"/>
      <inkml:brushProperty name="height" value="0.2" units="cm"/>
      <inkml:brushProperty name="color" value="#66CC00"/>
    </inkml:brush>
  </inkml:definitions>
  <inkml:trace contextRef="#ctx0" brushRef="#br0">81 28 3796 0 0,'-61'-19'1876'0'0,"58"19"-1519"0"0,-5-3-94 0 0,-1 0 230 0 0,10 1-478 0 0,728 26-326 0 0,-629-14 246 0 0,-98-9 43 0 0,43 15-426 0 0,-43-15 407 0 0,3 44-175 0 0,-7-6 113 0 0,-13 68 1 0 0,-1 4 10 0 0,9 79 29 0 0,25 277 1 0 0,-3-216 44 0 0,37 376-66 0 0,-18-438 109 0 0,59 187-1 0 0,-82-303 891 0 0,-10-71-603 0 0,-28 9 752 0 0,-10-11-757 0 0,0-1 0 0 0,-40-8 0 0 0,4 1-102 0 0,-432-25 541 0 0,397 24-630 0 0,105 8-159 0 0,-4 0-200 0 0,-14-4-1097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2:23:07.137"/>
    </inkml:context>
    <inkml:brush xml:id="br0">
      <inkml:brushProperty name="width" value="0.1" units="cm"/>
      <inkml:brushProperty name="height" value="0.1" units="cm"/>
      <inkml:brushProperty name="color" value="#66CC00"/>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3.247"/>
    </inkml:context>
    <inkml:brush xml:id="br0">
      <inkml:brushProperty name="width" value="0.2" units="cm"/>
      <inkml:brushProperty name="height" value="0.2" units="cm"/>
      <inkml:brushProperty name="color" value="#FFC114"/>
    </inkml:brush>
  </inkml:definitions>
  <inkml:trace contextRef="#ctx0" brushRef="#br0">285 50 5813 0 0,'0'0'-226'0'0,"-4"-2"70"0"0,0 19 309 0 0,4 34 85 0 0,0-115 131 0 0,7 63-408 0 0,75-14 55 0 0,120-18 37 0 0,-137 30-623 0 0,-62 3 575 0 0,-1 24-421 0 0,-7-4 410 0 0,1 1 1 0 0,-2 26-1 0 0,0 2-7 0 0,-3 1-17 0 0,2 1 1 0 0,1 54 0 0 0,1-46-49 0 0,4-58 78 0 0,-1 40-17 0 0,2-40 6 0 0,0 34-62 0 0,-14 320-10 0 0,11-45 7 0 0,-2-103 14 0 0,-11 44 126 0 0,-3 33-110 0 0,16-239 35 0 0,2 1 0 0 0,7 52 0 0 0,-1 18 5 0 0,11 100 7 0 0,4-68-5 0 0,-17-103 88 0 0,-3-43-63 0 0,0-1 0 0 0,0 1-1 0 0,0-1 1 0 0,0 0 0 0 0,0 1-1 0 0,0-1 1 0 0,0 0 0 0 0,0 1-1 0 0,-1-1 1 0 0,1 1-1 0 0,-1-1 1 0 0,1 0 0 0 0,-1 1-1 0 0,1-1 1 0 0,-1 0 0 0 0,0 0-1 0 0,1 0 1 0 0,-1 1-1 0 0,0-1 1 0 0,0 0 0 0 0,0 0-1 0 0,-1 1 1 0 0,-37 6 696 0 0,33-7-691 0 0,-375 23 1630 0 0,280-26-905 0 0,98 2-613 0 0,0 0-114 0 0,-12 0-2 0 0,12 0 134 0 0,-10 2-112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1.411"/>
    </inkml:context>
    <inkml:brush xml:id="br0">
      <inkml:brushProperty name="width" value="0.2" units="cm"/>
      <inkml:brushProperty name="height" value="0.2" units="cm"/>
      <inkml:brushProperty name="color" value="#FFC114"/>
    </inkml:brush>
  </inkml:definitions>
  <inkml:trace contextRef="#ctx0" brushRef="#br0">25 114 4420 0 0,'-22'-21'-298'0'0,"22"21"301"0"0,-1-1 0 0 0,1 1 0 0 0,0-1 0 0 0,0 1 0 0 0,-1-1 0 0 0,1 1 0 0 0,0-1 0 0 0,0 1 0 0 0,0-1 0 0 0,0 1 0 0 0,0-1 0 0 0,-1 1-1 0 0,1-1 1 0 0,0 0 0 0 0,0 1 0 0 0,0-1 0 0 0,1 1 0 0 0,-1-1 0 0 0,0 1 0 0 0,0-1 0 0 0,0 1 0 0 0,0-1 0 0 0,0 1 0 0 0,1-1 0 0 0,-1 1 0 0 0,1-2 0 0 0,2-1 3 0 0,1 0 1 0 0,0 1 0 0 0,0-1 0 0 0,0 1-1 0 0,0-1 1 0 0,1 1 0 0 0,-1 0 0 0 0,8-1-1 0 0,33-11-54 0 0,0 3-1 0 0,0 1 0 0 0,1 3 1 0 0,86-3-1 0 0,-128 10 44 0 0,20-2-121 0 0,0 1-1 0 0,1 1 0 0 0,-1 1 0 0 0,24 5 0 0 0,-46-5 118 0 0,-1 0-1 0 0,1 0 1 0 0,0-1-1 0 0,-1 1 0 0 0,1 1 1 0 0,0-1-1 0 0,-1 0 1 0 0,0 0-1 0 0,1 1 0 0 0,-1-1 1 0 0,0 0-1 0 0,0 1 1 0 0,1-1-1 0 0,-1 1 1 0 0,0 0-1 0 0,-1-1 0 0 0,1 1 1 0 0,0 0-1 0 0,0 0 1 0 0,-1-1-1 0 0,1 1 0 0 0,-1 0 1 0 0,1 0-1 0 0,-1 0 1 0 0,0 0-1 0 0,0 0 1 0 0,0 0-1 0 0,0-1 0 0 0,0 1 1 0 0,-1 2-1 0 0,-8 64-146 0 0,7-60 133 0 0,-44 192-109 0 0,-24 128-23 0 0,59-256 132 0 0,3 0-1 0 0,3 1 1 0 0,4-1 0 0 0,2 1 0 0 0,4 0-1 0 0,3-1 1 0 0,26 111 0 0 0,69 129 1 0 0,11 49 113 0 0,-110-344-77 0 0,0-1 0 0 0,-2 1 0 0 0,0 0-1 0 0,-1 0 1 0 0,-1 0 0 0 0,-3 33 0 0 0,1-41 14 0 0,0 0 0 0 0,-1 0 0 0 0,0 0 0 0 0,0 0 0 0 0,-1 0 0 0 0,0-1 0 0 0,0 0 0 0 0,-1 1 0 0 0,0-2 0 0 0,0 1 0 0 0,-1-1 1 0 0,0 1-1 0 0,-13 10 0 0 0,9-10 95 0 0,1-1 0 0 0,-1-1 0 0 0,0 0 0 0 0,-1 0 0 0 0,0-1 0 0 0,1 0 1 0 0,-1-1-1 0 0,-1 0 0 0 0,1-1 0 0 0,-1 0 0 0 0,1-1 0 0 0,-1-1 0 0 0,0 1 0 0 0,-12-2 1 0 0,-3 0 336 0 0,-1-1 0 0 0,0-1 0 0 0,1-2 0 0 0,-51-14 0 0 0,76 18-586 0 0,0 0 0 0 0,0-1 1 0 0,0 1-1 0 0,0-1 1 0 0,0 0-1 0 0,0 1 1 0 0,0-1-1 0 0,0 0 0 0 0,0 0 1 0 0,1-1-1 0 0,-1 1 1 0 0,0 0-1 0 0,1 0 0 0 0,-1-1 1 0 0,1 1-1 0 0,-1-1 1 0 0,1 0-1 0 0,0 1 0 0 0,0-1 1 0 0,-1 0-1 0 0,1 0 1 0 0,0 1-1 0 0,1-1 1 0 0,-1 0-1 0 0,0 0 0 0 0,0 0 1 0 0,1 0-1 0 0,-1 0 1 0 0,1-4-1 0 0,0-6-1387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6.428"/>
    </inkml:context>
    <inkml:brush xml:id="br0">
      <inkml:brushProperty name="width" value="0.2" units="cm"/>
      <inkml:brushProperty name="height" value="0.2" units="cm"/>
      <inkml:brushProperty name="color" value="#FFC114"/>
    </inkml:brush>
  </inkml:definitions>
  <inkml:trace contextRef="#ctx0" brushRef="#br0">30 55 2496 0 0,'0'0'-31'0'0,"-19"1"67"0"0,8-2 205 0 0,13-2 343 0 0,31-7-572 0 0,0 2 1 0 0,1 1-1 0 0,1 1 1 0 0,-1 2-1 0 0,51 1 1 0 0,10-3-59 0 0,-78 4 49 0 0,15-1-68 0 0,-1 1-1 0 0,62 4 1 0 0,-90-2 34 0 0,1 7-15 0 0,5 13-79 0 0,-10 3 56 0 0,-2-1 0 0 0,0 1 0 0 0,-12 36-1 0 0,-6 44-51 0 0,16-35 62 0 0,3 1 1 0 0,4-1 0 0 0,2 0 0 0 0,26 132-1 0 0,94 263-42 0 0,-50-211 18 0 0,-23-60 102 0 0,41 297 0 0 0,-90-475 17 0 0,-1 0-1 0 0,0 0 1 0 0,-1 0-1 0 0,-1 0 1 0 0,0 0-1 0 0,-1 0 1 0 0,-5 22-1 0 0,5-31 32 0 0,0 0-1 0 0,0 0 1 0 0,-1 0-1 0 0,1 0 0 0 0,-1 0 1 0 0,0-1-1 0 0,0 1 0 0 0,-1-1 1 0 0,0 0-1 0 0,1 0 1 0 0,-1 0-1 0 0,-1 0 0 0 0,1-1 1 0 0,0 0-1 0 0,-1 0 0 0 0,0 0 1 0 0,0 0-1 0 0,0-1 1 0 0,0 0-1 0 0,0 0 0 0 0,0 0 1 0 0,-7 1-1 0 0,-15 3 285 0 0,-1-1 0 0 0,0-2-1 0 0,0 0 1 0 0,-52-4 0 0 0,-115-19 648 0 0,154 15-844 0 0,35 4-197 0 0,-40-8-295 0 0,44 9 152 0 0,0-1 0 0 0,0 1 0 0 0,0-1 0 0 0,0 0-1 0 0,0 0 1 0 0,0 0 0 0 0,1 0 0 0 0,-1 0 0 0 0,0 0 0 0 0,0-1 0 0 0,1 1-1 0 0,-1 0 1 0 0,1-1 0 0 0,-1 1 0 0 0,1-1 0 0 0,0 0 0 0 0,0 1-1 0 0,-2-4 1 0 0,0-7-905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1.109"/>
    </inkml:context>
    <inkml:brush xml:id="br0">
      <inkml:brushProperty name="width" value="0.2" units="cm"/>
      <inkml:brushProperty name="height" value="0.2" units="cm"/>
      <inkml:brushProperty name="color" value="#FFC114"/>
    </inkml:brush>
  </inkml:definitions>
  <inkml:trace contextRef="#ctx0" brushRef="#br0">174 1 5461 0 0,'0'0'-290'0'0,"-23"0"429"0"0,265 2 168 0 0,-179 0-349 0 0,-60-1 30 0 0,1-1-18 0 0,10 0 14 0 0,-10 0 5 0 0,-1 0-6 0 0,8 0 12 0 0,-9 0 1 0 0,38 6-304 0 0,-39-5 264 0 0,5 32-98 0 0,-11 3 117 0 0,-44 391-123 0 0,45-345 148 0 0,3 0 1 0 0,4-1 0 0 0,17 106-1 0 0,29 53 36 0 0,4 29 111 0 0,-46-229-122 0 0,-3-20 96 0 0,0 0 0 0 0,0 29 437 0 0,-5-48-509 0 0,1 0-1 0 0,-1 1 0 0 0,0-1 0 0 0,1 0 1 0 0,-1 0-1 0 0,0 1 0 0 0,0-1 1 0 0,0 0-1 0 0,0 0 0 0 0,0 0 1 0 0,0 0-1 0 0,0 0 0 0 0,0 0 1 0 0,-1-1-1 0 0,1 1 0 0 0,0 0 1 0 0,0 0-1 0 0,-1-1 0 0 0,1 1 1 0 0,-1-1-1 0 0,1 1 0 0 0,0-1 1 0 0,-4 1-1 0 0,-41 3 264 0 0,24-3-161 0 0,-380 35 605 0 0,309-31-851 0 0,57-11-3985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3.712"/>
    </inkml:context>
    <inkml:brush xml:id="br0">
      <inkml:brushProperty name="width" value="0.2" units="cm"/>
      <inkml:brushProperty name="height" value="0.2" units="cm"/>
      <inkml:brushProperty name="color" value="#FFC114"/>
    </inkml:brush>
  </inkml:definitions>
  <inkml:trace contextRef="#ctx0" brushRef="#br0">3 30 5240 0 0,'0'0'-166'0'0,"-2"-19"226"0"0,1 9 215 0 0,105 457-1020 0 0,-22-161 837 0 0,-73-237 3693 0 0,-12-54-3568 0 0,0-5-183 0 0,-1 0 0 0 0,2 0 0 0 0,-1 0-1 0 0,1 0 1 0 0,1-1 0 0 0,0 1 0 0 0,0-1 0 0 0,1 1-1 0 0,0-1 1 0 0,1 1 0 0 0,0-1 0 0 0,1 1 0 0 0,0 0 0 0 0,1 0-1 0 0,0-1 1 0 0,5-10 0 0 0,-5 12-101 0 0,1 0 1 0 0,1 0-1 0 0,-1 0 1 0 0,1 1-1 0 0,1 0 1 0 0,0 0 0 0 0,0 0-1 0 0,0 0 1 0 0,1 1-1 0 0,0 0 1 0 0,1 1-1 0 0,0 0 1 0 0,0 0-1 0 0,0 0 1 0 0,0 1-1 0 0,1 0 1 0 0,17-6-1 0 0,-18 8 14 0 0,1 0-1 0 0,1 1 1 0 0,-1 0 0 0 0,0 0-1 0 0,0 1 1 0 0,1 0 0 0 0,-1 1-1 0 0,1 0 1 0 0,-1 1-1 0 0,0 0 1 0 0,1 0 0 0 0,-1 1-1 0 0,0 0 1 0 0,0 0 0 0 0,0 1-1 0 0,0 1 1 0 0,0-1 0 0 0,-1 1-1 0 0,0 1 1 0 0,1 0 0 0 0,-2 0-1 0 0,1 0 1 0 0,-1 1-1 0 0,1 0 1 0 0,-1 1 0 0 0,-1-1-1 0 0,0 1 1 0 0,0 1 0 0 0,5 7-1 0 0,5 12-17 0 0,-1 0 1 0 0,-1 1-1 0 0,-2 1 0 0 0,13 40 0 0 0,-7-16 8 0 0,-12-35 106 0 0,1 5-160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4.294"/>
    </inkml:context>
    <inkml:brush xml:id="br0">
      <inkml:brushProperty name="width" value="0.2" units="cm"/>
      <inkml:brushProperty name="height" value="0.2" units="cm"/>
      <inkml:brushProperty name="color" value="#FFC114"/>
    </inkml:brush>
  </inkml:definitions>
  <inkml:trace contextRef="#ctx0" brushRef="#br0">57 252 3800 0 0,'0'0'-186'0'0,"15"4"-342"0"0,9-9 567 0 0,1-1 1 0 0,-1-2 0 0 0,-1 0 0 0 0,29-14 0 0 0,-43 17 46 0 0,-1 0-1 0 0,0 0 1 0 0,0 0 0 0 0,-1-1 0 0 0,0 0-1 0 0,11-12 1 0 0,-15 15-17 0 0,0-1-1 0 0,-1 1 0 0 0,1-1 1 0 0,-1 0-1 0 0,0 0 1 0 0,0 0-1 0 0,0-1 0 0 0,0 1 1 0 0,-1 0-1 0 0,0-1 1 0 0,0 1-1 0 0,0-1 0 0 0,0 1 1 0 0,0-8-1 0 0,-2 8-36 0 0,1 1 0 0 0,0-1-1 0 0,-1 1 1 0 0,0-1 0 0 0,0 1 0 0 0,0-1-1 0 0,0 1 1 0 0,-1-1 0 0 0,1 1 0 0 0,-1 0-1 0 0,0 0 1 0 0,0 0 0 0 0,0 0 0 0 0,0 0-1 0 0,-1 0 1 0 0,1 1 0 0 0,-1-1 0 0 0,0 1-1 0 0,0-1 1 0 0,1 1 0 0 0,-1 0 0 0 0,-1 0-1 0 0,1 1 1 0 0,0-1 0 0 0,0 0 0 0 0,-6-1-1 0 0,3 1-27 0 0,0 0 1 0 0,-1 0-1 0 0,0 1 0 0 0,1-1 0 0 0,-1 1 0 0 0,0 1 0 0 0,1 0 1 0 0,-1-1-1 0 0,0 2 0 0 0,0-1 0 0 0,1 1 0 0 0,-1 0 0 0 0,-10 3 1 0 0,7 1-21 0 0,1 0 1 0 0,-1 0 0 0 0,1 1-1 0 0,0 0 1 0 0,1 0 0 0 0,0 1 0 0 0,0 0-1 0 0,0 1 1 0 0,1 0 0 0 0,0 0-1 0 0,0 0 1 0 0,1 1 0 0 0,-8 14 0 0 0,10-16-4 0 0,0 0 0 0 0,1 0 0 0 0,-1 0 1 0 0,1 1-1 0 0,1-1 0 0 0,0 1 0 0 0,0 0 0 0 0,0-1 1 0 0,1 1-1 0 0,0 0 0 0 0,0 0 0 0 0,1 0 1 0 0,0 0-1 0 0,1 0 0 0 0,0 0 0 0 0,0 0 0 0 0,0 0 1 0 0,1-1-1 0 0,3 9 0 0 0,-2-10 22 0 0,1-1-1 0 0,0 1 1 0 0,1-1-1 0 0,-1 0 1 0 0,1 0-1 0 0,0 0 1 0 0,0-1-1 0 0,0 0 1 0 0,1 0-1 0 0,-1 0 1 0 0,1-1 0 0 0,0 1-1 0 0,0-1 1 0 0,0-1-1 0 0,1 1 1 0 0,-1-1-1 0 0,1 0 1 0 0,10 1-1 0 0,14 3 23 0 0,-1-1-1 0 0,52 0 0 0 0,-53-4-380 0 0,1-2 0 0 0,0-1 0 0 0,-1-1 0 0 0,0-2 0 0 0,1-1 0 0 0,44-15 0 0 0,-46 12-654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5.024"/>
    </inkml:context>
    <inkml:brush xml:id="br0">
      <inkml:brushProperty name="width" value="0.2" units="cm"/>
      <inkml:brushProperty name="height" value="0.2" units="cm"/>
      <inkml:brushProperty name="color" value="#FFC114"/>
    </inkml:brush>
  </inkml:definitions>
  <inkml:trace contextRef="#ctx0" brushRef="#br0">346 97 3712 0 0,'0'0'-95'0'0,"10"-30"971"0"0,-12 27-842 0 0,1 0 0 0 0,-1 0 0 0 0,0 0 0 0 0,0 1 0 0 0,-1-1 0 0 0,1 0-1 0 0,-1 1 1 0 0,1 0 0 0 0,-1 0 0 0 0,0 0 0 0 0,1 0 0 0 0,-1 0 0 0 0,0 0 0 0 0,-1 1 0 0 0,1-1 0 0 0,0 1 0 0 0,0 0-1 0 0,0 0 1 0 0,-1 0 0 0 0,1 0 0 0 0,-1 1 0 0 0,1-1 0 0 0,-1 1 0 0 0,1 0 0 0 0,0 0 0 0 0,-1 0 0 0 0,1 1 0 0 0,-4 0-1 0 0,-9 0-27 0 0,1 2 0 0 0,-1 0-1 0 0,1 0 1 0 0,0 1 0 0 0,-17 8 0 0 0,17-6-29 0 0,0 1 1 0 0,1 1 0 0 0,-1 0 0 0 0,-21 18 0 0 0,30-21 3 0 0,0 0-1 0 0,0 0 1 0 0,1 0-1 0 0,0 1 1 0 0,0 0-1 0 0,1 0 0 0 0,-1 1 1 0 0,1-1-1 0 0,1 1 1 0 0,-1 0-1 0 0,1 0 0 0 0,-2 8 1 0 0,4-13 17 0 0,0 0 1 0 0,1 0 0 0 0,-1 0-1 0 0,1 0 1 0 0,-1 0 0 0 0,1 0-1 0 0,0 0 1 0 0,0 0 0 0 0,0 0 0 0 0,0 0-1 0 0,1 1 1 0 0,-1-1 0 0 0,0 0-1 0 0,1 0 1 0 0,-1 0 0 0 0,1 0-1 0 0,0 0 1 0 0,0 0 0 0 0,0-1-1 0 0,0 1 1 0 0,0 0 0 0 0,2 3-1 0 0,0-3 6 0 0,-1 0-1 0 0,1 0 1 0 0,-1-1 0 0 0,1 1-1 0 0,0-1 1 0 0,0 1 0 0 0,0-1-1 0 0,-1 0 1 0 0,1 0 0 0 0,0 0-1 0 0,1-1 1 0 0,-1 1 0 0 0,5 0-1 0 0,2-1 17 0 0,0 0-1 0 0,0 0 1 0 0,-1-1 0 0 0,1 0-1 0 0,0 0 1 0 0,-1-1-1 0 0,1-1 1 0 0,15-6-1 0 0,-16 5-4 0 0,-1-1 0 0 0,0-1 0 0 0,0 1 0 0 0,-1-1 0 0 0,1-1 0 0 0,-1 0 0 0 0,-1 1 0 0 0,10-14 0 0 0,41-70 242 0 0,-10 16 1033 0 0,-36 61-1122 0 0,-12 22-276 0 0,-3 19 51 0 0,4-23 49 0 0,1 0 1 0 0,-1 0 0 0 0,1 1 0 0 0,0-1 0 0 0,1 0-1 0 0,-1 0 1 0 0,1 0 0 0 0,0 0 0 0 0,0-1-1 0 0,1 1 1 0 0,0-1 0 0 0,-1 1 0 0 0,1-1 0 0 0,1 0-1 0 0,-1 0 1 0 0,1 0 0 0 0,-1 0 0 0 0,1-1-1 0 0,0 1 1 0 0,5 2 0 0 0,-3-2-249 0 0,1 1 0 0 0,-1-2-1 0 0,1 1 1 0 0,0-1 0 0 0,0 0 0 0 0,1-1 0 0 0,-1 1-1 0 0,0-2 1 0 0,1 1 0 0 0,-1-1 0 0 0,1 0 0 0 0,0 0-1 0 0,9-1 1 0 0,3-2-1176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5.777"/>
    </inkml:context>
    <inkml:brush xml:id="br0">
      <inkml:brushProperty name="width" value="0.2" units="cm"/>
      <inkml:brushProperty name="height" value="0.2" units="cm"/>
      <inkml:brushProperty name="color" value="#FFC114"/>
    </inkml:brush>
  </inkml:definitions>
  <inkml:trace contextRef="#ctx0" brushRef="#br0">344 509 4504 0 0,'0'0'-78'0'0,"-4"2"-90"0"0,1 2 155 0 0,-3 1-2 0 0,-29-3-5 0 0,19-2 8 0 0,0 0 0 0 0,1 2 0 0 0,-1 0 0 0 0,0 1 0 0 0,1 0 0 0 0,0 1 0 0 0,0 1 0 0 0,0 0 0 0 0,0 2 0 0 0,1-1 0 0 0,0 2 0 0 0,0-1 0 0 0,1 2 0 0 0,0 0 0 0 0,1 1 0 0 0,0 0 0 0 0,-20 21 0 0 0,30-29 6 0 0,0 1 0 0 0,1-1 1 0 0,-1 1-1 0 0,0 0 0 0 0,1-1 1 0 0,0 1-1 0 0,-1 0 0 0 0,1 0 1 0 0,0 0-1 0 0,1 0 0 0 0,-1 0 1 0 0,0 0-1 0 0,1 0 0 0 0,0 0 1 0 0,-1 0-1 0 0,1 0 0 0 0,1 0 1 0 0,-1 0-1 0 0,0 1 0 0 0,1-1 1 0 0,-1 0-1 0 0,1 0 1 0 0,0 0-1 0 0,0 0 0 0 0,0-1 1 0 0,1 1-1 0 0,-1 0 0 0 0,1 0 1 0 0,-1-1-1 0 0,1 1 0 0 0,0-1 1 0 0,0 1-1 0 0,0-1 0 0 0,0 0 1 0 0,0 0-1 0 0,1 0 0 0 0,-1 0 1 0 0,5 3-1 0 0,5 3 17 0 0,-1 0 1 0 0,2-1-1 0 0,-1 0 0 0 0,1-1 1 0 0,0 0-1 0 0,0-1 0 0 0,16 4 1 0 0,-21-7 38 0 0,-1 0 1 0 0,0 0-1 0 0,1-1 0 0 0,-1 0 1 0 0,1-1-1 0 0,-1 1 1 0 0,1-1-1 0 0,-1-1 1 0 0,1 0-1 0 0,-1 0 0 0 0,1 0 1 0 0,-1-1-1 0 0,1 0 1 0 0,-1 0-1 0 0,0-1 1 0 0,0 0-1 0 0,11-6 0 0 0,-9 2 7 0 0,0-1 0 0 0,-1 0-1 0 0,1 0 1 0 0,-2 0-1 0 0,1-1 1 0 0,-1 0 0 0 0,-1-1-1 0 0,1 1 1 0 0,-2-1-1 0 0,9-19 1 0 0,-1-7-3 0 0,-1 0 0 0 0,-2 0 1 0 0,-1-1-1 0 0,-3 0 0 0 0,0-1 0 0 0,-3 0 1 0 0,-1-64-1 0 0,-21-171 1677 0 0,10 231-1405 0 0,9 41-348 0 0,0 1-51 0 0,-1 0 53 0 0,0 1 0 0 0,1-1-1 0 0,-1 1 1 0 0,1-1-1 0 0,-1 1 1 0 0,1-1-1 0 0,-1 1 1 0 0,1 0 0 0 0,-1-1-1 0 0,1 1 1 0 0,-1 0-1 0 0,1-1 1 0 0,0 1 0 0 0,-1 0-1 0 0,1-1 1 0 0,0 1-1 0 0,0 0 1 0 0,-1 0 0 0 0,1-1-1 0 0,0 1 1 0 0,0 0-1 0 0,0 0 1 0 0,0-1 0 0 0,0 1-1 0 0,0 1 1 0 0,0 43-174 0 0,9 44 93 0 0,-1-39 70 0 0,3-1-1 0 0,1-1 1 0 0,3 0 0 0 0,34 76-1 0 0,-14-52-290 0 0,4-1 0 0 0,53 75 1 0 0,-76-131-2028 0 0,-7-10 711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6.043"/>
    </inkml:context>
    <inkml:brush xml:id="br0">
      <inkml:brushProperty name="width" value="0.2" units="cm"/>
      <inkml:brushProperty name="height" value="0.2" units="cm"/>
      <inkml:brushProperty name="color" value="#FFC114"/>
    </inkml:brush>
  </inkml:definitions>
  <inkml:trace contextRef="#ctx0" brushRef="#br0">0 32 5493 0 0,'9'-28'542'0'0,"-9"27"-539"0"0,0 1 0 0 0,0 0 0 0 0,0 0 0 0 0,0 0 0 0 0,0 0 1 0 0,0 0-1 0 0,0 0 0 0 0,0-1 0 0 0,0 1 0 0 0,1 0 0 0 0,-1 0 0 0 0,0 0 0 0 0,0 0 0 0 0,0 0 0 0 0,0 0 0 0 0,0 0 0 0 0,0-1 1 0 0,0 1-1 0 0,0 0 0 0 0,0 0 0 0 0,1 0 0 0 0,-1 0 0 0 0,0 0 0 0 0,0 0 0 0 0,0 0 0 0 0,0 0 0 0 0,0 0 0 0 0,1 0 0 0 0,-1 0 1 0 0,0 0-1 0 0,0 0 0 0 0,0 0 0 0 0,0 0 0 0 0,0 0 0 0 0,0 0 0 0 0,1 0 0 0 0,-1 0 0 0 0,0 0 0 0 0,0 0 0 0 0,0 0 0 0 0,0 0 0 0 0,0 0 1 0 0,1 0-1 0 0,-1 0 0 0 0,0 0 0 0 0,0 0 0 0 0,0 0 0 0 0,0 0 0 0 0,0 1 0 0 0,0-1 0 0 0,0 0 0 0 0,0 0 0 0 0,1 0 0 0 0,-1 0 1 0 0,0 0-1 0 0,0 0 0 0 0,0 0 0 0 0,0 1 0 0 0,0-1 0 0 0,0 0 0 0 0,0 0 0 0 0,0 0 0 0 0,0 0 0 0 0,0 0 0 0 0,0 0 0 0 0,0 1 0 0 0,0-1 1 0 0,9 48-91 0 0,-3-9 67 0 0,60 168-66 0 0,-41-140 130 0 0,26 115 0 0 0,-49-168-330 0 0,1 0 0 0 0,-2 0 0 0 0,0 0 0 0 0,-1 0-1 0 0,0 1 1 0 0,-1-1 0 0 0,-1 0 0 0 0,0 0 0 0 0,-1 0 0 0 0,0 0 0 0 0,-10 23 0 0 0,-5-1-565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7.946"/>
    </inkml:context>
    <inkml:brush xml:id="br0">
      <inkml:brushProperty name="width" value="0.2" units="cm"/>
      <inkml:brushProperty name="height" value="0.2" units="cm"/>
      <inkml:brushProperty name="color" value="#FFC114"/>
    </inkml:brush>
  </inkml:definitions>
  <inkml:trace contextRef="#ctx0" brushRef="#br0">33 87 3604 0 0,'-33'-27'2201'0'0,"58"16"-2225"0"0,-3 4 24 0 0,1 1 1 0 0,0 1 0 0 0,-1 1 0 0 0,1 1 0 0 0,43 0 0 0 0,-15 0 1 0 0,20-3-13 0 0,96-5-15 0 0,-163 11 6 0 0,17 4-78 0 0,-19-4 88 0 0,-1 0-1 0 0,0 0 1 0 0,1 0 0 0 0,-1 0-1 0 0,0 1 1 0 0,0-1-1 0 0,1 0 1 0 0,-1 1 0 0 0,0-1-1 0 0,0 1 1 0 0,0-1-1 0 0,0 1 1 0 0,1 0 0 0 0,-1-1-1 0 0,1 2 1 0 0,-1 0 2 0 0,0 0 1 0 0,0 0 0 0 0,-1 0-1 0 0,1 0 1 0 0,-1 1 0 0 0,1-1-1 0 0,-1 0 1 0 0,0 0 0 0 0,0 0-1 0 0,0 0 1 0 0,0 0 0 0 0,0 1-1 0 0,-1 2 1 0 0,-2 35-45 0 0,-15 272-178 0 0,19-253 205 0 0,2-1-1 0 0,2 1 0 0 0,18 76 1 0 0,-7-74 24 0 0,3 0 0 0 0,33 72 0 0 0,66 110 30 0 0,-77-165-3 0 0,-39-73-5 0 0,0-1-1 0 0,0 0 0 0 0,0 0 1 0 0,0 1-1 0 0,0-1 0 0 0,-1 1 1 0 0,0-1-1 0 0,0 1 0 0 0,0 5 0 0 0,-1-8 5 0 0,-1-1 0 0 0,1 1-1 0 0,-1 0 1 0 0,1-1 0 0 0,-1 1-1 0 0,0-1 1 0 0,0 1 0 0 0,0-1-1 0 0,0 1 1 0 0,0-1-1 0 0,0 1 1 0 0,0-1 0 0 0,0 0-1 0 0,0 0 1 0 0,-1 1 0 0 0,1-1-1 0 0,0 0 1 0 0,-1 0-1 0 0,1-1 1 0 0,-1 1 0 0 0,1 0-1 0 0,-1 0 1 0 0,0-1 0 0 0,1 1-1 0 0,-1-1 1 0 0,0 1 0 0 0,-2-1-1 0 0,-13 5 111 0 0,-1-1 0 0 0,0-1 1 0 0,0 0-1 0 0,0-2 0 0 0,0 0 0 0 0,-19-2 0 0 0,-115-15 406 0 0,81 7-317 0 0,-93-11-474 0 0,161 20-147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0.569"/>
    </inkml:context>
    <inkml:brush xml:id="br0">
      <inkml:brushProperty name="width" value="0.2" units="cm"/>
      <inkml:brushProperty name="height" value="0.2" units="cm"/>
      <inkml:brushProperty name="color" value="#FFC114"/>
    </inkml:brush>
  </inkml:definitions>
  <inkml:trace contextRef="#ctx0" brushRef="#br0">33 125 4860 0 0,'-13'-63'-507'0'0,"7"24"1841"0"0,-1 16-208 0 0,7 49-1365 0 0,1 2 260 0 0,5 70-77 0 0,4-2 1 0 0,36 155 0 0 0,-23-137 70 0 0,-11-52 11 0 0,30 93-1 0 0,-33-105 4011 0 0,-12-55-3797 0 0,-2-8-220 0 0,0 1 0 0 0,1-1 0 0 0,0 0-1 0 0,1 0 1 0 0,1-1 0 0 0,0 1-1 0 0,1-1 1 0 0,0 1 0 0 0,1-1 0 0 0,0 1-1 0 0,1-1 1 0 0,5-20 0 0 0,-5 26-84 0 0,1-1-1 0 0,0 1 1 0 0,0 0 0 0 0,1-1 0 0 0,0 1 0 0 0,1 1 0 0 0,-1-1-1 0 0,2 0 1 0 0,-1 1 0 0 0,1 0 0 0 0,0 0 0 0 0,0 0-1 0 0,1 1 1 0 0,0-1 0 0 0,0 1 0 0 0,1 1 0 0 0,0-1-1 0 0,0 1 1 0 0,0 1 0 0 0,0-1 0 0 0,12-5 0 0 0,-13 9 7 0 0,1-1 1 0 0,-1 1 0 0 0,0 0 0 0 0,0 1 0 0 0,1-1 0 0 0,-1 1 0 0 0,0 0 0 0 0,1 1 0 0 0,-1 0 0 0 0,0 0 0 0 0,1 0 0 0 0,-1 1 0 0 0,0-1 0 0 0,0 1 0 0 0,0 1 0 0 0,0-1 0 0 0,-1 1 0 0 0,1 0 0 0 0,-1 1-1 0 0,0-1 1 0 0,1 1 0 0 0,-2 0 0 0 0,1 1 0 0 0,8 8 0 0 0,-2-2-30 0 0,-1 1-1 0 0,0 1 1 0 0,0 0-1 0 0,-2 0 1 0 0,1 0-1 0 0,-2 2 0 0 0,1-1 1 0 0,8 27-1 0 0,-13-28 58 0 0,2-1-1 0 0,-1 0 0 0 0,1 0 1 0 0,1 0-1 0 0,0 0 0 0 0,1-1 0 0 0,0 0 1 0 0,1-1-1 0 0,10 13 0 0 0,-11-18 35 0 0,-1 1-1 0 0,1-1 0 0 0,-1 0 0 0 0,1 0 0 0 0,1-1 0 0 0,-1 0 1 0 0,1 0-1 0 0,-1-1 0 0 0,1 0 0 0 0,0-1 0 0 0,0 1 1 0 0,0-1-1 0 0,1-1 0 0 0,-1 1 0 0 0,12-1 0 0 0,-9-1 9 0 0,-1 1-1 0 0,1-2 0 0 0,0 0 1 0 0,-1 0-1 0 0,1-1 0 0 0,-1 0 1 0 0,1-1-1 0 0,-1 0 0 0 0,0 0 1 0 0,0-1-1 0 0,0-1 0 0 0,-1 0 1 0 0,0 0-1 0 0,1-1 0 0 0,-2 0 1 0 0,1 0-1 0 0,-1-1 0 0 0,0 0 1 0 0,11-13-1 0 0,-9 7-12 0 0,0 0 1 0 0,-2-1-1 0 0,1 0 0 0 0,-2 0 1 0 0,0 0-1 0 0,-1-1 0 0 0,0 0 1 0 0,-1-1-1 0 0,-1 1 0 0 0,0-1 1 0 0,-1 0-1 0 0,1-19 0 0 0,-3 29 10 0 0,0-3 26 0 0,-1-1-1 0 0,1 0 0 0 0,-1 0 0 0 0,-1 0 1 0 0,-1-12-1 0 0,1 21-35 0 0,1 0 0 0 0,-1 0 0 0 0,1 0 0 0 0,-1 0 0 0 0,1 0 0 0 0,-1 0 0 0 0,1 0 0 0 0,-1 0 0 0 0,0 0 0 0 0,1 1 0 0 0,-1-1 0 0 0,0 0 0 0 0,0 0 0 0 0,0 1 0 0 0,0-1-1 0 0,0 1 1 0 0,0-1 0 0 0,0 0 0 0 0,0 1 0 0 0,0 0 0 0 0,0-1 0 0 0,0 1 0 0 0,0 0 0 0 0,0-1 0 0 0,0 1 0 0 0,0 0 0 0 0,0 0 0 0 0,0 0 0 0 0,0 0 0 0 0,0 0 0 0 0,0 0 0 0 0,-1 0 0 0 0,1 0 0 0 0,0 1 0 0 0,-1-1 0 0 0,-22 8-25 0 0,17-5 15 0 0,0 1-1 0 0,1-1 0 0 0,0 2 1 0 0,0-1-1 0 0,0 1 1 0 0,0 0-1 0 0,0 0 0 0 0,1 0 1 0 0,0 1-1 0 0,0 0 0 0 0,1 0 1 0 0,0 0-1 0 0,-7 12 1 0 0,3 0-26 0 0,-1 0 0 0 0,2 0 0 0 0,-9 37 0 0 0,13-44 18 0 0,1 0-1 0 0,1 1 1 0 0,0-1-1 0 0,0 1 1 0 0,1-1-1 0 0,1 1 1 0 0,0-1-1 0 0,0 0 0 0 0,1 1 1 0 0,7 19-1 0 0,-1-8 9 0 0,2 0-1 0 0,0-1 1 0 0,27 41-1 0 0,-36-61 35 0 0,0-1 0 0 0,0 1 0 0 0,0 0 0 0 0,1-1 0 0 0,-1 1 0 0 0,1-1 0 0 0,-1 1 0 0 0,1-1 0 0 0,0 0 0 0 0,-1 0-1 0 0,1 0 1 0 0,0 0 0 0 0,0 0 0 0 0,0 0 0 0 0,-1 0 0 0 0,1-1 0 0 0,0 1 0 0 0,0 0 0 0 0,0-1 0 0 0,0 0 0 0 0,0 1 0 0 0,1-1 0 0 0,-1 0 0 0 0,0 0 0 0 0,0 0 0 0 0,0-1 0 0 0,0 1 0 0 0,0 0 0 0 0,0-1 0 0 0,0 1 0 0 0,0-1 0 0 0,0 0-1 0 0,0 0 1 0 0,-1 0 0 0 0,1 1 0 0 0,0-2 0 0 0,0 1 0 0 0,1-2 0 0 0,11-6 2 0 0,-1-1-1 0 0,-1 0 0 0 0,1-1 1 0 0,10-13-1 0 0,-12 13 0 0 0,37-38-84 0 0,10-13-213 0 0,3 4 0 0 0,2 2 1 0 0,92-63-1 0 0,-150 117 217 0 0,0-1 1 0 0,0 1-1 0 0,0 0 0 0 0,0 0 1 0 0,1 1-1 0 0,-1-1 0 0 0,1 1 1 0 0,-1 0-1 0 0,1 1 0 0 0,-1-1 1 0 0,1 1-1 0 0,-1 0 0 0 0,1 1 1 0 0,-1-1-1 0 0,1 1 0 0 0,-1 0 1 0 0,1 1-1 0 0,-1-1 0 0 0,0 1 1 0 0,0 0-1 0 0,0 0 0 0 0,0 1 0 0 0,11 6 1092 0 0,-21-11-994 0 0,-2 0-33 0 0,1 0 0 0 0,-1 1-1 0 0,1-1 1 0 0,-1 1-1 0 0,0 1 1 0 0,1-1 0 0 0,-1 1-1 0 0,0 0 1 0 0,0 1-1 0 0,1-1 1 0 0,-1 2 0 0 0,0-1-1 0 0,-6 3 1 0 0,1 0-9 0 0,0 1 0 0 0,0 0 0 0 0,1 1 1 0 0,0 0-1 0 0,0 0 0 0 0,-16 15 0 0 0,9-6-11 0 0,1 0 0 0 0,1 2-1 0 0,1 0 1 0 0,0 0 0 0 0,2 2 0 0 0,0 0-1 0 0,-18 35 1 0 0,28-50 2 0 0,1 0-1 0 0,0 1 1 0 0,1 0-1 0 0,-1-1 1 0 0,1 1 0 0 0,-1 0-1 0 0,2 0 1 0 0,-1 0-1 0 0,0 0 1 0 0,1 0-1 0 0,0 0 1 0 0,0 0-1 0 0,0 0 1 0 0,1 0-1 0 0,2 9 1 0 0,-2-11 10 0 0,1 0 1 0 0,0 0-1 0 0,-1 0 0 0 0,1-1 1 0 0,0 1-1 0 0,0 0 0 0 0,1-1 1 0 0,-1 1-1 0 0,1-1 0 0 0,-1 0 1 0 0,1 0-1 0 0,0 0 0 0 0,-1 0 1 0 0,1 0-1 0 0,0 0 0 0 0,0-1 1 0 0,1 0-1 0 0,-1 1 0 0 0,0-1 1 0 0,0 0-1 0 0,1-1 0 0 0,-1 1 1 0 0,5 0-1 0 0,-1-1 6 0 0,1 1 0 0 0,-1-2 0 0 0,0 1 1 0 0,0-1-1 0 0,1 0 0 0 0,-1 0 0 0 0,0-1 0 0 0,0 0 0 0 0,0 0 0 0 0,0-1 1 0 0,-1 0-1 0 0,1 0 0 0 0,-1 0 0 0 0,0-1 0 0 0,1 0 0 0 0,5-5 0 0 0,12-11-36 0 0,-1 0 0 0 0,29-33 0 0 0,-43 43 10 0 0,23-27 17 0 0,35-53-1 0 0,-30 38 638 0 0,-42 65-626 0 0,0 0 0 0 0,1 0-1 0 0,0 0 1 0 0,-3 23 0 0 0,5-27-25 0 0,0 1 1 0 0,1 0-1 0 0,0-1 0 0 0,1 1 1 0 0,0-1-1 0 0,1 1 0 0 0,-1 0 1 0 0,2-1-1 0 0,-1 1 0 0 0,6 14 1 0 0,-6-21 19 0 0,1 0 0 0 0,-1 0 1 0 0,1 0-1 0 0,-1 0 0 0 0,1-1 1 0 0,0 1-1 0 0,0-1 0 0 0,0 1 1 0 0,1-1-1 0 0,-1 0 0 0 0,0 0 1 0 0,1 0-1 0 0,0 0 0 0 0,-1 0 1 0 0,1 0-1 0 0,0-1 0 0 0,0 0 1 0 0,0 1-1 0 0,0-1 0 0 0,0 0 1 0 0,0 0-1 0 0,0-1 0 0 0,0 1 1 0 0,0-1-1 0 0,1 1 0 0 0,-1-1 1 0 0,0 0-1 0 0,0 0 0 0 0,1-1 1 0 0,-1 1-1 0 0,0 0 0 0 0,0-1 1 0 0,0 0-1 0 0,0 0 0 0 0,6-2 1 0 0,8-5-15 0 0,0-1 1 0 0,0 0-1 0 0,-1-1 1 0 0,28-23 0 0 0,-26 19-58 0 0,61-47-187 0 0,-33 25-128 0 0,1 1 0 0 0,71-39 0 0 0,-99 67-50 0 0,-29 18 213 0 0,-35 19 195 0 0,25-21 22 0 0,1 1 0 0 0,0 1-1 0 0,1 0 1 0 0,0 2 0 0 0,-30 25 0 0 0,40-31-5 0 0,0 1-1 0 0,1-1 1 0 0,0 1-1 0 0,0 1 1 0 0,1-1-1 0 0,0 1 1 0 0,0 0-1 0 0,1 0 1 0 0,0 1-1 0 0,0 0 1 0 0,1 0-1 0 0,1 0 1 0 0,-5 18-1 0 0,8-23 7 0 0,0-1 0 0 0,-1 0 0 0 0,2 1 0 0 0,-1-1 0 0 0,0 0 0 0 0,1 1 0 0 0,0-1 0 0 0,0 0 0 0 0,0 0 0 0 0,0 1 0 0 0,1-1 0 0 0,0 0 0 0 0,0-1 0 0 0,0 1 0 0 0,0 0 0 0 0,0 0 0 0 0,1-1 0 0 0,0 1 0 0 0,0-1 0 0 0,0 0 0 0 0,0 0 0 0 0,0 0 0 0 0,0 0 0 0 0,1-1 0 0 0,-1 1 0 0 0,8 2 0 0 0,6 3 108 0 0,0 0 0 0 0,0-2 0 0 0,1 0 0 0 0,32 6 0 0 0,-49-12-87 0 0,3 1 45 0 0,-1-1-1 0 0,1 0 0 0 0,0 0 0 0 0,-1 0 0 0 0,1 0 0 0 0,-1-1 0 0 0,1 1 0 0 0,-1-1 0 0 0,1 0 0 0 0,-1 0 0 0 0,0 0 0 0 0,1-1 0 0 0,-1 1 0 0 0,0-1 0 0 0,0 0 0 0 0,0 0 0 0 0,0 0 0 0 0,0 0 0 0 0,-1 0 0 0 0,1-1 0 0 0,0 1 0 0 0,-1-1 0 0 0,0 0 0 0 0,3-3 0 0 0,3-5 51 0 0,0-1 0 0 0,-1 0-1 0 0,0 0 1 0 0,8-21 0 0 0,-1-6-36 0 0,-1-2 0 0 0,-2 0 0 0 0,-2 0 0 0 0,-2-1 0 0 0,2-48 0 0 0,-10-213 252 0 0,-12 146 380 0 0,10 140-1458 0 0,-4 30 581 0 0,-5 36 91 0 0,7 36-25 0 0,4 0 0 0 0,4 0 0 0 0,19 121 0 0 0,-19-185 103 0 0,0 0-1 0 0,2 0 0 0 0,0 0 0 0 0,1 0 1 0 0,1-1-1 0 0,1 0 0 0 0,1 0 0 0 0,1-1 1 0 0,16 25-1 0 0,-20-36-46 0 0,1 1-1 0 0,0-1 1 0 0,1 0 0 0 0,0-1 0 0 0,0 0-1 0 0,0 0 1 0 0,1-1 0 0 0,0 0 0 0 0,0 0 0 0 0,1-1-1 0 0,-1 0 1 0 0,1-1 0 0 0,0 0 0 0 0,1-1 0 0 0,-1 0-1 0 0,0 0 1 0 0,1-1 0 0 0,0 0 0 0 0,0-1 0 0 0,16 0-1 0 0,39-5-2866 0 0,-31-2 879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1.054"/>
    </inkml:context>
    <inkml:brush xml:id="br0">
      <inkml:brushProperty name="width" value="0.2" units="cm"/>
      <inkml:brushProperty name="height" value="0.2" units="cm"/>
      <inkml:brushProperty name="color" value="#FFC114"/>
    </inkml:brush>
  </inkml:definitions>
  <inkml:trace contextRef="#ctx0" brushRef="#br0">26 97 5324 0 0,'-19'-25'-184'0'0,"20"21"175"0"0,1 0-1 0 0,0 1 0 0 0,0 0 0 0 0,0-1 0 0 0,0 1 0 0 0,0 0 0 0 0,1 0 0 0 0,0 0 1 0 0,-1 0-1 0 0,1 1 0 0 0,0-1 0 0 0,0 1 0 0 0,1 0 0 0 0,-1 0 0 0 0,0 0 0 0 0,1 0 1 0 0,-1 0-1 0 0,1 1 0 0 0,-1-1 0 0 0,1 1 0 0 0,0 0 0 0 0,5 0 0 0 0,7-4-10 0 0,0 2-1 0 0,0 0 0 0 0,1 1 0 0 0,19-1 0 0 0,-25 3 0 0 0,1 1 0 0 0,-1 0 0 0 0,0 1 0 0 0,0-1 0 0 0,0 2 0 0 0,0 0 0 0 0,-1 0 0 0 0,1 1 0 0 0,14 8 0 0 0,-21-10 17 0 0,0 0-1 0 0,-1 0 1 0 0,1 1-1 0 0,-1 0 1 0 0,1-1-1 0 0,-1 1 1 0 0,0 1-1 0 0,0-1 1 0 0,-1 0-1 0 0,1 1 1 0 0,-1-1-1 0 0,1 1 1 0 0,-1 0-1 0 0,0 0 1 0 0,0 0-1 0 0,-1 0 1 0 0,1 0-1 0 0,-1 0 1 0 0,0 0-1 0 0,0 0 1 0 0,0 1-1 0 0,-1-1 1 0 0,1 0-1 0 0,-1 1 1 0 0,0-1-1 0 0,-1 0 1 0 0,0 7-1 0 0,-4 11-6 0 0,0 0 1 0 0,-2-1-1 0 0,-16 38 0 0 0,14-40-34 0 0,2 1-1 0 0,0-1 0 0 0,1 1 0 0 0,-5 33 0 0 0,10-51 46 0 0,1-1-1 0 0,0 1 1 0 0,0-1-1 0 0,0 1 1 0 0,1 0-1 0 0,-1-1 1 0 0,0 1 0 0 0,1-1-1 0 0,-1 1 1 0 0,1-1-1 0 0,-1 1 1 0 0,1-1-1 0 0,-1 0 1 0 0,1 1-1 0 0,0-1 1 0 0,0 0 0 0 0,0 1-1 0 0,0-1 1 0 0,0 0-1 0 0,0 0 1 0 0,1 1-1 0 0,2 1 6 0 0,-1-1-1 0 0,1 1 0 0 0,-1-1 0 0 0,1 0 0 0 0,0-1 0 0 0,0 1 0 0 0,8 2 0 0 0,4-1 24 0 0,1 0 0 0 0,34 2 0 0 0,327 1-2132 0 0,-329-4 1756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2.572"/>
    </inkml:context>
    <inkml:brush xml:id="br0">
      <inkml:brushProperty name="width" value="0.2" units="cm"/>
      <inkml:brushProperty name="height" value="0.2" units="cm"/>
      <inkml:brushProperty name="color" value="#FFC114"/>
    </inkml:brush>
  </inkml:definitions>
  <inkml:trace contextRef="#ctx0" brushRef="#br0">24 60 2748 0 0,'-2'-1'177'0'0,"0"0"0"0"0,0 0 0 0 0,0 0 0 0 0,0-1 0 0 0,0 1 0 0 0,1 0 0 0 0,-1-1 0 0 0,0 1 0 0 0,1-1 0 0 0,0 0 0 0 0,-1 0 0 0 0,-1-2-1 0 0,49-7-139 0 0,0 2-1 0 0,1 3 0 0 0,0 1 1 0 0,62 2-1 0 0,-55 1-8 0 0,-12 0-5 0 0,85 2-34 0 0,-59 4-29 0 0,-65-4-1 0 0,-2 1 35 0 0,0-1 0 0 0,-1 0 0 0 0,1 0-1 0 0,0 0 1 0 0,0 1 0 0 0,0-1 0 0 0,0 0 0 0 0,0 1 0 0 0,-1-1-1 0 0,1 1 1 0 0,0-1 0 0 0,0 1 0 0 0,-1-1 0 0 0,1 1 0 0 0,0-1-1 0 0,-1 1 1 0 0,1 0 0 0 0,-1-1 0 0 0,1 1 0 0 0,-1 0-1 0 0,1 0 1 0 0,0 0 0 0 0,0 14-37 0 0,-1-1 0 0 0,0 0 0 0 0,-1 0 0 0 0,0 0 0 0 0,-2 0 0 0 0,1 0 0 0 0,-7 20-1 0 0,-4 22-26 0 0,4 12 13 0 0,3 1-1 0 0,3-1 1 0 0,3 1-1 0 0,14 115 0 0 0,2-88 56 0 0,4-1-1 0 0,55 160 0 0 0,-11-83 3 0 0,-16-48 54 0 0,31 132 0 0 0,-77-252-32 0 0,-1 0 1 0 0,-1-1 0 0 0,1 1 0 0 0,0 0-1 0 0,-1 0 1 0 0,0 0 0 0 0,0 0-1 0 0,0 0 1 0 0,0-1 0 0 0,-1 1-1 0 0,0 0 1 0 0,1 0 0 0 0,-1 0 0 0 0,-1-1-1 0 0,1 1 1 0 0,0-1 0 0 0,-1 1-1 0 0,0-1 1 0 0,0 1 0 0 0,-3 4-1 0 0,0-4 54 0 0,0 1-1 0 0,0-1 0 0 0,0 0 0 0 0,-1-1 0 0 0,1 1 0 0 0,-1-1 0 0 0,0 0 0 0 0,0-1 0 0 0,0 1 0 0 0,0-1 0 0 0,-10 2 0 0 0,-19 4 160 0 0,-1-2 0 0 0,0-2-1 0 0,-1 0 1 0 0,1-3 0 0 0,-45-3 0 0 0,-181-29 474 0 0,261 31-707 0 0,-68-12 76 0 0,-26-4-621 0 0,35 12-3111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0.888"/>
    </inkml:context>
    <inkml:brush xml:id="br0">
      <inkml:brushProperty name="width" value="0.2" units="cm"/>
      <inkml:brushProperty name="height" value="0.2" units="cm"/>
      <inkml:brushProperty name="color" value="#FFC114"/>
    </inkml:brush>
  </inkml:definitions>
  <inkml:trace contextRef="#ctx0" brushRef="#br0">14 80 3532 0 0,'-6'-39'447'0'0,"-1"0"180"0"0,6 38-644 0 0,2 6-238 0 0,38 325 48 0 0,-5-58 208 0 0,-11-13 79 0 0,-16-164 3765 0 0,-12-102-3804 0 0,1 0 0 0 0,1-1-1 0 0,-1 1 1 0 0,1-1 0 0 0,1 0 0 0 0,-1 0 0 0 0,1 0 0 0 0,1 0 0 0 0,0 0 0 0 0,0 0-1 0 0,0 0 1 0 0,1-1 0 0 0,0 1 0 0 0,1 0 0 0 0,0 0 0 0 0,2-12 0 0 0,1-3-85 0 0,1 0 0 0 0,0 1 0 0 0,2 0 0 0 0,0 0 0 0 0,12-22-1 0 0,-15 36-4 0 0,1 0 0 0 0,0 0-1 0 0,0 1 1 0 0,1 0 0 0 0,0 0-1 0 0,0 0 1 0 0,1 0 0 0 0,0 1-1 0 0,0 0 1 0 0,0 1-1 0 0,1 0 1 0 0,0 0 0 0 0,16-7-1 0 0,-11 6-51 0 0,2 1 0 0 0,-1 1 0 0 0,1 0-1 0 0,-1 1 1 0 0,1 0 0 0 0,0 2 0 0 0,25-1 0 0 0,-36 2 84 0 0,-1 1 1 0 0,1 0 0 0 0,0-1 0 0 0,-1 1-1 0 0,0 1 1 0 0,1-1 0 0 0,-1 0-1 0 0,0 1 1 0 0,0 0 0 0 0,1 0 0 0 0,-1 0-1 0 0,-1 0 1 0 0,1 0 0 0 0,0 0-1 0 0,0 1 1 0 0,-1-1 0 0 0,1 1 0 0 0,-1 0-1 0 0,0 0 1 0 0,0 0 0 0 0,0 0 0 0 0,0 0-1 0 0,-1 0 1 0 0,1 1 0 0 0,0 3-1 0 0,4 7-17 0 0,-1 0-1 0 0,-1 1 0 0 0,0 0 1 0 0,2 20-1 0 0,3 96-150 0 0,-6-114 139 0 0,-2-10 39 0 0,-1-1 0 0 0,2 1 0 0 0,-1-1-1 0 0,1 1 1 0 0,0-1 0 0 0,0 1-1 0 0,1-1 1 0 0,0 0 0 0 0,4 6 0 0 0,-5-10 14 0 0,-1 0 0 0 0,1-1 1 0 0,0 1-1 0 0,0-1 0 0 0,0 1 1 0 0,1-1-1 0 0,-1 0 1 0 0,0 1-1 0 0,0-1 0 0 0,1 0 1 0 0,-1-1-1 0 0,0 1 0 0 0,1 0 1 0 0,-1-1-1 0 0,1 1 1 0 0,-1-1-1 0 0,1 0 0 0 0,3 0 1 0 0,53-5 66 0 0,-44 2-80 0 0,34-6-1088 0 0,-1-2 0 0 0,87-32 0 0 0,-99 30-59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3.629"/>
    </inkml:context>
    <inkml:brush xml:id="br0">
      <inkml:brushProperty name="width" value="0.2" units="cm"/>
      <inkml:brushProperty name="height" value="0.2" units="cm"/>
      <inkml:brushProperty name="color" value="#FFC114"/>
    </inkml:brush>
  </inkml:definitions>
  <inkml:trace contextRef="#ctx0" brushRef="#br0">120 697 3640 0 0,'0'0'-324'0'0,"11"0"-410"0"0,10 0 825 0 0,1-1 1 0 0,-1-1 0 0 0,0-1 0 0 0,0 0 0 0 0,38-13-1 0 0,-52 14-66 0 0,-1 0-1 0 0,0-1 0 0 0,1 0 0 0 0,-1 0 0 0 0,0 0 0 0 0,-1-1 0 0 0,1 0 0 0 0,-1 0 0 0 0,1 0 0 0 0,-1-1 0 0 0,-1 1 0 0 0,1-1 0 0 0,-1-1 1 0 0,1 1-1 0 0,-2 0 0 0 0,1-1 0 0 0,0 0 0 0 0,-1 0 0 0 0,0 0 0 0 0,-1-1 0 0 0,1 1 0 0 0,-1 0 0 0 0,-1-1 0 0 0,2-7 0 0 0,-2 11-1 0 0,-1 0 1 0 0,0 0-1 0 0,0 1 0 0 0,0-1 0 0 0,0 0 0 0 0,0 0 0 0 0,-1 0 0 0 0,1 0 1 0 0,-1 0-1 0 0,0 1 0 0 0,0-1 0 0 0,0 0 0 0 0,0 1 0 0 0,0-1 1 0 0,-1 0-1 0 0,1 1 0 0 0,-1 0 0 0 0,0-1 0 0 0,-3-3 0 0 0,1 2-2 0 0,0 1 1 0 0,-1-1-1 0 0,0 1 0 0 0,1 0 0 0 0,-1 0 0 0 0,-1 1 1 0 0,1-1-1 0 0,0 1 0 0 0,-9-2 0 0 0,0 0-10 0 0,0 1-1 0 0,0 1 1 0 0,0 0 0 0 0,0 1-1 0 0,-1 0 1 0 0,1 2 0 0 0,-19 1-1 0 0,22 0-16 0 0,1 1-1 0 0,0 0 1 0 0,0 0-1 0 0,0 1 1 0 0,0 1 0 0 0,1-1-1 0 0,0 1 1 0 0,0 1-1 0 0,0 0 1 0 0,0 0-1 0 0,1 1 1 0 0,0 0-1 0 0,0 0 1 0 0,1 1-1 0 0,0 0 1 0 0,1 0-1 0 0,-1 1 1 0 0,1-1-1 0 0,1 1 1 0 0,0 1-1 0 0,-7 16 1 0 0,9-18 1 0 0,1 0 0 0 0,-1 0 0 0 0,1 0 0 0 0,1 0-1 0 0,-1 0 1 0 0,1 1 0 0 0,1-1 0 0 0,0 0 0 0 0,0 1 0 0 0,0-1 0 0 0,1 1 0 0 0,1-1 0 0 0,-1 0 0 0 0,1 0 0 0 0,1 0 0 0 0,-1 0 0 0 0,1 0-1 0 0,1 0 1 0 0,-1-1 0 0 0,1 0 0 0 0,1 1 0 0 0,-1-1 0 0 0,1-1 0 0 0,1 1 0 0 0,-1-1 0 0 0,1 0 0 0 0,11 9 0 0 0,-5-6 16 0 0,0-1 0 0 0,1 0 0 0 0,0-1 0 0 0,17 6 0 0 0,22 13 83 0 0,-46-24-77 0 0,1-1 1 0 0,-1 0-1 0 0,0 0 0 0 0,1-1 0 0 0,-1 1 1 0 0,0-1-1 0 0,1 0 0 0 0,-1-1 1 0 0,0 0-1 0 0,1 0 0 0 0,7-2 1 0 0,-10 2-7 0 0,10-3 2 0 0,-1 1 0 0 0,0-2 1 0 0,-1 0-1 0 0,1 0 0 0 0,-1-1 1 0 0,0-1-1 0 0,0 0 0 0 0,-1 0 1 0 0,16-15-1 0 0,7-9 19 0 0,45-51 0 0 0,-28 27-13 0 0,-8 4-25 0 0,-33 38-6 0 0,-1 1 1 0 0,2 1-1 0 0,-1 0 0 0 0,2 0 1 0 0,-1 1-1 0 0,16-10 0 0 0,-23 18 10 0 0,0 1-1 0 0,0-1 0 0 0,-1 0 1 0 0,2 1-1 0 0,-1 0 0 0 0,0 0 1 0 0,0 0-1 0 0,0 1 0 0 0,0-1 1 0 0,1 1-1 0 0,-1 0 0 0 0,0 0 1 0 0,0 1-1 0 0,0-1 0 0 0,1 1 1 0 0,-1 0-1 0 0,0 0 0 0 0,0 0 0 0 0,0 1 1 0 0,0-1-1 0 0,6 5 0 0 0,47 11-80 0 0,-29-8 1074 0 0,-28-10-990 0 0,-4-2 6 0 0,1-1 0 0 0,-1 1 0 0 0,0 0 0 0 0,0 0 0 0 0,0 1-1 0 0,0-1 1 0 0,0 1 0 0 0,-1 0 0 0 0,1 0 0 0 0,-1 0 0 0 0,1 1-1 0 0,-1-1 1 0 0,0 1 0 0 0,1 0 0 0 0,-1 0 0 0 0,0 1 0 0 0,0 0-1 0 0,0 0 1 0 0,1 0 0 0 0,-7 1 0 0 0,3-1-12 0 0,-1 0-1 0 0,1 0 1 0 0,0 1 0 0 0,-1 0 0 0 0,1 0-1 0 0,0 1 1 0 0,-1 0 0 0 0,1 1 0 0 0,1 0-1 0 0,-1 0 1 0 0,-12 7 0 0 0,5-2-17 0 0,4-1 3 0 0,0 0 0 0 0,0 0 0 0 0,1 1 0 0 0,0 0 0 0 0,1 1 0 0 0,0 0 0 0 0,0 1 0 0 0,1 0 0 0 0,0 0 0 0 0,1 1 0 0 0,0 0 1 0 0,0 0-1 0 0,2 0 0 0 0,-1 1 0 0 0,1 0 0 0 0,1 0 0 0 0,0 1 0 0 0,-3 19 0 0 0,6-27 22 0 0,1 0 0 0 0,0-1 0 0 0,0 1 0 0 0,1 0 0 0 0,-1 0 0 0 0,1 0 0 0 0,0 0 0 0 0,0-1 0 0 0,1 1 0 0 0,-1 0 0 0 0,1-1 0 0 0,0 0 0 0 0,0 1-1 0 0,1-1 1 0 0,-1 0 0 0 0,1 0 0 0 0,0 0 0 0 0,0 0 0 0 0,0-1 0 0 0,8 7 0 0 0,-9-7 8 0 0,1-2-1 0 0,0 1 0 0 0,0 0 1 0 0,0 0-1 0 0,0-1 1 0 0,0 0-1 0 0,0 1 1 0 0,0-1-1 0 0,0 0 0 0 0,1-1 1 0 0,-1 1-1 0 0,0 0 1 0 0,1-1-1 0 0,-1 0 1 0 0,0 0-1 0 0,1 0 0 0 0,-1 0 1 0 0,0 0-1 0 0,1-1 1 0 0,-1 0-1 0 0,0 1 1 0 0,0-1-1 0 0,1 0 0 0 0,-1-1 1 0 0,0 1-1 0 0,0-1 1 0 0,0 1-1 0 0,0-1 1 0 0,-1 0-1 0 0,5-3 1 0 0,2-3 8 0 0,-1-1 0 0 0,0 1 0 0 0,0-2 0 0 0,-1 1 1 0 0,0-1-1 0 0,0 0 0 0 0,-2 0 0 0 0,8-16 1 0 0,-3 2 7 0 0,-1-1 1 0 0,12-46 0 0 0,-8 1 214 0 0,-13 69-250 0 0,-4 5-98 0 0,1 1 99 0 0,-1 0 0 0 0,1 0-1 0 0,0 0 1 0 0,0 1 0 0 0,1-1-1 0 0,0 1 1 0 0,0-1 0 0 0,0 1-1 0 0,0 0 1 0 0,1 0 0 0 0,0 0-1 0 0,0 0 1 0 0,1 0 0 0 0,0 0-1 0 0,1 10 1 0 0,-1 0-2 0 0,1-1-1 0 0,1 1 1 0 0,0 0 0 0 0,1-1 0 0 0,1 0 0 0 0,0 0-1 0 0,11 24 1 0 0,-3-13 47 0 0,2 0-1 0 0,1-2 1 0 0,21 28 0 0 0,-35-51-15 0 0,1 0 1 0 0,-1 0-1 0 0,0 0 1 0 0,0 0-1 0 0,1-1 1 0 0,-1 1 0 0 0,0 0-1 0 0,1-1 1 0 0,-1 1-1 0 0,1-1 1 0 0,-1 1-1 0 0,1-1 1 0 0,-1 0 0 0 0,1 0-1 0 0,-1 0 1 0 0,1 1-1 0 0,-1-1 1 0 0,1-1 0 0 0,-1 1-1 0 0,1 0 1 0 0,-1 0-1 0 0,1 0 1 0 0,-1-1-1 0 0,1 1 1 0 0,-1-1 0 0 0,1 1-1 0 0,-1-1 1 0 0,0 0-1 0 0,3-1 1 0 0,40-26 198 0 0,-9-2-310 0 0,-1-1 0 0 0,52-64 1 0 0,13-14-367 0 0,-86 97 381 0 0,-4 3-8 0 0,0 0 1 0 0,0 0-1 0 0,1 1 1 0 0,0 1-1 0 0,16-9 1 0 0,-22 14 53 0 0,1 0 0 0 0,0 0-1 0 0,1 0 1 0 0,-1 1 0 0 0,0 0 0 0 0,0 0 0 0 0,1 1 0 0 0,-1-1-1 0 0,0 1 1 0 0,1 0 0 0 0,-1 1 0 0 0,0-1 0 0 0,0 1 0 0 0,1 0-1 0 0,-1 0 1 0 0,9 4 0 0 0,65 20-16 0 0,-77-24 327 0 0,-9-23-219 0 0,3 19-61 0 0,1 1-1 0 0,0 0 0 0 0,-1 0 1 0 0,0 0-1 0 0,1 0 1 0 0,-1 0-1 0 0,0 1 1 0 0,0-1-1 0 0,0 1 0 0 0,0 0 1 0 0,0 0-1 0 0,0 1 1 0 0,0-1-1 0 0,-6 1 1 0 0,-2 0-14 0 0,0 2 0 0 0,0-1 0 0 0,1 1 0 0 0,-1 1 0 0 0,1 0 0 0 0,0 1 0 0 0,0 0 0 0 0,0 1 0 0 0,0 0 0 0 0,1 0 0 0 0,0 1 0 0 0,-17 13 0 0 0,14-9-1 0 0,2-3-7 0 0,1 1-1 0 0,0 0 0 0 0,0 0 0 0 0,1 1 0 0 0,0 1 0 0 0,1 0 0 0 0,0 0 0 0 0,1 0 0 0 0,-8 14 1 0 0,13-20 14 0 0,0 0 0 0 0,0 0 1 0 0,1 0-1 0 0,-1 0 1 0 0,1 1-1 0 0,0-1 1 0 0,0 0-1 0 0,1 0 0 0 0,-1 1 1 0 0,1-1-1 0 0,0 1 1 0 0,0-1-1 0 0,1 0 1 0 0,-1 1-1 0 0,1-1 1 0 0,0 0-1 0 0,0 0 0 0 0,0 0 1 0 0,1 1-1 0 0,0-1 1 0 0,-1 0-1 0 0,1-1 1 0 0,1 1-1 0 0,-1 0 0 0 0,0 0 1 0 0,1-1-1 0 0,0 0 1 0 0,0 1-1 0 0,0-1 1 0 0,5 4-1 0 0,1 0 14 0 0,1 1 0 0 0,0-2 0 0 0,0 1 0 0 0,1-1 0 0 0,0-1 0 0 0,0 0 0 0 0,16 5 0 0 0,-22-8 28 0 0,1 0 1 0 0,0-1 0 0 0,-1 0-1 0 0,1 0 1 0 0,0 0-1 0 0,-1 0 1 0 0,1-1-1 0 0,0 0 1 0 0,0 0 0 0 0,-1-1-1 0 0,1 1 1 0 0,0-1-1 0 0,0-1 1 0 0,-1 1-1 0 0,1-1 1 0 0,-1 0 0 0 0,8-3-1 0 0,-6-1 3 0 0,0 0 0 0 0,0 0 0 0 0,-1-1-1 0 0,1 1 1 0 0,-2-1 0 0 0,1-1 0 0 0,-1 1 0 0 0,0-1-1 0 0,0 0 1 0 0,-1 0 0 0 0,0 0 0 0 0,-1-1 0 0 0,4-12-1 0 0,3-17 6 0 0,11-71 0 0 0,-14 67-13 0 0,-1 1-7 0 0,-1 0-1 0 0,-1 0 0 0 0,-3 0 1 0 0,-1-1-1 0 0,-2 1 0 0 0,-2-1 1 0 0,-2 1-1 0 0,-2 1 0 0 0,-24-76 1 0 0,-9-1 238 0 0,41 115-303 0 0,0 3-130 0 0,0 0 167 0 0,0 0 0 0 0,0 0 0 0 0,-1 0 0 0 0,1 0 0 0 0,0 0-1 0 0,0 0 1 0 0,-1 0 0 0 0,1 0 0 0 0,-1 0 0 0 0,1 0 0 0 0,-1 0 0 0 0,1-1 0 0 0,-1 1-1 0 0,1 0 1 0 0,-1 0 0 0 0,0 0 0 0 0,1-1 0 0 0,-2 2 0 0 0,1-2 1 0 0,0 1 0 0 0,0 0-1 0 0,0 0 1 0 0,1 0 0 0 0,-1 0 0 0 0,0 0 0 0 0,1 0 0 0 0,-1 0 0 0 0,0 1-1 0 0,1-1 1 0 0,-1 0 0 0 0,1 0 0 0 0,0 0 0 0 0,-1 1 0 0 0,1-1 0 0 0,0 0-1 0 0,0 0 1 0 0,0 1 0 0 0,0 1 0 0 0,-1 92-98 0 0,0 59 26 0 0,30 263 0 0 0,-27-404 75 0 0,1 0 0 0 0,0 0 0 0 0,0-1 0 0 0,1 1 0 0 0,1-1 0 0 0,0 0 0 0 0,1 0 0 0 0,0 0 0 0 0,14 20 0 0 0,-13-25 10 0 0,-1 0-1 0 0,2 0 1 0 0,-1 0 0 0 0,1-1 0 0 0,0 0-1 0 0,0 0 1 0 0,0-1 0 0 0,1 0 0 0 0,0-1-1 0 0,0 0 1 0 0,0 0 0 0 0,1-1 0 0 0,14 4-1 0 0,11-1-517 0 0,-1-1-1 0 0,1-1 1 0 0,0-2-1 0 0,0-1 1 0 0,0-2-1 0 0,53-9 1 0 0,-51 3-846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4.641"/>
    </inkml:context>
    <inkml:brush xml:id="br0">
      <inkml:brushProperty name="width" value="0.2" units="cm"/>
      <inkml:brushProperty name="height" value="0.2" units="cm"/>
      <inkml:brushProperty name="color" value="#FFC114"/>
    </inkml:brush>
  </inkml:definitions>
  <inkml:trace contextRef="#ctx0" brushRef="#br0">5 87 4012 0 0,'-1'-1'-38'0'0,"1"1"0"0"0,-1-1-1 0 0,1 0 1 0 0,0 1-1 0 0,-1-1 1 0 0,1 0 0 0 0,0 0-1 0 0,0 1 1 0 0,-1-1 0 0 0,1 0-1 0 0,0 0 1 0 0,0 0 0 0 0,0 1-1 0 0,0-1 1 0 0,0 0-1 0 0,0 0 1 0 0,0 0 0 0 0,0 1-1 0 0,0-1 1 0 0,1 0 0 0 0,-1 0-1 0 0,0 1 1 0 0,0-1-1 0 0,1 0 1 0 0,-1 0 0 0 0,0 1-1 0 0,1-1 1 0 0,-1 0 0 0 0,1 1-1 0 0,-1-1 1 0 0,1 0-1 0 0,-1 1 1 0 0,1-1 0 0 0,0 1-1 0 0,0-1 1 0 0,0 0-18 0 0,1-1 42 0 0,0 0 0 0 0,0 0 0 0 0,0 0 0 0 0,0 0 0 0 0,0 1 0 0 0,0-1 0 0 0,0 1 0 0 0,0-1 0 0 0,1 1 0 0 0,-1 0 0 0 0,1 0 0 0 0,-1 0 0 0 0,1 0 0 0 0,2 0 0 0 0,1-1-7 0 0,78-28-5 0 0,-80 28 29 0 0,26-1 0 0 0,-12 2-7 0 0,0 1-1 0 0,0 1 1 0 0,0 0 0 0 0,34 8-1 0 0,-42-6 3 0 0,-1-1 0 0 0,0 1 0 0 0,0 1 0 0 0,0 0 0 0 0,0 0 0 0 0,0 1 0 0 0,-1 0 0 0 0,0 1 0 0 0,0-1 0 0 0,12 13 0 0 0,-19-17 12 0 0,1 1 0 0 0,-1-1 1 0 0,0 1-1 0 0,1-1 0 0 0,-1 1 0 0 0,0 0 1 0 0,0 0-1 0 0,0-1 0 0 0,0 1 1 0 0,-1 0-1 0 0,1 0 0 0 0,0 0 1 0 0,-1 0-1 0 0,1 0 0 0 0,-1 0 1 0 0,0 0-1 0 0,0 0 0 0 0,0 0 1 0 0,0 0-1 0 0,0 0 0 0 0,-1 3 1 0 0,0-1 16 0 0,0 0 0 0 0,0-1 1 0 0,-1 1-1 0 0,0 0 0 0 0,1-1 1 0 0,-1 1-1 0 0,-1-1 1 0 0,1 0-1 0 0,0 1 0 0 0,-5 2 1 0 0,-5 7 85 0 0,-2-1 0 0 0,0-1 0 0 0,-27 17 0 0 0,39-27-107 0 0,-15 11 65 0 0,-7 3 319 0 0,0 0 0 0 0,-49 21 0 0 0,71-35-102 0 0,21 2-260 0 0,0 0 1 0 0,-1 1-1 0 0,1 0 0 0 0,26 12 0 0 0,-30-11-26 0 0,12 5-32 0 0,0 0 1 0 0,32 19-1 0 0,-48-22 18 0 0,0-1 1 0 0,-1 1-1 0 0,0 0 0 0 0,0 1 1 0 0,-1 0-1 0 0,0 1 0 0 0,15 18 1 0 0,-23-26 13 0 0,0 1-1 0 0,1 0 1 0 0,-1 0 0 0 0,0-1 0 0 0,0 1 0 0 0,0 0-1 0 0,0 0 1 0 0,0 0 0 0 0,-1 0 0 0 0,1 0 0 0 0,-1 0-1 0 0,1 0 1 0 0,-1 0 0 0 0,0 0 0 0 0,1 1 0 0 0,-1-1 0 0 0,0 0-1 0 0,0 0 1 0 0,-1 0 0 0 0,1 0 0 0 0,0 0 0 0 0,-1 0-1 0 0,1 0 1 0 0,-1 0 0 0 0,-1 4 0 0 0,-1-3 11 0 0,1 0 1 0 0,-1 0-1 0 0,0 0 1 0 0,0 0-1 0 0,0 0 1 0 0,0 0-1 0 0,-1-1 0 0 0,1 0 1 0 0,-1 1-1 0 0,1-1 1 0 0,-1-1-1 0 0,-5 3 1 0 0,-11 3 66 0 0,0-1 1 0 0,-1-1-1 0 0,0 0 1 0 0,-22 1-1 0 0,27-4 36 0 0,0 0 0 0 0,0-1 0 0 0,-1-1-1 0 0,1 0 1 0 0,-1-1 0 0 0,-25-6 0 0 0,20-7-2953 0 0,20 6 1339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02-10-2026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customXml" Target="../ink/ink2.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NULL"/><Relationship Id="rId7" Type="http://schemas.openxmlformats.org/officeDocument/2006/relationships/image" Target="../media/image3.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NULL"/><Relationship Id="rId4" Type="http://schemas.openxmlformats.org/officeDocument/2006/relationships/customXml" Target="../ink/ink6.xml"/><Relationship Id="rId9" Type="http://schemas.openxmlformats.org/officeDocument/2006/relationships/image" Target="NUL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11.xml"/><Relationship Id="rId5" Type="http://schemas.openxmlformats.org/officeDocument/2006/relationships/image" Target="NULL"/><Relationship Id="rId4" Type="http://schemas.openxmlformats.org/officeDocument/2006/relationships/customXml" Target="../ink/ink10.xml"/></Relationships>
</file>

<file path=ppt/slides/_rels/slide8.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NULL"/><Relationship Id="rId18" Type="http://schemas.openxmlformats.org/officeDocument/2006/relationships/customXml" Target="../ink/ink20.xml"/><Relationship Id="rId26" Type="http://schemas.openxmlformats.org/officeDocument/2006/relationships/customXml" Target="../ink/ink24.xm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17.xml"/><Relationship Id="rId17" Type="http://schemas.openxmlformats.org/officeDocument/2006/relationships/image" Target="NULL"/><Relationship Id="rId25" Type="http://schemas.openxmlformats.org/officeDocument/2006/relationships/image" Target="NULL"/><Relationship Id="rId2" Type="http://schemas.openxmlformats.org/officeDocument/2006/relationships/customXml" Target="../ink/ink12.xml"/><Relationship Id="rId16" Type="http://schemas.openxmlformats.org/officeDocument/2006/relationships/customXml" Target="../ink/ink19.xml"/><Relationship Id="rId20"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NULL"/><Relationship Id="rId24" Type="http://schemas.openxmlformats.org/officeDocument/2006/relationships/customXml" Target="../ink/ink23.xml"/><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NULL"/><Relationship Id="rId10" Type="http://schemas.openxmlformats.org/officeDocument/2006/relationships/customXml" Target="../ink/ink16.xml"/><Relationship Id="rId19" Type="http://schemas.openxmlformats.org/officeDocument/2006/relationships/image" Target="NULL"/><Relationship Id="rId4" Type="http://schemas.openxmlformats.org/officeDocument/2006/relationships/customXml" Target="../ink/ink13.xml"/><Relationship Id="rId9" Type="http://schemas.openxmlformats.org/officeDocument/2006/relationships/image" Target="NULL"/><Relationship Id="rId14" Type="http://schemas.openxmlformats.org/officeDocument/2006/relationships/customXml" Target="../ink/ink18.xml"/><Relationship Id="rId22" Type="http://schemas.openxmlformats.org/officeDocument/2006/relationships/customXml" Target="../ink/ink22.xml"/><Relationship Id="rId27" Type="http://schemas.openxmlformats.org/officeDocument/2006/relationships/image" Target="NUL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949960" y="1936464"/>
            <a:ext cx="10292080" cy="1107996"/>
          </a:xfrm>
          <a:prstGeom prst="rect">
            <a:avLst/>
          </a:prstGeom>
          <a:noFill/>
        </p:spPr>
        <p:txBody>
          <a:bodyPr wrap="square">
            <a:spAutoFit/>
          </a:bodyPr>
          <a:lstStyle/>
          <a:p>
            <a:pPr algn="ctr">
              <a:buNone/>
            </a:pPr>
            <a:r>
              <a:rPr lang="en-US" sz="6600" b="1" dirty="0">
                <a:solidFill>
                  <a:schemeClr val="accent6">
                    <a:lumMod val="60000"/>
                    <a:lumOff val="40000"/>
                  </a:schemeClr>
                </a:solidFill>
              </a:rPr>
              <a:t>Chunking</a:t>
            </a:r>
            <a:endParaRPr lang="en-US" sz="6600" dirty="0">
              <a:solidFill>
                <a:schemeClr val="accent6">
                  <a:lumMod val="60000"/>
                  <a:lumOff val="40000"/>
                </a:schemeClr>
              </a:solidFill>
            </a:endParaRP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90D82-7A6C-0D84-924B-4C3ECAE3795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57C7D81-913C-730F-C6D2-62FE7410C13A}"/>
              </a:ext>
            </a:extLst>
          </p:cNvPr>
          <p:cNvSpPr txBox="1"/>
          <p:nvPr/>
        </p:nvSpPr>
        <p:spPr>
          <a:xfrm>
            <a:off x="477520" y="354552"/>
            <a:ext cx="10292080" cy="1569660"/>
          </a:xfrm>
          <a:prstGeom prst="rect">
            <a:avLst/>
          </a:prstGeom>
          <a:noFill/>
        </p:spPr>
        <p:txBody>
          <a:bodyPr wrap="square">
            <a:spAutoFit/>
          </a:bodyPr>
          <a:lstStyle/>
          <a:p>
            <a:pPr>
              <a:buNone/>
            </a:pPr>
            <a:r>
              <a:rPr lang="en-US" sz="2400" b="1" dirty="0">
                <a:solidFill>
                  <a:schemeClr val="accent6">
                    <a:lumMod val="60000"/>
                    <a:lumOff val="40000"/>
                  </a:schemeClr>
                </a:solidFill>
              </a:rPr>
              <a:t>Chunking</a:t>
            </a:r>
          </a:p>
          <a:p>
            <a:pPr>
              <a:buNone/>
            </a:pPr>
            <a:r>
              <a:rPr lang="en-US" sz="2400" dirty="0">
                <a:solidFill>
                  <a:schemeClr val="accent6">
                    <a:lumMod val="60000"/>
                    <a:lumOff val="40000"/>
                  </a:schemeClr>
                </a:solidFill>
              </a:rPr>
              <a:t>Sometimes, a large text cannot fit in vector DB. </a:t>
            </a:r>
          </a:p>
          <a:p>
            <a:pPr>
              <a:buNone/>
            </a:pPr>
            <a:r>
              <a:rPr lang="en-US" sz="2400" dirty="0">
                <a:solidFill>
                  <a:schemeClr val="accent6">
                    <a:lumMod val="60000"/>
                    <a:lumOff val="40000"/>
                  </a:schemeClr>
                </a:solidFill>
              </a:rPr>
              <a:t>So, we perform </a:t>
            </a:r>
            <a:r>
              <a:rPr lang="en-US" sz="2400" b="1" i="1" dirty="0">
                <a:solidFill>
                  <a:schemeClr val="accent6">
                    <a:lumMod val="60000"/>
                    <a:lumOff val="40000"/>
                  </a:schemeClr>
                </a:solidFill>
              </a:rPr>
              <a:t>chunking</a:t>
            </a:r>
            <a:r>
              <a:rPr lang="en-US" sz="2400" dirty="0">
                <a:solidFill>
                  <a:schemeClr val="accent6">
                    <a:lumMod val="60000"/>
                    <a:lumOff val="40000"/>
                  </a:schemeClr>
                </a:solidFill>
              </a:rPr>
              <a:t> - Splitting large text into smaller pieces and then storing these small chunks into vector DB</a:t>
            </a:r>
          </a:p>
        </p:txBody>
      </p:sp>
      <p:pic>
        <p:nvPicPr>
          <p:cNvPr id="3" name="Picture 2">
            <a:extLst>
              <a:ext uri="{FF2B5EF4-FFF2-40B4-BE49-F238E27FC236}">
                <a16:creationId xmlns:a16="http://schemas.microsoft.com/office/drawing/2014/main" id="{0DA6EEB9-7F76-92E8-751B-8DF0C464A090}"/>
              </a:ext>
            </a:extLst>
          </p:cNvPr>
          <p:cNvPicPr>
            <a:picLocks noChangeAspect="1"/>
          </p:cNvPicPr>
          <p:nvPr/>
        </p:nvPicPr>
        <p:blipFill>
          <a:blip r:embed="rId2"/>
          <a:stretch>
            <a:fillRect/>
          </a:stretch>
        </p:blipFill>
        <p:spPr>
          <a:xfrm>
            <a:off x="566927" y="2913821"/>
            <a:ext cx="9664487" cy="3304166"/>
          </a:xfrm>
          <a:prstGeom prst="rect">
            <a:avLst/>
          </a:prstGeom>
        </p:spPr>
      </p:pic>
      <p:sp>
        <p:nvSpPr>
          <p:cNvPr id="5" name="Rectangle 4">
            <a:extLst>
              <a:ext uri="{FF2B5EF4-FFF2-40B4-BE49-F238E27FC236}">
                <a16:creationId xmlns:a16="http://schemas.microsoft.com/office/drawing/2014/main" id="{B255761F-70F0-637C-AB93-E4844684535B}"/>
              </a:ext>
            </a:extLst>
          </p:cNvPr>
          <p:cNvSpPr/>
          <p:nvPr/>
        </p:nvSpPr>
        <p:spPr>
          <a:xfrm>
            <a:off x="566928" y="2887549"/>
            <a:ext cx="9664487" cy="7151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A867627-8EC5-EE0B-F6DF-7CABADF8D8DE}"/>
              </a:ext>
            </a:extLst>
          </p:cNvPr>
          <p:cNvSpPr/>
          <p:nvPr/>
        </p:nvSpPr>
        <p:spPr>
          <a:xfrm>
            <a:off x="156464" y="3634309"/>
            <a:ext cx="10613136" cy="8096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51C1643-5D72-0230-A958-DB0542C44F0A}"/>
              </a:ext>
            </a:extLst>
          </p:cNvPr>
          <p:cNvSpPr/>
          <p:nvPr/>
        </p:nvSpPr>
        <p:spPr>
          <a:xfrm>
            <a:off x="496824" y="4509085"/>
            <a:ext cx="9890760" cy="6553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1B0F48-967F-FB3A-51CD-3883B8CC3CA0}"/>
              </a:ext>
            </a:extLst>
          </p:cNvPr>
          <p:cNvSpPr/>
          <p:nvPr/>
        </p:nvSpPr>
        <p:spPr>
          <a:xfrm>
            <a:off x="318008" y="5204029"/>
            <a:ext cx="10613136" cy="107905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5088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6097D-0389-3594-6BBD-EB0DE8E4BB4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CFAE28D-1DAA-4204-AAFB-16ED4A235684}"/>
              </a:ext>
            </a:extLst>
          </p:cNvPr>
          <p:cNvSpPr txBox="1"/>
          <p:nvPr/>
        </p:nvSpPr>
        <p:spPr>
          <a:xfrm>
            <a:off x="669544" y="1396968"/>
            <a:ext cx="10292080" cy="2677656"/>
          </a:xfrm>
          <a:prstGeom prst="rect">
            <a:avLst/>
          </a:prstGeom>
          <a:noFill/>
        </p:spPr>
        <p:txBody>
          <a:bodyPr wrap="square">
            <a:spAutoFit/>
          </a:bodyPr>
          <a:lstStyle/>
          <a:p>
            <a:pPr>
              <a:buNone/>
            </a:pPr>
            <a:r>
              <a:rPr lang="en-US" sz="2400" b="1" dirty="0">
                <a:solidFill>
                  <a:schemeClr val="accent6">
                    <a:lumMod val="60000"/>
                    <a:lumOff val="40000"/>
                  </a:schemeClr>
                </a:solidFill>
              </a:rPr>
              <a:t>Types of chunking</a:t>
            </a:r>
          </a:p>
          <a:p>
            <a:endParaRPr lang="en-US" sz="2400" b="1"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Fixed size</a:t>
            </a:r>
          </a:p>
          <a:p>
            <a:pPr marL="342900" indent="-342900">
              <a:buFont typeface="Arial" panose="020B0604020202020204" pitchFamily="34" charset="0"/>
              <a:buChar char="•"/>
            </a:pPr>
            <a:r>
              <a:rPr lang="en-US" sz="2400" dirty="0">
                <a:solidFill>
                  <a:schemeClr val="accent6">
                    <a:lumMod val="60000"/>
                    <a:lumOff val="40000"/>
                  </a:schemeClr>
                </a:solidFill>
              </a:rPr>
              <a:t>Overlapping</a:t>
            </a:r>
          </a:p>
          <a:p>
            <a:pPr marL="342900" indent="-342900">
              <a:buFont typeface="Arial" panose="020B0604020202020204" pitchFamily="34" charset="0"/>
              <a:buChar char="•"/>
            </a:pPr>
            <a:r>
              <a:rPr lang="en-US" sz="2400" dirty="0">
                <a:solidFill>
                  <a:schemeClr val="accent6">
                    <a:lumMod val="60000"/>
                    <a:lumOff val="40000"/>
                  </a:schemeClr>
                </a:solidFill>
              </a:rPr>
              <a:t>Semantic chunking (split by meaning)</a:t>
            </a:r>
          </a:p>
          <a:p>
            <a:pPr marL="342900" indent="-342900">
              <a:buFont typeface="Arial" panose="020B0604020202020204" pitchFamily="34" charset="0"/>
              <a:buChar char="•"/>
            </a:pPr>
            <a:r>
              <a:rPr lang="en-US" sz="2400" dirty="0">
                <a:solidFill>
                  <a:schemeClr val="accent6">
                    <a:lumMod val="60000"/>
                    <a:lumOff val="40000"/>
                  </a:schemeClr>
                </a:solidFill>
              </a:rPr>
              <a:t>Paragraph-based splitting</a:t>
            </a:r>
          </a:p>
          <a:p>
            <a:pPr marL="342900" indent="-342900">
              <a:buFont typeface="Arial" panose="020B0604020202020204" pitchFamily="34" charset="0"/>
              <a:buChar char="•"/>
            </a:pPr>
            <a:r>
              <a:rPr lang="en-US" sz="2400" dirty="0">
                <a:solidFill>
                  <a:schemeClr val="accent6">
                    <a:lumMod val="60000"/>
                    <a:lumOff val="40000"/>
                  </a:schemeClr>
                </a:solidFill>
              </a:rPr>
              <a:t>Heading-based splitting</a:t>
            </a:r>
          </a:p>
        </p:txBody>
      </p:sp>
    </p:spTree>
    <p:extLst>
      <p:ext uri="{BB962C8B-B14F-4D97-AF65-F5344CB8AC3E}">
        <p14:creationId xmlns:p14="http://schemas.microsoft.com/office/powerpoint/2010/main" val="6672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133B7-EB8E-05E1-9D54-4DA1CB619E4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FE6B649-7315-034B-819F-91E95A0B88D6}"/>
              </a:ext>
            </a:extLst>
          </p:cNvPr>
          <p:cNvSpPr txBox="1"/>
          <p:nvPr/>
        </p:nvSpPr>
        <p:spPr>
          <a:xfrm>
            <a:off x="477520" y="158724"/>
            <a:ext cx="10292080" cy="1384995"/>
          </a:xfrm>
          <a:prstGeom prst="rect">
            <a:avLst/>
          </a:prstGeom>
          <a:noFill/>
        </p:spPr>
        <p:txBody>
          <a:bodyPr wrap="square">
            <a:spAutoFit/>
          </a:bodyPr>
          <a:lstStyle/>
          <a:p>
            <a:pPr marL="342900" indent="-342900">
              <a:buFont typeface="Arial" panose="020B0604020202020204" pitchFamily="34" charset="0"/>
              <a:buChar char="•"/>
            </a:pPr>
            <a:r>
              <a:rPr lang="en-US" sz="2800" b="1" dirty="0">
                <a:solidFill>
                  <a:schemeClr val="accent6">
                    <a:lumMod val="60000"/>
                    <a:lumOff val="40000"/>
                  </a:schemeClr>
                </a:solidFill>
              </a:rPr>
              <a:t>Fixed size</a:t>
            </a:r>
          </a:p>
          <a:p>
            <a:pPr marL="342900" indent="-342900">
              <a:buFont typeface="Arial" panose="020B0604020202020204" pitchFamily="34" charset="0"/>
              <a:buChar char="•"/>
            </a:pPr>
            <a:endParaRPr lang="en-US" sz="2800" dirty="0">
              <a:solidFill>
                <a:schemeClr val="accent6">
                  <a:lumMod val="60000"/>
                  <a:lumOff val="40000"/>
                </a:schemeClr>
              </a:solidFill>
            </a:endParaRPr>
          </a:p>
          <a:p>
            <a:r>
              <a:rPr lang="en-US" sz="2800" dirty="0">
                <a:solidFill>
                  <a:schemeClr val="accent6">
                    <a:lumMod val="60000"/>
                    <a:lumOff val="40000"/>
                  </a:schemeClr>
                </a:solidFill>
              </a:rPr>
              <a:t>Each chunk is of fixed size: Say 100 words</a:t>
            </a:r>
          </a:p>
        </p:txBody>
      </p:sp>
      <p:pic>
        <p:nvPicPr>
          <p:cNvPr id="2" name="Picture 1">
            <a:extLst>
              <a:ext uri="{FF2B5EF4-FFF2-40B4-BE49-F238E27FC236}">
                <a16:creationId xmlns:a16="http://schemas.microsoft.com/office/drawing/2014/main" id="{8B5A2A27-E2A8-F5B3-4784-10A350417D07}"/>
              </a:ext>
            </a:extLst>
          </p:cNvPr>
          <p:cNvPicPr>
            <a:picLocks noChangeAspect="1"/>
          </p:cNvPicPr>
          <p:nvPr/>
        </p:nvPicPr>
        <p:blipFill>
          <a:blip r:embed="rId2"/>
          <a:stretch>
            <a:fillRect/>
          </a:stretch>
        </p:blipFill>
        <p:spPr>
          <a:xfrm>
            <a:off x="566927" y="2913821"/>
            <a:ext cx="9664487" cy="3304166"/>
          </a:xfrm>
          <a:prstGeom prst="rect">
            <a:avLst/>
          </a:prstGeom>
        </p:spPr>
      </p:pic>
      <p:sp>
        <p:nvSpPr>
          <p:cNvPr id="3" name="Rectangle 2">
            <a:extLst>
              <a:ext uri="{FF2B5EF4-FFF2-40B4-BE49-F238E27FC236}">
                <a16:creationId xmlns:a16="http://schemas.microsoft.com/office/drawing/2014/main" id="{A3A0E5B6-070E-E126-AF26-19E34D54DFC7}"/>
              </a:ext>
            </a:extLst>
          </p:cNvPr>
          <p:cNvSpPr/>
          <p:nvPr/>
        </p:nvSpPr>
        <p:spPr>
          <a:xfrm>
            <a:off x="566928" y="2887549"/>
            <a:ext cx="9664487" cy="7151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F30ED41-6D68-DDF0-31F3-00D6010D5128}"/>
              </a:ext>
            </a:extLst>
          </p:cNvPr>
          <p:cNvSpPr/>
          <p:nvPr/>
        </p:nvSpPr>
        <p:spPr>
          <a:xfrm>
            <a:off x="156464" y="3634309"/>
            <a:ext cx="10613136" cy="8096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CB435AA-C8E0-9154-23BF-5B5DDDC8E3DA}"/>
              </a:ext>
            </a:extLst>
          </p:cNvPr>
          <p:cNvSpPr/>
          <p:nvPr/>
        </p:nvSpPr>
        <p:spPr>
          <a:xfrm>
            <a:off x="496824" y="4509085"/>
            <a:ext cx="9890760" cy="6553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28E6E6-A9C3-D9F6-5220-8D2648072094}"/>
              </a:ext>
            </a:extLst>
          </p:cNvPr>
          <p:cNvSpPr/>
          <p:nvPr/>
        </p:nvSpPr>
        <p:spPr>
          <a:xfrm>
            <a:off x="318008" y="5204029"/>
            <a:ext cx="10613136" cy="107905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758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1B6C5-DFAE-1462-820A-50A76E04B93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105E94D-ECE1-91C4-8FE4-0A0655F2F6F2}"/>
              </a:ext>
            </a:extLst>
          </p:cNvPr>
          <p:cNvSpPr txBox="1"/>
          <p:nvPr/>
        </p:nvSpPr>
        <p:spPr>
          <a:xfrm>
            <a:off x="477520" y="80232"/>
            <a:ext cx="10292080"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Overlapping</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Word overlaps between chunks</a:t>
            </a:r>
          </a:p>
        </p:txBody>
      </p:sp>
      <p:pic>
        <p:nvPicPr>
          <p:cNvPr id="2" name="Picture 1">
            <a:extLst>
              <a:ext uri="{FF2B5EF4-FFF2-40B4-BE49-F238E27FC236}">
                <a16:creationId xmlns:a16="http://schemas.microsoft.com/office/drawing/2014/main" id="{770B1D87-17AD-6CD7-C776-268465377B3B}"/>
              </a:ext>
            </a:extLst>
          </p:cNvPr>
          <p:cNvPicPr>
            <a:picLocks noChangeAspect="1"/>
          </p:cNvPicPr>
          <p:nvPr/>
        </p:nvPicPr>
        <p:blipFill>
          <a:blip r:embed="rId2"/>
          <a:stretch>
            <a:fillRect/>
          </a:stretch>
        </p:blipFill>
        <p:spPr>
          <a:xfrm>
            <a:off x="566927" y="2913821"/>
            <a:ext cx="9664487" cy="3304166"/>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5CFC338-4B17-3C98-B54D-33B6B4811480}"/>
                  </a:ext>
                </a:extLst>
              </p14:cNvPr>
              <p14:cNvContentPartPr/>
              <p14:nvPr/>
            </p14:nvContentPartPr>
            <p14:xfrm>
              <a:off x="304557" y="2448715"/>
              <a:ext cx="10285200" cy="2217960"/>
            </p14:xfrm>
          </p:contentPart>
        </mc:Choice>
        <mc:Fallback xmlns="">
          <p:pic>
            <p:nvPicPr>
              <p:cNvPr id="4" name="Ink 3">
                <a:extLst>
                  <a:ext uri="{FF2B5EF4-FFF2-40B4-BE49-F238E27FC236}">
                    <a16:creationId xmlns:a16="http://schemas.microsoft.com/office/drawing/2014/main" id="{55CFC338-4B17-3C98-B54D-33B6B4811480}"/>
                  </a:ext>
                </a:extLst>
              </p:cNvPr>
              <p:cNvPicPr/>
              <p:nvPr/>
            </p:nvPicPr>
            <p:blipFill>
              <a:blip r:embed="rId4"/>
              <a:stretch>
                <a:fillRect/>
              </a:stretch>
            </p:blipFill>
            <p:spPr>
              <a:xfrm>
                <a:off x="268557" y="2412715"/>
                <a:ext cx="10356840" cy="2289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032A1CC-8605-F813-DE64-C9BBAC98CFC5}"/>
                  </a:ext>
                </a:extLst>
              </p14:cNvPr>
              <p14:cNvContentPartPr/>
              <p14:nvPr/>
            </p14:nvContentPartPr>
            <p14:xfrm>
              <a:off x="208584" y="4197456"/>
              <a:ext cx="10230120" cy="2112840"/>
            </p14:xfrm>
          </p:contentPart>
        </mc:Choice>
        <mc:Fallback xmlns="">
          <p:pic>
            <p:nvPicPr>
              <p:cNvPr id="5" name="Ink 4">
                <a:extLst>
                  <a:ext uri="{FF2B5EF4-FFF2-40B4-BE49-F238E27FC236}">
                    <a16:creationId xmlns:a16="http://schemas.microsoft.com/office/drawing/2014/main" id="{6032A1CC-8605-F813-DE64-C9BBAC98CFC5}"/>
                  </a:ext>
                </a:extLst>
              </p:cNvPr>
              <p:cNvPicPr/>
              <p:nvPr/>
            </p:nvPicPr>
            <p:blipFill>
              <a:blip r:embed="rId6"/>
              <a:stretch>
                <a:fillRect/>
              </a:stretch>
            </p:blipFill>
            <p:spPr>
              <a:xfrm>
                <a:off x="172584" y="4161456"/>
                <a:ext cx="10301760" cy="2184480"/>
              </a:xfrm>
              <a:prstGeom prst="rect">
                <a:avLst/>
              </a:prstGeom>
            </p:spPr>
          </p:pic>
        </mc:Fallback>
      </mc:AlternateContent>
      <p:sp>
        <p:nvSpPr>
          <p:cNvPr id="6" name="TextBox 5">
            <a:extLst>
              <a:ext uri="{FF2B5EF4-FFF2-40B4-BE49-F238E27FC236}">
                <a16:creationId xmlns:a16="http://schemas.microsoft.com/office/drawing/2014/main" id="{FA21F400-8A02-DDF4-57EF-B3727B7371BE}"/>
              </a:ext>
            </a:extLst>
          </p:cNvPr>
          <p:cNvSpPr txBox="1"/>
          <p:nvPr/>
        </p:nvSpPr>
        <p:spPr>
          <a:xfrm>
            <a:off x="10438704" y="4829035"/>
            <a:ext cx="1955826" cy="461665"/>
          </a:xfrm>
          <a:prstGeom prst="rect">
            <a:avLst/>
          </a:prstGeom>
          <a:noFill/>
        </p:spPr>
        <p:txBody>
          <a:bodyPr wrap="square">
            <a:spAutoFit/>
          </a:bodyPr>
          <a:lstStyle/>
          <a:p>
            <a:r>
              <a:rPr lang="en-US" sz="2400" b="1" dirty="0">
                <a:solidFill>
                  <a:schemeClr val="accent6">
                    <a:lumMod val="60000"/>
                    <a:lumOff val="40000"/>
                  </a:schemeClr>
                </a:solidFill>
              </a:rPr>
              <a:t>Overlap</a:t>
            </a:r>
          </a:p>
        </p:txBody>
      </p:sp>
      <p:grpSp>
        <p:nvGrpSpPr>
          <p:cNvPr id="12" name="Group 11">
            <a:extLst>
              <a:ext uri="{FF2B5EF4-FFF2-40B4-BE49-F238E27FC236}">
                <a16:creationId xmlns:a16="http://schemas.microsoft.com/office/drawing/2014/main" id="{40427DA9-4C41-7B5C-9069-E61E1467D667}"/>
              </a:ext>
            </a:extLst>
          </p:cNvPr>
          <p:cNvGrpSpPr/>
          <p:nvPr/>
        </p:nvGrpSpPr>
        <p:grpSpPr>
          <a:xfrm>
            <a:off x="10082664" y="4405896"/>
            <a:ext cx="828000" cy="309240"/>
            <a:chOff x="10082664" y="4405896"/>
            <a:chExt cx="828000" cy="30924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3A0C361-6BA8-C454-9FD3-4C2E597BED5D}"/>
                    </a:ext>
                  </a:extLst>
                </p14:cNvPr>
                <p14:cNvContentPartPr/>
                <p14:nvPr/>
              </p14:nvContentPartPr>
              <p14:xfrm>
                <a:off x="10082664" y="4405896"/>
                <a:ext cx="821160" cy="281160"/>
              </p14:xfrm>
            </p:contentPart>
          </mc:Choice>
          <mc:Fallback xmlns="">
            <p:pic>
              <p:nvPicPr>
                <p:cNvPr id="10" name="Ink 9">
                  <a:extLst>
                    <a:ext uri="{FF2B5EF4-FFF2-40B4-BE49-F238E27FC236}">
                      <a16:creationId xmlns:a16="http://schemas.microsoft.com/office/drawing/2014/main" id="{B3A0C361-6BA8-C454-9FD3-4C2E597BED5D}"/>
                    </a:ext>
                  </a:extLst>
                </p:cNvPr>
                <p:cNvPicPr/>
                <p:nvPr/>
              </p:nvPicPr>
              <p:blipFill>
                <a:blip r:embed="rId8"/>
                <a:stretch>
                  <a:fillRect/>
                </a:stretch>
              </p:blipFill>
              <p:spPr>
                <a:xfrm>
                  <a:off x="10064664" y="4387896"/>
                  <a:ext cx="85680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26C9B3FE-C9B7-58DD-56EB-8B64DADB81AC}"/>
                    </a:ext>
                  </a:extLst>
                </p14:cNvPr>
                <p14:cNvContentPartPr/>
                <p14:nvPr/>
              </p14:nvContentPartPr>
              <p14:xfrm>
                <a:off x="10753344" y="4568256"/>
                <a:ext cx="157320" cy="146880"/>
              </p14:xfrm>
            </p:contentPart>
          </mc:Choice>
          <mc:Fallback xmlns="">
            <p:pic>
              <p:nvPicPr>
                <p:cNvPr id="11" name="Ink 10">
                  <a:extLst>
                    <a:ext uri="{FF2B5EF4-FFF2-40B4-BE49-F238E27FC236}">
                      <a16:creationId xmlns:a16="http://schemas.microsoft.com/office/drawing/2014/main" id="{26C9B3FE-C9B7-58DD-56EB-8B64DADB81AC}"/>
                    </a:ext>
                  </a:extLst>
                </p:cNvPr>
                <p:cNvPicPr/>
                <p:nvPr/>
              </p:nvPicPr>
              <p:blipFill>
                <a:blip r:embed="rId10"/>
                <a:stretch>
                  <a:fillRect/>
                </a:stretch>
              </p:blipFill>
              <p:spPr>
                <a:xfrm>
                  <a:off x="10735704" y="4550256"/>
                  <a:ext cx="192960" cy="182520"/>
                </a:xfrm>
                <a:prstGeom prst="rect">
                  <a:avLst/>
                </a:prstGeom>
              </p:spPr>
            </p:pic>
          </mc:Fallback>
        </mc:AlternateContent>
      </p:grpSp>
    </p:spTree>
    <p:extLst>
      <p:ext uri="{BB962C8B-B14F-4D97-AF65-F5344CB8AC3E}">
        <p14:creationId xmlns:p14="http://schemas.microsoft.com/office/powerpoint/2010/main" val="2445558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2888B-F3E5-61EE-2E29-1F427A5BB9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7F54137-0897-CF9D-534D-A33FA5BA6E57}"/>
              </a:ext>
            </a:extLst>
          </p:cNvPr>
          <p:cNvSpPr txBox="1"/>
          <p:nvPr/>
        </p:nvSpPr>
        <p:spPr>
          <a:xfrm>
            <a:off x="477520" y="80232"/>
            <a:ext cx="102920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Semantic chunking (split by meaning)</a:t>
            </a:r>
          </a:p>
        </p:txBody>
      </p:sp>
      <p:sp>
        <p:nvSpPr>
          <p:cNvPr id="3" name="TextBox 2">
            <a:extLst>
              <a:ext uri="{FF2B5EF4-FFF2-40B4-BE49-F238E27FC236}">
                <a16:creationId xmlns:a16="http://schemas.microsoft.com/office/drawing/2014/main" id="{45D6E0DD-AF4B-6D09-A958-C6E6809ECF5B}"/>
              </a:ext>
            </a:extLst>
          </p:cNvPr>
          <p:cNvSpPr txBox="1"/>
          <p:nvPr/>
        </p:nvSpPr>
        <p:spPr>
          <a:xfrm>
            <a:off x="393192" y="870448"/>
            <a:ext cx="9317736" cy="5632311"/>
          </a:xfrm>
          <a:prstGeom prst="rect">
            <a:avLst/>
          </a:prstGeom>
          <a:noFill/>
        </p:spPr>
        <p:txBody>
          <a:bodyPr wrap="square">
            <a:spAutoFit/>
          </a:bodyPr>
          <a:lstStyle/>
          <a:p>
            <a:endParaRPr lang="en-US" sz="2400" dirty="0">
              <a:solidFill>
                <a:schemeClr val="accent6">
                  <a:lumMod val="60000"/>
                  <a:lumOff val="40000"/>
                </a:schemeClr>
              </a:solidFill>
            </a:endParaRPr>
          </a:p>
          <a:p>
            <a:r>
              <a:rPr lang="en-US" sz="2400" i="1" dirty="0">
                <a:solidFill>
                  <a:schemeClr val="accent4">
                    <a:lumMod val="75000"/>
                  </a:schemeClr>
                </a:solidFill>
              </a:rPr>
              <a:t>Artificial Intelligence is transforming industries. It is widely used in </a:t>
            </a:r>
            <a:r>
              <a:rPr lang="en-US" sz="2400" i="1">
                <a:solidFill>
                  <a:schemeClr val="accent4">
                    <a:lumMod val="75000"/>
                  </a:schemeClr>
                </a:solidFill>
              </a:rPr>
              <a:t>healthcare.</a:t>
            </a:r>
          </a:p>
          <a:p>
            <a:r>
              <a:rPr lang="en-US" sz="2400" i="1">
                <a:solidFill>
                  <a:schemeClr val="accent4">
                    <a:lumMod val="75000"/>
                  </a:schemeClr>
                </a:solidFill>
              </a:rPr>
              <a:t>Doctors </a:t>
            </a:r>
            <a:r>
              <a:rPr lang="en-US" sz="2400" i="1" dirty="0">
                <a:solidFill>
                  <a:schemeClr val="accent4">
                    <a:lumMod val="75000"/>
                  </a:schemeClr>
                </a:solidFill>
              </a:rPr>
              <a:t>use AI to diagnose diseases. They are using it to detect cancer.</a:t>
            </a:r>
          </a:p>
          <a:p>
            <a:endParaRPr lang="en-US" sz="2400" i="1" dirty="0">
              <a:solidFill>
                <a:schemeClr val="accent4">
                  <a:lumMod val="75000"/>
                </a:schemeClr>
              </a:solidFill>
            </a:endParaRPr>
          </a:p>
          <a:p>
            <a:endParaRPr lang="en-US" sz="2400" i="1" dirty="0">
              <a:solidFill>
                <a:schemeClr val="accent4">
                  <a:lumMod val="75000"/>
                </a:schemeClr>
              </a:solidFill>
            </a:endParaRPr>
          </a:p>
          <a:p>
            <a:r>
              <a:rPr lang="en-US" sz="2400" i="1" dirty="0">
                <a:solidFill>
                  <a:schemeClr val="accent4">
                    <a:lumMod val="75000"/>
                  </a:schemeClr>
                </a:solidFill>
              </a:rPr>
              <a:t>Football is a popular sport. Millions of people watch it worldwide.</a:t>
            </a:r>
          </a:p>
          <a:p>
            <a:r>
              <a:rPr lang="en-US" sz="2400" i="1" dirty="0">
                <a:solidFill>
                  <a:schemeClr val="accent4">
                    <a:lumMod val="75000"/>
                  </a:schemeClr>
                </a:solidFill>
              </a:rPr>
              <a:t>Teams compete in international tournaments. Latin countries love football, also known as soccer.</a:t>
            </a:r>
          </a:p>
          <a:p>
            <a:endParaRPr lang="en-US" sz="2400" i="1" dirty="0">
              <a:solidFill>
                <a:schemeClr val="accent4">
                  <a:lumMod val="75000"/>
                </a:schemeClr>
              </a:solidFill>
            </a:endParaRPr>
          </a:p>
          <a:p>
            <a:endParaRPr lang="en-US" sz="2400" i="1" dirty="0">
              <a:solidFill>
                <a:schemeClr val="accent4">
                  <a:lumMod val="75000"/>
                </a:schemeClr>
              </a:solidFill>
            </a:endParaRPr>
          </a:p>
          <a:p>
            <a:r>
              <a:rPr lang="en-US" sz="2400" i="1" dirty="0">
                <a:solidFill>
                  <a:schemeClr val="accent4">
                    <a:lumMod val="75000"/>
                  </a:schemeClr>
                </a:solidFill>
              </a:rPr>
              <a:t>Data engineering involves building pipelines. It helps process large datasets. Huge data centers are opening up to keep up with large boom in data.</a:t>
            </a:r>
          </a:p>
          <a:p>
            <a:endParaRPr lang="en-US" sz="2400" i="1" dirty="0">
              <a:solidFill>
                <a:schemeClr val="accent4">
                  <a:lumMod val="75000"/>
                </a:schemeClr>
              </a:solidFil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929C50E-F0A6-2C42-E104-F738A22A15BD}"/>
                  </a:ext>
                </a:extLst>
              </p14:cNvPr>
              <p14:cNvContentPartPr/>
              <p14:nvPr/>
            </p14:nvContentPartPr>
            <p14:xfrm>
              <a:off x="9159372" y="1286519"/>
              <a:ext cx="340200" cy="1077840"/>
            </p14:xfrm>
          </p:contentPart>
        </mc:Choice>
        <mc:Fallback xmlns="">
          <p:pic>
            <p:nvPicPr>
              <p:cNvPr id="4" name="Ink 3">
                <a:extLst>
                  <a:ext uri="{FF2B5EF4-FFF2-40B4-BE49-F238E27FC236}">
                    <a16:creationId xmlns:a16="http://schemas.microsoft.com/office/drawing/2014/main" id="{3929C50E-F0A6-2C42-E104-F738A22A15BD}"/>
                  </a:ext>
                </a:extLst>
              </p:cNvPr>
              <p:cNvPicPr/>
              <p:nvPr/>
            </p:nvPicPr>
            <p:blipFill>
              <a:blip r:embed="rId3"/>
              <a:stretch>
                <a:fillRect/>
              </a:stretch>
            </p:blipFill>
            <p:spPr>
              <a:xfrm>
                <a:off x="9123372" y="1250507"/>
                <a:ext cx="411840" cy="1149504"/>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2504FC59-BD6D-5BDE-0F3D-5633A2639507}"/>
                  </a:ext>
                </a:extLst>
              </p14:cNvPr>
              <p14:cNvContentPartPr/>
              <p14:nvPr/>
            </p14:nvContentPartPr>
            <p14:xfrm>
              <a:off x="8624772" y="2887200"/>
              <a:ext cx="534600" cy="1083600"/>
            </p14:xfrm>
          </p:contentPart>
        </mc:Choice>
        <mc:Fallback xmlns="">
          <p:pic>
            <p:nvPicPr>
              <p:cNvPr id="11" name="Ink 10">
                <a:extLst>
                  <a:ext uri="{FF2B5EF4-FFF2-40B4-BE49-F238E27FC236}">
                    <a16:creationId xmlns:a16="http://schemas.microsoft.com/office/drawing/2014/main" id="{2504FC59-BD6D-5BDE-0F3D-5633A2639507}"/>
                  </a:ext>
                </a:extLst>
              </p:cNvPr>
              <p:cNvPicPr/>
              <p:nvPr/>
            </p:nvPicPr>
            <p:blipFill>
              <a:blip r:embed="rId5"/>
              <a:stretch>
                <a:fillRect/>
              </a:stretch>
            </p:blipFill>
            <p:spPr>
              <a:xfrm>
                <a:off x="8588772" y="2851212"/>
                <a:ext cx="606240" cy="1155216"/>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1F98F0AC-458F-1C37-E388-05490767FB8F}"/>
                  </a:ext>
                </a:extLst>
              </p14:cNvPr>
              <p14:cNvContentPartPr/>
              <p14:nvPr/>
            </p14:nvContentPartPr>
            <p14:xfrm>
              <a:off x="9471623" y="4871475"/>
              <a:ext cx="384840" cy="915120"/>
            </p14:xfrm>
          </p:contentPart>
        </mc:Choice>
        <mc:Fallback>
          <p:pic>
            <p:nvPicPr>
              <p:cNvPr id="15" name="Ink 14">
                <a:extLst>
                  <a:ext uri="{FF2B5EF4-FFF2-40B4-BE49-F238E27FC236}">
                    <a16:creationId xmlns:a16="http://schemas.microsoft.com/office/drawing/2014/main" id="{1F98F0AC-458F-1C37-E388-05490767FB8F}"/>
                  </a:ext>
                </a:extLst>
              </p:cNvPr>
              <p:cNvPicPr/>
              <p:nvPr/>
            </p:nvPicPr>
            <p:blipFill>
              <a:blip r:embed="rId7"/>
              <a:stretch>
                <a:fillRect/>
              </a:stretch>
            </p:blipFill>
            <p:spPr>
              <a:xfrm>
                <a:off x="9435623" y="4835461"/>
                <a:ext cx="456480" cy="986788"/>
              </a:xfrm>
              <a:prstGeom prst="rect">
                <a:avLst/>
              </a:prstGeom>
            </p:spPr>
          </p:pic>
        </mc:Fallback>
      </mc:AlternateContent>
      <p:sp>
        <p:nvSpPr>
          <p:cNvPr id="8" name="TextBox 7">
            <a:extLst>
              <a:ext uri="{FF2B5EF4-FFF2-40B4-BE49-F238E27FC236}">
                <a16:creationId xmlns:a16="http://schemas.microsoft.com/office/drawing/2014/main" id="{49E71BB7-A841-F9C1-F155-BD33CA801AF2}"/>
              </a:ext>
            </a:extLst>
          </p:cNvPr>
          <p:cNvSpPr txBox="1"/>
          <p:nvPr/>
        </p:nvSpPr>
        <p:spPr>
          <a:xfrm>
            <a:off x="9664043" y="1494637"/>
            <a:ext cx="2248063" cy="830997"/>
          </a:xfrm>
          <a:prstGeom prst="rect">
            <a:avLst/>
          </a:prstGeom>
          <a:noFill/>
        </p:spPr>
        <p:txBody>
          <a:bodyPr wrap="square">
            <a:spAutoFit/>
          </a:bodyPr>
          <a:lstStyle/>
          <a:p>
            <a:r>
              <a:rPr lang="en-US" sz="2400" b="1" dirty="0">
                <a:solidFill>
                  <a:schemeClr val="accent4">
                    <a:lumMod val="60000"/>
                    <a:lumOff val="40000"/>
                  </a:schemeClr>
                </a:solidFill>
              </a:rPr>
              <a:t> </a:t>
            </a:r>
            <a:r>
              <a:rPr lang="en-US" sz="2400" b="1">
                <a:solidFill>
                  <a:schemeClr val="accent4">
                    <a:lumMod val="60000"/>
                    <a:lumOff val="40000"/>
                  </a:schemeClr>
                </a:solidFill>
              </a:rPr>
              <a:t>Chunk 1</a:t>
            </a:r>
          </a:p>
          <a:p>
            <a:r>
              <a:rPr lang="en-US" sz="2400" b="1">
                <a:solidFill>
                  <a:schemeClr val="accent4">
                    <a:lumMod val="60000"/>
                    <a:lumOff val="40000"/>
                  </a:schemeClr>
                </a:solidFill>
              </a:rPr>
              <a:t>(Talks about AI)</a:t>
            </a:r>
            <a:endParaRPr lang="en-US" sz="2400" b="1" dirty="0">
              <a:solidFill>
                <a:schemeClr val="accent4">
                  <a:lumMod val="60000"/>
                  <a:lumOff val="40000"/>
                </a:schemeClr>
              </a:solidFill>
            </a:endParaRPr>
          </a:p>
        </p:txBody>
      </p:sp>
      <p:sp>
        <p:nvSpPr>
          <p:cNvPr id="20" name="TextBox 19">
            <a:extLst>
              <a:ext uri="{FF2B5EF4-FFF2-40B4-BE49-F238E27FC236}">
                <a16:creationId xmlns:a16="http://schemas.microsoft.com/office/drawing/2014/main" id="{EF4BC2B3-5C25-EA2C-BD3B-487E120C1D68}"/>
              </a:ext>
            </a:extLst>
          </p:cNvPr>
          <p:cNvSpPr txBox="1"/>
          <p:nvPr/>
        </p:nvSpPr>
        <p:spPr>
          <a:xfrm>
            <a:off x="9381744" y="2848320"/>
            <a:ext cx="2715408" cy="830997"/>
          </a:xfrm>
          <a:prstGeom prst="rect">
            <a:avLst/>
          </a:prstGeom>
          <a:noFill/>
        </p:spPr>
        <p:txBody>
          <a:bodyPr wrap="square">
            <a:spAutoFit/>
          </a:bodyPr>
          <a:lstStyle/>
          <a:p>
            <a:r>
              <a:rPr lang="en-US" sz="2400" b="1" dirty="0">
                <a:solidFill>
                  <a:schemeClr val="accent4">
                    <a:lumMod val="60000"/>
                    <a:lumOff val="40000"/>
                  </a:schemeClr>
                </a:solidFill>
              </a:rPr>
              <a:t> </a:t>
            </a:r>
            <a:r>
              <a:rPr lang="en-US" sz="2400" b="1">
                <a:solidFill>
                  <a:schemeClr val="accent4">
                    <a:lumMod val="60000"/>
                    <a:lumOff val="40000"/>
                  </a:schemeClr>
                </a:solidFill>
              </a:rPr>
              <a:t>Chunk 2</a:t>
            </a:r>
          </a:p>
          <a:p>
            <a:r>
              <a:rPr lang="en-US" sz="2400" b="1">
                <a:solidFill>
                  <a:schemeClr val="accent4">
                    <a:lumMod val="60000"/>
                    <a:lumOff val="40000"/>
                  </a:schemeClr>
                </a:solidFill>
              </a:rPr>
              <a:t>(Talks about sports)</a:t>
            </a:r>
            <a:endParaRPr lang="en-US" sz="2400" b="1" dirty="0">
              <a:solidFill>
                <a:schemeClr val="accent4">
                  <a:lumMod val="60000"/>
                  <a:lumOff val="40000"/>
                </a:schemeClr>
              </a:solidFill>
            </a:endParaRPr>
          </a:p>
        </p:txBody>
      </p:sp>
      <p:sp>
        <p:nvSpPr>
          <p:cNvPr id="22" name="TextBox 21">
            <a:extLst>
              <a:ext uri="{FF2B5EF4-FFF2-40B4-BE49-F238E27FC236}">
                <a16:creationId xmlns:a16="http://schemas.microsoft.com/office/drawing/2014/main" id="{E16DC992-583C-A62A-B41E-D752FAA5ED17}"/>
              </a:ext>
            </a:extLst>
          </p:cNvPr>
          <p:cNvSpPr txBox="1"/>
          <p:nvPr/>
        </p:nvSpPr>
        <p:spPr>
          <a:xfrm>
            <a:off x="9856463" y="4728871"/>
            <a:ext cx="2240329" cy="1200329"/>
          </a:xfrm>
          <a:prstGeom prst="rect">
            <a:avLst/>
          </a:prstGeom>
          <a:noFill/>
        </p:spPr>
        <p:txBody>
          <a:bodyPr wrap="square">
            <a:spAutoFit/>
          </a:bodyPr>
          <a:lstStyle/>
          <a:p>
            <a:r>
              <a:rPr lang="en-US" sz="2400" b="1" dirty="0">
                <a:solidFill>
                  <a:schemeClr val="accent4">
                    <a:lumMod val="60000"/>
                    <a:lumOff val="40000"/>
                  </a:schemeClr>
                </a:solidFill>
              </a:rPr>
              <a:t> </a:t>
            </a:r>
            <a:r>
              <a:rPr lang="en-US" sz="2400" b="1">
                <a:solidFill>
                  <a:schemeClr val="accent4">
                    <a:lumMod val="60000"/>
                    <a:lumOff val="40000"/>
                  </a:schemeClr>
                </a:solidFill>
              </a:rPr>
              <a:t>Chunk 3</a:t>
            </a:r>
          </a:p>
          <a:p>
            <a:r>
              <a:rPr lang="en-US" sz="2400" b="1">
                <a:solidFill>
                  <a:schemeClr val="accent4">
                    <a:lumMod val="60000"/>
                    <a:lumOff val="40000"/>
                  </a:schemeClr>
                </a:solidFill>
              </a:rPr>
              <a:t>(Talks about data)</a:t>
            </a:r>
            <a:endParaRPr lang="en-US" sz="2400" b="1" dirty="0">
              <a:solidFill>
                <a:schemeClr val="accent4">
                  <a:lumMod val="60000"/>
                  <a:lumOff val="40000"/>
                </a:schemeClr>
              </a:solidFill>
            </a:endParaRPr>
          </a:p>
        </p:txBody>
      </p:sp>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A42F0A1D-3F7F-87BD-D0BC-33A4E4078337}"/>
                  </a:ext>
                </a:extLst>
              </p14:cNvPr>
              <p14:cNvContentPartPr/>
              <p14:nvPr/>
            </p14:nvContentPartPr>
            <p14:xfrm>
              <a:off x="10213704" y="4270176"/>
              <a:ext cx="360" cy="360"/>
            </p14:xfrm>
          </p:contentPart>
        </mc:Choice>
        <mc:Fallback xmlns="">
          <p:pic>
            <p:nvPicPr>
              <p:cNvPr id="23" name="Ink 22">
                <a:extLst>
                  <a:ext uri="{FF2B5EF4-FFF2-40B4-BE49-F238E27FC236}">
                    <a16:creationId xmlns:a16="http://schemas.microsoft.com/office/drawing/2014/main" id="{A42F0A1D-3F7F-87BD-D0BC-33A4E4078337}"/>
                  </a:ext>
                </a:extLst>
              </p:cNvPr>
              <p:cNvPicPr/>
              <p:nvPr/>
            </p:nvPicPr>
            <p:blipFill>
              <a:blip r:embed="rId9"/>
              <a:stretch>
                <a:fillRect/>
              </a:stretch>
            </p:blipFill>
            <p:spPr>
              <a:xfrm>
                <a:off x="10195704" y="4252176"/>
                <a:ext cx="36000" cy="36000"/>
              </a:xfrm>
              <a:prstGeom prst="rect">
                <a:avLst/>
              </a:prstGeom>
            </p:spPr>
          </p:pic>
        </mc:Fallback>
      </mc:AlternateContent>
    </p:spTree>
    <p:extLst>
      <p:ext uri="{BB962C8B-B14F-4D97-AF65-F5344CB8AC3E}">
        <p14:creationId xmlns:p14="http://schemas.microsoft.com/office/powerpoint/2010/main" val="2302432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0CBCA-FA6B-B8D9-E031-C1353E6BF77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AE23E6-9F81-E14C-6F58-1FE97FF27D55}"/>
              </a:ext>
            </a:extLst>
          </p:cNvPr>
          <p:cNvSpPr txBox="1"/>
          <p:nvPr/>
        </p:nvSpPr>
        <p:spPr>
          <a:xfrm>
            <a:off x="230632" y="80232"/>
            <a:ext cx="10292080" cy="1569660"/>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Paragraph-based splitting:</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Split text using </a:t>
            </a:r>
            <a:r>
              <a:rPr lang="en-US" sz="2400" b="1" dirty="0">
                <a:solidFill>
                  <a:schemeClr val="accent6">
                    <a:lumMod val="60000"/>
                    <a:lumOff val="40000"/>
                  </a:schemeClr>
                </a:solidFill>
              </a:rPr>
              <a:t>natural paragraph boundaries</a:t>
            </a:r>
            <a:endParaRPr lang="en-US" sz="2400" dirty="0">
              <a:solidFill>
                <a:schemeClr val="accent6">
                  <a:lumMod val="60000"/>
                  <a:lumOff val="40000"/>
                </a:schemeClr>
              </a:solidFill>
            </a:endParaRPr>
          </a:p>
          <a:p>
            <a:r>
              <a:rPr lang="en-US" sz="2400" dirty="0">
                <a:solidFill>
                  <a:schemeClr val="accent6">
                    <a:lumMod val="60000"/>
                    <a:lumOff val="40000"/>
                  </a:schemeClr>
                </a:solidFill>
              </a:rPr>
              <a:t>Paragraph = block of text separated by \n or blank line</a:t>
            </a:r>
          </a:p>
        </p:txBody>
      </p:sp>
      <p:sp>
        <p:nvSpPr>
          <p:cNvPr id="3" name="TextBox 2">
            <a:extLst>
              <a:ext uri="{FF2B5EF4-FFF2-40B4-BE49-F238E27FC236}">
                <a16:creationId xmlns:a16="http://schemas.microsoft.com/office/drawing/2014/main" id="{A72A6E0E-E675-F1BF-182A-3F1021EE408A}"/>
              </a:ext>
            </a:extLst>
          </p:cNvPr>
          <p:cNvSpPr txBox="1"/>
          <p:nvPr/>
        </p:nvSpPr>
        <p:spPr>
          <a:xfrm>
            <a:off x="173736" y="2071835"/>
            <a:ext cx="10292080" cy="3795654"/>
          </a:xfrm>
          <a:prstGeom prst="rect">
            <a:avLst/>
          </a:prstGeom>
          <a:noFill/>
        </p:spPr>
        <p:txBody>
          <a:bodyPr wrap="square">
            <a:spAutoFit/>
          </a:bodyPr>
          <a:lstStyle/>
          <a:p>
            <a:pPr algn="l">
              <a:lnSpc>
                <a:spcPts val="1800"/>
              </a:lnSpc>
              <a:buNone/>
            </a:pPr>
            <a:r>
              <a:rPr lang="en-US" sz="2000" b="0" i="0" dirty="0">
                <a:solidFill>
                  <a:schemeClr val="accent4">
                    <a:lumMod val="75000"/>
                  </a:schemeClr>
                </a:solidFill>
                <a:effectLst/>
                <a:latin typeface="Google Sans"/>
              </a:rPr>
              <a:t>Chemical reactions are the fundamental processes where substances transform into entirely new forms. By breaking and forming atomic bonds, elements rearrange themselves to create everything from the water we drink to the complex proteins in our bodies. These changes are often accompanied by energy shifts, such as the release of heat or the emission of light.</a:t>
            </a:r>
          </a:p>
          <a:p>
            <a:pPr algn="l">
              <a:lnSpc>
                <a:spcPts val="1800"/>
              </a:lnSpc>
              <a:buNone/>
            </a:pPr>
            <a:endParaRPr lang="en-US" sz="2000" b="0" i="0" dirty="0">
              <a:solidFill>
                <a:schemeClr val="accent4">
                  <a:lumMod val="75000"/>
                </a:schemeClr>
              </a:solidFill>
              <a:effectLst/>
              <a:latin typeface="Google Sans"/>
            </a:endParaRPr>
          </a:p>
          <a:p>
            <a:pPr algn="l">
              <a:lnSpc>
                <a:spcPts val="1800"/>
              </a:lnSpc>
              <a:buNone/>
            </a:pPr>
            <a:endParaRPr lang="en-US" sz="2000" b="0" i="0" dirty="0">
              <a:solidFill>
                <a:schemeClr val="accent4">
                  <a:lumMod val="75000"/>
                </a:schemeClr>
              </a:solidFill>
              <a:effectLst/>
              <a:latin typeface="Google Sans"/>
            </a:endParaRPr>
          </a:p>
          <a:p>
            <a:pPr algn="l">
              <a:lnSpc>
                <a:spcPts val="1800"/>
              </a:lnSpc>
              <a:buNone/>
            </a:pPr>
            <a:r>
              <a:rPr lang="en-US" sz="2000" b="0" i="0" dirty="0">
                <a:solidFill>
                  <a:schemeClr val="accent4">
                    <a:lumMod val="75000"/>
                  </a:schemeClr>
                </a:solidFill>
                <a:effectLst/>
                <a:latin typeface="Google Sans"/>
              </a:rPr>
              <a:t>The periodic table serves as the primary map for understanding these interactions. It organizes elements by their atomic number and electron configurations, allowing chemists to predict how a specific element will behave when it encounters another. For instance, the highly reactive alkali metals in the first column are always seeking to shed an electron to achieve stability.</a:t>
            </a:r>
          </a:p>
          <a:p>
            <a:pPr algn="l">
              <a:lnSpc>
                <a:spcPts val="1800"/>
              </a:lnSpc>
              <a:buNone/>
            </a:pPr>
            <a:endParaRPr lang="en-US" sz="2000" b="0" i="0" dirty="0">
              <a:solidFill>
                <a:schemeClr val="accent4">
                  <a:lumMod val="75000"/>
                </a:schemeClr>
              </a:solidFill>
              <a:effectLst/>
              <a:latin typeface="Google Sans"/>
            </a:endParaRPr>
          </a:p>
          <a:p>
            <a:pPr algn="l">
              <a:lnSpc>
                <a:spcPts val="1800"/>
              </a:lnSpc>
              <a:buNone/>
            </a:pPr>
            <a:endParaRPr lang="en-US" sz="2000" b="0" i="0" dirty="0">
              <a:solidFill>
                <a:schemeClr val="accent4">
                  <a:lumMod val="75000"/>
                </a:schemeClr>
              </a:solidFill>
              <a:effectLst/>
              <a:latin typeface="Google Sans"/>
            </a:endParaRPr>
          </a:p>
          <a:p>
            <a:pPr algn="l">
              <a:lnSpc>
                <a:spcPts val="1800"/>
              </a:lnSpc>
              <a:buNone/>
            </a:pPr>
            <a:r>
              <a:rPr lang="en-US" sz="2000" b="0" i="0" dirty="0">
                <a:solidFill>
                  <a:schemeClr val="accent4">
                    <a:lumMod val="75000"/>
                  </a:schemeClr>
                </a:solidFill>
                <a:effectLst/>
                <a:latin typeface="Google Sans"/>
              </a:rPr>
              <a:t>Laboratory safety remains the most critical aspect of practicing chemistry. Because many reactions can be volatile or produce toxic fumes, scientists must use specialized equipment like fume hoods, safety goggles, and lab coats. Proper handling of reagents ensures that experiments remain controlled and that the resulting data is both accurate and safe to analyze.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C29319B-A921-7835-EB0E-C155A1C9DD10}"/>
                  </a:ext>
                </a:extLst>
              </p14:cNvPr>
              <p14:cNvContentPartPr/>
              <p14:nvPr/>
            </p14:nvContentPartPr>
            <p14:xfrm>
              <a:off x="10191024" y="2071296"/>
              <a:ext cx="230040" cy="968400"/>
            </p14:xfrm>
          </p:contentPart>
        </mc:Choice>
        <mc:Fallback xmlns="">
          <p:pic>
            <p:nvPicPr>
              <p:cNvPr id="4" name="Ink 3">
                <a:extLst>
                  <a:ext uri="{FF2B5EF4-FFF2-40B4-BE49-F238E27FC236}">
                    <a16:creationId xmlns:a16="http://schemas.microsoft.com/office/drawing/2014/main" id="{FC29319B-A921-7835-EB0E-C155A1C9DD10}"/>
                  </a:ext>
                </a:extLst>
              </p:cNvPr>
              <p:cNvPicPr/>
              <p:nvPr/>
            </p:nvPicPr>
            <p:blipFill>
              <a:blip r:embed="rId3"/>
              <a:stretch>
                <a:fillRect/>
              </a:stretch>
            </p:blipFill>
            <p:spPr>
              <a:xfrm>
                <a:off x="10155384" y="2035296"/>
                <a:ext cx="301680" cy="104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3744D8FA-F8AE-3F1B-08FE-AE0324DB712E}"/>
                  </a:ext>
                </a:extLst>
              </p14:cNvPr>
              <p14:cNvContentPartPr/>
              <p14:nvPr/>
            </p14:nvContentPartPr>
            <p14:xfrm>
              <a:off x="10306224" y="3541536"/>
              <a:ext cx="238680" cy="851040"/>
            </p14:xfrm>
          </p:contentPart>
        </mc:Choice>
        <mc:Fallback xmlns="">
          <p:pic>
            <p:nvPicPr>
              <p:cNvPr id="22" name="Ink 21">
                <a:extLst>
                  <a:ext uri="{FF2B5EF4-FFF2-40B4-BE49-F238E27FC236}">
                    <a16:creationId xmlns:a16="http://schemas.microsoft.com/office/drawing/2014/main" id="{3744D8FA-F8AE-3F1B-08FE-AE0324DB712E}"/>
                  </a:ext>
                </a:extLst>
              </p:cNvPr>
              <p:cNvPicPr/>
              <p:nvPr/>
            </p:nvPicPr>
            <p:blipFill>
              <a:blip r:embed="rId5"/>
              <a:stretch>
                <a:fillRect/>
              </a:stretch>
            </p:blipFill>
            <p:spPr>
              <a:xfrm>
                <a:off x="10270224" y="3505536"/>
                <a:ext cx="310320" cy="92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7" name="Ink 26">
                <a:extLst>
                  <a:ext uri="{FF2B5EF4-FFF2-40B4-BE49-F238E27FC236}">
                    <a16:creationId xmlns:a16="http://schemas.microsoft.com/office/drawing/2014/main" id="{87A6D330-7597-2D51-0580-D31A2C06EAD8}"/>
                  </a:ext>
                </a:extLst>
              </p14:cNvPr>
              <p14:cNvContentPartPr/>
              <p14:nvPr/>
            </p14:nvContentPartPr>
            <p14:xfrm>
              <a:off x="10342944" y="4811616"/>
              <a:ext cx="313920" cy="851400"/>
            </p14:xfrm>
          </p:contentPart>
        </mc:Choice>
        <mc:Fallback xmlns="">
          <p:pic>
            <p:nvPicPr>
              <p:cNvPr id="27" name="Ink 26">
                <a:extLst>
                  <a:ext uri="{FF2B5EF4-FFF2-40B4-BE49-F238E27FC236}">
                    <a16:creationId xmlns:a16="http://schemas.microsoft.com/office/drawing/2014/main" id="{87A6D330-7597-2D51-0580-D31A2C06EAD8}"/>
                  </a:ext>
                </a:extLst>
              </p:cNvPr>
              <p:cNvPicPr/>
              <p:nvPr/>
            </p:nvPicPr>
            <p:blipFill>
              <a:blip r:embed="rId7"/>
              <a:stretch>
                <a:fillRect/>
              </a:stretch>
            </p:blipFill>
            <p:spPr>
              <a:xfrm>
                <a:off x="10306944" y="4775616"/>
                <a:ext cx="385560" cy="923040"/>
              </a:xfrm>
              <a:prstGeom prst="rect">
                <a:avLst/>
              </a:prstGeom>
            </p:spPr>
          </p:pic>
        </mc:Fallback>
      </mc:AlternateContent>
      <p:sp>
        <p:nvSpPr>
          <p:cNvPr id="8" name="TextBox 7">
            <a:extLst>
              <a:ext uri="{FF2B5EF4-FFF2-40B4-BE49-F238E27FC236}">
                <a16:creationId xmlns:a16="http://schemas.microsoft.com/office/drawing/2014/main" id="{D04C8875-21A5-B2DF-E6AB-D5ED42179333}"/>
              </a:ext>
            </a:extLst>
          </p:cNvPr>
          <p:cNvSpPr txBox="1"/>
          <p:nvPr/>
        </p:nvSpPr>
        <p:spPr>
          <a:xfrm>
            <a:off x="10476576" y="2247505"/>
            <a:ext cx="1419768" cy="461665"/>
          </a:xfrm>
          <a:prstGeom prst="rect">
            <a:avLst/>
          </a:prstGeom>
          <a:noFill/>
        </p:spPr>
        <p:txBody>
          <a:bodyPr wrap="square">
            <a:spAutoFit/>
          </a:bodyPr>
          <a:lstStyle/>
          <a:p>
            <a:r>
              <a:rPr lang="en-US" sz="2400" b="1" dirty="0">
                <a:solidFill>
                  <a:schemeClr val="accent4">
                    <a:lumMod val="60000"/>
                    <a:lumOff val="40000"/>
                  </a:schemeClr>
                </a:solidFill>
              </a:rPr>
              <a:t> Chunk 1</a:t>
            </a:r>
          </a:p>
        </p:txBody>
      </p:sp>
      <p:sp>
        <p:nvSpPr>
          <p:cNvPr id="11" name="TextBox 10">
            <a:extLst>
              <a:ext uri="{FF2B5EF4-FFF2-40B4-BE49-F238E27FC236}">
                <a16:creationId xmlns:a16="http://schemas.microsoft.com/office/drawing/2014/main" id="{395D2EE0-5D8E-7FD6-F8A9-5DA3D83822FD}"/>
              </a:ext>
            </a:extLst>
          </p:cNvPr>
          <p:cNvSpPr txBox="1"/>
          <p:nvPr/>
        </p:nvSpPr>
        <p:spPr>
          <a:xfrm>
            <a:off x="10656864" y="3736223"/>
            <a:ext cx="1419768" cy="461665"/>
          </a:xfrm>
          <a:prstGeom prst="rect">
            <a:avLst/>
          </a:prstGeom>
          <a:noFill/>
        </p:spPr>
        <p:txBody>
          <a:bodyPr wrap="square">
            <a:spAutoFit/>
          </a:bodyPr>
          <a:lstStyle/>
          <a:p>
            <a:r>
              <a:rPr lang="en-US" sz="2400" b="1" dirty="0">
                <a:solidFill>
                  <a:schemeClr val="accent4">
                    <a:lumMod val="60000"/>
                    <a:lumOff val="40000"/>
                  </a:schemeClr>
                </a:solidFill>
              </a:rPr>
              <a:t> Chunk 2</a:t>
            </a:r>
          </a:p>
        </p:txBody>
      </p:sp>
      <p:sp>
        <p:nvSpPr>
          <p:cNvPr id="13" name="TextBox 12">
            <a:extLst>
              <a:ext uri="{FF2B5EF4-FFF2-40B4-BE49-F238E27FC236}">
                <a16:creationId xmlns:a16="http://schemas.microsoft.com/office/drawing/2014/main" id="{180479F2-2951-65D7-17EA-C1A0FC4AF726}"/>
              </a:ext>
            </a:extLst>
          </p:cNvPr>
          <p:cNvSpPr txBox="1"/>
          <p:nvPr/>
        </p:nvSpPr>
        <p:spPr>
          <a:xfrm>
            <a:off x="10656864" y="4994108"/>
            <a:ext cx="1419768" cy="461665"/>
          </a:xfrm>
          <a:prstGeom prst="rect">
            <a:avLst/>
          </a:prstGeom>
          <a:noFill/>
        </p:spPr>
        <p:txBody>
          <a:bodyPr wrap="square">
            <a:spAutoFit/>
          </a:bodyPr>
          <a:lstStyle/>
          <a:p>
            <a:r>
              <a:rPr lang="en-US" sz="2400" b="1" dirty="0">
                <a:solidFill>
                  <a:schemeClr val="accent4">
                    <a:lumMod val="60000"/>
                    <a:lumOff val="40000"/>
                  </a:schemeClr>
                </a:solidFill>
              </a:rPr>
              <a:t> Chunk 3</a:t>
            </a:r>
          </a:p>
        </p:txBody>
      </p:sp>
    </p:spTree>
    <p:extLst>
      <p:ext uri="{BB962C8B-B14F-4D97-AF65-F5344CB8AC3E}">
        <p14:creationId xmlns:p14="http://schemas.microsoft.com/office/powerpoint/2010/main" val="932375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394B9-F70C-55E5-158D-F4BBD6EDC22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394797D-5013-79D7-4D24-8C6F96A7F793}"/>
              </a:ext>
            </a:extLst>
          </p:cNvPr>
          <p:cNvSpPr txBox="1"/>
          <p:nvPr/>
        </p:nvSpPr>
        <p:spPr>
          <a:xfrm>
            <a:off x="477520" y="80232"/>
            <a:ext cx="102920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Heading-based splitting</a:t>
            </a:r>
          </a:p>
        </p:txBody>
      </p:sp>
      <p:sp>
        <p:nvSpPr>
          <p:cNvPr id="3" name="TextBox 2">
            <a:extLst>
              <a:ext uri="{FF2B5EF4-FFF2-40B4-BE49-F238E27FC236}">
                <a16:creationId xmlns:a16="http://schemas.microsoft.com/office/drawing/2014/main" id="{1C34545A-9442-C5C8-3851-5EA9498DAD4C}"/>
              </a:ext>
            </a:extLst>
          </p:cNvPr>
          <p:cNvSpPr txBox="1"/>
          <p:nvPr/>
        </p:nvSpPr>
        <p:spPr>
          <a:xfrm>
            <a:off x="356616" y="1327880"/>
            <a:ext cx="6933312" cy="4278094"/>
          </a:xfrm>
          <a:prstGeom prst="rect">
            <a:avLst/>
          </a:prstGeom>
          <a:noFill/>
        </p:spPr>
        <p:txBody>
          <a:bodyPr wrap="square">
            <a:spAutoFit/>
          </a:bodyPr>
          <a:lstStyle/>
          <a:p>
            <a:r>
              <a:rPr lang="en-US" sz="2400" b="1" i="1" u="sng" dirty="0">
                <a:solidFill>
                  <a:schemeClr val="accent4">
                    <a:lumMod val="75000"/>
                  </a:schemeClr>
                </a:solidFill>
              </a:rPr>
              <a:t>AI in Healthcare</a:t>
            </a:r>
            <a:endParaRPr lang="en-US" sz="2000" b="1" i="1" u="sng" dirty="0">
              <a:solidFill>
                <a:schemeClr val="accent4">
                  <a:lumMod val="75000"/>
                </a:schemeClr>
              </a:solidFill>
            </a:endParaRPr>
          </a:p>
          <a:p>
            <a:r>
              <a:rPr lang="en-US" sz="2000" dirty="0">
                <a:solidFill>
                  <a:schemeClr val="accent4">
                    <a:lumMod val="75000"/>
                  </a:schemeClr>
                </a:solidFill>
              </a:rPr>
              <a:t>AI helps doctors diagnose diseases. Dr. are using AI to treat patients better.</a:t>
            </a:r>
          </a:p>
          <a:p>
            <a:endParaRPr lang="en-US" sz="2000" dirty="0">
              <a:solidFill>
                <a:schemeClr val="accent4">
                  <a:lumMod val="75000"/>
                </a:schemeClr>
              </a:solidFill>
            </a:endParaRPr>
          </a:p>
          <a:p>
            <a:r>
              <a:rPr lang="en-US" sz="2400" b="1" i="1" u="sng" dirty="0">
                <a:solidFill>
                  <a:schemeClr val="accent4">
                    <a:lumMod val="75000"/>
                  </a:schemeClr>
                </a:solidFill>
              </a:rPr>
              <a:t>AI in Finance</a:t>
            </a:r>
            <a:endParaRPr lang="en-US" sz="2000" b="1" i="1" u="sng" dirty="0">
              <a:solidFill>
                <a:schemeClr val="accent4">
                  <a:lumMod val="75000"/>
                </a:schemeClr>
              </a:solidFill>
            </a:endParaRPr>
          </a:p>
          <a:p>
            <a:r>
              <a:rPr lang="en-US" sz="2000" dirty="0">
                <a:solidFill>
                  <a:schemeClr val="accent4">
                    <a:lumMod val="75000"/>
                  </a:schemeClr>
                </a:solidFill>
              </a:rPr>
              <a:t>AI detects fraud and manages risk. Banks like Loxford</a:t>
            </a:r>
          </a:p>
          <a:p>
            <a:r>
              <a:rPr lang="en-US" sz="2000" dirty="0">
                <a:solidFill>
                  <a:schemeClr val="accent4">
                    <a:lumMod val="75000"/>
                  </a:schemeClr>
                </a:solidFill>
              </a:rPr>
              <a:t>are using ML model to provide better customer service. The rate of fraud has gone down since then. </a:t>
            </a:r>
          </a:p>
          <a:p>
            <a:endParaRPr lang="en-US" sz="2000" dirty="0">
              <a:solidFill>
                <a:schemeClr val="accent4">
                  <a:lumMod val="75000"/>
                </a:schemeClr>
              </a:solidFill>
            </a:endParaRPr>
          </a:p>
          <a:p>
            <a:r>
              <a:rPr lang="en-US" sz="2400" b="1" i="1" u="sng" dirty="0">
                <a:solidFill>
                  <a:schemeClr val="accent4">
                    <a:lumMod val="75000"/>
                  </a:schemeClr>
                </a:solidFill>
              </a:rPr>
              <a:t>AI In Education</a:t>
            </a:r>
            <a:endParaRPr lang="en-US" sz="2000" b="1" i="1" u="sng" dirty="0">
              <a:solidFill>
                <a:schemeClr val="accent4">
                  <a:lumMod val="75000"/>
                </a:schemeClr>
              </a:solidFill>
            </a:endParaRPr>
          </a:p>
          <a:p>
            <a:r>
              <a:rPr lang="en-US" sz="2000" dirty="0">
                <a:solidFill>
                  <a:schemeClr val="accent4">
                    <a:lumMod val="75000"/>
                  </a:schemeClr>
                </a:solidFill>
              </a:rPr>
              <a:t>AI is assisting teachers in preparing better curriculum. Teachers are leveraging AI tools like teachme.ai, etc. to create curriculum that is effective.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C3A7F9F-F950-3BD2-6214-0AFFD2B35003}"/>
                  </a:ext>
                </a:extLst>
              </p14:cNvPr>
              <p14:cNvContentPartPr/>
              <p14:nvPr/>
            </p14:nvContentPartPr>
            <p14:xfrm>
              <a:off x="7379928" y="1336896"/>
              <a:ext cx="226440" cy="592920"/>
            </p14:xfrm>
          </p:contentPart>
        </mc:Choice>
        <mc:Fallback xmlns="">
          <p:pic>
            <p:nvPicPr>
              <p:cNvPr id="4" name="Ink 3">
                <a:extLst>
                  <a:ext uri="{FF2B5EF4-FFF2-40B4-BE49-F238E27FC236}">
                    <a16:creationId xmlns:a16="http://schemas.microsoft.com/office/drawing/2014/main" id="{BC3A7F9F-F950-3BD2-6214-0AFFD2B35003}"/>
                  </a:ext>
                </a:extLst>
              </p:cNvPr>
              <p:cNvPicPr/>
              <p:nvPr/>
            </p:nvPicPr>
            <p:blipFill>
              <a:blip r:embed="rId3"/>
              <a:stretch>
                <a:fillRect/>
              </a:stretch>
            </p:blipFill>
            <p:spPr>
              <a:xfrm>
                <a:off x="7343928" y="1300896"/>
                <a:ext cx="298080" cy="664560"/>
              </a:xfrm>
              <a:prstGeom prst="rect">
                <a:avLst/>
              </a:prstGeom>
            </p:spPr>
          </p:pic>
        </mc:Fallback>
      </mc:AlternateContent>
      <p:grpSp>
        <p:nvGrpSpPr>
          <p:cNvPr id="11" name="Group 10">
            <a:extLst>
              <a:ext uri="{FF2B5EF4-FFF2-40B4-BE49-F238E27FC236}">
                <a16:creationId xmlns:a16="http://schemas.microsoft.com/office/drawing/2014/main" id="{47343C4F-5D1D-FA5F-00C9-17F7D70EBA5B}"/>
              </a:ext>
            </a:extLst>
          </p:cNvPr>
          <p:cNvGrpSpPr/>
          <p:nvPr/>
        </p:nvGrpSpPr>
        <p:grpSpPr>
          <a:xfrm>
            <a:off x="7986528" y="1381536"/>
            <a:ext cx="1233720" cy="344880"/>
            <a:chOff x="6011424" y="1381536"/>
            <a:chExt cx="1233720" cy="34488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1A1E1F8-EBC9-F802-A45A-B00EF9A804C6}"/>
                    </a:ext>
                  </a:extLst>
                </p14:cNvPr>
                <p14:cNvContentPartPr/>
                <p14:nvPr/>
              </p14:nvContentPartPr>
              <p14:xfrm>
                <a:off x="6011424" y="1381536"/>
                <a:ext cx="251640" cy="293400"/>
              </p14:xfrm>
            </p:contentPart>
          </mc:Choice>
          <mc:Fallback xmlns="">
            <p:pic>
              <p:nvPicPr>
                <p:cNvPr id="5" name="Ink 4">
                  <a:extLst>
                    <a:ext uri="{FF2B5EF4-FFF2-40B4-BE49-F238E27FC236}">
                      <a16:creationId xmlns:a16="http://schemas.microsoft.com/office/drawing/2014/main" id="{91A1E1F8-EBC9-F802-A45A-B00EF9A804C6}"/>
                    </a:ext>
                  </a:extLst>
                </p:cNvPr>
                <p:cNvPicPr/>
                <p:nvPr/>
              </p:nvPicPr>
              <p:blipFill>
                <a:blip r:embed="rId5"/>
                <a:stretch>
                  <a:fillRect/>
                </a:stretch>
              </p:blipFill>
              <p:spPr>
                <a:xfrm>
                  <a:off x="5975424" y="1345896"/>
                  <a:ext cx="32328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849C40C-6FA0-4172-B669-027D8CA02DAE}"/>
                    </a:ext>
                  </a:extLst>
                </p14:cNvPr>
                <p14:cNvContentPartPr/>
                <p14:nvPr/>
              </p14:nvContentPartPr>
              <p14:xfrm>
                <a:off x="6337584" y="1572696"/>
                <a:ext cx="196560" cy="133560"/>
              </p14:xfrm>
            </p:contentPart>
          </mc:Choice>
          <mc:Fallback xmlns="">
            <p:pic>
              <p:nvPicPr>
                <p:cNvPr id="6" name="Ink 5">
                  <a:extLst>
                    <a:ext uri="{FF2B5EF4-FFF2-40B4-BE49-F238E27FC236}">
                      <a16:creationId xmlns:a16="http://schemas.microsoft.com/office/drawing/2014/main" id="{C849C40C-6FA0-4172-B669-027D8CA02DAE}"/>
                    </a:ext>
                  </a:extLst>
                </p:cNvPr>
                <p:cNvPicPr/>
                <p:nvPr/>
              </p:nvPicPr>
              <p:blipFill>
                <a:blip r:embed="rId7"/>
                <a:stretch>
                  <a:fillRect/>
                </a:stretch>
              </p:blipFill>
              <p:spPr>
                <a:xfrm>
                  <a:off x="6301584" y="1536696"/>
                  <a:ext cx="2682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0EE509F-D86B-9D7F-B806-1DB1E6FA450C}"/>
                    </a:ext>
                  </a:extLst>
                </p14:cNvPr>
                <p14:cNvContentPartPr/>
                <p14:nvPr/>
              </p14:nvContentPartPr>
              <p14:xfrm>
                <a:off x="6550344" y="1593936"/>
                <a:ext cx="191160" cy="94320"/>
              </p14:xfrm>
            </p:contentPart>
          </mc:Choice>
          <mc:Fallback xmlns="">
            <p:pic>
              <p:nvPicPr>
                <p:cNvPr id="7" name="Ink 6">
                  <a:extLst>
                    <a:ext uri="{FF2B5EF4-FFF2-40B4-BE49-F238E27FC236}">
                      <a16:creationId xmlns:a16="http://schemas.microsoft.com/office/drawing/2014/main" id="{90EE509F-D86B-9D7F-B806-1DB1E6FA450C}"/>
                    </a:ext>
                  </a:extLst>
                </p:cNvPr>
                <p:cNvPicPr/>
                <p:nvPr/>
              </p:nvPicPr>
              <p:blipFill>
                <a:blip r:embed="rId9"/>
                <a:stretch>
                  <a:fillRect/>
                </a:stretch>
              </p:blipFill>
              <p:spPr>
                <a:xfrm>
                  <a:off x="6514344" y="1558296"/>
                  <a:ext cx="2628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1454CFC-72A5-6D48-06B1-733156182E0F}"/>
                    </a:ext>
                  </a:extLst>
                </p14:cNvPr>
                <p14:cNvContentPartPr/>
                <p14:nvPr/>
              </p14:nvContentPartPr>
              <p14:xfrm>
                <a:off x="6780024" y="1412496"/>
                <a:ext cx="253440" cy="294120"/>
              </p14:xfrm>
            </p:contentPart>
          </mc:Choice>
          <mc:Fallback xmlns="">
            <p:pic>
              <p:nvPicPr>
                <p:cNvPr id="8" name="Ink 7">
                  <a:extLst>
                    <a:ext uri="{FF2B5EF4-FFF2-40B4-BE49-F238E27FC236}">
                      <a16:creationId xmlns:a16="http://schemas.microsoft.com/office/drawing/2014/main" id="{21454CFC-72A5-6D48-06B1-733156182E0F}"/>
                    </a:ext>
                  </a:extLst>
                </p:cNvPr>
                <p:cNvPicPr/>
                <p:nvPr/>
              </p:nvPicPr>
              <p:blipFill>
                <a:blip r:embed="rId11"/>
                <a:stretch>
                  <a:fillRect/>
                </a:stretch>
              </p:blipFill>
              <p:spPr>
                <a:xfrm>
                  <a:off x="6744024" y="1376856"/>
                  <a:ext cx="32508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5983EE4F-CA3D-ECB8-619E-8E78D0C4AD14}"/>
                    </a:ext>
                  </a:extLst>
                </p14:cNvPr>
                <p14:cNvContentPartPr/>
                <p14:nvPr/>
              </p14:nvContentPartPr>
              <p14:xfrm>
                <a:off x="7180344" y="1447416"/>
                <a:ext cx="64800" cy="279000"/>
              </p14:xfrm>
            </p:contentPart>
          </mc:Choice>
          <mc:Fallback xmlns="">
            <p:pic>
              <p:nvPicPr>
                <p:cNvPr id="10" name="Ink 9">
                  <a:extLst>
                    <a:ext uri="{FF2B5EF4-FFF2-40B4-BE49-F238E27FC236}">
                      <a16:creationId xmlns:a16="http://schemas.microsoft.com/office/drawing/2014/main" id="{5983EE4F-CA3D-ECB8-619E-8E78D0C4AD14}"/>
                    </a:ext>
                  </a:extLst>
                </p:cNvPr>
                <p:cNvPicPr/>
                <p:nvPr/>
              </p:nvPicPr>
              <p:blipFill>
                <a:blip r:embed="rId13"/>
                <a:stretch>
                  <a:fillRect/>
                </a:stretch>
              </p:blipFill>
              <p:spPr>
                <a:xfrm>
                  <a:off x="7144344" y="1411776"/>
                  <a:ext cx="136440" cy="35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34C255A1-68BB-301E-E9A8-48FA4BBE548C}"/>
                  </a:ext>
                </a:extLst>
              </p14:cNvPr>
              <p14:cNvContentPartPr/>
              <p14:nvPr/>
            </p14:nvContentPartPr>
            <p14:xfrm>
              <a:off x="7538760" y="3243636"/>
              <a:ext cx="294120" cy="497880"/>
            </p14:xfrm>
          </p:contentPart>
        </mc:Choice>
        <mc:Fallback xmlns="">
          <p:pic>
            <p:nvPicPr>
              <p:cNvPr id="12" name="Ink 11">
                <a:extLst>
                  <a:ext uri="{FF2B5EF4-FFF2-40B4-BE49-F238E27FC236}">
                    <a16:creationId xmlns:a16="http://schemas.microsoft.com/office/drawing/2014/main" id="{34C255A1-68BB-301E-E9A8-48FA4BBE548C}"/>
                  </a:ext>
                </a:extLst>
              </p:cNvPr>
              <p:cNvPicPr/>
              <p:nvPr/>
            </p:nvPicPr>
            <p:blipFill>
              <a:blip r:embed="rId15"/>
              <a:stretch>
                <a:fillRect/>
              </a:stretch>
            </p:blipFill>
            <p:spPr>
              <a:xfrm>
                <a:off x="7502760" y="3207636"/>
                <a:ext cx="365760" cy="569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CEFF2CBD-23A8-47CE-196E-0D2A69F1D91C}"/>
                  </a:ext>
                </a:extLst>
              </p14:cNvPr>
              <p14:cNvContentPartPr/>
              <p14:nvPr/>
            </p14:nvContentPartPr>
            <p14:xfrm>
              <a:off x="8053560" y="3253356"/>
              <a:ext cx="938880" cy="363960"/>
            </p14:xfrm>
          </p:contentPart>
        </mc:Choice>
        <mc:Fallback xmlns="">
          <p:pic>
            <p:nvPicPr>
              <p:cNvPr id="13" name="Ink 12">
                <a:extLst>
                  <a:ext uri="{FF2B5EF4-FFF2-40B4-BE49-F238E27FC236}">
                    <a16:creationId xmlns:a16="http://schemas.microsoft.com/office/drawing/2014/main" id="{CEFF2CBD-23A8-47CE-196E-0D2A69F1D91C}"/>
                  </a:ext>
                </a:extLst>
              </p:cNvPr>
              <p:cNvPicPr/>
              <p:nvPr/>
            </p:nvPicPr>
            <p:blipFill>
              <a:blip r:embed="rId17"/>
              <a:stretch>
                <a:fillRect/>
              </a:stretch>
            </p:blipFill>
            <p:spPr>
              <a:xfrm>
                <a:off x="8017546" y="3217356"/>
                <a:ext cx="1010547"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79C4C0F1-2AD4-55F9-6DFC-9B1AA086EBFF}"/>
                  </a:ext>
                </a:extLst>
              </p14:cNvPr>
              <p14:cNvContentPartPr/>
              <p14:nvPr/>
            </p14:nvContentPartPr>
            <p14:xfrm>
              <a:off x="9038520" y="3417156"/>
              <a:ext cx="299520" cy="166680"/>
            </p14:xfrm>
          </p:contentPart>
        </mc:Choice>
        <mc:Fallback xmlns="">
          <p:pic>
            <p:nvPicPr>
              <p:cNvPr id="14" name="Ink 13">
                <a:extLst>
                  <a:ext uri="{FF2B5EF4-FFF2-40B4-BE49-F238E27FC236}">
                    <a16:creationId xmlns:a16="http://schemas.microsoft.com/office/drawing/2014/main" id="{79C4C0F1-2AD4-55F9-6DFC-9B1AA086EBFF}"/>
                  </a:ext>
                </a:extLst>
              </p:cNvPr>
              <p:cNvPicPr/>
              <p:nvPr/>
            </p:nvPicPr>
            <p:blipFill>
              <a:blip r:embed="rId19"/>
              <a:stretch>
                <a:fillRect/>
              </a:stretch>
            </p:blipFill>
            <p:spPr>
              <a:xfrm>
                <a:off x="9002477" y="3381156"/>
                <a:ext cx="371246"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88FAC8B1-B892-E4D7-15A2-78957B6071AA}"/>
                  </a:ext>
                </a:extLst>
              </p14:cNvPr>
              <p14:cNvContentPartPr/>
              <p14:nvPr/>
            </p14:nvContentPartPr>
            <p14:xfrm>
              <a:off x="7441128" y="4749480"/>
              <a:ext cx="317520" cy="651240"/>
            </p14:xfrm>
          </p:contentPart>
        </mc:Choice>
        <mc:Fallback xmlns="">
          <p:pic>
            <p:nvPicPr>
              <p:cNvPr id="15" name="Ink 14">
                <a:extLst>
                  <a:ext uri="{FF2B5EF4-FFF2-40B4-BE49-F238E27FC236}">
                    <a16:creationId xmlns:a16="http://schemas.microsoft.com/office/drawing/2014/main" id="{88FAC8B1-B892-E4D7-15A2-78957B6071AA}"/>
                  </a:ext>
                </a:extLst>
              </p:cNvPr>
              <p:cNvPicPr/>
              <p:nvPr/>
            </p:nvPicPr>
            <p:blipFill>
              <a:blip r:embed="rId21"/>
              <a:stretch>
                <a:fillRect/>
              </a:stretch>
            </p:blipFill>
            <p:spPr>
              <a:xfrm>
                <a:off x="7405128" y="4713480"/>
                <a:ext cx="389160" cy="722880"/>
              </a:xfrm>
              <a:prstGeom prst="rect">
                <a:avLst/>
              </a:prstGeom>
            </p:spPr>
          </p:pic>
        </mc:Fallback>
      </mc:AlternateContent>
      <p:grpSp>
        <p:nvGrpSpPr>
          <p:cNvPr id="24" name="Group 23">
            <a:extLst>
              <a:ext uri="{FF2B5EF4-FFF2-40B4-BE49-F238E27FC236}">
                <a16:creationId xmlns:a16="http://schemas.microsoft.com/office/drawing/2014/main" id="{ED92D0E6-DCF4-50EF-3D4F-58C6F7B91D47}"/>
              </a:ext>
            </a:extLst>
          </p:cNvPr>
          <p:cNvGrpSpPr/>
          <p:nvPr/>
        </p:nvGrpSpPr>
        <p:grpSpPr>
          <a:xfrm>
            <a:off x="8108208" y="4831200"/>
            <a:ext cx="1313640" cy="379440"/>
            <a:chOff x="6681744" y="3267576"/>
            <a:chExt cx="1313640" cy="379440"/>
          </a:xfrm>
        </p:grpSpPr>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B12D0541-B53B-D4BB-E1A6-BD0A631E500A}"/>
                    </a:ext>
                  </a:extLst>
                </p14:cNvPr>
                <p14:cNvContentPartPr/>
                <p14:nvPr/>
              </p14:nvContentPartPr>
              <p14:xfrm>
                <a:off x="6681744" y="3267576"/>
                <a:ext cx="321120" cy="346320"/>
              </p14:xfrm>
            </p:contentPart>
          </mc:Choice>
          <mc:Fallback xmlns="">
            <p:pic>
              <p:nvPicPr>
                <p:cNvPr id="21" name="Ink 20">
                  <a:extLst>
                    <a:ext uri="{FF2B5EF4-FFF2-40B4-BE49-F238E27FC236}">
                      <a16:creationId xmlns:a16="http://schemas.microsoft.com/office/drawing/2014/main" id="{B12D0541-B53B-D4BB-E1A6-BD0A631E500A}"/>
                    </a:ext>
                  </a:extLst>
                </p:cNvPr>
                <p:cNvPicPr/>
                <p:nvPr/>
              </p:nvPicPr>
              <p:blipFill>
                <a:blip r:embed="rId23"/>
                <a:stretch>
                  <a:fillRect/>
                </a:stretch>
              </p:blipFill>
              <p:spPr>
                <a:xfrm>
                  <a:off x="6645744" y="3231936"/>
                  <a:ext cx="39276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958C29F-0F69-2409-9424-4252E8793F69}"/>
                    </a:ext>
                  </a:extLst>
                </p14:cNvPr>
                <p14:cNvContentPartPr/>
                <p14:nvPr/>
              </p14:nvContentPartPr>
              <p14:xfrm>
                <a:off x="7039584" y="3305016"/>
                <a:ext cx="701640" cy="342000"/>
              </p14:xfrm>
            </p:contentPart>
          </mc:Choice>
          <mc:Fallback xmlns="">
            <p:pic>
              <p:nvPicPr>
                <p:cNvPr id="22" name="Ink 21">
                  <a:extLst>
                    <a:ext uri="{FF2B5EF4-FFF2-40B4-BE49-F238E27FC236}">
                      <a16:creationId xmlns:a16="http://schemas.microsoft.com/office/drawing/2014/main" id="{C958C29F-0F69-2409-9424-4252E8793F69}"/>
                    </a:ext>
                  </a:extLst>
                </p:cNvPr>
                <p:cNvPicPr/>
                <p:nvPr/>
              </p:nvPicPr>
              <p:blipFill>
                <a:blip r:embed="rId25"/>
                <a:stretch>
                  <a:fillRect/>
                </a:stretch>
              </p:blipFill>
              <p:spPr>
                <a:xfrm>
                  <a:off x="7003944" y="3269016"/>
                  <a:ext cx="7732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080E38C4-7CAA-4A38-C853-8CFE1D59313D}"/>
                    </a:ext>
                  </a:extLst>
                </p14:cNvPr>
                <p14:cNvContentPartPr/>
                <p14:nvPr/>
              </p14:nvContentPartPr>
              <p14:xfrm>
                <a:off x="7806744" y="3430296"/>
                <a:ext cx="188640" cy="211320"/>
              </p14:xfrm>
            </p:contentPart>
          </mc:Choice>
          <mc:Fallback xmlns="">
            <p:pic>
              <p:nvPicPr>
                <p:cNvPr id="23" name="Ink 22">
                  <a:extLst>
                    <a:ext uri="{FF2B5EF4-FFF2-40B4-BE49-F238E27FC236}">
                      <a16:creationId xmlns:a16="http://schemas.microsoft.com/office/drawing/2014/main" id="{080E38C4-7CAA-4A38-C853-8CFE1D59313D}"/>
                    </a:ext>
                  </a:extLst>
                </p:cNvPr>
                <p:cNvPicPr/>
                <p:nvPr/>
              </p:nvPicPr>
              <p:blipFill>
                <a:blip r:embed="rId27"/>
                <a:stretch>
                  <a:fillRect/>
                </a:stretch>
              </p:blipFill>
              <p:spPr>
                <a:xfrm>
                  <a:off x="7771104" y="3394296"/>
                  <a:ext cx="260280" cy="282960"/>
                </a:xfrm>
                <a:prstGeom prst="rect">
                  <a:avLst/>
                </a:prstGeom>
              </p:spPr>
            </p:pic>
          </mc:Fallback>
        </mc:AlternateContent>
      </p:grpSp>
    </p:spTree>
    <p:extLst>
      <p:ext uri="{BB962C8B-B14F-4D97-AF65-F5344CB8AC3E}">
        <p14:creationId xmlns:p14="http://schemas.microsoft.com/office/powerpoint/2010/main" val="21419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482</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14</cp:revision>
  <dcterms:created xsi:type="dcterms:W3CDTF">2026-09-25T02:37:34Z</dcterms:created>
  <dcterms:modified xsi:type="dcterms:W3CDTF">2026-10-02T16:18:17Z</dcterms:modified>
</cp:coreProperties>
</file>