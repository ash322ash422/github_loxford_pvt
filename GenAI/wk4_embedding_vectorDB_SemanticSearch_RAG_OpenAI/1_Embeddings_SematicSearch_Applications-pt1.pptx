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77" r:id="rId2"/>
    <p:sldId id="298" r:id="rId3"/>
    <p:sldId id="292" r:id="rId4"/>
    <p:sldId id="299" r:id="rId5"/>
    <p:sldId id="301" r:id="rId6"/>
    <p:sldId id="300" r:id="rId7"/>
    <p:sldId id="291" r:id="rId8"/>
    <p:sldId id="294" r:id="rId9"/>
    <p:sldId id="293" r:id="rId10"/>
    <p:sldId id="290" r:id="rId11"/>
    <p:sldId id="285" r:id="rId12"/>
    <p:sldId id="302" r:id="rId13"/>
    <p:sldId id="295" r:id="rId14"/>
    <p:sldId id="296" r:id="rId15"/>
    <p:sldId id="297"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458" autoAdjust="0"/>
  </p:normalViewPr>
  <p:slideViewPr>
    <p:cSldViewPr snapToGrid="0">
      <p:cViewPr varScale="1">
        <p:scale>
          <a:sx n="100" d="100"/>
          <a:sy n="100" d="100"/>
        </p:scale>
        <p:origin x="990" y="84"/>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9/13/2026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7:50.190"/>
    </inkml:context>
    <inkml:brush xml:id="br0">
      <inkml:brushProperty name="width" value="0.035" units="cm"/>
      <inkml:brushProperty name="height" value="0.035" units="cm"/>
      <inkml:brushProperty name="color" value="#FF0000"/>
    </inkml:brush>
  </inkml:definitions>
  <inkml:trace contextRef="#ctx0" brushRef="#br0">0 0 24575,'5'0'0,"10"0"0,8 10 0,9 2 0,-1 9 0,4 1 0,5 1 0,0 6 0,-2-1 0,2 2 0,4 3 0,-2-1 0,2-6 0,3 2 0,2 2 0,-12-6 0,-11-5-8191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7:51.845"/>
    </inkml:context>
    <inkml:brush xml:id="br0">
      <inkml:brushProperty name="width" value="0.035" units="cm"/>
      <inkml:brushProperty name="height" value="0.035" units="cm"/>
      <inkml:brushProperty name="color" value="#FF0000"/>
    </inkml:brush>
  </inkml:definitions>
  <inkml:trace contextRef="#ctx0" brushRef="#br0">257 0 24575,'-9'0'0,"-4"5"0,-3 1 0,0 9 0,-1 12 0,-3 5 0,-7 2 0,1 5 0,5 5 0,-3-6 0,2 1 0,5 3 0,1-1 0,3-8-8191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7:58.262"/>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7:58.263"/>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06.420"/>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06.421"/>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12.056"/>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12.057"/>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19.414"/>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19.415"/>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26.782"/>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26.783"/>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9:16.809"/>
    </inkml:context>
    <inkml:brush xml:id="br0">
      <inkml:brushProperty name="width" value="0.035" units="cm"/>
      <inkml:brushProperty name="height" value="0.035" units="cm"/>
      <inkml:brushProperty name="color" value="#FF0000"/>
    </inkml:brush>
  </inkml:definitions>
  <inkml:trace contextRef="#ctx0" brushRef="#br0">0 0 24575,'5'0'0,"10"0"0,8 10 0,9 2 0,-1 9 0,4 1 0,5 1 0,0 6 0,-2-1 0,2 2 0,4 3 0,-2-1 0,2-6 0,3 2 0,2 2 0,-12-6 0,-11-5-8191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9:16.810"/>
    </inkml:context>
    <inkml:brush xml:id="br0">
      <inkml:brushProperty name="width" value="0.035" units="cm"/>
      <inkml:brushProperty name="height" value="0.035" units="cm"/>
      <inkml:brushProperty name="color" value="#FF0000"/>
    </inkml:brush>
  </inkml:definitions>
  <inkml:trace contextRef="#ctx0" brushRef="#br0">257 0 24575,'-9'0'0,"-4"5"0,-3 1 0,0 9 0,-1 12 0,-3 5 0,-7 2 0,1 5 0,5 5 0,-3-6 0,2 1 0,5 3 0,1-1 0,3-8-8191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9:55.558"/>
    </inkml:context>
    <inkml:brush xml:id="br0">
      <inkml:brushProperty name="width" value="0.035" units="cm"/>
      <inkml:brushProperty name="height" value="0.035" units="cm"/>
      <inkml:brushProperty name="color" value="#C00000"/>
    </inkml:brush>
  </inkml:definitions>
  <inkml:trace contextRef="#ctx0" brushRef="#br0">0 0 24575,'5'0'0,"10"0"0,8 10 0,9 2 0,-1 9 0,4 1 0,5 1 0,0 6 0,-2-1 0,2 2 0,4 3 0,-2-1 0,2-6 0,3 2 0,2 2 0,-12-6 0,-11-5-8191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9:55.559"/>
    </inkml:context>
    <inkml:brush xml:id="br0">
      <inkml:brushProperty name="width" value="0.035" units="cm"/>
      <inkml:brushProperty name="height" value="0.035" units="cm"/>
      <inkml:brushProperty name="color" value="#C00000"/>
    </inkml:brush>
  </inkml:definitions>
  <inkml:trace contextRef="#ctx0" brushRef="#br0">257 0 24575,'-9'0'0,"-4"5"0,-3 1 0,0 9 0,-1 12 0,-3 5 0,-7 2 0,1 5 0,5 5 0,-3-6 0,2 1 0,5 3 0,1-1 0,3-8-8191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13.579"/>
    </inkml:context>
    <inkml:brush xml:id="br0">
      <inkml:brushProperty name="width" value="0.035" units="cm"/>
      <inkml:brushProperty name="height" value="0.035" units="cm"/>
      <inkml:brushProperty name="color" value="#002060"/>
    </inkml:brush>
  </inkml:definitions>
  <inkml:trace contextRef="#ctx0" brushRef="#br0">0 0 24575,'5'0'0,"10"0"0,8 10 0,9 2 0,-1 9 0,4 1 0,5 1 0,0 6 0,-2-1 0,2 2 0,4 3 0,-2-1 0,2-6 0,3 2 0,2 2 0,-12-6 0,-11-5-8191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13.580"/>
    </inkml:context>
    <inkml:brush xml:id="br0">
      <inkml:brushProperty name="width" value="0.035" units="cm"/>
      <inkml:brushProperty name="height" value="0.035" units="cm"/>
      <inkml:brushProperty name="color" value="#002060"/>
    </inkml:brush>
  </inkml:definitions>
  <inkml:trace contextRef="#ctx0" brushRef="#br0">257 0 24575,'-9'0'0,"-4"5"0,-3 1 0,0 9 0,-1 12 0,-3 5 0,-7 2 0,1 5 0,5 5 0,-3-6 0,2 1 0,5 3 0,1-1 0,3-8-8191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37.802"/>
    </inkml:context>
    <inkml:brush xml:id="br0">
      <inkml:brushProperty name="width" value="0.035" units="cm"/>
      <inkml:brushProperty name="height" value="0.035" units="cm"/>
      <inkml:brushProperty name="color" value="#002060"/>
    </inkml:brush>
  </inkml:definitions>
  <inkml:trace contextRef="#ctx0" brushRef="#br0">0 0 24575,'5'0'0,"10"0"0,8 10 0,9 2 0,-1 9 0,4 1 0,5 1 0,0 6 0,-2-1 0,2 2 0,4 3 0,-2-1 0,2-6 0,3 2 0,2 2 0,-12-6 0,-11-5-8191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37.803"/>
    </inkml:context>
    <inkml:brush xml:id="br0">
      <inkml:brushProperty name="width" value="0.035" units="cm"/>
      <inkml:brushProperty name="height" value="0.035" units="cm"/>
      <inkml:brushProperty name="color" value="#002060"/>
    </inkml:brush>
  </inkml:definitions>
  <inkml:trace contextRef="#ctx0" brushRef="#br0">257 0 24575,'-9'0'0,"-4"5"0,-3 1 0,0 9 0,-1 12 0,-3 5 0,-7 2 0,1 5 0,5 5 0,-3-6 0,2 1 0,5 3 0,1-1 0,3-8-8191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42.945"/>
    </inkml:context>
    <inkml:brush xml:id="br0">
      <inkml:brushProperty name="width" value="0.035" units="cm"/>
      <inkml:brushProperty name="height" value="0.035" units="cm"/>
      <inkml:brushProperty name="color" value="#002060"/>
    </inkml:brush>
  </inkml:definitions>
  <inkml:trace contextRef="#ctx0" brushRef="#br0">0 0 24575,'5'0'0,"10"0"0,8 10 0,9 2 0,-1 9 0,4 1 0,5 1 0,0 6 0,-2-1 0,2 2 0,4 3 0,-2-1 0,2-6 0,3 2 0,2 2 0,-12-6 0,-11-5-8191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42.946"/>
    </inkml:context>
    <inkml:brush xml:id="br0">
      <inkml:brushProperty name="width" value="0.035" units="cm"/>
      <inkml:brushProperty name="height" value="0.035" units="cm"/>
      <inkml:brushProperty name="color" value="#002060"/>
    </inkml:brush>
  </inkml:definitions>
  <inkml:trace contextRef="#ctx0" brushRef="#br0">257 0 24575,'-9'0'0,"-4"5"0,-3 1 0,0 9 0,-1 12 0,-3 5 0,-7 2 0,1 5 0,5 5 0,-3-6 0,2 1 0,5 3 0,1-1 0,3-8-8191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1.793"/>
    </inkml:context>
    <inkml:brush xml:id="br0">
      <inkml:brushProperty name="width" value="0.1" units="cm"/>
      <inkml:brushProperty name="height" value="0.1" units="cm"/>
      <inkml:brushProperty name="color" value="#66CC00"/>
    </inkml:brush>
  </inkml:definitions>
  <inkml:trace contextRef="#ctx0" brushRef="#br0">1 145 24575,'2'1'0,"0"1"0,0 0 0,1 0 0,-2 0 0,1 0 0,0 0 0,0 0 0,-1 0 0,1 1 0,-1-1 0,1 1 0,-1-1 0,0 1 0,0-1 0,0 1 0,1 5 0,0-1 0,76 197 0,28 68 0,-104-267 0,0 0 0,0 1 0,1-1 0,0 0 0,0-1 0,0 1 0,1 0 0,-1-1 0,1 1 0,9 6 0,-11-10 0,1 0 0,0 0 0,0 0 0,0 0 0,0 0 0,0-1 0,-1 0 0,1 1 0,0-1 0,0 0 0,0-1 0,0 1 0,0 0 0,0-1 0,0 0 0,0 1 0,0-1 0,-1 0 0,1-1 0,0 1 0,-1 0 0,1-1 0,4-3 0,29-17 0,-1-2 0,-1-1 0,-2-2 0,32-33 0,114-137 0,-22 24 0,-113 131-455,1 2 0,78-54 0,-94 76-6371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3.408"/>
    </inkml:context>
    <inkml:brush xml:id="br0">
      <inkml:brushProperty name="width" value="0.1" units="cm"/>
      <inkml:brushProperty name="height" value="0.1" units="cm"/>
      <inkml:brushProperty name="color" value="#66CC00"/>
    </inkml:brush>
  </inkml:definitions>
  <inkml:trace contextRef="#ctx0" brushRef="#br0">0 348 24575,'0'-4'0,"5"-6"0,5-10 0,10-6 0,5-2 0,4-2 0,-4 1 0,-6 1 0,-2 5 0,1-3 0,1 0 0,-2-1 0,0 5 0,-3 1 0,1 5 0,1 4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6.635"/>
    </inkml:context>
    <inkml:brush xml:id="br0">
      <inkml:brushProperty name="width" value="0.1" units="cm"/>
      <inkml:brushProperty name="height" value="0.1" units="cm"/>
      <inkml:brushProperty name="color" value="#66CC00"/>
    </inkml:brush>
  </inkml:definitions>
  <inkml:trace contextRef="#ctx0" brushRef="#br0">1 6 24575,'0'-4'0,"4"3"0,6 5 0,10 16 0,19 21 0,24 26 0,14 14 0,12 10 0,8 4 0,-4-11 0,-18-16 0,-18-14 0,-17-17-8191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7.450"/>
    </inkml:context>
    <inkml:brush xml:id="br0">
      <inkml:brushProperty name="width" value="0.1" units="cm"/>
      <inkml:brushProperty name="height" value="0.1" units="cm"/>
      <inkml:brushProperty name="color" value="#66CC00"/>
    </inkml:brush>
  </inkml:definitions>
  <inkml:trace contextRef="#ctx0" brushRef="#br0">790 1 24575,'-5'0'0,"-5"0"0,-22 17 0,-16 23 0,-11 18 0,-14 21 0,-2 13 0,-2 5 0,-1-6 0,0-5 0,9-9 0,8-13 0,9-8 0,10-11 0,12-11-8191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8.435"/>
    </inkml:context>
    <inkml:brush xml:id="br0">
      <inkml:brushProperty name="width" value="0.1" units="cm"/>
      <inkml:brushProperty name="height" value="0.1" units="cm"/>
      <inkml:brushProperty name="color" value="#66CC00"/>
    </inkml:brush>
  </inkml:definitions>
  <inkml:trace contextRef="#ctx0" brushRef="#br0">1 0 24575,'4'0'0,"6"0"0,6 0 0,8 5 0,13 5 0,23 14 0,30 16 0,26 19 0,20 7 0,-1 6 0,-6-5 0,-25-10 0,-25-14 0,-27-15-8191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9.116"/>
    </inkml:context>
    <inkml:brush xml:id="br0">
      <inkml:brushProperty name="width" value="0.1" units="cm"/>
      <inkml:brushProperty name="height" value="0.1" units="cm"/>
      <inkml:brushProperty name="color" value="#66CC00"/>
    </inkml:brush>
  </inkml:definitions>
  <inkml:trace contextRef="#ctx0" brushRef="#br0">1548 0 24575,'-4'0'0,"-11"5"0,-19 18 0,-34 22 0,-41 22 0,-36 20 0,-32 26 0,-16 15 0,-2 4 0,12-9 0,23-16 0,35-26 0,38-22 0,34-22-8191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2:15.294"/>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2:15.295"/>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5:07.754"/>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5:07.755"/>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5:38.298"/>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5:38.299"/>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38"/>
    </inkml:context>
    <inkml:brush xml:id="br0">
      <inkml:brushProperty name="width" value="0.1" units="cm"/>
      <inkml:brushProperty name="height" value="0.1" units="cm"/>
      <inkml:brushProperty name="color" value="#FFC114"/>
    </inkml:brush>
  </inkml:definitions>
  <inkml:trace contextRef="#ctx0" brushRef="#br0">2 32 24575,'-1'-14'0,"1"-4"0,6 28 0,1 17 0,-1 1 0,-2 0 0,0 1 0,-1 33 0,-1-22 0,8 49 0,0-16 0,-5-64-1365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39"/>
    </inkml:context>
    <inkml:brush xml:id="br0">
      <inkml:brushProperty name="width" value="0.1" units="cm"/>
      <inkml:brushProperty name="height" value="0.1" units="cm"/>
      <inkml:brushProperty name="color" value="#FFC114"/>
    </inkml:brush>
  </inkml:definitions>
  <inkml:trace contextRef="#ctx0" brushRef="#br0">611 51 24575,'-6'-5'0,"1"0"0,-1 0 0,-1 1 0,1-1 0,0 1 0,-1 1 0,0-1 0,0 1 0,0 1 0,0-1 0,-1 1 0,1 0 0,-1 1 0,1-1 0,-11 1 0,6 1 0,-1 1 0,1 0 0,-1 1 0,1 1 0,0 0 0,0 0 0,0 1 0,-19 9 0,2 3 0,1 0 0,1 2 0,0 1 0,1 2 0,1 0 0,-29 33 0,38-37 0,0 2 0,1 0 0,1 1 0,1 0 0,1 1 0,1 0 0,0 1 0,-11 36 0,18-41 0,0 0 0,1 0 0,0 0 0,2 0 0,0 0 0,1 0 0,0 1 0,2-1 0,0 0 0,1 0 0,0 0 0,11 29 0,-8-30 0,0 0 0,1 0 0,1 0 0,1-1 0,0-1 0,1 1 0,0-1 0,1-1 0,1 0 0,0 0 0,0-1 0,2-1 0,-1 0 0,1-1 0,1-1 0,0 0 0,0-1 0,1 0 0,0-1 0,0-1 0,19 5 0,-2-1 0,0-1 0,0-2 0,1-1 0,-1-1 0,56 0 0,-74-6 0,0 0 0,0 0 0,-1-2 0,1 1 0,-1-2 0,1 0 0,-1-1 0,-1 0 0,1-1 0,16-10 0,-10 2 0,0 0 0,0-2 0,-2 0 0,0-1 0,22-26 0,-29 29 0,0 0 0,-1 0 0,0 0 0,-1-2 0,-1 1 0,0-1 0,-1 0 0,-1-1 0,0 1 0,4-24 0,-4 13 0,-4 18 0,0 0 0,0 0 0,0 0 0,-1 0 0,-1 0 0,0-1 0,0 1 0,-1 0 0,-3-17 0,0 8 0,0-4 0,0 1 0,-2 0 0,-1 0 0,0 0 0,-1 1 0,-2 1 0,-20-35 0,16 36 0,-2 0 0,1 1 0,-2 0 0,0 2 0,-30-22 0,3 8 0,-63-32 0,38 36-204,51 20-957,-2-1-5665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0"/>
    </inkml:context>
    <inkml:brush xml:id="br0">
      <inkml:brushProperty name="width" value="0.1" units="cm"/>
      <inkml:brushProperty name="height" value="0.1" units="cm"/>
      <inkml:brushProperty name="color" value="#FFC114"/>
    </inkml:brush>
  </inkml:definitions>
  <inkml:trace contextRef="#ctx0" brushRef="#br0">56 325 24575,'0'-1'0,"0"0"0,0 1 0,0-1 0,0 0 0,0 0 0,0 0 0,0 1 0,0-1 0,0 0 0,0 0 0,0 1 0,-1-1 0,1 0 0,0 0 0,-1 1 0,1-1 0,0 0 0,-1 1 0,1-1 0,-1 0 0,1 1 0,-1-1 0,1 1 0,-1-1 0,1 1 0,-1-1 0,0 1 0,1-1 0,-1 1 0,0 0 0,1-1 0,-1 1 0,0 0 0,1-1 0,-1 1 0,0 0 0,0 0 0,1 0 0,-1 0 0,0 0 0,0 0 0,-1 0 0,1 0 0,-1 1 0,1-1 0,0 1 0,-1-1 0,1 1 0,0-1 0,-1 1 0,1 0 0,0 0 0,0 0 0,0 0 0,0 0 0,0 0 0,0 0 0,0 0 0,0 0 0,0 0 0,0 1 0,1-1 0,-1 0 0,0 1 0,1-1 0,-1 2 0,-2 10 0,0 0 0,1 1 0,1-1 0,0 1 0,1-1 0,2 22 0,18 81 0,-15-94 0,7 31 0,-10-46 0,-8-36 0,0 4 0,1 0 0,2 0 0,0-1 0,2 1 0,3-48 0,28-143 0,-28 205 0,0-7 0,1 0 0,1 0 0,1 0 0,8-23 0,-11 36 0,1 1 0,-1-1 0,0 1 0,1 0 0,0 0 0,0 0 0,1 0 0,-1 0 0,1 1 0,-1 0 0,1-1 0,0 1 0,0 0 0,1 1 0,-1-1 0,0 1 0,1 0 0,0 0 0,-1 0 0,1 1 0,5-1 0,-6 1 0,1 1 0,-1-1 0,0 1 0,0 1 0,0-1 0,1 0 0,-1 1 0,0 0 0,0 0 0,0 0 0,0 1 0,0-1 0,0 1 0,-1 0 0,1 0 0,0 0 0,-1 0 0,0 1 0,1 0 0,-1-1 0,0 1 0,0 0 0,-1 1 0,1-1 0,3 5 0,4 9 0,1 0 0,-2 1 0,14 36 0,-20-45 0,18 50 0,14 71 0,-32-113 0,-1-1 0,0 33 0,4 20 0,1-55-1365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1"/>
    </inkml:context>
    <inkml:brush xml:id="br0">
      <inkml:brushProperty name="width" value="0.1" units="cm"/>
      <inkml:brushProperty name="height" value="0.1" units="cm"/>
      <inkml:brushProperty name="color" value="#FFC114"/>
    </inkml:brush>
  </inkml:definitions>
  <inkml:trace contextRef="#ctx0" brushRef="#br0">22 73 24575,'-5'0'0,"-5"0"0,3-5 0,7 0 0,8-5 0,7 0 0,5 1 0,4 3 0,1 1 0,2-1 0,0-1 0,0 1 0,-5 2-8191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2"/>
    </inkml:context>
    <inkml:brush xml:id="br0">
      <inkml:brushProperty name="width" value="0.1" units="cm"/>
      <inkml:brushProperty name="height" value="0.1" units="cm"/>
      <inkml:brushProperty name="color" value="#FFC114"/>
    </inkml:brush>
  </inkml:definitions>
  <inkml:trace contextRef="#ctx0" brushRef="#br0">272 1 24575,'-34'0'0,"3"-1"0,-51 6 0,73-4 0,0 1 0,0 0 0,0 0 0,0 1 0,0 0 0,1 0 0,0 1 0,0 0 0,0 1 0,-9 6 0,16-10 0,-1 0 0,1 0 0,-1 0 0,1 0 0,-1 0 0,1 1 0,0-1 0,0 0 0,-1 1 0,1-1 0,0 1 0,0 0 0,1-1 0,-1 1 0,0-1 0,0 1 0,1 0 0,-1 0 0,1-1 0,0 1 0,-1 0 0,1 0 0,0 0 0,0 0 0,0 1 0,1 0 0,0-1 0,1 1 0,-1-1 0,0 0 0,1 0 0,-1 0 0,1 1 0,0-2 0,0 1 0,0 0 0,0 0 0,0 0 0,0-1 0,0 1 0,3 0 0,10 6 0,1 0 0,0-2 0,32 9 0,11 0 0,50 14 0,-99-25 0,1 0 0,0 1 0,-1 0 0,0 0 0,0 1 0,0 1 0,10 9 0,-19-16 0,0 1 0,0 0 0,0 0 0,0 0 0,0 0 0,0 0 0,0 0 0,0 0 0,0 1 0,-1-1 0,1 0 0,0 0 0,-1 1 0,1-1 0,-1 0 0,1 1 0,-1-1 0,0 0 0,0 1 0,0-1 0,1 1 0,-1-1 0,0 1 0,-1-1 0,1 0 0,0 1 0,0-1 0,-1 2 0,-1 0 0,1-1 0,-1 1 0,0-1 0,0 1 0,0-1 0,0 0 0,-1 0 0,1 0 0,0 0 0,-1 0 0,0 0 0,-3 1 0,-8 4 0,0-1 0,0-1 0,-1 0 0,-17 4 0,-4-4 0,1-1 0,0-2 0,-1-2 0,-56-5 0,90 5-52,0 0-1,0 0 1,0 0-1,0-1 1,0 1-1,1 0 1,-1-1-1,0 1 1,0-1-1,1 0 1,-1 0-1,0 0 1,1 1-1,-1-1 1,0-1-1,1 1 1,0 0-1,-1 0 1,1-1-1,0 1 0,-1 0 1,1-1-1,0 0 1,0 1-1,-1-3 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3"/>
    </inkml:context>
    <inkml:brush xml:id="br0">
      <inkml:brushProperty name="width" value="0.1" units="cm"/>
      <inkml:brushProperty name="height" value="0.1" units="cm"/>
      <inkml:brushProperty name="color" value="#FFC114"/>
    </inkml:brush>
  </inkml:definitions>
  <inkml:trace contextRef="#ctx0" brushRef="#br0">5 369 24575,'-4'-3'0,"13"-5"0,13-5 0,-4 5 0,0-1 0,-1 0 0,-1-1 0,1-1 0,-1-1 0,21-19 0,-34 27 0,1 0 0,-1 0 0,1 0 0,-1-1 0,0 1 0,-1-1 0,1 1 0,-1-1 0,0 0 0,0 0 0,-1 0 0,1 0 0,-1-1 0,0 1 0,0 0 0,-1 0 0,0-1 0,0 1 0,0 0 0,-1-1 0,1 1 0,-1 0 0,0 0 0,-1-1 0,1 1 0,-1 0 0,0 0 0,-5-8 0,2 3 0,-1-1 0,0 1 0,-1 0 0,0 1 0,-1-1 0,0 2 0,0-1 0,-16-12 0,24 21 0,-1-1 0,0 1 0,0-1 0,0 0 0,1 1 0,-1 0 0,0-1 0,0 1 0,0-1 0,0 1 0,0 0 0,0 0 0,0 0 0,0-1 0,0 1 0,0 0 0,0 0 0,0 0 0,0 1 0,0-1 0,0 0 0,0 0 0,0 0 0,0 1 0,0-1 0,0 1 0,-1 0 0,1 0 0,-1 0 0,1 1 0,0-1 0,0 1 0,0-1 0,0 1 0,0 0 0,0-1 0,0 1 0,0 0 0,1 0 0,-1-1 0,0 4 0,0 3 0,-1 0 0,1 0 0,1 0 0,0 1 0,1 12 0,32 234 0,-28-168 0,-5-65 0,1 0 0,1 0 0,6 26 0,-8-46-96,0-1 62,0-1 1,0 1 0,0-1-1,0 1 1,0 0 0,0-1-1,0 1 1,0-1-1,1 1 1,-1-1 0,0 1-1,0 0 1,0-1-1,1 1 1,-1-1 0,0 1-1,1-1 1,-1 1-1,0-1 1,1 0 0,-1 1-1,1-1 1,-1 1-1,0-1 1,1 0 0,-1 1-1,1-1 1,-1 0-1,1 1 1,-1-1 0,1 0-1,0 0 1,-1 0 0,1 0-1,-1 1 1,1-1-1,1 0 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4"/>
    </inkml:context>
    <inkml:brush xml:id="br0">
      <inkml:brushProperty name="width" value="0.1" units="cm"/>
      <inkml:brushProperty name="height" value="0.1" units="cm"/>
      <inkml:brushProperty name="color" value="#FFC114"/>
    </inkml:brush>
  </inkml:definitions>
  <inkml:trace contextRef="#ctx0" brushRef="#br0">5 58 24575,'0'0'0,"-1"-1"0,1 0 0,-1 1 0,1-1 0,0 0 0,-1 1 0,1-1 0,0 0 0,0 0 0,-1 1 0,1-1 0,0 0 0,0 0 0,0 1 0,0-1 0,0 0 0,0 0 0,0 1 0,0-1 0,0 0 0,0 0 0,1 1 0,-1-1 0,0 0 0,0 0 0,1 1 0,-1-1 0,1 0 0,-1 1 0,0-1 0,1 0 0,-1 1 0,1-1 0,-1 1 0,1-1 0,0 1 0,-1-1 0,1 1 0,0-1 0,-1 1 0,1 0 0,0-1 0,-1 1 0,1 0 0,0-1 0,1 1 0,35-15 0,-14 10 0,0 1 0,43 0 0,-54 3 0,0 2 0,0-1 0,0 1 0,0 1 0,0 1 0,-1-1 0,16 7 0,-25-8 0,0-1 0,0 1 0,0 0 0,0-1 0,0 1 0,-1 0 0,1 1 0,0-1 0,-1 0 0,1 0 0,-1 1 0,1-1 0,-1 1 0,0-1 0,1 1 0,-1-1 0,0 1 0,0 0 0,0 0 0,0 0 0,-1-1 0,1 1 0,0 0 0,-1 0 0,1 0 0,-1 0 0,0 0 0,0 0 0,0 0 0,0 0 0,0 0 0,0 0 0,0 0 0,0 0 0,-1 0 0,1 0 0,-1 0 0,0 0 0,0 0 0,1 0 0,-3 2 0,0 2 0,-1-2 0,1 1 0,-1 0 0,0-1 0,0 0 0,-1 1 0,1-2 0,-1 1 0,0 0 0,0-1 0,0 0 0,0 0 0,-6 2 0,-22 5 0,-1-1 0,0-1 0,0-2 0,-49 2 0,121 7 0,30 1 0,-1 3 0,94 40 0,-156-57-124,-1 0 0,1 0 0,0-1 0,0 0 0,0 1 0,0-2-1,0 1 1,0 0 0,0-1 0,9-1 0,5-2-6702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5"/>
    </inkml:context>
    <inkml:brush xml:id="br0">
      <inkml:brushProperty name="width" value="0.1" units="cm"/>
      <inkml:brushProperty name="height" value="0.1" units="cm"/>
      <inkml:brushProperty name="color" value="#FFC114"/>
    </inkml:brush>
  </inkml:definitions>
  <inkml:trace contextRef="#ctx0" brushRef="#br0">239 26 24575,'-1'-1'0,"1"0"0,-1 0 0,1 0 0,-1 0 0,1 0 0,-1 0 0,0 0 0,1 0 0,-1 0 0,0 0 0,0 0 0,0 0 0,0 1 0,0-1 0,0 0 0,0 1 0,0-1 0,0 0 0,0 1 0,0 0 0,0-1 0,0 1 0,-1-1 0,1 1 0,0 0 0,0 0 0,-2 0 0,-39-5 0,37 5 0,-4-1 0,-75 1 0,80 0 0,0 0 0,0 0 0,0 1 0,0 0 0,1 0 0,-1 0 0,0 0 0,0 1 0,0-1 0,1 1 0,-1 0 0,1 0 0,-1 0 0,1 1 0,0-1 0,0 1 0,-3 3 0,5-4 0,0-1 0,1 0 0,0 1 0,-1-1 0,1 0 0,0 1 0,0-1 0,0 0 0,0 1 0,0-1 0,0 0 0,0 1 0,0-1 0,1 1 0,-1-1 0,0 0 0,1 0 0,-1 1 0,1-1 0,-1 0 0,1 0 0,0 1 0,0-1 0,-1 0 0,1 0 0,0 0 0,0 0 0,0 0 0,0 0 0,0-1 0,0 1 0,1 0 0,-1 0 0,0-1 0,0 1 0,1-1 0,0 1 0,56 27 0,-52-26 0,114 56 0,-52-23 0,-67-35 0,1 1 0,-1-1 0,1 1 0,-1 0 0,1 0 0,-1 0 0,1 0 0,-1 0 0,0 0 0,1 0 0,-1 0 0,0 0 0,0 0 0,0 1 0,0-1 0,0 1 0,0-1 0,0 1 0,-1-1 0,1 1 0,-1-1 0,1 1 0,-1-1 0,1 4 0,-1-3 0,-1-1 0,1 0 0,-1 1 0,0-1 0,0 0 0,1 1 0,-1-1 0,0 0 0,0 0 0,0 0 0,0 0 0,0 0 0,-1 0 0,1 0 0,0 0 0,0 0 0,-1-1 0,1 1 0,0 0 0,-1-1 0,1 1 0,-1-1 0,1 1 0,-1-1 0,1 0 0,-1 0 0,-2 0 0,-33 4 0,0-1 0,-1-3 0,-58-6 0,71 2-1365,3-1-5461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8"/>
    </inkml:context>
    <inkml:brush xml:id="br0">
      <inkml:brushProperty name="width" value="0.1" units="cm"/>
      <inkml:brushProperty name="height" value="0.1" units="cm"/>
      <inkml:brushProperty name="color" value="#FFC114"/>
    </inkml:brush>
  </inkml:definitions>
  <inkml:trace contextRef="#ctx0" brushRef="#br0">26 2346 24575,'-1'0'0,"0"0"0,1 0 0,-1 1 0,0-1 0,0 0 0,0 0 0,0 0 0,0-1 0,0 1 0,0 0 0,0 0 0,1 0 0,-1-1 0,0 1 0,0 0 0,0-1 0,1 1 0,-1-1 0,0 1 0,0-1 0,1 1 0,-1-1 0,0 0 0,1 1 0,-1-1 0,0 0 0,1 1 0,-1-1 0,1 0 0,0 0 0,-1 0 0,1 1 0,0-1 0,-1 0 0,1 0 0,0 0 0,0 0 0,-1 0 0,1 0 0,0 1 0,0-1 0,0 0 0,0 0 0,1 0 0,-1 0 0,0 0 0,0 0 0,0 0 0,1 1 0,-1-1 0,0 0 0,1 0 0,-1 0 0,1 1 0,-1-1 0,1 0 0,-1 0 0,2 0 0,2-6 0,0 0 0,0 1 0,1 0 0,0 0 0,9-8 0,15-11 0,-1-1 0,-1-1 0,-2-1 0,0-2 0,-2 0 0,-1-1 0,28-56 0,-22 25 0,-2-1 0,26-106 0,2-12 0,-47 149 0,-1 6 0,-1-2 0,0 1 0,-1-36 0,-2 31 0,11-60 0,-4 37 0,11-64 0,-8 52 0,-2 0 0,0-86 0,-9 19 0,-4-113 0,-21 95 0,22 138 0,-1 0 0,0 0 0,-1 0 0,0 1 0,-13-26 0,16 37 0,0 0 0,0 0 0,0 0 0,0 0 0,-1 0 0,1 0 0,-1 0 0,1 1 0,-1-1 0,0 1 0,0-1 0,0 1 0,0-1 0,0 1 0,0 0 0,0 0 0,0 0 0,0 0 0,-1 0 0,1 1 0,0-1 0,0 1 0,-1-1 0,1 1 0,-1 0 0,1 0 0,0 0 0,-1 0 0,1 0 0,0 1 0,-1-1 0,1 1 0,0 0 0,0-1 0,-1 1 0,1 0 0,0 0 0,0 0 0,0 1 0,0-1 0,0 0 0,-3 4 0,-31 23 0,0 2 0,-41 46 0,38-37 0,-45 36 0,82-75 0,5-7 0,12-19 0,23-32 0,-22 35 0,0 1 0,2 1 0,1 0 0,0 1 0,2 1 0,0 1 0,1 1 0,1 1 0,0 1 0,41-19 0,-58 31 0,0 0 0,0 1 0,1 0 0,-1 0 0,1 0 0,-1 1 0,1 0 0,0 0 0,0 1 0,-1 0 0,1 0 0,0 0 0,-1 1 0,1 0 0,0 1 0,-1-1 0,1 1 0,-1 0 0,0 1 0,0 0 0,12 6 0,210 94 0,-202-90 120,-26-13-143,1 1 1,-1-1-1,0 0 1,1 0-1,-1 0 1,0 1-1,1-1 1,-1 0-1,0 0 1,0 1-1,1-1 1,-1 0-1,0 0 1,0 1-1,1-1 1,-1 0-1,0 1 1,0-1-1,0 0 1,0 1-1,1-1 1,-1 1-1,0-1 1,0 0-1,0 1 1,0-1-1,0 0 1,0 1-1,0-1 1,0 1-1,0-1 1,0 0-1,0 1 1,0-1-1,-1 1 1,1-1-1,0 0 1,0 1-1,0-1 1,0 0-1,-1 1 1,1-1-1,0 0 1,0 1-1,0-1 1,-1 0-1,1 0 1,0 1-1,-1-1 1,1 0-1,0 0 1,-1 0-1,1 1 1,0-1-1,-1 0 1,1 0-1,0 0 1,-1 0-1,1 0 1,0 1-1,-1-1 1,1 0-1,-1 0 1,1 0-1,-1 0 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1"/>
    </inkml:context>
    <inkml:brush xml:id="br0">
      <inkml:brushProperty name="width" value="0.1" units="cm"/>
      <inkml:brushProperty name="height" value="0.1" units="cm"/>
      <inkml:brushProperty name="color" value="#FFC114"/>
    </inkml:brush>
  </inkml:definitions>
  <inkml:trace contextRef="#ctx0" brushRef="#br0">8 62 24575,'0'0'0,"0"0"0,0 0 0,-1 1 0,1-1 0,0 0 0,0 0 0,0 0 0,0 0 0,-1 0 0,1 0 0,0 0 0,0 0 0,0 0 0,0 0 0,-1 0 0,1 0 0,0 0 0,0 0 0,0 0 0,-1 0 0,1 0 0,0 0 0,0 0 0,0-1 0,0 1 0,-1 0 0,1 0 0,0 0 0,0 0 0,0 0 0,0 0 0,0 0 0,0-1 0,-1 1 0,1 0 0,0 0 0,0 0 0,0 0 0,0 0 0,0-1 0,0 1 0,0 0 0,0 0 0,0 0 0,0-1 0,0 1 0,0 0 0,0 0 0,0 0 0,0 0 0,0-1 0,0 1 0,0 0 0,0 0 0,-1 1 0,1 0 0,0 0 0,0 0 0,-1 0 0,1 1 0,0-1 0,0 0 0,0 0 0,0 0 0,0 0 0,1 1 0,-1-1 0,0 0 0,1 0 0,-1 0 0,0 0 0,1 0 0,-1 0 0,1 1 0,1 0 0,13 16 0,0 0 0,2-1 0,0-1 0,1-1 0,0 0 0,31 18 0,-20-13 0,3 2 0,0-2 0,1-1 0,1-1 0,1-2 0,40 12 0,-15-11 0,0-3 0,2-2 0,77 4 0,-101-14 0,-1-2 0,1-2 0,0-1 0,-1-2 0,1-2 0,41-12 0,25-17 0,-2-4 0,176-98 0,-199 100 0,-56 29 0,-1-1 0,0-1 0,-1-1 0,0-1 0,-1-1 0,36-32 0,-46 30-1365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2"/>
    </inkml:context>
    <inkml:brush xml:id="br0">
      <inkml:brushProperty name="width" value="0.1" units="cm"/>
      <inkml:brushProperty name="height" value="0.1" units="cm"/>
      <inkml:brushProperty name="color" value="#FFC114"/>
    </inkml:brush>
  </inkml:definitions>
  <inkml:trace contextRef="#ctx0" brushRef="#br0">1 8 24575,'0'-8'0,"0"11"0,8 17 0,3-6 0,0 0 0,1 0 0,0-1 0,2-1 0,-1 0 0,1-1 0,19 11 0,-12-7 0,0 1 0,24 24 0,-44-39-34,0-1 0,0 1 0,-1 0 0,1-1 0,0 1-1,0 0 1,-1 0 0,1-1 0,0 1 0,-1 0 0,1 0 0,-1 0 0,1 0-1,-1 0 1,0 0 0,1 0 0,-1 0 0,0 0 0,0 0 0,1 0-1,-1 0 1,0 0 0,0 0 0,0 0 0,0 0 0,0 0 0,-1 0 0,1 0-1,0 0 1,0 0 0,-1 0 0,1-1 0,0 1 0,-1 0 0,1 0 0,-1 0-1,1 0 1,-1 0 0,-1 1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3"/>
    </inkml:context>
    <inkml:brush xml:id="br0">
      <inkml:brushProperty name="width" value="0.1" units="cm"/>
      <inkml:brushProperty name="height" value="0.1" units="cm"/>
      <inkml:brushProperty name="color" value="#FFC114"/>
    </inkml:brush>
  </inkml:definitions>
  <inkml:trace contextRef="#ctx0" brushRef="#br0">317 240 24575,'-8'-2'0,"1"0"0,-1-1 0,1 0 0,-1 0 0,1 0 0,0-1 0,0 0 0,1-1 0,-1 0 0,1 0 0,0 0 0,-6-7 0,-4-2 0,-66-47 0,-24-19 0,105 79-91,-1-1 0,1 1 0,-1-1 0,1 1 0,-1-1 0,1 0 0,0 0 0,0 0 0,0 1 0,0-1 0,0 0 0,1 0 0,-1 0 0,0-3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4"/>
    </inkml:context>
    <inkml:brush xml:id="br0">
      <inkml:brushProperty name="width" value="0.1" units="cm"/>
      <inkml:brushProperty name="height" value="0.1" units="cm"/>
      <inkml:brushProperty name="color" value="#FFC114"/>
    </inkml:brush>
  </inkml:definitions>
  <inkml:trace contextRef="#ctx0" brushRef="#br0">504 1 24575,'-12'1'0,"-1"0"0,0 1 0,1 0 0,0 1 0,-1 0 0,1 1 0,1 0 0,-20 11 0,-9 7 0,-40 31 0,23-15 0,-122 94-1365,160-120-5461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5"/>
    </inkml:context>
    <inkml:brush xml:id="br0">
      <inkml:brushProperty name="width" value="0.1" units="cm"/>
      <inkml:brushProperty name="height" value="0.1" units="cm"/>
      <inkml:brushProperty name="color" value="#FFC114"/>
    </inkml:brush>
  </inkml:definitions>
  <inkml:trace contextRef="#ctx0" brushRef="#br0">244 64 24575,'-7'-7'0,"0"0"0,-1 0 0,0 1 0,0 0 0,0 0 0,-1 1 0,1 0 0,-15-5 0,19 9 0,0 0 0,0 0 0,0 0 0,0 1 0,0-1 0,0 1 0,0 0 0,0 0 0,0 1 0,0-1 0,1 1 0,-1 0 0,0 0 0,0 0 0,0 0 0,1 1 0,-1 0 0,1 0 0,-1 0 0,1 0 0,0 0 0,-1 0 0,1 1 0,-3 3 0,0 0 0,1-1 0,0 1 0,0 0 0,0 1 0,1-1 0,0 1 0,0-1 0,1 1 0,-1 1 0,2-1 0,-1 0 0,-2 13 0,5-17 0,-1 0 0,1 0 0,0 0 0,0 0 0,0 0 0,1 0 0,-1 1 0,1-1 0,0 0 0,-1 0 0,1 0 0,1-1 0,-1 1 0,0 0 0,1 0 0,-1-1 0,1 1 0,0 0 0,0-1 0,0 0 0,0 1 0,0-1 0,1 0 0,-1 0 0,1 0 0,-1-1 0,1 1 0,0-1 0,-1 1 0,1-1 0,0 0 0,0 0 0,4 1 0,1 0 0,1 0 0,-1 0 0,0-1 0,1 0 0,-1-1 0,1 0 0,-1 0 0,1 0 0,-1-1 0,0-1 0,1 0 0,-1 0 0,9-3 0,-12 3 0,-1 0 0,1 0 0,-1 0 0,1 0 0,-1-1 0,0 0 0,0 0 0,0 0 0,0 0 0,-1-1 0,1 1 0,-1-1 0,0 0 0,0 0 0,0 0 0,-1-1 0,1 1 0,-1-1 0,0 1 0,0-1 0,-1 0 0,0 1 0,2-9 0,-3 9 0,0 1 0,1 0 0,-2-1 0,1 1 0,0 0 0,-1-1 0,0 1 0,1 0 0,-1-1 0,0 1 0,-1 0 0,1 0 0,-1 0 0,1 0 0,-1 0 0,0 0 0,0 1 0,0-1 0,0 1 0,-1-1 0,1 1 0,-1 0 0,0 0 0,1 0 0,-1 0 0,0 0 0,0 1 0,0-1 0,0 1 0,0 0 0,-6-2 0,2 1 0,0 0 0,0 1 0,0-1 0,-1 1 0,1 1 0,0 0 0,0 0 0,0 0 0,-1 1 0,1 0 0,0 0 0,0 1 0,0-1 0,-7 5 0,4-1 0,0 1 0,0 0 0,1 1 0,0 0 0,-9 10 0,15-14 0,0 0 0,0 0 0,0 1 0,1-1 0,-1 1 0,1 0 0,-3 6 0,4-8 0,1-1 0,0 1 0,-1-1 0,1 0 0,0 1 0,0-1 0,0 1 0,0-1 0,0 0 0,0 1 0,0-1 0,0 1 0,0-1 0,1 0 0,-1 1 0,1-1 0,-1 0 0,1 1 0,-1-1 0,1 0 0,0 0 0,1 3 0,0-3 0,0 1 0,0-1 0,0 0 0,0 0 0,1 0 0,-1 0 0,0 0 0,0-1 0,1 1 0,-1-1 0,0 1 0,1-1 0,-1 0 0,1 0 0,-1 0 0,0 0 0,1 0 0,-1-1 0,0 1 0,1-1 0,-1 1 0,0-1 0,0 0 0,1 0 0,-1 0 0,0 0 0,2-2 0,3 0 0,0-1 0,0 0 0,-1 0 0,1-1 0,-1 1 0,0-1 0,7-8 0,-13 12 0,1 1 0,-1 0 0,1-1 0,-1 1 0,1-1 0,-1 1 0,1-1 0,-1 0 0,0 1 0,1-1 0,-1 1 0,0-1 0,1 0 0,-1 1 0,0-1 0,0 0 0,0 1 0,0-1 0,0 0 0,1 1 0,-1-1 0,0 0 0,0 1 0,-1-1 0,1 0 0,0 1 0,0-1 0,0 0 0,-1 0 0,-16-2 0,-26 16 0,29 0-1365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6"/>
    </inkml:context>
    <inkml:brush xml:id="br0">
      <inkml:brushProperty name="width" value="0.1" units="cm"/>
      <inkml:brushProperty name="height" value="0.1" units="cm"/>
      <inkml:brushProperty name="color" value="#FFC114"/>
    </inkml:brush>
  </inkml:definitions>
  <inkml:trace contextRef="#ctx0" brushRef="#br0">248 25 24575,'-3'-3'0,"-1"1"0,0-1 0,1 1 0,-1 0 0,0 0 0,0 0 0,-1 0 0,1 1 0,0-1 0,-1 1 0,1 0 0,0 0 0,-1 1 0,1 0 0,-1-1 0,1 2 0,-1-1 0,1 0 0,-1 1 0,1 0 0,-6 1 0,1 0 0,1 1 0,0 0 0,0 0 0,0 1 0,0 0 0,0 0 0,1 1 0,0 0 0,0 0 0,-6 7 0,7-6 0,0 1 0,0-1 0,1 2 0,0-1 0,1 0 0,-1 1 0,1 0 0,1 0 0,0 0 0,0 0 0,0 0 0,-1 13 0,3-18 0,1 0 0,0 1 0,0-1 0,0 0 0,0 1 0,1-1 0,-1 0 0,1 0 0,0 1 0,0-1 0,0 0 0,0 0 0,1 0 0,-1 0 0,1 0 0,0 0 0,0 0 0,0-1 0,0 1 0,0-1 0,0 1 0,1-1 0,-1 0 0,1 0 0,0 0 0,-1 0 0,1-1 0,0 1 0,0-1 0,0 1 0,0-1 0,1 0 0,-1 0 0,0-1 0,5 2 0,2 0 0,1-1 0,-1 1 0,0-2 0,0 0 0,1 0 0,-1 0 0,0-1 0,0-1 0,0 0 0,0 0 0,17-7 0,-23 8 0,-1-1 0,1 0 0,0 0 0,-1 0 0,1 0 0,-1-1 0,0 1 0,1-1 0,-1 0 0,0 0 0,-1 0 0,1 0 0,-1 0 0,1-1 0,-1 1 0,0-1 0,0 0 0,0 1 0,-1-1 0,1 0 0,-1 0 0,0 0 0,0 0 0,-1 0 0,1-1 0,-1 1 0,0 0 0,0 0 0,0 0 0,0 0 0,-2-7 0,1 9 0,1 0 0,-1-1 0,1 1 0,-1-1 0,0 1 0,0 0 0,0-1 0,0 1 0,-1 0 0,1 0 0,0 0 0,-1 0 0,0 0 0,1 0 0,-1 0 0,0 1 0,0-1 0,0 0 0,0 1 0,0 0 0,0-1 0,-1 1 0,-4-2 0,3 2 0,0 0 0,0 1 0,-1-1 0,1 1 0,0 0 0,-1 0 0,1 0 0,-1 0 0,1 1 0,0 0 0,0 0 0,-1 0 0,-4 2 0,4-1 0,1 0 0,-1 0 0,1 1 0,-1-1 0,1 1 0,0 0 0,0 0 0,0 0 0,0 1 0,1 0 0,-6 6 0,7-7 0,1-1 0,-1 0 0,1 1 0,0 0 0,0-1 0,0 1 0,0 0 0,0-1 0,1 1 0,-1 0 0,1 0 0,0 0 0,-1 0 0,1 0 0,1-1 0,-1 1 0,0 0 0,1 0 0,-1 0 0,1-1 0,1 5 0,-1-6 0,-1 1 0,1-1 0,-1 0 0,1 0 0,0 1 0,-1-1 0,1 0 0,0 0 0,0 0 0,0 0 0,0 0 0,0 0 0,0 0 0,0 0 0,0 0 0,0-1 0,0 1 0,0 0 0,1-1 0,-1 1 0,0-1 0,1 1 0,-1-1 0,0 0 0,2 1 0,0-1 0,-1 0 0,1-1 0,-1 1 0,1-1 0,-1 1 0,1-1 0,-1 0 0,0 0 0,1 0 0,-1 0 0,0 0 0,0 0 0,2-2 0,0 0 0,0 0 0,0 0 0,-1 0 0,1 0 0,-1-1 0,0 1 0,0-1 0,0 0 0,-1 0 0,1 0 0,-1 0 0,0-1 0,0 1 0,2-8 0,-4 12 0,0-1 0,0 0 0,0 0 0,0 1 0,0-1 0,0 0 0,0 0 0,0 1 0,0-1 0,0 0 0,-1 0 0,1 1 0,0-1 0,0 0 0,-1 1 0,1-1 0,-1 0 0,1 1 0,-1-1 0,1 0 0,-1 1 0,1-1 0,-1 1 0,1-1 0,-1 1 0,0-1 0,1 1 0,-1 0 0,0-1 0,1 1 0,-1 0 0,0-1 0,1 1 0,-1 0 0,0 0 0,0 0 0,-2-1 0,0 1 0,0 0 0,1 0 0,-1 0 0,0 1 0,1-1 0,-1 1 0,0-1 0,1 1 0,-6 2 0,6-2 0,1-1 0,-1 1 0,0 0 0,0 0 0,1 0 0,-1 0 0,0 1 0,1-1 0,0 0 0,-1 1 0,1-1 0,0 1 0,-1-1 0,0 3 0,2-3 0,-1 0 0,1 0 0,0 0 0,0-1 0,0 1 0,0 0 0,0 0 0,0 0 0,0-1 0,0 1 0,1 0 0,-1 0 0,0 0 0,0-1 0,1 1 0,-1 0 0,0 0 0,1-1 0,-1 1 0,1 0 0,-1-1 0,1 1 0,-1 0 0,1-1 0,0 1 0,-1-1 0,1 1 0,-1-1 0,1 1 0,0-1 0,0 1 0,-1-1 0,1 0 0,0 1 0,1-1 0,0 1 0,1 0 0,-1 0 0,0 0 0,1 0 0,-1-1 0,1 1 0,-1-1 0,1 1 0,-1-1 0,1 0 0,-1 0 0,1 0 0,-1-1 0,1 1 0,-1-1 0,1 1 0,-1-1 0,5-1 0,-7 1-25,0 1-1,0 0 0,0 0 1,0-1-1,1 1 0,-1 0 1,0 0-1,0-1 0,0 1 1,0 0-1,0-1 0,0 1 0,0 0 1,0 0-1,0-1 0,0 1 1,0 0-1,-1 0 0,1-1 1,0 1-1,0 0 0,0 0 1,0-1-1,0 1 0,0 0 1,0 0-1,-1-1 0,1 1 1,0 0-1,0 0 0,0 0 1,-1-1-1,1 1 0,0 0 1,0 0-1,-1 0 0,1 0 1,0 0-1,0-1 0,-1 1 1,1 0-1,0 0 0,0 0 1,-1 0-1,1 0 0,0 0 1,-1 0-1,1 0 0,0 0 1,0 0-1,-1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17.962"/>
    </inkml:context>
    <inkml:brush xml:id="br0">
      <inkml:brushProperty name="width" value="0.1" units="cm"/>
      <inkml:brushProperty name="height" value="0.1" units="cm"/>
      <inkml:brushProperty name="color" value="#FFC114"/>
    </inkml:brush>
  </inkml:definitions>
  <inkml:trace contextRef="#ctx0" brushRef="#br0">2293 0 1612 0 0,'0'0'8076'0'0,"-9"1"-7994"0"0,-155 8 399 0 0,-316 85 180 0 0,185-42 284 0 0,66-16-362 0 0,13-6 93 0 0,145-23-509 0 0,0 3 0 0 0,-83 23 0 0 0,41-3-83 0 0,54-15 0 0 0,-69 25-1 0 0,-141 74 130 0 0,267-113-205 0 0,-31 10-1791 0 0,34-14 1158 0 0,-1 0 1 0 0,1-1-1 0 0,-1 1 1 0 0,1 0-1 0 0,0 0 0 0 0,0 0 1 0 0,1 0-1 0 0,-1 0 1 0 0,0 0-1 0 0,1 0 1 0 0,3-3-1 0 0,-2-2-2330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18.710"/>
    </inkml:context>
    <inkml:brush xml:id="br0">
      <inkml:brushProperty name="width" value="0.1" units="cm"/>
      <inkml:brushProperty name="height" value="0.1" units="cm"/>
      <inkml:brushProperty name="color" value="#FFC114"/>
    </inkml:brush>
  </inkml:definitions>
  <inkml:trace contextRef="#ctx0" brushRef="#br0">451 8 6457 0 0,'0'0'-162'0'0,"1"-1"51"0"0,5-4 68 0 0,-5 4 229 0 0,-39 28 724 0 0,-40 38-1 0 0,-201 166 1430 0 0,223-182-1468 0 0,55-48-795 0 0,0-1-74 0 0,1 0 1 0 0,0 0 0 0 0,-1 0-1 0 0,1 1 1 0 0,0-1 0 0 0,-1 0-1 0 0,1 0 1 0 0,0 0 0 0 0,-1 1-1 0 0,1-1 1 0 0,0 0-1 0 0,0 1 1 0 0,-1-1 0 0 0,1 0-1 0 0,0 0 1 0 0,0 1 0 0 0,0-1-1 0 0,-1 0 1 0 0,1 1 0 0 0,0-1-1 0 0,0 1 1 0 0,0-1 0 0 0,0 0-1 0 0,0 1 1 0 0,0-1 0 0 0,0 0-1 0 0,0 1 1 0 0,0-1 0 0 0,0 1-1 0 0,0-1 1 0 0,0 0-1 0 0,0 1 1 0 0,0-1 0 0 0,0 0-1 0 0,0 1 1 0 0,0-1 0 0 0,0 0-1 0 0,0 1 1 0 0,1-1 0 0 0,-1 1-1 0 0,0-1 1 0 0,0 0 0 0 0,0 0-1 0 0,1 1 1 0 0,-1-1 0 0 0,15 19 84 0 0,32 1-46 0 0,1-2 0 0 0,0-3 0 0 0,1-2 0 0 0,68 10 0 0 0,-11-2-1 0 0,170 38 820 0 0,-274-59-700 0 0,23 5 1688 0 0,-14-3-5342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32.233"/>
    </inkml:context>
    <inkml:brush xml:id="br0">
      <inkml:brushProperty name="width" value="0.1" units="cm"/>
      <inkml:brushProperty name="height" value="0.1" units="cm"/>
      <inkml:brushProperty name="color" value="#FFC114"/>
    </inkml:brush>
  </inkml:definitions>
  <inkml:trace contextRef="#ctx0" brushRef="#br0">370 7 7553 0 0,'0'0'-410'0'0,"0"-1"-124"0"0,0 0 566 0 0,0 1 0 0 0,0 0 0 0 0,0 0 0 0 0,0 0-1 0 0,0-1 1 0 0,0 1 0 0 0,0 0 0 0 0,0 0 0 0 0,0-1 0 0 0,0 1 0 0 0,0 0 0 0 0,-1 0 0 0 0,1 0 0 0 0,0-1 0 0 0,0 1 0 0 0,0 0 0 0 0,0 0 0 0 0,-1 0-1 0 0,1-1 1 0 0,0 1 0 0 0,0 0 0 0 0,0 0 0 0 0,0 0 0 0 0,-1 0 0 0 0,1 0 0 0 0,0 0 0 0 0,0 0 0 0 0,-1-1 0 0 0,1 1 0 0 0,0 0 0 0 0,0 0 0 0 0,-1 0-1 0 0,1 0 1 0 0,0 0 0 0 0,0 0 0 0 0,-1 0 0 0 0,1 0 0 0 0,0 0 0 0 0,0 0 0 0 0,0 0 0 0 0,-1 0 0 0 0,1 0 0 0 0,0 1 0 0 0,0-1 0 0 0,-1 0-1 0 0,1 0 1 0 0,-3 5-24 0 0,1-1-1 0 0,0 1 1 0 0,0 0-1 0 0,1 0 0 0 0,-1 0 1 0 0,1 0-1 0 0,0 1 0 0 0,0-1 1 0 0,1 0-1 0 0,0 10 1 0 0,3 72 208 0 0,1-30 71 0 0,-4 424 1853 0 0,-3-125-1429 0 0,11-136-584 0 0,-6-66 22 0 0,-4-106-77 0 0,7 70 0 0 0,0-64 5 0 0,-3 76 0 0 0,-3-54-22 0 0,7-24-34 0 0,-6-50-16 0 0,2 19-6 0 0,-2-14 0 0 0,1-3 5 0 0,8 79 4 0 0,-8-55 3245 0 0,-7-30-3113 0 0,-13-7 37 0 0,1-1 0 0 0,0 0-1 0 0,0-2 1 0 0,1 0 0 0 0,-27-25 0 0 0,-37-26 88 0 0,58 47-197 0 0,2-1 0 0 0,-32-32 0 0 0,13 10-19 0 0,39 39-41 0 0,-28-24-699 0 0,84 69 651 0 0,3-3 1 0 0,66 38-1 0 0,-23-20 115 0 0,-76-44-98 0 0,-24-16 19 0 0,19 11 89 0 0,-17-8-80 0 0,-2-2 0 0 0,-1 0-25 0 0,0-1 24 0 0,1 0 1 0 0,-1 1-1 0 0,0-1 0 0 0,0 1 0 0 0,0-1 0 0 0,0 0 1 0 0,1 1-1 0 0,-1-1 0 0 0,0 1 0 0 0,0-1 1 0 0,1 0-1 0 0,-1 1 0 0 0,0-1 0 0 0,1 0 1 0 0,-1 0-1 0 0,0 1 0 0 0,1-1 0 0 0,-1 0 1 0 0,0 0-1 0 0,1 1 0 0 0,-1-1 0 0 0,0 0 0 0 0,1 0 1 0 0,-1 0-1 0 0,1 0 0 0 0,-1 0 0 0 0,1 0 1 0 0,-1 1-1 0 0,0-1 0 0 0,1 0 0 0 0,-1 0 1 0 0,1 0-1 0 0,-1 0 0 0 0,1-1 0 0 0,-1 1 1 0 0,0 0-1 0 0,1 0 0 0 0,-1 0 0 0 0,1 0 0 0 0,-1 0 1 0 0,0 0-1 0 0,1-1 0 0 0,-1 1 0 0 0,0 0 1 0 0,1-1-1 0 0,21-8 202 0 0,-22 9-206 0 0,287-171 92 0 0,-244 143-61 0 0,2 3-138 0 0,-44 25 110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39.701"/>
    </inkml:context>
    <inkml:brush xml:id="br0">
      <inkml:brushProperty name="width" value="0.1" units="cm"/>
      <inkml:brushProperty name="height" value="0.1" units="cm"/>
      <inkml:brushProperty name="color" value="#FFC114"/>
    </inkml:brush>
  </inkml:definitions>
  <inkml:trace contextRef="#ctx0" brushRef="#br0">80 1 3736 0 0,'0'0'2137'0'0,"-18"1"-1303"0"0,11 0 1816 0 0,38-2-2713 0 0,0 2 1 0 0,45 6-1 0 0,-5 5-39 0 0,-68-11 92 0 0,37 18-101 0 0,-39-18 104 0 0,28 22-75 0 0,-28-21 77 0 0,16 24-200 0 0,-16-23 187 0 0,0 1 0 0 0,0-1 1 0 0,-1 1-1 0 0,0-1 0 0 0,1 1 1 0 0,-1-1-1 0 0,0 1 0 0 0,0-1 0 0 0,-1 0 1 0 0,1 1-1 0 0,-1-1 0 0 0,0 1 1 0 0,0-1-1 0 0,0 0 0 0 0,0 1 1 0 0,0-1-1 0 0,-3 4 0 0 0,0 1 17 0 0,-1-1 0 0 0,1 1-1 0 0,-1-1 1 0 0,-1 0 0 0 0,0 0 0 0 0,0-1 0 0 0,0 0-1 0 0,0 0 1 0 0,-8 5 0 0 0,-1 1 13 0 0,2-3-1 0 0,1-1 1 0 0,-1 0-1 0 0,-1-1 0 0 0,0 0 0 0 0,-16 5 1 0 0,3-1 15 0 0,25-10-23 0 0,-1 0-5 0 0,-8 2 2 0 0,7-1-3 0 0,-4 2 2 0 0,-14 3 1 0 0,21-7 4 0 0,-52 15 15 0 0,51-15-16 0 0,-37 10 13 0 0,37-10 17 0 0,143 5-460 0 0,180 17 352 0 0,-257-16 107 0 0,16 3 203 0 0,-77-9-180 0 0,-2 1-90 0 0,1-1-1 0 0,0 1 1 0 0,-1 0-1 0 0,1-1 0 0 0,0 0 1 0 0,0 1-1 0 0,0-1 0 0 0,-1 0 1 0 0,1 0-1 0 0,0 0 0 0 0,0 0 1 0 0,3-1-1 0 0,11-9-3918 0 0,-6-3 1881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41.806"/>
    </inkml:context>
    <inkml:brush xml:id="br0">
      <inkml:brushProperty name="width" value="0.1" units="cm"/>
      <inkml:brushProperty name="height" value="0.1" units="cm"/>
      <inkml:brushProperty name="color" value="#FFC114"/>
    </inkml:brush>
  </inkml:definitions>
  <inkml:trace contextRef="#ctx0" brushRef="#br0">760 104 5420 0 0,'0'0'-37'0'0,"-9"-31"1909"0"0,6 28-1822 0 0,1 0 1 0 0,-1 1-1 0 0,1 0 0 0 0,-1-1 0 0 0,0 1 0 0 0,0 0 0 0 0,0 0 0 0 0,0 0 0 0 0,-1 1 0 0 0,1-1 0 0 0,0 1 0 0 0,-1 0 1 0 0,1 0-1 0 0,-7-1 0 0 0,-4-1-24 0 0,0 0 1 0 0,1 2 0 0 0,-20-1-1 0 0,22 2-20 0 0,5-1-7 0 0,-13 0 3 0 0,10 0-3 0 0,-1 0 0 0 0,0 1 0 0 0,0 0-1 0 0,-18 4 1 0 0,2-2-9 0 0,10-1-2 0 0,1 1 0 0 0,0 1 1 0 0,1 0-1 0 0,-1 0 0 0 0,-27 11 0 0 0,-8 3-7 0 0,15-6 10 0 0,0 1-1 0 0,-33 18 0 0 0,46-20 7 0 0,12-5-25 0 0,-1 1 1 0 0,1 0-1 0 0,0 0 0 0 0,1 1 1 0 0,-1 0-1 0 0,1 0 0 0 0,1 1 0 0 0,-1 1 1 0 0,2-1-1 0 0,-1 1 0 0 0,1 1 1 0 0,0-1-1 0 0,1 1 0 0 0,0 0 0 0 0,1 1 1 0 0,0 0-1 0 0,0-1 0 0 0,1 1 1 0 0,1 1-1 0 0,0-1 0 0 0,0 0 0 0 0,0 18 1 0 0,0-10-15 0 0,0-4-7 0 0,1 1 1 0 0,0-1 0 0 0,1 1-1 0 0,1 0 1 0 0,1 0 0 0 0,3 26 0 0 0,3-12 19 0 0,1-2 0 0 0,1 1 0 0 0,1-1 1 0 0,18 34-1 0 0,-20-47 15 0 0,1 0-1 0 0,1 0 1 0 0,1-1-1 0 0,0-1 1 0 0,0 0 0 0 0,1 0-1 0 0,1-1 1 0 0,23 17-1 0 0,0-4 64 0 0,0-1-1 0 0,2-3 0 0 0,0-1 0 0 0,1-1 1 0 0,1-3-1 0 0,60 17 0 0 0,-72-26-15 0 0,1-1 0 0 0,-1-1 0 0 0,1-2 0 0 0,0-1 0 0 0,0-1 0 0 0,0-1 0 0 0,0-2 0 0 0,-1-1 0 0 0,1-1 0 0 0,44-13 0 0 0,-50 11 283 0 0,-1 0 1 0 0,0-2-1 0 0,-1 0 1 0 0,1-1-1 0 0,-1-2 0 0 0,-1 0 1 0 0,0-1-1 0 0,-1-1 1 0 0,0-1-1 0 0,31-29 0 0 0,-50 42-305 0 0,16-14 382 0 0,-2-1-1 0 0,0 0 1 0 0,0-1-1 0 0,-2 0 0 0 0,20-36 1 0 0,-29 43-173 0 0,0 0 0 0 0,0 0 1 0 0,-1-1-1 0 0,0 1 0 0 0,0 0 1 0 0,-1-1-1 0 0,-1 0 0 0 0,0 1 0 0 0,0-1 1 0 0,-1 1-1 0 0,-1-1 0 0 0,1 1 1 0 0,-4-11-1 0 0,-1-14 81 0 0,1 7-201 0 0,-1 1 0 0 0,-1 0 0 0 0,-19-48 1 0 0,17 57-69 0 0,4 5-71 0 0,-1 0 0 0 0,0 1 0 0 0,-1 0 0 0 0,0 0 0 0 0,-12-14 0 0 0,-16-15-18 0 0,30 35 46 0 0,1 0 0 0 0,-1 0 0 0 0,0 0-1 0 0,0 0 1 0 0,-1 1 0 0 0,0 0 0 0 0,-8-5 0 0 0,-34-27-65 0 0,39 29 55 0 0,0 1 0 0 0,-1 0 0 0 0,1 0-1 0 0,-14-6 1 0 0,-91-26-241 0 0,88 32 244 0 0,-6-2-106 0 0,0 2 0 0 0,-52-5 0 0 0,32 6 74 0 0,49 6 55 0 0,-41-3-2107 0 0,-17-6-6944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56.213"/>
    </inkml:context>
    <inkml:brush xml:id="br0">
      <inkml:brushProperty name="width" value="0.1" units="cm"/>
      <inkml:brushProperty name="height" value="0.1" units="cm"/>
      <inkml:brushProperty name="color" value="#FFC114"/>
    </inkml:brush>
  </inkml:definitions>
  <inkml:trace contextRef="#ctx0" brushRef="#br0">0 461 6133 0 0,'0'0'-230'0'0,"7"2"-94"0"0,141 14 258 0 0,187 2 57 0 0,-83-7-16 0 0,-54-7 68 0 0,-156-4-40 0 0,361-19 222 0 0,-280-1 1 0 0,7-2-56 0 0,200-37 528 0 0,-246 44-491 0 0,-53 10 46 0 0,0-1-1 0 0,46-16 1 0 0,26-6-9 0 0,9-6 0 0 0,55-28 677 0 0,-92 30-630 0 0,-26 10-112 0 0,-47 21-157 0 0,55-25 228 0 0,-48 23-227 0 0,21-8 41 0 0,46-26 1 0 0,-14 4 144 0 0,-60 32-154 0 0,12-8 18 0 0,-8 2 845 0 0,-33 12-901 0 0,20-4 1 0 0,-21-6-12 0 0,12 2-7 0 0,-212-16-63 0 0,144 19 40 0 0,81 0 17 0 0,-41-4-773 0 0,123-4 657 0 0,2 3 1 0 0,88 7-1 0 0,-17 0 85 0 0,-134-2 40 0 0,2 0-6 0 0,-2 0 0 0 0,3 0 15 0 0,-18-1-9 0 0,0 1 1 0 0,0-1-1 0 0,-1 1 1 0 0,1 0 0 0 0,0 0-1 0 0,0 1 1 0 0,0-1 0 0 0,0 1-1 0 0,0-1 1 0 0,0 1 0 0 0,0 0-1 0 0,3 1 1 0 0,-4-1-19 0 0,-34 43-691 0 0,-99 146 344 0 0,86-127 319 0 0,11-23 16 0 0,26-32 23 0 0,0 0-1 0 0,1 1 0 0 0,0 0 1 0 0,0 1-1 0 0,1 0 1 0 0,-5 10-1 0 0,7-13 37 0 0,0-2 1 0 0,0 1-1 0 0,0 0 0 0 0,-1-1 0 0 0,0 0 0 0 0,-6 6 1 0 0,-5-2-4960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19.431"/>
    </inkml:context>
    <inkml:brush xml:id="br0">
      <inkml:brushProperty name="width" value="0.1" units="cm"/>
      <inkml:brushProperty name="height" value="0.1" units="cm"/>
      <inkml:brushProperty name="color" value="#FFC114"/>
    </inkml:brush>
  </inkml:definitions>
  <inkml:trace contextRef="#ctx0" brushRef="#br0">34 64 5613 0 0,'0'0'-268'0'0,"0"-7"1921"0"0,47-6-1747 0 0,68-10 1 0 0,-77 17 43 0 0,33-2 17 0 0,4 3 16 0 0,-64 4 14 0 0,-2 1-12 0 0,-1-1-1 0 0,1 2 1 0 0,0-1 0 0 0,-1 1-1 0 0,15 3 1 0 0,-21-3 1 0 0,4 7-64 0 0,-5-7 63 0 0,0 0-1 0 0,0 0 1 0 0,0 0-1 0 0,0 0 1 0 0,0 0 0 0 0,0 1-1 0 0,0-1 1 0 0,-1 0-1 0 0,1 0 1 0 0,0 0 0 0 0,-1 1-1 0 0,1-1 1 0 0,-1 0-1 0 0,1 1 1 0 0,-1-1-1 0 0,0 1 1 0 0,0-1 0 0 0,1 3-1 0 0,-4 2 14 0 0,1 1-1 0 0,-1-1 1 0 0,0 0 0 0 0,-1 0-1 0 0,1-1 1 0 0,-1 1 0 0 0,-1-1-1 0 0,1 1 1 0 0,0-1-1 0 0,-1-1 1 0 0,0 1 0 0 0,-1-1-1 0 0,1 0 1 0 0,-1 0 0 0 0,-11 6-1 0 0,-6 3 56 0 0,-1-1 0 0 0,-48 16-1 0 0,-35 3 31 0 0,105-31-82 0 0,-16 3 32 0 0,10 1-23 0 0,6-3-2 0 0,11-3-505 0 0,27-2 418 0 0,1 1-1 0 0,0 2 1 0 0,0 2-1 0 0,0 1 0 0 0,52 10 1 0 0,-80-10 59 0 0,-1 1 1 0 0,0 0-1 0 0,0 0 1 0 0,-1 0-1 0 0,1 1 1 0 0,-1 1-1 0 0,0-1 1 0 0,0 1-1 0 0,0 0 1 0 0,-1 0-1 0 0,1 1 1 0 0,8 11-1 0 0,-14-15 19 0 0,0-1 0 0 0,0 1-1 0 0,-1 0 1 0 0,1-1 0 0 0,0 1-1 0 0,-1 0 1 0 0,0 0 0 0 0,1 0-1 0 0,-1-1 1 0 0,0 1 0 0 0,0 0-1 0 0,0 0 1 0 0,0 0 0 0 0,0 0-1 0 0,0 0 1 0 0,-1-1 0 0 0,1 1-1 0 0,-1 0 1 0 0,1 0 0 0 0,-1-1-1 0 0,0 1 1 0 0,1 0 0 0 0,-1-1-1 0 0,0 1 1 0 0,0 0 0 0 0,0-1-1 0 0,0 1 1 0 0,-1-1 0 0 0,1 0-1 0 0,0 1 1 0 0,-1-1 0 0 0,1 0-1 0 0,0 0 1 0 0,-1 0 0 0 0,-3 2-1 0 0,-4 3 24 0 0,0 1 0 0 0,0-1 0 0 0,-1-1-1 0 0,-13 6 1 0 0,-8-1 220 0 0,0-2 0 0 0,-1 0 0 0 0,0-2 0 0 0,0-2 0 0 0,0 0 0 0 0,0-3 0 0 0,-1 0 0 0 0,1-2 0 0 0,-60-10 0 0 0,89 11-190 0 0,-38-3 203 0 0,28 3-259 0 0,10 0-74 0 0,0-1-101 0 0,3 1 107 0 0,-1 0 0 0 0,1 0 0 0 0,0 0 0 0 0,-1 0 1 0 0,1-1-1 0 0,-1 1 0 0 0,1 0 0 0 0,0 0 0 0 0,-1 0 0 0 0,1 0 0 0 0,0 0 0 0 0,-1-1 0 0 0,1 1 0 0 0,0 0 0 0 0,-1 0 0 0 0,1-1 0 0 0,0 1 0 0 0,-1 0 0 0 0,1 0 0 0 0,0-1 0 0 0,0 1 0 0 0,0 0 0 0 0,-1-1 0 0 0,1 1 0 0 0,0 0 0 0 0,0-1 0 0 0,0 1 0 0 0,-1 0 0 0 0,1-1 0 0 0,0 1 0 0 0,0-1 0 0 0,0 1 0 0 0,0 0 0 0 0,0-1 0 0 0,0 1 0 0 0,0-1 0 0 0,0 1 0 0 0,0 0 1 0 0,0-1-1 0 0,0 1 0 0 0,0-1 0 0 0,0 1 0 0 0,1 0 0 0 0,-1-1 0 0 0,0 1 0 0 0,0 0 0 0 0,0-1 0 0 0,0 1 0 0 0,1 0 0 0 0,-1-1 0 0 0,0 1 0 0 0,0 0 0 0 0,1-1 0 0 0,-1 1 0 0 0,1 0 0 0 0,12-15-1827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1.190"/>
    </inkml:context>
    <inkml:brush xml:id="br0">
      <inkml:brushProperty name="width" value="0.1" units="cm"/>
      <inkml:brushProperty name="height" value="0.1" units="cm"/>
      <inkml:brushProperty name="color" value="#FFC114"/>
    </inkml:brush>
  </inkml:definitions>
  <inkml:trace contextRef="#ctx0" brushRef="#br0">1030 47 5036 0 0,'0'-1'18'0'0,"0"0"-1"0"0,0 1 0 0 0,-1-1 1 0 0,1 0-1 0 0,0 0 0 0 0,0 0 1 0 0,-1 1-1 0 0,1-1 0 0 0,0 0 0 0 0,-1 0 1 0 0,1 0-1 0 0,-1 1 0 0 0,1-1 1 0 0,-1 0-1 0 0,0 1 0 0 0,1-1 0 0 0,-1 1 1 0 0,1-1-1 0 0,-1 1 0 0 0,0-1 1 0 0,0 1-1 0 0,1-1 0 0 0,-1 1 0 0 0,0-1 1 0 0,0 1-1 0 0,1 0 0 0 0,-1 0 1 0 0,-2-1-1 0 0,-32-5 287 0 0,7 2-144 0 0,2-2-102 0 0,-1 2-1 0 0,-1 0 1 0 0,1 2 0 0 0,-41 2 0 0 0,21 0-79 0 0,-1 2 0 0 0,0 2 1 0 0,1 2-1 0 0,-89 24 0 0 0,103-21 3 0 0,0 1-1 0 0,0 2 1 0 0,0 1-1 0 0,2 2 1 0 0,0 0-1 0 0,1 3 1 0 0,0 0-1 0 0,2 2 1 0 0,-34 30 0 0 0,52-40-4 0 0,0 1 1 0 0,0 0 0 0 0,1 0 0 0 0,1 1 0 0 0,0 0-1 0 0,1 1 1 0 0,0-1 0 0 0,1 1 0 0 0,0 1 0 0 0,1-1 0 0 0,1 1-1 0 0,0 0 1 0 0,1 0 0 0 0,0 0 0 0 0,1 1 0 0 0,1-1 0 0 0,0 0-1 0 0,2 23 1 0 0,1-14-13 0 0,1 1 0 0 0,0-1 0 0 0,2 0-1 0 0,1 0 1 0 0,1-1 0 0 0,1 0 0 0 0,0 0-1 0 0,2-1 1 0 0,0 0 0 0 0,25 36 0 0 0,-24-41 20 0 0,0 0 0 0 0,1-1 0 0 0,1 0 0 0 0,0-1 1 0 0,1-1-1 0 0,1 0 0 0 0,0 0 0 0 0,0-2 0 0 0,1 0 0 0 0,1 0 1 0 0,0-2-1 0 0,0 0 0 0 0,1-1 0 0 0,0-1 0 0 0,33 9 0 0 0,30 0 31 0 0,1-4-1 0 0,0-3 0 0 0,1-4 0 0 0,-1-3 0 0 0,1-4 0 0 0,154-24 0 0 0,-190 15 303 0 0,0-2-1 0 0,-1-1 1 0 0,-1-3 0 0 0,-1-2-1 0 0,0-2 1 0 0,56-36-1 0 0,-93 53-106 0 0,0-1 0 0 0,0 0 0 0 0,-1-1-1 0 0,0 0 1 0 0,0 0 0 0 0,-1 0 0 0 0,0 0-1 0 0,0-1 1 0 0,0 0 0 0 0,-1 0 0 0 0,0 0-1 0 0,0-1 1 0 0,0 0 0 0 0,-1 1 0 0 0,-1-1 0 0 0,4-14-1 0 0,-4 9-6 0 0,0 1 0 0 0,-1-1 0 0 0,-1 0 0 0 0,0 0 0 0 0,0 0-1 0 0,-2 0 1 0 0,1 1 0 0 0,-2-1 0 0 0,1 1 0 0 0,-7-16 0 0 0,0 2-106 0 0,-1 0 1 0 0,-1 0 0 0 0,-1 1 0 0 0,-2 1 0 0 0,0 0 0 0 0,-2 1 0 0 0,0 0 0 0 0,-2 1 0 0 0,0 1 0 0 0,-1 1 0 0 0,-1 1 0 0 0,-1 1 0 0 0,-1 0 0 0 0,-1 2-1 0 0,-37-22 1 0 0,4 8-79 0 0,29 14-40 0 0,0 0-1 0 0,-2 3 1 0 0,0 0 0 0 0,0 2-1 0 0,-1 0 1 0 0,-60-10 0 0 0,-33 0-48 0 0,45 4-2899 0 0,51 6-4499 0 0,25 5 5136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3.157"/>
    </inkml:context>
    <inkml:brush xml:id="br0">
      <inkml:brushProperty name="width" value="0.1" units="cm"/>
      <inkml:brushProperty name="height" value="0.1" units="cm"/>
      <inkml:brushProperty name="color" value="#FFC114"/>
    </inkml:brush>
  </inkml:definitions>
  <inkml:trace contextRef="#ctx0" brushRef="#br0">59 54 5921 0 0,'-11'-45'728'0'0,"11"44"-424"0"0,0 0-300 0 0,0 1-1 0 0,0 0 0 0 0,0 0 0 0 0,0 0 0 0 0,0 0 1 0 0,0-1-1 0 0,0 1 0 0 0,0 0 0 0 0,0 0 1 0 0,0 0-1 0 0,0-1 0 0 0,0 1 0 0 0,0 0 1 0 0,0 0-1 0 0,0 0 0 0 0,0-1 0 0 0,0 1 0 0 0,0 0 1 0 0,0 0-1 0 0,0 0 0 0 0,0-1 0 0 0,0 1 1 0 0,0 0-1 0 0,0 0 0 0 0,0 0 0 0 0,0 0 1 0 0,0-1-1 0 0,0 1 0 0 0,0 0 0 0 0,-1 0 0 0 0,1 0 1 0 0,0 0-1 0 0,0 0 0 0 0,0-1 0 0 0,0 1 1 0 0,0 0-1 0 0,-1 0 0 0 0,1 0 0 0 0,0 0 1 0 0,0 0-1 0 0,0 0 0 0 0,-1 0 0 0 0,1 0 0 0 0,0 0 1 0 0,0-1-1 0 0,0 1 0 0 0,0 0 0 0 0,-1 0 1 0 0,1 0-1 0 0,0 0 0 0 0,0 0 0 0 0,0 0 1 0 0,-1 0-1 0 0,1 0 0 0 0,0 0 0 0 0,0 1 0 0 0,0-1 1 0 0,-1 0-1 0 0,1 0 0 0 0,0 0 0 0 0,0 0 1 0 0,0 0-1 0 0,0 0 0 0 0,-1 0 0 0 0,-4 7-40 0 0,1-1 1 0 0,-1 1-1 0 0,1 0 0 0 0,1 0 0 0 0,-1 0 0 0 0,1 0 0 0 0,0 1 1 0 0,1-1-1 0 0,0 1 0 0 0,-3 15 0 0 0,5-15 25 0 0,0 0 1 0 0,0 0-1 0 0,1 0 1 0 0,-1 0-1 0 0,2 0 0 0 0,-1 0 1 0 0,1 0-1 0 0,1 0 1 0 0,-1 0-1 0 0,1-1 0 0 0,0 1 1 0 0,1-1-1 0 0,0 0 0 0 0,0 0 1 0 0,1 0-1 0 0,0-1 1 0 0,0 1-1 0 0,0-1 0 0 0,1 0 1 0 0,0-1-1 0 0,0 1 1 0 0,0-1-1 0 0,1-1 0 0 0,0 1 1 0 0,0-1-1 0 0,0 0 1 0 0,0 0-1 0 0,0-1 0 0 0,1 0 1 0 0,0-1-1 0 0,12 4 1 0 0,-14-6 46 0 0,-1 0 1 0 0,0 0 0 0 0,1 0 0 0 0,-1 0-1 0 0,0-1 1 0 0,1 0 0 0 0,-1 0 0 0 0,0-1-1 0 0,0 1 1 0 0,0-1 0 0 0,8-4 0 0 0,51-31 1315 0 0,-54 31-892 0 0,-2 0 21 0 0,27-21 1380 0 0,-34 26-1688 0 0,24-23 1208 0 0,-23-25-803 0 0,-2 48-570 0 0,1-6 155 0 0,-8 22-2632 0 0,3 0 2255 0 0,1 1 0 0 0,1 0 1 0 0,0 1-1 0 0,1-1 0 0 0,1 0 1 0 0,3 31-1 0 0,26 126-310 0 0,-17-115 341 0 0,7 73-131 0 0,-16-107 573 0 0,-1-8-871 0 0,-8-34-5443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4.807"/>
    </inkml:context>
    <inkml:brush xml:id="br0">
      <inkml:brushProperty name="width" value="0.1" units="cm"/>
      <inkml:brushProperty name="height" value="0.1" units="cm"/>
      <inkml:brushProperty name="color" value="#FFC114"/>
    </inkml:brush>
  </inkml:definitions>
  <inkml:trace contextRef="#ctx0" brushRef="#br0">941 123 6381 0 0,'-13'-30'-436'0'0,"-4"18"723"0"0,11 8-246 0 0,0 0 1 0 0,0 0-1 0 0,0 0 0 0 0,-1 1 0 0 0,1 0 0 0 0,-1 0 1 0 0,-8-2-1 0 0,-23-6 22 0 0,14 4-61 0 0,0 2-1 0 0,0 0 1 0 0,0 1-1 0 0,-1 2 1 0 0,-41 0 0 0 0,41 2-14 0 0,1 1-1 0 0,0 1 1 0 0,0 1 0 0 0,0 2 0 0 0,0 0 0 0 0,0 2 0 0 0,1 0 0 0 0,0 1 0 0 0,1 2 0 0 0,0 0 0 0 0,-39 26 0 0 0,23-11-22 0 0,1 2-1 0 0,-47 46 1 0 0,67-56 17 0 0,1 0 0 0 0,0 1 1 0 0,2 1-1 0 0,0 0 0 0 0,1 1 1 0 0,-16 33-1 0 0,23-36-15 0 0,0 0 0 0 0,2 1 0 0 0,0-1 0 0 0,0 1 0 0 0,2 0 0 0 0,0-1 1 0 0,1 1-1 0 0,1 0 0 0 0,5 36 0 0 0,4 9-24 0 0,26 87 1 0 0,-34-145 54 0 0,5 13-1 0 0,0 0 0 0 0,1 0-1 0 0,1-1 1 0 0,1 0 0 0 0,0 0 0 0 0,1-1-1 0 0,1 0 1 0 0,0-1 0 0 0,1 0 0 0 0,1-1-1 0 0,0 0 1 0 0,1-1 0 0 0,1-1 0 0 0,0 0-1 0 0,0-1 1 0 0,1 0 0 0 0,1-2 0 0 0,-1 0-1 0 0,24 9 1 0 0,-4-4 25 0 0,1-2 0 0 0,0-1 0 0 0,1-2 0 0 0,1-1 0 0 0,-1-2 1 0 0,1-2-1 0 0,0-1 0 0 0,59-5 0 0 0,-69-1 55 0 0,1-1 0 0 0,-1-2 0 0 0,56-18-1 0 0,81-42 430 0 0,-133 51 0 0 0,-1-1 1 0 0,0-2-1 0 0,-1-1 1 0 0,-1-1-1 0 0,-1-2 1 0 0,47-45-1 0 0,-65 54-313 0 0,0-1 0 0 0,-2 1 0 0 0,0-1 0 0 0,0-1-1 0 0,-2 0 1 0 0,1 0 0 0 0,-2-1 0 0 0,0 1 0 0 0,-1-1-1 0 0,-1-1 1 0 0,0 1 0 0 0,-1-1 0 0 0,-1 1 0 0 0,0-1 0 0 0,-2 0-1 0 0,0 0 1 0 0,0 1 0 0 0,-2-1 0 0 0,-4-21 0 0 0,-1 12 29 0 0,-2 1 1 0 0,-1 0 0 0 0,-26-47-1 0 0,18 38-119 0 0,7 13-84 0 0,-1 0 1 0 0,-1 2-1 0 0,-1-1 0 0 0,-1 2 0 0 0,-1 0 0 0 0,0 1 0 0 0,-1 0 0 0 0,-1 1 0 0 0,-31-21 0 0 0,-131-77 722 0 0,83 71-2595 0 0,77 36-1351 0 0,0 1 0 0 0,-40-6 1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9.770"/>
    </inkml:context>
    <inkml:brush xml:id="br0">
      <inkml:brushProperty name="width" value="0.1" units="cm"/>
      <inkml:brushProperty name="height" value="0.1" units="cm"/>
      <inkml:brushProperty name="color" value="#FFC114"/>
    </inkml:brush>
  </inkml:definitions>
  <inkml:trace contextRef="#ctx0" brushRef="#br0">250 1 6193 0 0,'0'0'2370'0'0,"-7"2"-2352"0"0,-4 4-20 0 0,-1 1 0 0 0,1 0 0 0 0,0 0-1 0 0,1 1 1 0 0,0 0 0 0 0,0 1 0 0 0,1 0 0 0 0,-10 12 0 0 0,-11 18-88 0 0,-32 52 1 0 0,55-79 51 0 0,1 0 0 0 0,0 0 0 0 0,0 1 0 0 0,2 0 0 0 0,-1-1 0 0 0,2 2 0 0 0,-1-1 0 0 0,2 0 0 0 0,-2 24 0 0 0,4-33 20 0 0,0 0 0 0 0,1 0 0 0 0,-1 0 0 0 0,1 0 1 0 0,0 0-1 0 0,0 0 0 0 0,1-1 0 0 0,-1 1 0 0 0,1 0 1 0 0,0-1-1 0 0,0 1 0 0 0,0-1 0 0 0,0 1 0 0 0,1-1 0 0 0,-1 0 1 0 0,1 0-1 0 0,0 0 0 0 0,0-1 0 0 0,0 1 0 0 0,0 0 1 0 0,0-1-1 0 0,1 0 0 0 0,6 4 0 0 0,8 2-11 0 0,1-1 0 0 0,-1 0 0 0 0,36 8 0 0 0,-6-2-10 0 0,-3 4 43 0 0,-44-16-15 0 0,8 1-12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0.531"/>
    </inkml:context>
    <inkml:brush xml:id="br0">
      <inkml:brushProperty name="width" value="0.1" units="cm"/>
      <inkml:brushProperty name="height" value="0.1" units="cm"/>
      <inkml:brushProperty name="color" value="#FFC114"/>
    </inkml:brush>
  </inkml:definitions>
  <inkml:trace contextRef="#ctx0" brushRef="#br0">1 43 4504 0 0,'0'0'-224'0'0,"11"-8"-942"0"0,32 2 1120 0 0,80 0 0 0 0,-116 6 35 0 0,44-5 191 0 0,-14-1-115 0 0,-35 5-507 0 0,0-1-294 0 0,7-6 514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1.354"/>
    </inkml:context>
    <inkml:brush xml:id="br0">
      <inkml:brushProperty name="width" value="0.1" units="cm"/>
      <inkml:brushProperty name="height" value="0.1" units="cm"/>
      <inkml:brushProperty name="color" value="#FFC114"/>
    </inkml:brush>
  </inkml:definitions>
  <inkml:trace contextRef="#ctx0" brushRef="#br0">106 7 2704 0 0,'0'0'120'0'0,"-1"0"-77"0"0,1 0 0 0 0,0 0 0 0 0,0 0-1 0 0,0 0 1 0 0,-1 0 0 0 0,1 0 0 0 0,0 0-1 0 0,0 0 1 0 0,0 0 0 0 0,0 0 0 0 0,-1 0-1 0 0,1 0 1 0 0,0 0 0 0 0,0 0 0 0 0,0 0-1 0 0,0 0 1 0 0,-1-1 0 0 0,1 1 0 0 0,0 0 0 0 0,0 0-1 0 0,0 0 1 0 0,0 0 0 0 0,0 0 0 0 0,0 0-1 0 0,-1-1 1 0 0,1 1 0 0 0,0 0 0 0 0,0 0-1 0 0,0 0 1 0 0,0 0 0 0 0,0 0 0 0 0,0-1-1 0 0,0 1 1 0 0,0 0 0 0 0,0 0 0 0 0,0 0 0 0 0,0-1-1 0 0,0 1 1 0 0,0 0 0 0 0,0 0 0 0 0,0 0-1 0 0,0 0 1 0 0,0-1 0 0 0,0 1 0 0 0,0 0-1 0 0,0 0 1 0 0,0 0 0 0 0,0 0 0 0 0,0-1-1 0 0,0 1 1 0 0,0 0 0 0 0,0 0 0 0 0,0 0 0 0 0,0 0-1 0 0,1-1 1 0 0,-1 1 0 0 0,-8 4-41 0 0,1 0 0 0 0,0 0 0 0 0,0 0 0 0 0,0 1 0 0 0,0 0 0 0 0,1 1-1 0 0,0-1 1 0 0,0 1 0 0 0,1 0 0 0 0,-1 1 0 0 0,1-1 0 0 0,1 1 0 0 0,-5 8 0 0 0,7-12-11 0 0,1 0 1 0 0,-1-1-1 0 0,1 1 1 0 0,0 0-1 0 0,0 0 0 0 0,0 0 1 0 0,0 1-1 0 0,1-1 0 0 0,-1 0 1 0 0,1 0-1 0 0,0 0 0 0 0,0 0 1 0 0,0 1-1 0 0,0-1 0 0 0,0 0 1 0 0,1 0-1 0 0,0 0 0 0 0,-1 0 1 0 0,1 0-1 0 0,0 0 0 0 0,1 0 1 0 0,-1 0-1 0 0,0 0 0 0 0,1 0 1 0 0,0 0-1 0 0,-1-1 1 0 0,4 4-1 0 0,0-1 4 0 0,1 0 1 0 0,0 0-1 0 0,1-1 1 0 0,-1 0 0 0 0,1 0-1 0 0,0 0 1 0 0,0-1-1 0 0,0 0 1 0 0,0-1-1 0 0,9 3 1 0 0,-11-3 82 0 0,1 0 0 0 0,-1 0 0 0 0,1 0 0 0 0,0-1 0 0 0,0 0 0 0 0,0 0 0 0 0,0-1 0 0 0,0 1 1 0 0,-1-1-1 0 0,1 0 0 0 0,0-1 0 0 0,0 0 0 0 0,0 0 0 0 0,0 0 0 0 0,0 0 0 0 0,-1-1 0 0 0,1 0 0 0 0,0 0 0 0 0,-1-1 1 0 0,0 1-1 0 0,0-1 0 0 0,1-1 0 0 0,-2 1 0 0 0,9-7 0 0 0,-11 7 7 0 0,0 1 1 0 0,0-1 0 0 0,0 1-1 0 0,0-1 1 0 0,-1 0-1 0 0,1 1 1 0 0,-1-1-1 0 0,0 0 1 0 0,0 0-1 0 0,0 0 1 0 0,0 0-1 0 0,0 0 1 0 0,-1 0-1 0 0,1 0 1 0 0,-1-1-1 0 0,0 1 1 0 0,0 0-1 0 0,0 0 1 0 0,0 0 0 0 0,0 0-1 0 0,-1 0 1 0 0,0 0-1 0 0,1 0 1 0 0,-1 0-1 0 0,0 0 1 0 0,-1 0-1 0 0,1 0 1 0 0,0 0-1 0 0,-1 0 1 0 0,0 1-1 0 0,-2-4 1 0 0,-29-34 280 0 0,32 39-355 0 0,-1 0-3 0 0,-4-2-13 0 0,1 1 0 0 0,-1-1-1 0 0,0 1 1 0 0,0 0 0 0 0,0 1 0 0 0,-9-2-1 0 0,1 1-3 0 0,11 1-10 0 0,-6-3-115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1.973"/>
    </inkml:context>
    <inkml:brush xml:id="br0">
      <inkml:brushProperty name="width" value="0.1" units="cm"/>
      <inkml:brushProperty name="height" value="0.1" units="cm"/>
      <inkml:brushProperty name="color" value="#FFC114"/>
    </inkml:brush>
  </inkml:definitions>
  <inkml:trace contextRef="#ctx0" brushRef="#br0">17 0 5889 0 0,'-17'36'-945'0'0,"17"-27"-637"0"0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2.463"/>
    </inkml:context>
    <inkml:brush xml:id="br0">
      <inkml:brushProperty name="width" value="0.1" units="cm"/>
      <inkml:brushProperty name="height" value="0.1" units="cm"/>
      <inkml:brushProperty name="color" value="#FFC114"/>
    </inkml:brush>
  </inkml:definitions>
  <inkml:trace contextRef="#ctx0" brushRef="#br0">0 20 4772 0 0,'0'0'100'0'0,"9"-15"1192"0"0,-2 11-235 0 0,4 28-1138 0 0,-1 0 1 0 0,12 42-1 0 0,-13-34 45 0 0,19 40 0 0 0,-17-25 88 0 0,-11-46-25 0 0,5 9 55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2.748"/>
    </inkml:context>
    <inkml:brush xml:id="br0">
      <inkml:brushProperty name="width" value="0.1" units="cm"/>
      <inkml:brushProperty name="height" value="0.1" units="cm"/>
      <inkml:brushProperty name="color" value="#FFC114"/>
    </inkml:brush>
  </inkml:definitions>
  <inkml:trace contextRef="#ctx0" brushRef="#br0">162 1 4656 0 0,'2'0'-47'0'0,"-1"1"0"0"0,1 0-1 0 0,-1 1 1 0 0,0-1 0 0 0,1 0-1 0 0,-1 0 1 0 0,0 1 0 0 0,0-1-1 0 0,0 0 1 0 0,0 1 0 0 0,0-1-1 0 0,0 1 1 0 0,0 0 0 0 0,0-1-1 0 0,-1 1 1 0 0,1-1 0 0 0,0 1-1 0 0,-1 0 1 0 0,0 0 0 0 0,1-1-1 0 0,-1 1 1 0 0,0 3 0 0 0,0 0 17 0 0,-1-1 0 0 0,1 1 0 0 0,-1 0 0 0 0,0-1 0 0 0,-1 1 0 0 0,1-1 0 0 0,-1 0 0 0 0,-3 8 0 0 0,-2-1 50 0 0,0 1-1 0 0,0-1 0 0 0,-1-1 1 0 0,-1 1-1 0 0,-13 13 0 0 0,15-18 10 0 0,0 1 0 0 0,-1-1 0 0 0,0 0 0 0 0,0 0 0 0 0,0-1 1 0 0,-1 0-1 0 0,0 0 0 0 0,0-1 0 0 0,0 0 0 0 0,-14 3 0 0 0,21-7-454 0 0,-1-17-1948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3.716"/>
    </inkml:context>
    <inkml:brush xml:id="br0">
      <inkml:brushProperty name="width" value="0.1" units="cm"/>
      <inkml:brushProperty name="height" value="0.1" units="cm"/>
      <inkml:brushProperty name="color" value="#FFC114"/>
    </inkml:brush>
  </inkml:definitions>
  <inkml:trace contextRef="#ctx0" brushRef="#br0">1 62 1960 0 0,'0'0'80'0'0,"1"-21"4143"0"0,3 17-4199 0 0,1 1 1 0 0,0 0 0 0 0,0 0-1 0 0,0 0 1 0 0,0 0 0 0 0,0 1-1 0 0,1 0 1 0 0,-1 0 0 0 0,1 0-1 0 0,7-1 1 0 0,3 0-28 0 0,0 0 1 0 0,0 1-1 0 0,17 0 0 0 0,-20 2-43 0 0,-3-1-3 0 0,-1 1 1 0 0,1 1-1 0 0,0 0 1 0 0,14 3-1 0 0,-21-3 28 0 0,-1-1-1 0 0,1 2 1 0 0,0-1-1 0 0,-1 0 1 0 0,1 0-1 0 0,0 1 1 0 0,-1 0-1 0 0,1-1 1 0 0,-1 1-1 0 0,0 0 0 0 0,0 0 1 0 0,0 0-1 0 0,0 0 1 0 0,0 1-1 0 0,0-1 1 0 0,0 1-1 0 0,-1-1 1 0 0,1 1-1 0 0,0 3 1 0 0,-1-3 14 0 0,0 1-1 0 0,0-1 1 0 0,-1 1-1 0 0,0-1 1 0 0,0 1 0 0 0,0 0-1 0 0,0-1 1 0 0,0 1 0 0 0,-1-1-1 0 0,1 1 1 0 0,-1 0 0 0 0,0-1-1 0 0,0 0 1 0 0,-1 1 0 0 0,1-1-1 0 0,-1 0 1 0 0,1 1 0 0 0,-1-1-1 0 0,0 0 1 0 0,-4 4-1 0 0,-6 9 5 0 0,0-1 0 0 0,-19 19 0 0 0,27-30 4 0 0,-47 59 27 0 0,50-62-18 0 0,22 9 4 0 0,16-8-18 0 0,-1-1 1 0 0,62-9 0 0 0,-95 8-11 0 0,46 7-2801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3.969"/>
    </inkml:context>
    <inkml:brush xml:id="br0">
      <inkml:brushProperty name="width" value="0.1" units="cm"/>
      <inkml:brushProperty name="height" value="0.1" units="cm"/>
      <inkml:brushProperty name="color" value="#FFC114"/>
    </inkml:brush>
  </inkml:definitions>
  <inkml:trace contextRef="#ctx0" brushRef="#br0">225 1 3580 0 0,'1'2'-57'0'0,"0"1"0"0"0,0 0-1 0 0,-1 0 1 0 0,1-1-1 0 0,-1 1 1 0 0,0 0 0 0 0,0 0-1 0 0,0-1 1 0 0,0 1 0 0 0,0 0-1 0 0,0 0 1 0 0,-1 0 0 0 0,0-1-1 0 0,1 1 1 0 0,-1 0-1 0 0,0-1 1 0 0,-2 4 0 0 0,0 0 39 0 0,-1-1 0 0 0,1 0 0 0 0,-1 1 0 0 0,0-2 0 0 0,-1 1 0 0 0,1 0 0 0 0,-8 5 0 0 0,-10 6 169 0 0,0-2 0 0 0,-45 23 0 0 0,48-27-206 0 0,10-5-26 0 0,-23 8-1154 0 0,20-11 701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5.047"/>
    </inkml:context>
    <inkml:brush xml:id="br0">
      <inkml:brushProperty name="width" value="0.1" units="cm"/>
      <inkml:brushProperty name="height" value="0.1" units="cm"/>
      <inkml:brushProperty name="color" value="#FFC114"/>
    </inkml:brush>
  </inkml:definitions>
  <inkml:trace contextRef="#ctx0" brushRef="#br0">106 7 1884 0 0,'0'0'227'0'0,"-4"-6"-95"0"0,-3 6 2809 0 0,-15 5-2931 0 0,14-3 2 0 0,2 0-32 0 0,0 0 1 0 0,0 1-1 0 0,1 0 1 0 0,-1 0-1 0 0,1 0 0 0 0,-1 1 1 0 0,1 0-1 0 0,-7 7 1 0 0,6-6-30 0 0,5-4 21 0 0,0 21-125 0 0,4-19 151 0 0,0 0-1 0 0,1 1 1 0 0,-1-1-1 0 0,1-1 1 0 0,0 1-1 0 0,0 0 0 0 0,0-1 1 0 0,0 0-1 0 0,0 0 1 0 0,6 2-1 0 0,57 18-31 0 0,-31-11 32 0 0,-17-4-25 0 0,0 0 0 0 0,-1 0-1 0 0,0 2 1 0 0,0 0-1 0 0,-1 2 1 0 0,28 20-1 0 0,-43-29 23 0 0,0 0 0 0 0,0 0 0 0 0,0 0 0 0 0,0 0 0 0 0,0 1 0 0 0,-1-1 0 0 0,1 1 0 0 0,-1-1 0 0 0,0 1-1 0 0,0-1 1 0 0,1 4 0 0 0,-1-5 4 0 0,-1 0 9 0 0,-19 22 141 0 0,12-20-68 0 0,0 0 0 0 0,-1-1 0 0 0,0 0 1 0 0,1 0-1 0 0,-1-1 0 0 0,0 0 0 0 0,0 0 0 0 0,0-1 0 0 0,0 0 0 0 0,-14-2 0 0 0,-8 1 233 0 0,27 1-208 0 0,-24-13-152 0 0,15-5-2674 0 0,10 4 1391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5.412"/>
    </inkml:context>
    <inkml:brush xml:id="br0">
      <inkml:brushProperty name="width" value="0.1" units="cm"/>
      <inkml:brushProperty name="height" value="0.1" units="cm"/>
      <inkml:brushProperty name="color" value="#FFC114"/>
    </inkml:brush>
  </inkml:definitions>
  <inkml:trace contextRef="#ctx0" brushRef="#br0">1 47 4164 0 0,'0'0'-149'0'0,"0"-1"-106"0"0,-1 0 241 0 0,1 1-1 0 0,0-1 1 0 0,0 1-1 0 0,0-1 1 0 0,0 1-1 0 0,0-1 1 0 0,0 1-1 0 0,0-1 0 0 0,0 0 1 0 0,0 1-1 0 0,0-1 1 0 0,1 1-1 0 0,-1-1 1 0 0,0 1-1 0 0,0-1 1 0 0,0 1-1 0 0,1-1 1 0 0,-1 1-1 0 0,0-1 1 0 0,1 1-1 0 0,0-1 1 0 0,148-30-538 0 0,-148 31 535 0 0,32-3-1373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5.983"/>
    </inkml:context>
    <inkml:brush xml:id="br0">
      <inkml:brushProperty name="width" value="0.1" units="cm"/>
      <inkml:brushProperty name="height" value="0.1" units="cm"/>
      <inkml:brushProperty name="color" value="#FFC114"/>
    </inkml:brush>
  </inkml:definitions>
  <inkml:trace contextRef="#ctx0" brushRef="#br0">6 10 1884 0 0,'-2'2'65'0'0,"-2"4"1150"0"0,4-6-1205 0 0,0 1 0 0 0,0 0-1 0 0,0-1 1 0 0,0 1-1 0 0,0-1 1 0 0,0 1 0 0 0,0-1-1 0 0,0 1 1 0 0,0-1-1 0 0,0 1 1 0 0,1-1 0 0 0,-1 1-1 0 0,0 0 1 0 0,0-1-1 0 0,0 1 1 0 0,1-1 0 0 0,-1 1-1 0 0,0-1 1 0 0,0 0 0 0 0,1 1-1 0 0,-1-1 1 0 0,1 1-1 0 0,-1-1 1 0 0,0 0 0 0 0,1 1-1 0 0,-1-1 1 0 0,1 1-1 0 0,-1-1 1 0 0,1 0 0 0 0,-1 0-1 0 0,1 1 1 0 0,-1-1 0 0 0,1 0-1 0 0,-1 0 1 0 0,1 0-1 0 0,-1 0 1 0 0,1 1 0 0 0,-1-1-1 0 0,1 0 1 0 0,-1 0-1 0 0,1 0 1 0 0,0 0 0 0 0,-1 0-1 0 0,1 0 1 0 0,-1-1-1 0 0,1 1 1 0 0,-1 0 0 0 0,1 0-1 0 0,-1 0 1 0 0,1 0 0 0 0,0-1-1 0 0,37-18 176 0 0,-17 7 248 0 0,-19 12-123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6.442"/>
    </inkml:context>
    <inkml:brush xml:id="br0">
      <inkml:brushProperty name="width" value="0.1" units="cm"/>
      <inkml:brushProperty name="height" value="0.1" units="cm"/>
      <inkml:brushProperty name="color" value="#FFC114"/>
    </inkml:brush>
  </inkml:definitions>
  <inkml:trace contextRef="#ctx0" brushRef="#br0">2 15 3128 0 0,'0'0'132'0'0,"-1"-14"4360"0"0,62 326-4627 0 0,-59-283 394 0 0,-3-18-4159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6.743"/>
    </inkml:context>
    <inkml:brush xml:id="br0">
      <inkml:brushProperty name="width" value="0.1" units="cm"/>
      <inkml:brushProperty name="height" value="0.1" units="cm"/>
      <inkml:brushProperty name="color" value="#FFC114"/>
    </inkml:brush>
  </inkml:definitions>
  <inkml:trace contextRef="#ctx0" brushRef="#br0">182 1 5096 0 0,'-3'7'-336'0'0,"-5"3"76"0"0,2-3 32 0 0,-5 3 56 0 0,0 0 12 0 0,-5 3 52 0 0,-1-4 32 0 0,4 1-24 0 0,-4 0 28 0 0,1 0-4 0 0,-1 0 20 0 0,6-3 36 0 0,-2-2-52 0 0,2 0-108 0 0,0 0-1152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9.359"/>
    </inkml:context>
    <inkml:brush xml:id="br0">
      <inkml:brushProperty name="width" value="0.1" units="cm"/>
      <inkml:brushProperty name="height" value="0.1" units="cm"/>
      <inkml:brushProperty name="color" value="#FFC114"/>
    </inkml:brush>
  </inkml:definitions>
  <inkml:trace contextRef="#ctx0" brushRef="#br0">75 0 2464 0 0,'0'0'2187'0'0,"6"2"-2203"0"0,71 16-69 0 0,49 31-186 0 0,-122-46 256 0 0,1 0-1 0 0,-1 1 1 0 0,0 0 0 0 0,-1 0-1 0 0,1 0 1 0 0,0 1 0 0 0,-1-1-1 0 0,0 1 1 0 0,4 8 0 0 0,-2-4-2 0 0,-1-1 0 0 0,0 1 1 0 0,-1 1-1 0 0,0-1 1 0 0,0 0-1 0 0,2 17 0 0 0,5 17-22 0 0,-8-35 41 0 0,1 1-1 0 0,-2-1 0 0 0,1 1 1 0 0,-2 0-1 0 0,1 0 0 0 0,-1-1 1 0 0,0 1-1 0 0,-1 0 0 0 0,0-1 1 0 0,0 1-1 0 0,-4 11 0 0 0,2-8 11 0 0,-1 1-1 0 0,0-1 0 0 0,-1 0 1 0 0,-1 0-1 0 0,0-1 0 0 0,-12 19 1 0 0,-7-1 15 0 0,17-21-17 0 0,1 1 0 0 0,0 1-1 0 0,0-1 1 0 0,-8 15 0 0 0,13-21-5 0 0,-1 1 1 0 0,1 0 0 0 0,-1-1-1 0 0,0 0 1 0 0,0 0-1 0 0,0 0 1 0 0,-1 0 0 0 0,1 0-1 0 0,-8 4 1 0 0,-18 16 23 0 0,6-5-22 0 0,14-13 5 0 0,8-4-28 0 0,-42 27 104 0 0,-17 2-44 0 0,58-29-38 0 0,0 0 10 0 0,-7 0-14 0 0,-2 4 50 0 0,3-1 8 0 0,-4 0-36 0 0,10-4 46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17.136"/>
    </inkml:context>
    <inkml:brush xml:id="br0">
      <inkml:brushProperty name="width" value="0.1" units="cm"/>
      <inkml:brushProperty name="height" value="0.1" units="cm"/>
      <inkml:brushProperty name="color" value="#66CC00"/>
    </inkml:brush>
  </inkml:definitions>
  <inkml:trace contextRef="#ctx0" brushRef="#br0">0 2616 6525 0 0,'0'0'2058'0'0,"5"-2"-2052"0"0,468-198 487 0 0,-386 161-357 0 0,316-155 1344 0 0,-323 150-559 0 0,114-82 0 0 0,147-131 441 0 0,-251 184-972 0 0,-3-5 0 0 0,92-107 0 0 0,-23 22-319 0 0,-82 89-38 0 0,85-82 24 0 0,208-211-36 0 0,-193 146 57 0 0,-156 196-66 0 0,0 1 6 0 0,-1-1-1 0 0,-1 0 1 0 0,22-52 0 0 0,-35 67-25 0 0,1 0 1 0 0,0 1-1 0 0,1-1 1 0 0,-1 1-1 0 0,2 0 1 0 0,8-11-1 0 0,13-24-7 0 0,-23 34 11 0 0,1 1-1 0 0,1 0 0 0 0,-1 0 1 0 0,1 1-1 0 0,10-11 0 0 0,-11 15 1 0 0,-1-1 0 0 0,0 0 0 0 0,-1 0 0 0 0,1 0 0 0 0,-1-1 0 0 0,4-8-1 0 0,-6 13 4 0 0,19-23-46 0 0,-17 19 46 0 0,-2 4 8 0 0,-7 3-353 0 0,-22 4 324 0 0,21-4 5 0 0,-53 16-122 0 0,49-14 142 0 0,-290 97-94 0 0,178-57 94 0 0,122-43-12 0 0,-7 2 118 0 0,8-3-142 0 0,0 0 0 0 0,0 0 1 0 0,0 0-1 0 0,0 0 0 0 0,0 0 1 0 0,0 0-1 0 0,0-1 0 0 0,0 1 1 0 0,0 0-1 0 0,0 0 0 0 0,0 0 1 0 0,0 0-1 0 0,0 0 0 0 0,0 0 1 0 0,0 0-1 0 0,0 0 1 0 0,-1-1-349 0 0,15-9 309 0 0,0 0 1 0 0,1 2 0 0 0,0-1-1 0 0,1 2 1 0 0,27-10 0 0 0,96-22-170 0 0,-49 15 136 0 0,-63 16 90 0 0,-14 5 2 0 0,-1 0 0 0 0,0-1 0 0 0,16-8 0 0 0,-27 12 12 0 0,32-9-22 0 0,-24 6 14 0 0,-7 2 1 0 0,12 0 75 0 0,-14 1-82 0 0,0-1-1 0 0,1 1 1 0 0,-1 0-1 0 0,0 0 1 0 0,1 0-1 0 0,-1 0 1 0 0,0-1 0 0 0,1 1-1 0 0,-1 0 1 0 0,0 0-1 0 0,1 0 1 0 0,-1 0-1 0 0,0 0 1 0 0,1 0-1 0 0,-1 0 1 0 0,0 0-1 0 0,1 0 1 0 0,-1 0-1 0 0,0 0 1 0 0,1 0-1 0 0,-1 0 1 0 0,0 0-1 0 0,1 0 1 0 0,-1 1-1 0 0,0-1 1 0 0,1 0-1 0 0,-1 0 1 0 0,0 0-1 0 0,1 0 1 0 0,-1 1-1 0 0,0-1 1 0 0,0 0-1 0 0,1 0 1 0 0,-1 1 0 0 0,0-1-1 0 0,0 0 1 0 0,1 0-1 0 0,-1 1 1 0 0,0-1-1 0 0,0 0 1 0 0,0 1-1 0 0,0-1 1 0 0,1 0-1 0 0,-1 1 1 0 0,0-1-1 0 0,0 0 1 0 0,0 1-1 0 0,0-1 1 0 0,0 0-1 0 0,0 1 1 0 0,0-1-1 0 0,0 0 1 0 0,0 1-1 0 0,0-1 1 0 0,0 0-1 0 0,0 1 1 0 0,0-1-1 0 0,0 0 1 0 0,0 1-1 0 0,-1-1 1 0 0,1 0 0 0 0,0 1-1 0 0,0-1 1 0 0,-1 1-1 0 0,1 2-35 0 0,-5 61-299 0 0,7-16 134 0 0,17 90 1 0 0,-2-18 36 0 0,-11-68 100 0 0,4 59 42 0 0,-10-109 61 0 0,0 19 308 0 0,-4-13-3095 0 0,-1-4 1538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28.073"/>
    </inkml:context>
    <inkml:brush xml:id="br0">
      <inkml:brushProperty name="width" value="0.1" units="cm"/>
      <inkml:brushProperty name="height" value="0.1" units="cm"/>
      <inkml:brushProperty name="color" value="#00A0D7"/>
    </inkml:brush>
  </inkml:definitions>
  <inkml:trace contextRef="#ctx0" brushRef="#br0">1904 0 7285 0 0,'0'0'-274'0'0,"-6"3"154"0"0,-30 14 339 0 0,1 2 0 0 0,0 1-1 0 0,2 2 1 0 0,-51 44 0 0 0,51-41-142 0 0,-169 138 816 0 0,-281 293 1 0 0,369-338-645 0 0,-178 200 418 0 0,248-263-523 0 0,3 1 0 0 0,2 2-1 0 0,2 2 1 0 0,-32 72 0 0 0,-41 90 80 0 0,-29 27-4 0 0,116-212-175 0 0,18-30-33 0 0,0 0 0 0 0,1 0-1 0 0,0 0 1 0 0,0 0 0 0 0,1 1 0 0 0,-1-1 0 0 0,-1 11 0 0 0,4-16-15 0 0,-12 17 985 0 0,27-178-596 0 0,13-249-84 0 0,-36 313-292 0 0,9 93-21 0 0,-6-15-269 0 0,-2 51 277 0 0,1 0 0 0 0,2 1 0 0 0,2-1 1 0 0,1 1-1 0 0,3 42 0 0 0,27 178 15 0 0,-20-202-13 0 0,-1-13 39 0 0,15 46-1 0 0,-16-64 49 0 0,-5-22-83 0 0,-1 1-1 0 0,1-1 1 0 0,0 1-1 0 0,-1-1 0 0 0,1 0 1 0 0,0 1-1 0 0,-1-1 1 0 0,1 0-1 0 0,0 0 1 0 0,0 1-1 0 0,0-1 0 0 0,-1 0 1 0 0,1 0-1 0 0,0 0 1 0 0,0 0-1 0 0,0 0 1 0 0,-1 0-1 0 0,1 0 0 0 0,0 0 1 0 0,0 0-1 0 0,-1 0 1 0 0,1-1-1 0 0,0 1 1 0 0,0 0-1 0 0,-1-1 1 0 0,1 1-1 0 0,0 0 0 0 0,1-1 1 0 0,26-11 11 0 0,-25 11-11 0 0,293-143 39 0 0,-123 55-28 0 0,150-59-108 0 0,-322 148 70 0 0,-1-1 0 0 0,1 1 0 0 0,-1 0 0 0 0,1 0 0 0 0,-1 0 0 0 0,1-1 0 0 0,0 1 0 0 0,-1 0-1 0 0,1 0 1 0 0,-1 0 0 0 0,1 0 0 0 0,-1 0 0 0 0,1 0 0 0 0,0 0 0 0 0,-1 0 0 0 0,1 0 0 0 0,-1 0 0 0 0,1 0 0 0 0,0 0-1 0 0,-1 0 1 0 0,1 1 0 0 0,-1-1 0 0 0,1 0 0 0 0,-1 0 0 0 0,1 1 0 0 0,-1-1 0 0 0,1 0 0 0 0,-1 1 0 0 0,1-1-1 0 0,-1 1 1 0 0,1-1 0 0 0,-1 0 0 0 0,0 1 0 0 0,1-1 0 0 0,-1 1 0 0 0,0-1 0 0 0,1 1 0 0 0,-1-1 0 0 0,0 1 0 0 0,1-1-1 0 0,-1 1 1 0 0,0 0 0 0 0,0-1 0 0 0,0 1 0 0 0,0-1 0 0 0,0 1 0 0 0,0 0 0 0 0,0-1 0 0 0,0 1 0 0 0,0-1 0 0 0,0 1-1 0 0,0 0 1 0 0,0-1 0 0 0,0 1 0 0 0,0-1 0 0 0,0 1 0 0 0,0-1 0 0 0,-1 1 0 0 0,1-1 0 0 0,0 1 0 0 0,-1 0 0 0 0,1-1-1 0 0,0 1 1 0 0,-1-1 0 0 0,1 0 0 0 0,-1 1 0 0 0,0 2-565 0 0,17-29-5869 0 0,1 3 3316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29.499"/>
    </inkml:context>
    <inkml:brush xml:id="br0">
      <inkml:brushProperty name="width" value="0.1" units="cm"/>
      <inkml:brushProperty name="height" value="0.1" units="cm"/>
      <inkml:brushProperty name="color" value="#00A0D7"/>
    </inkml:brush>
  </inkml:definitions>
  <inkml:trace contextRef="#ctx0" brushRef="#br0">329 54 6617 0 0,'17'-31'-574'0'0,"-16"29"561"0"0,2-13 569 0 0,-3 15-543 0 0,0 0 0 0 0,0 0 0 0 0,0 0 0 0 0,0 0 0 0 0,-1 0 0 0 0,1 0 0 0 0,0 0 0 0 0,0 0 0 0 0,0 0 0 0 0,0 0 0 0 0,0 0 1 0 0,-1 0-1 0 0,1 0 0 0 0,0 0 0 0 0,0 0 0 0 0,0 0 0 0 0,0 0 0 0 0,0 0 0 0 0,0 0 0 0 0,-1 0 0 0 0,1 0 0 0 0,0 0 0 0 0,0 0 0 0 0,0 0 0 0 0,0 0 0 0 0,0-1 0 0 0,0 1 1 0 0,0 0-1 0 0,-1 0 0 0 0,1 0 0 0 0,0 0 0 0 0,0 0 0 0 0,0 0 0 0 0,0 0 0 0 0,0-1 0 0 0,0 1 0 0 0,0 0 0 0 0,0 0 0 0 0,0 0 0 0 0,0 0 0 0 0,0 0 0 0 0,0-1 1 0 0,0 1-1 0 0,0 0 0 0 0,0 0 0 0 0,0 0 0 0 0,0 0 0 0 0,0 0 0 0 0,0-1 0 0 0,0 1 0 0 0,0 0 0 0 0,0 0 0 0 0,0 0 0 0 0,0 0 0 0 0,0 0 0 0 0,0 0 0 0 0,0-1 0 0 0,0 1 1 0 0,0 0-1 0 0,1 0 0 0 0,-1 0 0 0 0,0 0 0 0 0,0 0 0 0 0,0 0 0 0 0,0 0 0 0 0,-6 6 9 0 0,1 1-1 0 0,-1 0 1 0 0,1 0-1 0 0,0 1 1 0 0,1-1-1 0 0,0 1 1 0 0,0 0-1 0 0,1 0 1 0 0,0 1-1 0 0,0-1 1 0 0,-2 17-1 0 0,-3 17 126 0 0,-2 52 0 0 0,5-41-41 0 0,-8 214 416 0 0,4-180 690 0 0,9-85-964 0 0,-3 1 67 0 0,3-3-300 0 0,0 0-1 0 0,0 1 1 0 0,0-1 0 0 0,0 0 0 0 0,0 0 0 0 0,0 1-1 0 0,-1-1 1 0 0,1 0 0 0 0,0 0 0 0 0,0 0 0 0 0,0 1-1 0 0,0-1 1 0 0,-1 0 0 0 0,1 0 0 0 0,0 0-1 0 0,0 0 1 0 0,-1 0 0 0 0,1 1 0 0 0,0-1 0 0 0,0 0-1 0 0,0 0 1 0 0,-1 0 0 0 0,1 0 0 0 0,0 0 0 0 0,0 0-1 0 0,-1 0 1 0 0,1 0 0 0 0,0 0 0 0 0,0 0-1 0 0,-1 0 1 0 0,1 0 0 0 0,0 0 0 0 0,0 0 0 0 0,-1 0-1 0 0,1 0 1 0 0,0 0 0 0 0,0 0 0 0 0,-1 0 0 0 0,1-1-1 0 0,0 1 1 0 0,0 0 0 0 0,-1 0 0 0 0,1 0-1 0 0,0 0 1 0 0,0-1 0 0 0,-10-4 72 0 0,0-1 0 0 0,0-1 0 0 0,1 1 0 0 0,0-2 0 0 0,1 1 0 0 0,-1-1 0 0 0,2 0 0 0 0,-14-18 0 0 0,-54-89 283 0 0,48 71-206 0 0,-9-16 19 0 0,35 59-198 0 0,-2-4-72 0 0,2 3 73 0 0,1 5-56 0 0,5 10 71 0 0,1-1 0 0 0,0-1-1 0 0,1 1 1 0 0,0-1 0 0 0,0 0 0 0 0,1-1 0 0 0,1 0-1 0 0,0 0 1 0 0,0-1 0 0 0,1 0 0 0 0,0 0-1 0 0,1-1 1 0 0,-1-1 0 0 0,1 0 0 0 0,1 0 0 0 0,0-1-1 0 0,18 7 1 0 0,-7-4 13 0 0,0-1 0 0 0,1-1 0 0 0,0-2 0 0 0,0 0-1 0 0,0-1 1 0 0,0-1 0 0 0,1-2 0 0 0,42-2 0 0 0,-49 0 8 0 0,0-1 1 0 0,0-1 0 0 0,0 0-1 0 0,-1-2 1 0 0,0 0-1 0 0,1 0 1 0 0,20-12 0 0 0,-22 7-12 0 0,-16 8-11 0 0,1 1-4 0 0,-6 0-160 0 0,-5 0-437 0 0,-17-3-393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31.718"/>
    </inkml:context>
    <inkml:brush xml:id="br0">
      <inkml:brushProperty name="width" value="0.1" units="cm"/>
      <inkml:brushProperty name="height" value="0.1" units="cm"/>
      <inkml:brushProperty name="color" value="#00A0D7"/>
    </inkml:brush>
  </inkml:definitions>
  <inkml:trace contextRef="#ctx0" brushRef="#br0">0 129 5905 0 0,'17'-33'-798'0'0,"-13"27"1036"0"0,-1 0 0 0 0,0 0 0 0 0,0-1 0 0 0,0 1 0 0 0,0-1 0 0 0,-1 0 0 0 0,0 0 0 0 0,-1 0 0 0 0,0 0 0 0 0,1-13 0 0 0,-2 20-228 0 0,0-1 0 0 0,1 1 0 0 0,-1-1 0 0 0,0 1 1 0 0,0-1-1 0 0,1 1 0 0 0,-1-1 0 0 0,0 1 0 0 0,1-1 0 0 0,-1 1 0 0 0,1-1 1 0 0,-1 1-1 0 0,1-1 0 0 0,-1 1 0 0 0,1 0 0 0 0,-1-1 0 0 0,1 1 1 0 0,-1 0-1 0 0,1 0 0 0 0,-1-1 0 0 0,1 1 0 0 0,-1 0 0 0 0,1 0 1 0 0,0 0-1 0 0,-1-1 0 0 0,1 1 0 0 0,-1 0 0 0 0,1 0 0 0 0,0 0 1 0 0,-1 0-1 0 0,1 0 0 0 0,-1 0 0 0 0,1 1 0 0 0,0-1 0 0 0,-1 0 0 0 0,1 0 1 0 0,-1 0-1 0 0,1 0 0 0 0,-1 1 0 0 0,1-1 0 0 0,0 1 0 0 0,33 9 25 0 0,-28-8-4 0 0,43 16 38 0 0,0 3-1 0 0,-1 1 1 0 0,77 49 0 0 0,119 109 130 0 0,-143-98 54 0 0,166 176 0 0 0,67 184 446 0 0,-321-424-677 0 0,15 26 98 0 0,-1 0 0 0 0,-3 2 0 0 0,36 93 1 0 0,30 155 541 0 0,-88-286-643 0 0,30 102 257 0 0,27 107 125 0 0,-49-173-305 0 0,-3 1 1 0 0,3 89-1 0 0,-15-46 32 0 0,-4 0 0 0 0,-37 159 0 0 0,5-35 126 0 0,15-19-37 0 0,-33 165-9 0 0,-75 122 138 0 0,114-410-306 0 0,12-42-3 0 0,0 1-1 0 0,-15 30 1 0 0,-1 23 211 0 0,24-80 132 0 0,0-2-363 0 0,0 1 0 0 0,0-1 0 0 0,0 0 0 0 0,0 0-1 0 0,0 0 1 0 0,0 1 0 0 0,0-1 0 0 0,0 0 0 0 0,0 0 0 0 0,0 1-1 0 0,0-1 1 0 0,0 0 0 0 0,0 0 0 0 0,-1 0 0 0 0,1 1 0 0 0,0-1-1 0 0,0 0 1 0 0,0 0 0 0 0,0 0 0 0 0,0 0 0 0 0,0 1-1 0 0,-1-1 1 0 0,1 0 0 0 0,0 0 0 0 0,0 0 0 0 0,0 0 0 0 0,0 0-1 0 0,-1 0 1 0 0,1 1 0 0 0,0-1 0 0 0,0 0 0 0 0,0 0 0 0 0,-1 0-1 0 0,1 0 1 0 0,0 0 0 0 0,0 0 0 0 0,0 0 0 0 0,-1 0 0 0 0,1 0-1 0 0,0 0 1 0 0,0 0 0 0 0,-1 0 0 0 0,1 0 0 0 0,0 0 0 0 0,0 0-1 0 0,0 0 1 0 0,-1 0 0 0 0,1 0 0 0 0,0 0 0 0 0,0-1-1 0 0,0 1 1 0 0,-1 0 0 0 0,1 0 0 0 0,0 0 0 0 0,0 0 0 0 0,0 0-1 0 0,0 0 1 0 0,-1-1 0 0 0,1 1 0 0 0,0 0 0 0 0,0 0 0 0 0,0-1-1 0 0,-13-17 78 0 0,1-1 0 0 0,0-1 0 0 0,2 0 0 0 0,1 0 0 0 0,0-1 0 0 0,-8-32-1 0 0,-19-41 3 0 0,-130-206 165 0 0,131 236-454 0 0,34 63 172 0 0,2 6-68 0 0,1-1 85 0 0,-1 1-1 0 0,1-1 1 0 0,0 0 0 0 0,1 1-1 0 0,-1-1 1 0 0,4 4 0 0 0,5 10-17 0 0,95 211-36 0 0,32 58 127 0 0,-134-280-66 0 0,15 24 87 0 0,-19-30-83 0 0,1 0 0 0 0,0 0-1 0 0,0 0 1 0 0,0 0 0 0 0,0 0 0 0 0,0 0 0 0 0,0 0 0 0 0,0-1-1 0 0,0 1 1 0 0,1 0 0 0 0,-1-1 0 0 0,0 1 0 0 0,0-1-1 0 0,0 1 1 0 0,1-1 0 0 0,-1 0 0 0 0,0 1 0 0 0,1-1 0 0 0,-1 0-1 0 0,0 0 1 0 0,1 0 0 0 0,-1 0 0 0 0,0 0 0 0 0,1 0 0 0 0,-1-1-1 0 0,2 1 1 0 0,53-22 38 0 0,-1-2 1 0 0,97-60-1 0 0,36-16-3 0 0,-107 54-63 0 0,-79 45 12 0 0,1-7-1077 0 0,1 0 0 0 0,-1 0 0 0 0,0 0 0 0 0,-1-1 0 0 0,0 1 0 0 0,-1-1-1 0 0,1 1 1 0 0,-2-1 0 0 0,1-11 0 0 0,-3-4-2634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45.045"/>
    </inkml:context>
    <inkml:brush xml:id="br0">
      <inkml:brushProperty name="width" value="0.1" units="cm"/>
      <inkml:brushProperty name="height" value="0.1" units="cm"/>
      <inkml:brushProperty name="color" value="#00A0D7"/>
    </inkml:brush>
  </inkml:definitions>
  <inkml:trace contextRef="#ctx0" brushRef="#br0">1 47 7049 0 0,'24'-35'3115'0'0,"-23"33"-2730"0"0,0 0-152 0 0,-1 2-225 0 0,0 0 0 0 0,1-1-1 0 0,-1 1 1 0 0,0 0 0 0 0,0-1-1 0 0,0 1 1 0 0,0 0 0 0 0,0-1 0 0 0,0 1-1 0 0,1 0 1 0 0,-1-1 0 0 0,0 1-1 0 0,0 0 1 0 0,0-1 0 0 0,1 1 0 0 0,-1 0-1 0 0,0 0 1 0 0,0-1 0 0 0,1 1 0 0 0,-1 0-1 0 0,0 0 1 0 0,1 0 0 0 0,-1-1-1 0 0,0 1 1 0 0,0 0 0 0 0,1 0 0 0 0,-1 0-1 0 0,0 0 1 0 0,1 0 0 0 0,-1 0-1 0 0,1 0 1 0 0,-1 0 0 0 0,0 0 0 0 0,1 0-1 0 0,-1 0 1 0 0,0 0 0 0 0,1 0 0 0 0,-1 0-1 0 0,0 0 1 0 0,1 0 0 0 0,-1 0-1 0 0,0 0 1 0 0,1 0 0 0 0,-1 0 0 0 0,0 1-1 0 0,1-1 1 0 0,4 33-83 0 0,-2 0-1 0 0,-1 1 1 0 0,-5 57-1 0 0,1-9 58 0 0,2-67 72 0 0,0 0 1 0 0,-1 1-1 0 0,0-1 0 0 0,-2 0 1 0 0,-5 23-1 0 0,7-36-23 0 0,1 6 142 0 0,14-31-9672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45.964"/>
    </inkml:context>
    <inkml:brush xml:id="br0">
      <inkml:brushProperty name="width" value="0.1" units="cm"/>
      <inkml:brushProperty name="height" value="0.1" units="cm"/>
      <inkml:brushProperty name="color" value="#00A0D7"/>
    </inkml:brush>
  </inkml:definitions>
  <inkml:trace contextRef="#ctx0" brushRef="#br0">868 83 6053 0 0,'2'-1'-9'0'0,"-1"0"1"0"0,0 0 0 0 0,1 0 0 0 0,-1 0 0 0 0,0 0 0 0 0,0 0 0 0 0,0 0-1 0 0,0 0 1 0 0,0 0 0 0 0,0-1 0 0 0,0 1 0 0 0,0 0 0 0 0,1-3 0 0 0,6-8 2682 0 0,-12 3-2011 0 0,4 8-645 0 0,0 1-1 0 0,0-1 1 0 0,0 0 0 0 0,0 1-1 0 0,-1-1 1 0 0,1 1 0 0 0,0-1 0 0 0,0 0-1 0 0,-1 1 1 0 0,1-1 0 0 0,0 1-1 0 0,-1-1 1 0 0,1 0 0 0 0,0 1 0 0 0,-1-1-1 0 0,1 1 1 0 0,-1 0 0 0 0,1-1-1 0 0,-1 1 1 0 0,1-1 0 0 0,-1 1 0 0 0,1 0-1 0 0,-1-1 1 0 0,0 1 0 0 0,1 0-1 0 0,-1-1 1 0 0,1 1 0 0 0,-1 0-1 0 0,0 0 1 0 0,0 0 0 0 0,-21-7 38 0 0,1 1 0 0 0,-1 0 0 0 0,-1 2 1 0 0,1 1-1 0 0,-1 1 0 0 0,1 1 0 0 0,-1 0 0 0 0,0 2 0 0 0,1 1 1 0 0,-23 4-1 0 0,12 0-75 0 0,1 2 1 0 0,0 1-1 0 0,0 1 1 0 0,1 2 0 0 0,0 1-1 0 0,-36 22 1 0 0,34-15-14 0 0,0 0 0 0 0,2 3 0 0 0,1 0 0 0 0,1 2 0 0 0,0 2 0 0 0,2 0 0 0 0,-39 53 0 0 0,56-66 0 0 0,1 1 0 0 0,1 0 0 0 0,0 0 0 0 0,1 1 0 0 0,0 0 0 0 0,2 0-1 0 0,0 0 1 0 0,-4 27 0 0 0,7-30 4 0 0,1 1 1 0 0,1-1-1 0 0,0 1 0 0 0,1 0 1 0 0,0-1-1 0 0,1 1 0 0 0,1-1 0 0 0,0 0 1 0 0,1 0-1 0 0,0 0 0 0 0,1 0 1 0 0,6 12-1 0 0,-1-10 8 0 0,-1 1 0 0 0,2-1 1 0 0,0 0-1 0 0,1-1 0 0 0,1-1 1 0 0,0 0-1 0 0,1 0 0 0 0,0-1 0 0 0,0-1 1 0 0,1-1-1 0 0,1 0 0 0 0,32 15 0 0 0,-12-9 20 0 0,0-1 0 0 0,2-2 0 0 0,-1-2 0 0 0,2-1 0 0 0,40 4 0 0 0,-58-10 72 0 0,-1-1 1 0 0,1-1 0 0 0,0-1-1 0 0,-1-1 1 0 0,1-1 0 0 0,0-1 0 0 0,-1 0-1 0 0,1-2 1 0 0,-1 0 0 0 0,0-1-1 0 0,0-2 1 0 0,25-10 0 0 0,-13 1 167 0 0,-2-1 0 0 0,0-1 0 0 0,-1-2 1 0 0,-1 0-1 0 0,0-2 0 0 0,42-45 0 0 0,-57 52-1 0 0,-1 1-1 0 0,0-2 1 0 0,0 0 0 0 0,-2 0-1 0 0,0-1 1 0 0,-1 0-1 0 0,-1 0 1 0 0,0-1 0 0 0,-2-1-1 0 0,0 1 1 0 0,-1-1-1 0 0,0 0 1 0 0,2-34 0 0 0,-7 40-106 0 0,0 0 0 0 0,-1 0 1 0 0,-1 1-1 0 0,0-1 0 0 0,-1 1 1 0 0,0-1-1 0 0,-1 1 0 0 0,0 0 1 0 0,-1 0-1 0 0,-1 0 0 0 0,0 1 1 0 0,0 0-1 0 0,-1 0 0 0 0,0 1 1 0 0,-1-1-1 0 0,0 2 0 0 0,-1-1 1 0 0,0 1-1 0 0,-19-15 0 0 0,-14-8-473 0 0,-2 3 0 0 0,-1 1 0 0 0,-74-33 0 0 0,52 27-2138 0 0,17 2-6328 0 0,39 27 5521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1:03.823"/>
    </inkml:context>
    <inkml:brush xml:id="br0">
      <inkml:brushProperty name="width" value="0.1" units="cm"/>
      <inkml:brushProperty name="height" value="0.1" units="cm"/>
      <inkml:brushProperty name="color" value="#00A0D7"/>
    </inkml:brush>
  </inkml:definitions>
  <inkml:trace contextRef="#ctx0" brushRef="#br0">50 3 5993 0 0,'-50'7'2124'0'0,"211"-16"-1815"0"0,-50 17-404 0 0,130 28-1 0 0,-240-36 94 0 0,1 0-1 0 0,0 0 0 0 0,-1 0 0 0 0,1 1 0 0 0,0-1 0 0 0,-1 1 1 0 0,1-1-1 0 0,-1 1 0 0 0,1 0 0 0 0,-1-1 0 0 0,1 1 0 0 0,-1 0 1 0 0,1 0-1 0 0,-1 0 0 0 0,0 0 0 0 0,1 0 0 0 0,-1 0 0 0 0,0 1 1 0 0,0-1-1 0 0,2 3 0 0 0,-3-3 2 0 0,0 0 1 0 0,1 1-1 0 0,-1-1 0 0 0,0 1 1 0 0,0-1-1 0 0,0 0 1 0 0,0 1-1 0 0,0-1 0 0 0,-1 1 1 0 0,1-1-1 0 0,0 0 0 0 0,-1 1 1 0 0,1-1-1 0 0,-1 0 1 0 0,1 0-1 0 0,-1 1 0 0 0,1-1 1 0 0,-1 0-1 0 0,-1 2 0 0 0,-5 6 4 0 0,0-1 0 0 0,-1 1-1 0 0,0-1 1 0 0,-13 10-1 0 0,-36 24 2 0 0,-1-3-1 0 0,-65 33 1 0 0,-41 27-49 0 0,131-74 25 0 0,40-24 37 0 0,43 1-8 0 0,0-2 0 0 0,82-9 0 0 0,-42 1-4 0 0,422-28 107 0 0,-462 32-204 0 0,-53 3-132 0 0,-1 0 0 0 0,1 0 0 0 0,0-1 1 0 0,0 1-1 0 0,-1 0 0 0 0,1-1 0 0 0,0 0 1 0 0,-3-3-1 0 0,-2 0-1400 0 0,-4-4-1073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1:04.712"/>
    </inkml:context>
    <inkml:brush xml:id="br0">
      <inkml:brushProperty name="width" value="0.1" units="cm"/>
      <inkml:brushProperty name="height" value="0.1" units="cm"/>
      <inkml:brushProperty name="color" value="#00A0D7"/>
    </inkml:brush>
  </inkml:definitions>
  <inkml:trace contextRef="#ctx0" brushRef="#br0">1658 74 6081 0 0,'-19'-16'-176'0'0,"-13"4"345"0"0,0 1-1 0 0,-1 2 1 0 0,0 1-1 0 0,0 2 1 0 0,-1 1-1 0 0,1 1 1 0 0,-45 2-1 0 0,-17 4 14 0 0,-127 20 0 0 0,128-8-116 0 0,1 5 0 0 0,-121 40-1 0 0,155-39-54 0 0,0 4 0 0 0,2 2-1 0 0,1 2 1 0 0,-80 53-1 0 0,108-58-19 0 0,0 0 1 0 0,2 2-1 0 0,0 1 0 0 0,2 1 0 0 0,-41 59 0 0 0,59-78 9 0 0,0 0 1 0 0,1 1-1 0 0,0-1 0 0 0,1 1 1 0 0,0 0-1 0 0,0 1 0 0 0,0-1 1 0 0,2 1-1 0 0,-1-1 0 0 0,1 1 1 0 0,0 0-1 0 0,1 0 0 0 0,0 0 1 0 0,1 0-1 0 0,0 0 0 0 0,1 0 1 0 0,0 0-1 0 0,0 0 0 0 0,1 0 1 0 0,0-1-1 0 0,1 1 0 0 0,0-1 1 0 0,1 1-1 0 0,0-1 0 0 0,0 0 1 0 0,1 0-1 0 0,8 11 0 0 0,18 20 9 0 0,2-2 0 0 0,2-1 0 0 0,1-2 0 0 0,2-1 0 0 0,2-2-1 0 0,0-2 1 0 0,2-2 0 0 0,1-1 0 0 0,1-3 0 0 0,71 29 0 0 0,-66-36 3 0 0,0-2-1 0 0,1-3 1 0 0,0-1 0 0 0,1-3 0 0 0,0-2-1 0 0,0-2 1 0 0,1-3 0 0 0,59-5 0 0 0,-42-3 12 0 0,0-2 1 0 0,-1-4 0 0 0,0-2-1 0 0,-1-4 1 0 0,100-40 0 0 0,-105 30 25 0 0,-1-2 0 0 0,-1-2-1 0 0,79-59 1 0 0,-103 64 107 0 0,0-2 0 0 0,-2-1 0 0 0,-1-1 0 0 0,-2-2 0 0 0,-1-2 1 0 0,26-39-1 0 0,-50 65-68 0 0,0 0 0 0 0,-1 0 0 0 0,0-1 1 0 0,0 1-1 0 0,-1-1 0 0 0,-1 0 1 0 0,0 0-1 0 0,0-1 0 0 0,-1 1 1 0 0,-1-1-1 0 0,0 1 0 0 0,0-1 1 0 0,-1 1-1 0 0,-1-1 0 0 0,0 1 1 0 0,0-1-1 0 0,-1 1 0 0 0,-1-1 0 0 0,0 1 1 0 0,0 0-1 0 0,-1 0 0 0 0,0 0 1 0 0,-9-13-1 0 0,2 5-14 0 0,0 1 0 0 0,-2 1 0 0 0,0 0 0 0 0,-1 1 0 0 0,0 0-1 0 0,-2 1 1 0 0,0 1 0 0 0,0 1 0 0 0,-1 0 0 0 0,-1 1 0 0 0,-35-19 0 0 0,3 9 46 0 0,0 1 0 0 0,-1 3 0 0 0,-97-21 0 0 0,-163-10-2290 0 0,154 28-3826 0 0,142 19 3015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3:34.267"/>
    </inkml:context>
    <inkml:brush xml:id="br0">
      <inkml:brushProperty name="width" value="0.1" units="cm"/>
      <inkml:brushProperty name="height" value="0.1" units="cm"/>
      <inkml:brushProperty name="color" value="#66CC00"/>
    </inkml:brush>
  </inkml:definitions>
  <inkml:trace contextRef="#ctx0" brushRef="#br0">297 28 1256 0 0,'0'0'770'0'0,"-27"-15"2394"0"0,7 10-1614 0 0,20 5-1533 0 0,0 0 1 0 0,0 0 0 0 0,0 0-1 0 0,0 0 1 0 0,0 0-1 0 0,0 0 1 0 0,1 0-1 0 0,-1 0 1 0 0,0 0-1 0 0,0 0 1 0 0,0 0-1 0 0,0 0 1 0 0,0-1-1 0 0,0 1 1 0 0,0 0-1 0 0,0 0 1 0 0,0 0-1 0 0,0 0 1 0 0,0 0-1 0 0,0 0 1 0 0,0 0-1 0 0,0 0 1 0 0,0 0-1 0 0,0 0 1 0 0,0 0-1 0 0,0-1 1 0 0,0 1-1 0 0,0 0 1 0 0,0 0-1 0 0,0 0 1 0 0,0 0-1 0 0,0 0 1 0 0,0 0-1 0 0,0 0 1 0 0,0 0-1 0 0,0 0 1 0 0,0 0-1 0 0,0-1 1 0 0,0 1-1 0 0,0 0 1 0 0,0 0-1 0 0,0 0 1 0 0,0 0-1 0 0,0 0 1 0 0,0 0 0 0 0,0 0-1 0 0,0 0 1 0 0,0 0-1 0 0,-1 0 1 0 0,1 0-1 0 0,0 0 1 0 0,0 0-1 0 0,0 0 1 0 0,0 0-1 0 0,0-1 1 0 0,0 1-1 0 0,0 0 1 0 0,0 0-1 0 0,0 0 1 0 0,0 0-1 0 0,0 0 1 0 0,-1 0-1 0 0,1 0 1 0 0,0 0-1 0 0,43-3 226 0 0,-5 8-337 0 0,-5-4 80 0 0,-1 2 1 0 0,1 2-1 0 0,0 1 1 0 0,32 10-1 0 0,-62-15 7 0 0,0-1-1 0 0,-1 1 1 0 0,1 0-1 0 0,0 0 1 0 0,-1 0-1 0 0,1 0 1 0 0,-1 1-1 0 0,0-1 0 0 0,1 0 1 0 0,-1 1-1 0 0,0 0 1 0 0,0 0-1 0 0,0-1 1 0 0,0 1-1 0 0,0 1 1 0 0,0-1-1 0 0,-1 0 1 0 0,3 4-1 0 0,-3-5-4 0 0,-18 31 2 0 0,2-21 23 0 0,-2 0-1 0 0,1-1 1 0 0,-1 0 0 0 0,0-2-1 0 0,-1 0 1 0 0,0-1 0 0 0,0 0-1 0 0,-37 6 1 0 0,23-4 72 0 0,-51 20 0 0 0,40-19 129 0 0,41-10-215 0 0,9 1-91 0 0,33 5 33 0 0,1 1 0 0 0,-1 2 0 0 0,-1 2 0 0 0,0 1-1 0 0,54 26 1 0 0,-92-38 59 0 0,58 32-81 0 0,-55-29 73 0 0,0-1-1 0 0,0 1 0 0 0,0 1 0 0 0,0-1 0 0 0,0 0 0 0 0,-1 1 0 0 0,0 0 1 0 0,0 0-1 0 0,0 0 0 0 0,4 7 0 0 0,-6-10 12 0 0,-1 1 0 0 0,0-1 0 0 0,0 0 1 0 0,1 1-1 0 0,-1-1 0 0 0,0 0 0 0 0,0 1 0 0 0,0-1 0 0 0,-1 1 0 0 0,1-1 1 0 0,0 0-1 0 0,0 1 0 0 0,-1-1 0 0 0,1 0 0 0 0,-1 0 0 0 0,1 1 0 0 0,-1-1 1 0 0,1 0-1 0 0,-1 0 0 0 0,0 0 0 0 0,0 0 0 0 0,1 0 0 0 0,-1 0 0 0 0,0 0 0 0 0,0 0 1 0 0,0 0-1 0 0,0 0 0 0 0,0 0 0 0 0,-1 0 0 0 0,1-1 0 0 0,0 1 0 0 0,-2 0 1 0 0,-45 22 149 0 0,39-20-111 0 0,-20 9 186 0 0,-1-2-1 0 0,0-1 1 0 0,-1-1 0 0 0,1-2 0 0 0,-1-1-1 0 0,-1-2 1 0 0,-52 0 0 0 0,52-5-5 0 0,-89-9 1574 0 0,107 8-2294 0 0,1 0-1 0 0,-1-1 0 0 0,-19-8 1 0 0,32 11 278 0 0,0 1 0 0 0,1-1 0 0 0,-1 0 0 0 0,1 1 0 0 0,-1-1 0 0 0,1 0 0 0 0,-1 0 0 0 0,1 0 0 0 0,0 1 0 0 0,-1-1 0 0 0,1 0 0 0 0,0 0 0 0 0,0 0 1 0 0,0 0-1 0 0,0 0 0 0 0,0 1 0 0 0,-1-1 0 0 0,2 0 0 0 0,-1 0 0 0 0,0 0 0 0 0,0-1 0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3:35.442"/>
    </inkml:context>
    <inkml:brush xml:id="br0">
      <inkml:brushProperty name="width" value="0.1" units="cm"/>
      <inkml:brushProperty name="height" value="0.1" units="cm"/>
      <inkml:brushProperty name="color" value="#66CC00"/>
    </inkml:brush>
  </inkml:definitions>
  <inkml:trace contextRef="#ctx0" brushRef="#br0">961 194 5569 0 0,'0'0'-223'0'0,"-27"-33"23"0"0,26 32 297 0 0,-34-20 703 0 0,10 14-685 0 0,0 0 0 0 0,-1 2 1 0 0,0 1-1 0 0,0 1 0 0 0,0 1 1 0 0,0 2-1 0 0,0 0 1 0 0,0 2-1 0 0,0 0 0 0 0,0 2 1 0 0,0 1-1 0 0,1 1 1 0 0,-27 10-1 0 0,12-1-149 0 0,0 1 1 0 0,2 2-1 0 0,0 1 1 0 0,1 2-1 0 0,1 2 1 0 0,1 1-1 0 0,-44 39 1 0 0,62-47-14 0 0,-1 1 0 0 0,2 0 0 0 0,0 2 1 0 0,1-1-1 0 0,1 2 0 0 0,1 0 0 0 0,1 0 0 0 0,1 1 0 0 0,-15 39 0 0 0,23-52 41 0 0,1 1 0 0 0,1 0 0 0 0,-1 0-1 0 0,1 1 1 0 0,1-1 0 0 0,0 0 0 0 0,0 0-1 0 0,1 0 1 0 0,0 0 0 0 0,1 0 0 0 0,-1 0-1 0 0,2 0 1 0 0,-1 0 0 0 0,1-1 0 0 0,1 1-1 0 0,0-1 1 0 0,0 0 0 0 0,0 0 0 0 0,1 0-1 0 0,0 0 1 0 0,1-1 0 0 0,0 0 0 0 0,0 0-1 0 0,13 11 1 0 0,-1-3 29 0 0,0 0 0 0 0,1-1-1 0 0,1-1 1 0 0,0-1 0 0 0,1-1 0 0 0,0-1-1 0 0,0 0 1 0 0,38 10 0 0 0,-6-8 134 0 0,1-2 1 0 0,0-2-1 0 0,1-3 0 0 0,-1-2 0 0 0,1-2 1 0 0,0-3-1 0 0,-1-2 0 0 0,55-12 0 0 0,-67 9 92 0 0,0-3-1 0 0,0-1 1 0 0,-1-2-1 0 0,0-2 0 0 0,-1-1 1 0 0,-1-2-1 0 0,-1-2 0 0 0,-1-2 1 0 0,0-1-1 0 0,-2-2 0 0 0,44-39 1 0 0,-70 55-81 0 0,-1 1 1 0 0,-1-1 0 0 0,1-1-1 0 0,-1 0 1 0 0,-1 0-1 0 0,0 0 1 0 0,0 0 0 0 0,-1-1-1 0 0,-1 0 1 0 0,0 0 0 0 0,0-1-1 0 0,-1 1 1 0 0,0-1-1 0 0,-1 0 1 0 0,0 1 0 0 0,-1-23-1 0 0,-1 20-63 0 0,-2-1 0 0 0,0 1-1 0 0,0-1 1 0 0,-2 1 0 0 0,1 0 0 0 0,-2 0-1 0 0,0 0 1 0 0,-1 0 0 0 0,0 1 0 0 0,-1 0 0 0 0,0 0-1 0 0,-1 1 1 0 0,-12-15 0 0 0,0 3 87 0 0,-1 2 1 0 0,-2 0-1 0 0,0 1 1 0 0,-1 2-1 0 0,-52-34 1 0 0,-32-5-1178 0 0,-4 5-5801 0 0,93 44 2337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4"/>
    </inkml:context>
    <inkml:brush xml:id="br0">
      <inkml:brushProperty name="width" value="0.1" units="cm"/>
      <inkml:brushProperty name="height" value="0.1" units="cm"/>
      <inkml:brushProperty name="color" value="#66CC00"/>
    </inkml:brush>
  </inkml:definitions>
  <inkml:trace contextRef="#ctx0" brushRef="#br0">0 2616 6525 0 0,'0'0'2058'0'0,"5"-2"-2052"0"0,468-198 487 0 0,-386 161-357 0 0,316-155 1344 0 0,-323 150-559 0 0,114-82 0 0 0,147-131 441 0 0,-251 184-972 0 0,-3-5 0 0 0,92-107 0 0 0,-23 22-319 0 0,-82 89-38 0 0,85-82 24 0 0,208-211-36 0 0,-193 146 57 0 0,-156 196-66 0 0,0 1 6 0 0,-1-1-1 0 0,-1 0 1 0 0,22-52 0 0 0,-35 67-25 0 0,1 0 1 0 0,0 1-1 0 0,1-1 1 0 0,-1 1-1 0 0,2 0 1 0 0,8-11-1 0 0,13-24-7 0 0,-23 34 11 0 0,1 1-1 0 0,1 0 0 0 0,-1 0 1 0 0,1 1-1 0 0,10-11 0 0 0,-11 15 1 0 0,-1-1 0 0 0,0 0 0 0 0,-1 0 0 0 0,1 0 0 0 0,-1-1 0 0 0,4-8-1 0 0,-6 13 4 0 0,19-23-46 0 0,-17 19 46 0 0,-2 4 8 0 0,-7 3-353 0 0,-22 4 324 0 0,21-4 5 0 0,-53 16-122 0 0,49-14 142 0 0,-290 97-94 0 0,178-57 94 0 0,122-43-12 0 0,-7 2 118 0 0,8-3-142 0 0,0 0 0 0 0,0 0 1 0 0,0 0-1 0 0,0 0 0 0 0,0 0 1 0 0,0 0-1 0 0,0-1 0 0 0,0 1 1 0 0,0 0-1 0 0,0 0 0 0 0,0 0 1 0 0,0 0-1 0 0,0 0 0 0 0,0 0 1 0 0,0 0-1 0 0,0 0 1 0 0,-1-1-349 0 0,15-9 309 0 0,0 0 1 0 0,1 2 0 0 0,0-1-1 0 0,1 2 1 0 0,27-10 0 0 0,96-22-170 0 0,-49 15 136 0 0,-63 16 90 0 0,-14 5 2 0 0,-1 0 0 0 0,0-1 0 0 0,16-8 0 0 0,-27 12 12 0 0,32-9-22 0 0,-24 6 14 0 0,-7 2 1 0 0,12 0 75 0 0,-14 1-82 0 0,0-1-1 0 0,1 1 1 0 0,-1 0-1 0 0,0 0 1 0 0,1 0-1 0 0,-1 0 1 0 0,0-1 0 0 0,1 1-1 0 0,-1 0 1 0 0,0 0-1 0 0,1 0 1 0 0,-1 0-1 0 0,0 0 1 0 0,1 0-1 0 0,-1 0 1 0 0,0 0-1 0 0,1 0 1 0 0,-1 0-1 0 0,0 0 1 0 0,1 0-1 0 0,-1 0 1 0 0,0 0-1 0 0,1 0 1 0 0,-1 1-1 0 0,0-1 1 0 0,1 0-1 0 0,-1 0 1 0 0,0 0-1 0 0,1 0 1 0 0,-1 1-1 0 0,0-1 1 0 0,0 0-1 0 0,1 0 1 0 0,-1 1 0 0 0,0-1-1 0 0,0 0 1 0 0,1 0-1 0 0,-1 1 1 0 0,0-1-1 0 0,0 0 1 0 0,0 1-1 0 0,0-1 1 0 0,1 0-1 0 0,-1 1 1 0 0,0-1-1 0 0,0 0 1 0 0,0 1-1 0 0,0-1 1 0 0,0 0-1 0 0,0 1 1 0 0,0-1-1 0 0,0 0 1 0 0,0 1-1 0 0,0-1 1 0 0,0 0-1 0 0,0 1 1 0 0,0-1-1 0 0,0 0 1 0 0,0 1-1 0 0,-1-1 1 0 0,1 0 0 0 0,0 1-1 0 0,0-1 1 0 0,-1 1-1 0 0,1 2-35 0 0,-5 61-299 0 0,7-16 134 0 0,17 90 1 0 0,-2-18 36 0 0,-11-68 100 0 0,4 59 42 0 0,-10-109 61 0 0,0 19 308 0 0,-4-13-3095 0 0,-1-4 1538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5"/>
    </inkml:context>
    <inkml:brush xml:id="br0">
      <inkml:brushProperty name="width" value="0.1" units="cm"/>
      <inkml:brushProperty name="height" value="0.1" units="cm"/>
      <inkml:brushProperty name="color" value="#00A0D7"/>
    </inkml:brush>
  </inkml:definitions>
  <inkml:trace contextRef="#ctx0" brushRef="#br0">1904 0 7285 0 0,'0'0'-274'0'0,"-6"3"154"0"0,-30 14 339 0 0,1 2 0 0 0,0 1-1 0 0,2 2 1 0 0,-51 44 0 0 0,51-41-142 0 0,-169 138 816 0 0,-281 293 1 0 0,369-338-645 0 0,-178 200 418 0 0,248-263-523 0 0,3 1 0 0 0,2 2-1 0 0,2 2 1 0 0,-32 72 0 0 0,-41 90 80 0 0,-29 27-4 0 0,116-212-175 0 0,18-30-33 0 0,0 0 0 0 0,1 0-1 0 0,0 0 1 0 0,0 0 0 0 0,1 1 0 0 0,-1-1 0 0 0,-1 11 0 0 0,4-16-15 0 0,-12 17 985 0 0,27-178-596 0 0,13-249-84 0 0,-36 313-292 0 0,9 93-21 0 0,-6-15-269 0 0,-2 51 277 0 0,1 0 0 0 0,2 1 0 0 0,2-1 1 0 0,1 1-1 0 0,3 42 0 0 0,27 178 15 0 0,-20-202-13 0 0,-1-13 39 0 0,15 46-1 0 0,-16-64 49 0 0,-5-22-83 0 0,-1 1-1 0 0,1-1 1 0 0,0 1-1 0 0,-1-1 0 0 0,1 0 1 0 0,0 1-1 0 0,-1-1 1 0 0,1 0-1 0 0,0 0 1 0 0,0 1-1 0 0,0-1 0 0 0,-1 0 1 0 0,1 0-1 0 0,0 0 1 0 0,0 0-1 0 0,0 0 1 0 0,-1 0-1 0 0,1 0 0 0 0,0 0 1 0 0,0 0-1 0 0,-1 0 1 0 0,1-1-1 0 0,0 1 1 0 0,0 0-1 0 0,-1-1 1 0 0,1 1-1 0 0,0 0 0 0 0,1-1 1 0 0,26-11 11 0 0,-25 11-11 0 0,293-143 39 0 0,-123 55-28 0 0,150-59-108 0 0,-322 148 70 0 0,-1-1 0 0 0,1 1 0 0 0,-1 0 0 0 0,1 0 0 0 0,-1 0 0 0 0,1-1 0 0 0,0 1 0 0 0,-1 0-1 0 0,1 0 1 0 0,-1 0 0 0 0,1 0 0 0 0,-1 0 0 0 0,1 0 0 0 0,0 0 0 0 0,-1 0 0 0 0,1 0 0 0 0,-1 0 0 0 0,1 0 0 0 0,0 0-1 0 0,-1 0 1 0 0,1 1 0 0 0,-1-1 0 0 0,1 0 0 0 0,-1 0 0 0 0,1 1 0 0 0,-1-1 0 0 0,1 0 0 0 0,-1 1 0 0 0,1-1-1 0 0,-1 1 1 0 0,1-1 0 0 0,-1 0 0 0 0,0 1 0 0 0,1-1 0 0 0,-1 1 0 0 0,0-1 0 0 0,1 1 0 0 0,-1-1 0 0 0,0 1 0 0 0,1-1-1 0 0,-1 1 1 0 0,0 0 0 0 0,0-1 0 0 0,0 1 0 0 0,0-1 0 0 0,0 1 0 0 0,0 0 0 0 0,0-1 0 0 0,0 1 0 0 0,0-1 0 0 0,0 1-1 0 0,0 0 1 0 0,0-1 0 0 0,0 1 0 0 0,0-1 0 0 0,0 1 0 0 0,0-1 0 0 0,-1 1 0 0 0,1-1 0 0 0,0 1 0 0 0,-1 0 0 0 0,1-1-1 0 0,0 1 1 0 0,-1-1 0 0 0,1 0 0 0 0,-1 1 0 0 0,0 2-565 0 0,17-29-5869 0 0,1 3 3316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6"/>
    </inkml:context>
    <inkml:brush xml:id="br0">
      <inkml:brushProperty name="width" value="0.1" units="cm"/>
      <inkml:brushProperty name="height" value="0.1" units="cm"/>
      <inkml:brushProperty name="color" value="#00A0D7"/>
    </inkml:brush>
  </inkml:definitions>
  <inkml:trace contextRef="#ctx0" brushRef="#br0">329 54 6617 0 0,'17'-31'-574'0'0,"-16"29"561"0"0,2-13 569 0 0,-3 15-543 0 0,0 0 0 0 0,0 0 0 0 0,0 0 0 0 0,0 0 0 0 0,-1 0 0 0 0,1 0 0 0 0,0 0 0 0 0,0 0 0 0 0,0 0 0 0 0,0 0 0 0 0,0 0 1 0 0,-1 0-1 0 0,1 0 0 0 0,0 0 0 0 0,0 0 0 0 0,0 0 0 0 0,0 0 0 0 0,0 0 0 0 0,0 0 0 0 0,-1 0 0 0 0,1 0 0 0 0,0 0 0 0 0,0 0 0 0 0,0 0 0 0 0,0 0 0 0 0,0-1 0 0 0,0 1 1 0 0,0 0-1 0 0,-1 0 0 0 0,1 0 0 0 0,0 0 0 0 0,0 0 0 0 0,0 0 0 0 0,0 0 0 0 0,0-1 0 0 0,0 1 0 0 0,0 0 0 0 0,0 0 0 0 0,0 0 0 0 0,0 0 0 0 0,0 0 0 0 0,0-1 1 0 0,0 1-1 0 0,0 0 0 0 0,0 0 0 0 0,0 0 0 0 0,0 0 0 0 0,0 0 0 0 0,0-1 0 0 0,0 1 0 0 0,0 0 0 0 0,0 0 0 0 0,0 0 0 0 0,0 0 0 0 0,0 0 0 0 0,0 0 0 0 0,0-1 0 0 0,0 1 1 0 0,0 0-1 0 0,1 0 0 0 0,-1 0 0 0 0,0 0 0 0 0,0 0 0 0 0,0 0 0 0 0,0 0 0 0 0,-6 6 9 0 0,1 1-1 0 0,-1 0 1 0 0,1 0-1 0 0,0 1 1 0 0,1-1-1 0 0,0 1 1 0 0,0 0-1 0 0,1 0 1 0 0,0 1-1 0 0,0-1 1 0 0,-2 17-1 0 0,-3 17 126 0 0,-2 52 0 0 0,5-41-41 0 0,-8 214 416 0 0,4-180 690 0 0,9-85-964 0 0,-3 1 67 0 0,3-3-300 0 0,0 0-1 0 0,0 1 1 0 0,0-1 0 0 0,0 0 0 0 0,0 0 0 0 0,0 1-1 0 0,-1-1 1 0 0,1 0 0 0 0,0 0 0 0 0,0 0 0 0 0,0 1-1 0 0,0-1 1 0 0,-1 0 0 0 0,1 0 0 0 0,0 0-1 0 0,0 0 1 0 0,-1 0 0 0 0,1 1 0 0 0,0-1 0 0 0,0 0-1 0 0,0 0 1 0 0,-1 0 0 0 0,1 0 0 0 0,0 0 0 0 0,0 0-1 0 0,-1 0 1 0 0,1 0 0 0 0,0 0 0 0 0,0 0-1 0 0,-1 0 1 0 0,1 0 0 0 0,0 0 0 0 0,0 0 0 0 0,-1 0-1 0 0,1 0 1 0 0,0 0 0 0 0,0 0 0 0 0,-1 0 0 0 0,1-1-1 0 0,0 1 1 0 0,0 0 0 0 0,-1 0 0 0 0,1 0-1 0 0,0 0 1 0 0,0-1 0 0 0,-10-4 72 0 0,0-1 0 0 0,0-1 0 0 0,1 1 0 0 0,0-2 0 0 0,1 1 0 0 0,-1-1 0 0 0,2 0 0 0 0,-14-18 0 0 0,-54-89 283 0 0,48 71-206 0 0,-9-16 19 0 0,35 59-198 0 0,-2-4-72 0 0,2 3 73 0 0,1 5-56 0 0,5 10 71 0 0,1-1 0 0 0,0-1-1 0 0,1 1 1 0 0,0-1 0 0 0,0 0 0 0 0,1-1 0 0 0,1 0-1 0 0,0 0 1 0 0,0-1 0 0 0,1 0 0 0 0,0 0-1 0 0,1-1 1 0 0,-1-1 0 0 0,1 0 0 0 0,1 0 0 0 0,0-1-1 0 0,18 7 1 0 0,-7-4 13 0 0,0-1 0 0 0,1-1 0 0 0,0-2 0 0 0,0 0-1 0 0,0-1 1 0 0,0-1 0 0 0,1-2 0 0 0,42-2 0 0 0,-49 0 8 0 0,0-1 1 0 0,0-1 0 0 0,0 0-1 0 0,-1-2 1 0 0,0 0-1 0 0,1 0 1 0 0,20-12 0 0 0,-22 7-12 0 0,-16 8-11 0 0,1 1-4 0 0,-6 0-160 0 0,-5 0-437 0 0,-17-3-393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7"/>
    </inkml:context>
    <inkml:brush xml:id="br0">
      <inkml:brushProperty name="width" value="0.1" units="cm"/>
      <inkml:brushProperty name="height" value="0.1" units="cm"/>
      <inkml:brushProperty name="color" value="#00A0D7"/>
    </inkml:brush>
  </inkml:definitions>
  <inkml:trace contextRef="#ctx0" brushRef="#br0">0 129 5905 0 0,'17'-33'-798'0'0,"-13"27"1036"0"0,-1 0 0 0 0,0 0 0 0 0,0-1 0 0 0,0 1 0 0 0,0-1 0 0 0,-1 0 0 0 0,0 0 0 0 0,-1 0 0 0 0,0 0 0 0 0,1-13 0 0 0,-2 20-228 0 0,0-1 0 0 0,1 1 0 0 0,-1-1 0 0 0,0 1 1 0 0,0-1-1 0 0,1 1 0 0 0,-1-1 0 0 0,0 1 0 0 0,1-1 0 0 0,-1 1 0 0 0,1-1 1 0 0,-1 1-1 0 0,1-1 0 0 0,-1 1 0 0 0,1 0 0 0 0,-1-1 0 0 0,1 1 1 0 0,-1 0-1 0 0,1 0 0 0 0,-1-1 0 0 0,1 1 0 0 0,-1 0 0 0 0,1 0 1 0 0,0 0-1 0 0,-1-1 0 0 0,1 1 0 0 0,-1 0 0 0 0,1 0 0 0 0,0 0 1 0 0,-1 0-1 0 0,1 0 0 0 0,-1 0 0 0 0,1 1 0 0 0,0-1 0 0 0,-1 0 0 0 0,1 0 1 0 0,-1 0-1 0 0,1 0 0 0 0,-1 1 0 0 0,1-1 0 0 0,0 1 0 0 0,33 9 25 0 0,-28-8-4 0 0,43 16 38 0 0,0 3-1 0 0,-1 1 1 0 0,77 49 0 0 0,119 109 130 0 0,-143-98 54 0 0,166 176 0 0 0,67 184 446 0 0,-321-424-677 0 0,15 26 98 0 0,-1 0 0 0 0,-3 2 0 0 0,36 93 1 0 0,30 155 541 0 0,-88-286-643 0 0,30 102 257 0 0,27 107 125 0 0,-49-173-305 0 0,-3 1 1 0 0,3 89-1 0 0,-15-46 32 0 0,-4 0 0 0 0,-37 159 0 0 0,5-35 126 0 0,15-19-37 0 0,-33 165-9 0 0,-75 122 138 0 0,114-410-306 0 0,12-42-3 0 0,0 1-1 0 0,-15 30 1 0 0,-1 23 211 0 0,24-80 132 0 0,0-2-363 0 0,0 1 0 0 0,0-1 0 0 0,0 0 0 0 0,0 0-1 0 0,0 0 1 0 0,0 1 0 0 0,0-1 0 0 0,0 0 0 0 0,0 0 0 0 0,0 1-1 0 0,0-1 1 0 0,0 0 0 0 0,0 0 0 0 0,-1 0 0 0 0,1 1 0 0 0,0-1-1 0 0,0 0 1 0 0,0 0 0 0 0,0 0 0 0 0,0 0 0 0 0,0 1-1 0 0,-1-1 1 0 0,1 0 0 0 0,0 0 0 0 0,0 0 0 0 0,0 0 0 0 0,0 0-1 0 0,-1 0 1 0 0,1 1 0 0 0,0-1 0 0 0,0 0 0 0 0,0 0 0 0 0,-1 0-1 0 0,1 0 1 0 0,0 0 0 0 0,0 0 0 0 0,0 0 0 0 0,-1 0 0 0 0,1 0-1 0 0,0 0 1 0 0,0 0 0 0 0,-1 0 0 0 0,1 0 0 0 0,0 0 0 0 0,0 0-1 0 0,0 0 1 0 0,-1 0 0 0 0,1 0 0 0 0,0 0 0 0 0,0-1-1 0 0,0 1 1 0 0,-1 0 0 0 0,1 0 0 0 0,0 0 0 0 0,0 0 0 0 0,0 0-1 0 0,0 0 1 0 0,-1-1 0 0 0,1 1 0 0 0,0 0 0 0 0,0 0 0 0 0,0-1-1 0 0,-13-17 78 0 0,1-1 0 0 0,0-1 0 0 0,2 0 0 0 0,1 0 0 0 0,0-1 0 0 0,-8-32-1 0 0,-19-41 3 0 0,-130-206 165 0 0,131 236-454 0 0,34 63 172 0 0,2 6-68 0 0,1-1 85 0 0,-1 1-1 0 0,1-1 1 0 0,0 0 0 0 0,1 1-1 0 0,-1-1 1 0 0,4 4 0 0 0,5 10-17 0 0,95 211-36 0 0,32 58 127 0 0,-134-280-66 0 0,15 24 87 0 0,-19-30-83 0 0,1 0 0 0 0,0 0-1 0 0,0 0 1 0 0,0 0 0 0 0,0 0 0 0 0,0 0 0 0 0,0 0 0 0 0,0-1-1 0 0,0 1 1 0 0,1 0 0 0 0,-1-1 0 0 0,0 1 0 0 0,0-1-1 0 0,0 1 1 0 0,1-1 0 0 0,-1 0 0 0 0,0 1 0 0 0,1-1 0 0 0,-1 0-1 0 0,0 0 1 0 0,1 0 0 0 0,-1 0 0 0 0,0 0 0 0 0,1 0 0 0 0,-1-1-1 0 0,2 1 1 0 0,53-22 38 0 0,-1-2 1 0 0,97-60-1 0 0,36-16-3 0 0,-107 54-63 0 0,-79 45 12 0 0,1-7-1077 0 0,1 0 0 0 0,-1 0 0 0 0,0 0 0 0 0,-1-1 0 0 0,0 1 0 0 0,-1-1-1 0 0,1 1 1 0 0,-2-1 0 0 0,1-11 0 0 0,-3-4-2634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8"/>
    </inkml:context>
    <inkml:brush xml:id="br0">
      <inkml:brushProperty name="width" value="0.1" units="cm"/>
      <inkml:brushProperty name="height" value="0.1" units="cm"/>
      <inkml:brushProperty name="color" value="#00A0D7"/>
    </inkml:brush>
  </inkml:definitions>
  <inkml:trace contextRef="#ctx0" brushRef="#br0">1 47 7049 0 0,'24'-35'3115'0'0,"-23"33"-2730"0"0,0 0-152 0 0,-1 2-225 0 0,0 0 0 0 0,1-1-1 0 0,-1 1 1 0 0,0 0 0 0 0,0-1-1 0 0,0 1 1 0 0,0 0 0 0 0,0-1 0 0 0,0 1-1 0 0,1 0 1 0 0,-1-1 0 0 0,0 1-1 0 0,0 0 1 0 0,0-1 0 0 0,1 1 0 0 0,-1 0-1 0 0,0 0 1 0 0,0-1 0 0 0,1 1 0 0 0,-1 0-1 0 0,0 0 1 0 0,1 0 0 0 0,-1-1-1 0 0,0 1 1 0 0,0 0 0 0 0,1 0 0 0 0,-1 0-1 0 0,0 0 1 0 0,1 0 0 0 0,-1 0-1 0 0,1 0 1 0 0,-1 0 0 0 0,0 0 0 0 0,1 0-1 0 0,-1 0 1 0 0,0 0 0 0 0,1 0 0 0 0,-1 0-1 0 0,0 0 1 0 0,1 0 0 0 0,-1 0-1 0 0,0 0 1 0 0,1 0 0 0 0,-1 0 0 0 0,0 1-1 0 0,1-1 1 0 0,4 33-83 0 0,-2 0-1 0 0,-1 1 1 0 0,-5 57-1 0 0,1-9 58 0 0,2-67 72 0 0,0 0 1 0 0,-1 1-1 0 0,0-1 0 0 0,-2 0 1 0 0,-5 23-1 0 0,7-36-23 0 0,1 6 142 0 0,14-31-9672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9"/>
    </inkml:context>
    <inkml:brush xml:id="br0">
      <inkml:brushProperty name="width" value="0.1" units="cm"/>
      <inkml:brushProperty name="height" value="0.1" units="cm"/>
      <inkml:brushProperty name="color" value="#00A0D7"/>
    </inkml:brush>
  </inkml:definitions>
  <inkml:trace contextRef="#ctx0" brushRef="#br0">868 83 6053 0 0,'2'-1'-9'0'0,"-1"0"1"0"0,0 0 0 0 0,1 0 0 0 0,-1 0 0 0 0,0 0 0 0 0,0 0 0 0 0,0 0-1 0 0,0 0 1 0 0,0 0 0 0 0,0-1 0 0 0,0 1 0 0 0,0 0 0 0 0,1-3 0 0 0,6-8 2682 0 0,-12 3-2011 0 0,4 8-645 0 0,0 1-1 0 0,0-1 1 0 0,0 0 0 0 0,0 1-1 0 0,-1-1 1 0 0,1 1 0 0 0,0-1 0 0 0,0 0-1 0 0,-1 1 1 0 0,1-1 0 0 0,0 1-1 0 0,-1-1 1 0 0,1 0 0 0 0,0 1 0 0 0,-1-1-1 0 0,1 1 1 0 0,-1 0 0 0 0,1-1-1 0 0,-1 1 1 0 0,1-1 0 0 0,-1 1 0 0 0,1 0-1 0 0,-1-1 1 0 0,0 1 0 0 0,1 0-1 0 0,-1-1 1 0 0,1 1 0 0 0,-1 0-1 0 0,0 0 1 0 0,0 0 0 0 0,-21-7 38 0 0,1 1 0 0 0,-1 0 0 0 0,-1 2 1 0 0,1 1-1 0 0,-1 1 0 0 0,1 1 0 0 0,-1 0 0 0 0,0 2 0 0 0,1 1 1 0 0,-23 4-1 0 0,12 0-75 0 0,1 2 1 0 0,0 1-1 0 0,0 1 1 0 0,1 2 0 0 0,0 1-1 0 0,-36 22 1 0 0,34-15-14 0 0,0 0 0 0 0,2 3 0 0 0,1 0 0 0 0,1 2 0 0 0,0 2 0 0 0,2 0 0 0 0,-39 53 0 0 0,56-66 0 0 0,1 1 0 0 0,1 0 0 0 0,0 0 0 0 0,1 1 0 0 0,0 0 0 0 0,2 0-1 0 0,0 0 1 0 0,-4 27 0 0 0,7-30 4 0 0,1 1 1 0 0,1-1-1 0 0,0 1 0 0 0,1 0 1 0 0,0-1-1 0 0,1 1 0 0 0,1-1 0 0 0,0 0 1 0 0,1 0-1 0 0,0 0 0 0 0,1 0 1 0 0,6 12-1 0 0,-1-10 8 0 0,-1 1 0 0 0,2-1 1 0 0,0 0-1 0 0,1-1 0 0 0,1-1 1 0 0,0 0-1 0 0,1 0 0 0 0,0-1 0 0 0,0-1 1 0 0,1-1-1 0 0,1 0 0 0 0,32 15 0 0 0,-12-9 20 0 0,0-1 0 0 0,2-2 0 0 0,-1-2 0 0 0,2-1 0 0 0,40 4 0 0 0,-58-10 72 0 0,-1-1 1 0 0,1-1 0 0 0,0-1-1 0 0,-1-1 1 0 0,1-1 0 0 0,0-1 0 0 0,-1 0-1 0 0,1-2 1 0 0,-1 0 0 0 0,0-1-1 0 0,0-2 1 0 0,25-10 0 0 0,-13 1 167 0 0,-2-1 0 0 0,0-1 0 0 0,-1-2 1 0 0,-1 0-1 0 0,0-2 0 0 0,42-45 0 0 0,-57 52-1 0 0,-1 1-1 0 0,0-2 1 0 0,0 0 0 0 0,-2 0-1 0 0,0-1 1 0 0,-1 0-1 0 0,-1 0 1 0 0,0-1 0 0 0,-2-1-1 0 0,0 1 1 0 0,-1-1-1 0 0,0 0 1 0 0,2-34 0 0 0,-7 40-106 0 0,0 0 0 0 0,-1 0 1 0 0,-1 1-1 0 0,0-1 0 0 0,-1 1 1 0 0,0-1-1 0 0,-1 1 0 0 0,0 0 1 0 0,-1 0-1 0 0,-1 0 0 0 0,0 1 1 0 0,0 0-1 0 0,-1 0 0 0 0,0 1 1 0 0,-1-1-1 0 0,0 2 0 0 0,-1-1 1 0 0,0 1-1 0 0,-19-15 0 0 0,-14-8-473 0 0,-2 3 0 0 0,-1 1 0 0 0,-74-33 0 0 0,52 27-2138 0 0,17 2-6328 0 0,39 27 5521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2"/>
    </inkml:context>
    <inkml:brush xml:id="br0">
      <inkml:brushProperty name="width" value="0.1" units="cm"/>
      <inkml:brushProperty name="height" value="0.1" units="cm"/>
      <inkml:brushProperty name="color" value="#00A0D7"/>
    </inkml:brush>
  </inkml:definitions>
  <inkml:trace contextRef="#ctx0" brushRef="#br0">50 3 5993 0 0,'-50'7'2124'0'0,"211"-16"-1815"0"0,-50 17-404 0 0,130 28-1 0 0,-240-36 94 0 0,1 0-1 0 0,0 0 0 0 0,-1 0 0 0 0,1 1 0 0 0,0-1 0 0 0,-1 1 1 0 0,1-1-1 0 0,-1 1 0 0 0,1 0 0 0 0,-1-1 0 0 0,1 1 0 0 0,-1 0 1 0 0,1 0-1 0 0,-1 0 0 0 0,0 0 0 0 0,1 0 0 0 0,-1 0 0 0 0,0 1 1 0 0,0-1-1 0 0,2 3 0 0 0,-3-3 2 0 0,0 0 1 0 0,1 1-1 0 0,-1-1 0 0 0,0 1 1 0 0,0-1-1 0 0,0 0 1 0 0,0 1-1 0 0,0-1 0 0 0,-1 1 1 0 0,1-1-1 0 0,0 0 0 0 0,-1 1 1 0 0,1-1-1 0 0,-1 0 1 0 0,1 0-1 0 0,-1 1 0 0 0,1-1 1 0 0,-1 0-1 0 0,-1 2 0 0 0,-5 6 4 0 0,0-1 0 0 0,-1 1-1 0 0,0-1 1 0 0,-13 10-1 0 0,-36 24 2 0 0,-1-3-1 0 0,-65 33 1 0 0,-41 27-49 0 0,131-74 25 0 0,40-24 37 0 0,43 1-8 0 0,0-2 0 0 0,82-9 0 0 0,-42 1-4 0 0,422-28 107 0 0,-462 32-204 0 0,-53 3-132 0 0,-1 0 0 0 0,1 0 0 0 0,0-1 1 0 0,0 1-1 0 0,-1 0 0 0 0,1-1 0 0 0,0 0 1 0 0,-3-3-1 0 0,-2 0-1400 0 0,-4-4-1073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2.001"/>
    </inkml:context>
    <inkml:brush xml:id="br0">
      <inkml:brushProperty name="width" value="0.1" units="cm"/>
      <inkml:brushProperty name="height" value="0.1" units="cm"/>
      <inkml:brushProperty name="color" value="#00A0D7"/>
    </inkml:brush>
  </inkml:definitions>
  <inkml:trace contextRef="#ctx0" brushRef="#br0">1658 74 6081 0 0,'-19'-16'-176'0'0,"-13"4"345"0"0,0 1-1 0 0,-1 2 1 0 0,0 1-1 0 0,0 2 1 0 0,-1 1-1 0 0,1 1 1 0 0,-45 2-1 0 0,-17 4 14 0 0,-127 20 0 0 0,128-8-116 0 0,1 5 0 0 0,-121 40-1 0 0,155-39-54 0 0,0 4 0 0 0,2 2-1 0 0,1 2 1 0 0,-80 53-1 0 0,108-58-19 0 0,0 0 1 0 0,2 2-1 0 0,0 1 0 0 0,2 1 0 0 0,-41 59 0 0 0,59-78 9 0 0,0 0 1 0 0,1 1-1 0 0,0-1 0 0 0,1 1 1 0 0,0 0-1 0 0,0 1 0 0 0,0-1 1 0 0,2 1-1 0 0,-1-1 0 0 0,1 1 1 0 0,0 0-1 0 0,1 0 0 0 0,0 0 1 0 0,1 0-1 0 0,0 0 0 0 0,1 0 1 0 0,0 0-1 0 0,0 0 0 0 0,1 0 1 0 0,0-1-1 0 0,1 1 0 0 0,0-1 1 0 0,1 1-1 0 0,0-1 0 0 0,0 0 1 0 0,1 0-1 0 0,8 11 0 0 0,18 20 9 0 0,2-2 0 0 0,2-1 0 0 0,1-2 0 0 0,2-1 0 0 0,2-2-1 0 0,0-2 1 0 0,2-2 0 0 0,1-1 0 0 0,1-3 0 0 0,71 29 0 0 0,-66-36 3 0 0,0-2-1 0 0,1-3 1 0 0,0-1 0 0 0,1-3 0 0 0,0-2-1 0 0,0-2 1 0 0,1-3 0 0 0,59-5 0 0 0,-42-3 12 0 0,0-2 1 0 0,-1-4 0 0 0,0-2-1 0 0,-1-4 1 0 0,100-40 0 0 0,-105 30 25 0 0,-1-2 0 0 0,-1-2-1 0 0,79-59 1 0 0,-103 64 107 0 0,0-2 0 0 0,-2-1 0 0 0,-1-1 0 0 0,-2-2 0 0 0,-1-2 1 0 0,26-39-1 0 0,-50 65-68 0 0,0 0 0 0 0,-1 0 0 0 0,0-1 1 0 0,0 1-1 0 0,-1-1 0 0 0,-1 0 1 0 0,0 0-1 0 0,0-1 0 0 0,-1 1 1 0 0,-1-1-1 0 0,0 1 0 0 0,0-1 1 0 0,-1 1-1 0 0,-1-1 0 0 0,0 1 1 0 0,0-1-1 0 0,-1 1 0 0 0,-1-1 0 0 0,0 1 1 0 0,0 0-1 0 0,-1 0 0 0 0,0 0 1 0 0,-9-13-1 0 0,2 5-14 0 0,0 1 0 0 0,-2 1 0 0 0,0 0 0 0 0,-1 1 0 0 0,0 0-1 0 0,-2 1 1 0 0,0 1 0 0 0,0 1 0 0 0,-1 0 0 0 0,-1 1 0 0 0,-35-19 0 0 0,3 9 46 0 0,0 1 0 0 0,-1 3 0 0 0,-97-21 0 0 0,-163-10-2290 0 0,154 28-3826 0 0,142 19 3015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3:38.879"/>
    </inkml:context>
    <inkml:brush xml:id="br0">
      <inkml:brushProperty name="width" value="0.1" units="cm"/>
      <inkml:brushProperty name="height" value="0.1" units="cm"/>
      <inkml:brushProperty name="color" value="#66CC00"/>
    </inkml:brush>
  </inkml:definitions>
  <inkml:trace contextRef="#ctx0" brushRef="#br0">66 42 7005 0 0,'0'0'-246'0'0,"5"-13"958"0"0,55-4-728 0 0,-9 8-38 0 0,-49 8 50 0 0,61-1-86 0 0,-2 11 63 0 0,-59-8 18 0 0,2-1 10 0 0,6 2-24 0 0,1 0 0 0 0,-1 1 0 0 0,1 0 0 0 0,16 8 0 0 0,-26-10 24 0 0,-1-1-1 0 0,1 0 1 0 0,-1 0-1 0 0,1 0 1 0 0,-1 0-1 0 0,0 0 1 0 0,1 0-1 0 0,-1 0 1 0 0,0 0-1 0 0,1 0 1 0 0,-1 0-1 0 0,1 0 1 0 0,-1 0-1 0 0,0 0 1 0 0,1 0-1 0 0,-1 1 1 0 0,0-1-1 0 0,1 0 1 0 0,-1 0-1 0 0,0 0 1 0 0,1 0-1 0 0,-1 1 1 0 0,0-1-1 0 0,1 0 1 0 0,-1 0-1 0 0,0 1 1 0 0,0-1-1 0 0,1 0 1 0 0,-1 1-1 0 0,0-1 1 0 0,0 0-1 0 0,0 1 1 0 0,1-1-1 0 0,-1 0 1 0 0,0 1-1 0 0,0-1 1 0 0,0 0-1 0 0,0 1 1 0 0,-7 14 27 0 0,-16 10 16 0 0,23-25-44 0 0,-24 19 19 0 0,0-1-1 0 0,-2-2 1 0 0,0 0-1 0 0,-36 15 1 0 0,-27 16 135 0 0,88-46-139 0 0,-2 0 1 0 0,0 0-1 0 0,0 0 1 0 0,1 0-1 0 0,-1 0 0 0 0,0 0 1 0 0,1 1-1 0 0,-1-1 1 0 0,1 1-1 0 0,-4 3 0 0 0,32-2-31 0 0,-20-2 3 0 0,30-2-38 0 0,158 29-34 0 0,-146-17 16 0 0,-1 2-1 0 0,81 33 1 0 0,-127-45 71 0 0,1-1 0 0 0,-1 1 0 0 0,1-1 0 0 0,-1 1 0 0 0,1 0 0 0 0,-1-1 0 0 0,1 1 0 0 0,-1 0 0 0 0,0 0 0 0 0,0 0 0 0 0,1 0 0 0 0,-1 0 0 0 0,0 0 0 0 0,0 0 0 0 0,0 1 0 0 0,0-1 0 0 0,0 0-1 0 0,0 0 1 0 0,-1 1 0 0 0,1-1 0 0 0,0 1 0 0 0,-1-1 0 0 0,1 1 0 0 0,-1-1 0 0 0,1 2 0 0 0,-1-1 3 0 0,-1 0-1 0 0,1 0 0 0 0,-1 0 1 0 0,0-1-1 0 0,0 1 0 0 0,1 0 0 0 0,-1-1 1 0 0,0 1-1 0 0,0-1 0 0 0,-1 1 1 0 0,1-1-1 0 0,0 0 0 0 0,0 1 1 0 0,-1-1-1 0 0,1 0 0 0 0,-1 0 1 0 0,-1 2-1 0 0,-9 4 49 0 0,0 0 0 0 0,0 0 0 0 0,-23 7 0 0 0,5-4 79 0 0,1-1 0 0 0,-1-2 0 0 0,-1-1-1 0 0,1-1 1 0 0,-44 0 0 0 0,21-4 909 0 0,-1-3 1 0 0,-65-11-1 0 0,116 12-927 0 0,0 1-174 0 0,1 0-1 0 0,-1 0 1 0 0,0 0-1 0 0,0 0 0 0 0,0 0 1 0 0,1-1-1 0 0,-1 0 1 0 0,0 1-1 0 0,1-1 0 0 0,-1 0 1 0 0,0 0-1 0 0,1-1 1 0 0,-1 1-1 0 0,1 0 0 0 0,0-1 1 0 0,-1 1-1 0 0,-3-5 1 0 0,6 4-260 0 0,1 0 0 0 0,-1 1 1 0 0,0-1-1 0 0,1 0 1 0 0,0 0-1 0 0,-1 1 0 0 0,1-1 1 0 0,0 0-1 0 0,0 1 1 0 0,0-1-1 0 0,0 1 1 0 0,0-1-1 0 0,0 1 0 0 0,0-1 1 0 0,3-1-1 0 0,8-10-3282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3:40.639"/>
    </inkml:context>
    <inkml:brush xml:id="br0">
      <inkml:brushProperty name="width" value="0.1" units="cm"/>
      <inkml:brushProperty name="height" value="0.1" units="cm"/>
      <inkml:brushProperty name="color" value="#66CC00"/>
    </inkml:brush>
  </inkml:definitions>
  <inkml:trace contextRef="#ctx0" brushRef="#br0">1038 227 6589 0 0,'0'0'-190'0'0,"-2"-14"72"0"0,-48-3 1342 0 0,-60-14 0 0 0,92 27-1200 0 0,0 1 1 0 0,0 1-1 0 0,0 1 0 0 0,-1 0 0 0 0,1 1 1 0 0,-35 5-1 0 0,13 2-19 0 0,5-1-10 0 0,0 1 0 0 0,-52 18 0 0 0,-25 19-45 0 0,-115 65 0 0 0,213-100 20 0 0,1 0 1 0 0,-1 2 0 0 0,1-1-1 0 0,1 2 1 0 0,0 0 0 0 0,1 0-1 0 0,0 1 1 0 0,1 1-1 0 0,0-1 1 0 0,1 2 0 0 0,1-1-1 0 0,0 1 1 0 0,1 0-1 0 0,-6 20 1 0 0,10-24 12 0 0,0 0-1 0 0,1 0 0 0 0,0 0 1 0 0,1 0-1 0 0,0 0 1 0 0,1 0-1 0 0,0 0 1 0 0,0 0-1 0 0,2 0 1 0 0,-1 0-1 0 0,1 0 0 0 0,1 0 1 0 0,0-1-1 0 0,0 1 1 0 0,1-1-1 0 0,1 1 1 0 0,7 13-1 0 0,1-3 18 0 0,1-1 1 0 0,0-1-1 0 0,1 0 0 0 0,1 0 1 0 0,1-2-1 0 0,1 0 1 0 0,0-1-1 0 0,1 0 0 0 0,28 16 1 0 0,-3-6 28 0 0,1-3 0 0 0,1-1 0 0 0,71 24 1 0 0,-73-32 7 0 0,0-2 0 0 0,1-1 0 0 0,0-3 0 0 0,67 5 1 0 0,-77-12 32 0 0,0-1 0 0 0,-1-2 1 0 0,1-1-1 0 0,-1-2 0 0 0,0-1 0 0 0,53-17 1 0 0,-71 17-47 0 0,51-15 676 0 0,117-58 0 0 0,-163 68-414 0 0,-2-1 0 0 0,0 0-1 0 0,0-2 1 0 0,-1 0 0 0 0,-1-1 0 0 0,0-1-1 0 0,-1 0 1 0 0,-1-2 0 0 0,23-32 0 0 0,-23 24 166 0 0,-1-1 1 0 0,-1-1 0 0 0,-1 0 0 0 0,-2-1 0 0 0,8-31-1 0 0,-16 47-365 0 0,-1 0-1 0 0,0 0 0 0 0,-1 0 0 0 0,0 0 0 0 0,-1 1 0 0 0,0-1 0 0 0,-7-24 0 0 0,0-18 4 0 0,5 35-42 0 0,0 0 1 0 0,-1 0 0 0 0,-1 0 0 0 0,-1 1 0 0 0,-1 0 0 0 0,-1 0 0 0 0,0 0 0 0 0,-1 1 0 0 0,-15-21 0 0 0,16 29-42 0 0,-1 0 0 0 0,0 1 0 0 0,0 0-1 0 0,-1 0 1 0 0,0 1 0 0 0,0 0 0 0 0,-1 1 0 0 0,-18-10 0 0 0,-100-40-9 0 0,100 46 11 0 0,-14-5-102 0 0,-1 1 0 0 0,-1 3 0 0 0,0 1 0 0 0,0 3 0 0 0,-68-5 0 0 0,77 12-1902 0 0,1 2 1 0 0,-38 4-1 0 0,70-4 1618 0 0,1-1-1 0 0,0 0 1 0 0,-1 1-1 0 0,1-1 1 0 0,-1 0-1 0 0,1-1 1 0 0,0 1-1 0 0,-1 0 1 0 0,1-1-1 0 0,0 1 1 0 0,-4-2-1 0 0,0 0-1336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9/13/2026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C63499C-1FAC-4F66-96F8-6DA2CC28B748}" type="slidenum">
              <a:rPr lang="en-US" smtClean="0"/>
              <a:t>5</a:t>
            </a:fld>
            <a:endParaRPr lang="en-US"/>
          </a:p>
        </p:txBody>
      </p:sp>
    </p:spTree>
    <p:extLst>
      <p:ext uri="{BB962C8B-B14F-4D97-AF65-F5344CB8AC3E}">
        <p14:creationId xmlns:p14="http://schemas.microsoft.com/office/powerpoint/2010/main" val="1925118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9/13/2026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9/13/2026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9/13/2026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9/13/2026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9/13/2026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9/13/2026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9/13/2026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9/13/2026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9/13/2026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9/13/2026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9/13/2026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9/13/2026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7.xml"/><Relationship Id="rId18" Type="http://schemas.openxmlformats.org/officeDocument/2006/relationships/customXml" Target="../ink/ink12.xml"/><Relationship Id="rId26" Type="http://schemas.openxmlformats.org/officeDocument/2006/relationships/image" Target="NULL"/><Relationship Id="rId3" Type="http://schemas.openxmlformats.org/officeDocument/2006/relationships/customXml" Target="../ink/ink1.xml"/><Relationship Id="rId21" Type="http://schemas.openxmlformats.org/officeDocument/2006/relationships/customXml" Target="../ink/ink15.xml"/><Relationship Id="rId7" Type="http://schemas.openxmlformats.org/officeDocument/2006/relationships/customXml" Target="../ink/ink3.xml"/><Relationship Id="rId12" Type="http://schemas.openxmlformats.org/officeDocument/2006/relationships/customXml" Target="../ink/ink6.xml"/><Relationship Id="rId17" Type="http://schemas.openxmlformats.org/officeDocument/2006/relationships/customXml" Target="../ink/ink11.xml"/><Relationship Id="rId25" Type="http://schemas.openxmlformats.org/officeDocument/2006/relationships/customXml" Target="../ink/ink17.xml"/><Relationship Id="rId2" Type="http://schemas.openxmlformats.org/officeDocument/2006/relationships/notesSlide" Target="../notesSlides/notesSlide1.xml"/><Relationship Id="rId16" Type="http://schemas.openxmlformats.org/officeDocument/2006/relationships/customXml" Target="../ink/ink10.xml"/><Relationship Id="rId20" Type="http://schemas.openxmlformats.org/officeDocument/2006/relationships/customXml" Target="../ink/ink14.xml"/><Relationship Id="rId29" Type="http://schemas.openxmlformats.org/officeDocument/2006/relationships/customXml" Target="../ink/ink19.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customXml" Target="../ink/ink5.xml"/><Relationship Id="rId24" Type="http://schemas.openxmlformats.org/officeDocument/2006/relationships/image" Target="NULL"/><Relationship Id="rId32" Type="http://schemas.openxmlformats.org/officeDocument/2006/relationships/customXml" Target="../ink/ink22.xml"/><Relationship Id="rId5" Type="http://schemas.openxmlformats.org/officeDocument/2006/relationships/customXml" Target="../ink/ink2.xml"/><Relationship Id="rId15" Type="http://schemas.openxmlformats.org/officeDocument/2006/relationships/customXml" Target="../ink/ink9.xml"/><Relationship Id="rId23" Type="http://schemas.openxmlformats.org/officeDocument/2006/relationships/customXml" Target="../ink/ink16.xml"/><Relationship Id="rId28" Type="http://schemas.openxmlformats.org/officeDocument/2006/relationships/image" Target="NULL"/><Relationship Id="rId10" Type="http://schemas.openxmlformats.org/officeDocument/2006/relationships/image" Target="NULL"/><Relationship Id="rId19" Type="http://schemas.openxmlformats.org/officeDocument/2006/relationships/customXml" Target="../ink/ink13.xml"/><Relationship Id="rId31" Type="http://schemas.openxmlformats.org/officeDocument/2006/relationships/customXml" Target="../ink/ink21.xml"/><Relationship Id="rId4" Type="http://schemas.openxmlformats.org/officeDocument/2006/relationships/image" Target="NULL"/><Relationship Id="rId9" Type="http://schemas.openxmlformats.org/officeDocument/2006/relationships/customXml" Target="../ink/ink4.xml"/><Relationship Id="rId14" Type="http://schemas.openxmlformats.org/officeDocument/2006/relationships/customXml" Target="../ink/ink8.xml"/><Relationship Id="rId22" Type="http://schemas.openxmlformats.org/officeDocument/2006/relationships/image" Target="NULL"/><Relationship Id="rId27" Type="http://schemas.openxmlformats.org/officeDocument/2006/relationships/customXml" Target="../ink/ink18.xml"/><Relationship Id="rId30" Type="http://schemas.openxmlformats.org/officeDocument/2006/relationships/customXml" Target="../ink/ink20.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customXml" Target="../ink/ink26.xml"/><Relationship Id="rId13" Type="http://schemas.openxmlformats.org/officeDocument/2006/relationships/image" Target="../media/image14.png"/><Relationship Id="rId18" Type="http://schemas.openxmlformats.org/officeDocument/2006/relationships/customXml" Target="../ink/ink31.xml"/><Relationship Id="rId3" Type="http://schemas.openxmlformats.org/officeDocument/2006/relationships/image" Target="../media/image9.png"/><Relationship Id="rId21" Type="http://schemas.openxmlformats.org/officeDocument/2006/relationships/customXml" Target="../ink/ink34.xml"/><Relationship Id="rId7" Type="http://schemas.openxmlformats.org/officeDocument/2006/relationships/image" Target="../media/image11.png"/><Relationship Id="rId12" Type="http://schemas.openxmlformats.org/officeDocument/2006/relationships/customXml" Target="../ink/ink28.xml"/><Relationship Id="rId17" Type="http://schemas.openxmlformats.org/officeDocument/2006/relationships/image" Target="../media/image16.png"/><Relationship Id="rId2" Type="http://schemas.openxmlformats.org/officeDocument/2006/relationships/customXml" Target="../ink/ink23.xml"/><Relationship Id="rId16" Type="http://schemas.openxmlformats.org/officeDocument/2006/relationships/customXml" Target="../ink/ink30.xml"/><Relationship Id="rId20" Type="http://schemas.openxmlformats.org/officeDocument/2006/relationships/customXml" Target="../ink/ink33.xml"/><Relationship Id="rId1" Type="http://schemas.openxmlformats.org/officeDocument/2006/relationships/slideLayout" Target="../slideLayouts/slideLayout2.xml"/><Relationship Id="rId6" Type="http://schemas.openxmlformats.org/officeDocument/2006/relationships/customXml" Target="../ink/ink25.xm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customXml" Target="../ink/ink27.xml"/><Relationship Id="rId19" Type="http://schemas.openxmlformats.org/officeDocument/2006/relationships/customXml" Target="../ink/ink32.xml"/><Relationship Id="rId4" Type="http://schemas.openxmlformats.org/officeDocument/2006/relationships/customXml" Target="../ink/ink24.xml"/><Relationship Id="rId9" Type="http://schemas.openxmlformats.org/officeDocument/2006/relationships/image" Target="../media/image12.png"/><Relationship Id="rId14" Type="http://schemas.openxmlformats.org/officeDocument/2006/relationships/customXml" Target="../ink/ink29.xml"/></Relationships>
</file>

<file path=ppt/slides/_rels/slide13.xml.rels><?xml version="1.0" encoding="UTF-8" standalone="yes"?>
<Relationships xmlns="http://schemas.openxmlformats.org/package/2006/relationships"><Relationship Id="rId21" Type="http://schemas.openxmlformats.org/officeDocument/2006/relationships/image" Target="../media/image17.png"/><Relationship Id="rId47" Type="http://schemas.openxmlformats.org/officeDocument/2006/relationships/image" Target="../media/image39.png"/><Relationship Id="rId63" Type="http://schemas.openxmlformats.org/officeDocument/2006/relationships/image" Target="../media/image20.png"/><Relationship Id="rId68" Type="http://schemas.openxmlformats.org/officeDocument/2006/relationships/customXml" Target="../ink/ink56.xml"/><Relationship Id="rId84" Type="http://schemas.openxmlformats.org/officeDocument/2006/relationships/customXml" Target="../ink/ink64.xml"/><Relationship Id="rId89" Type="http://schemas.openxmlformats.org/officeDocument/2006/relationships/image" Target="../media/image33.png"/><Relationship Id="rId16" Type="http://schemas.openxmlformats.org/officeDocument/2006/relationships/customXml" Target="../ink/ink40.xml"/><Relationship Id="rId11" Type="http://schemas.openxmlformats.org/officeDocument/2006/relationships/image" Target="../media/image610.png"/><Relationship Id="rId24" Type="http://schemas.openxmlformats.org/officeDocument/2006/relationships/customXml" Target="../ink/ink44.xml"/><Relationship Id="rId45" Type="http://schemas.openxmlformats.org/officeDocument/2006/relationships/image" Target="../media/image38.png"/><Relationship Id="rId53" Type="http://schemas.openxmlformats.org/officeDocument/2006/relationships/image" Target="../media/image140.png"/><Relationship Id="rId58" Type="http://schemas.openxmlformats.org/officeDocument/2006/relationships/customXml" Target="../ink/ink51.xml"/><Relationship Id="rId66" Type="http://schemas.openxmlformats.org/officeDocument/2006/relationships/customXml" Target="../ink/ink55.xml"/><Relationship Id="rId74" Type="http://schemas.openxmlformats.org/officeDocument/2006/relationships/customXml" Target="../ink/ink59.xml"/><Relationship Id="rId79" Type="http://schemas.openxmlformats.org/officeDocument/2006/relationships/image" Target="../media/image28.png"/><Relationship Id="rId87" Type="http://schemas.openxmlformats.org/officeDocument/2006/relationships/image" Target="../media/image32.png"/><Relationship Id="rId102" Type="http://schemas.openxmlformats.org/officeDocument/2006/relationships/customXml" Target="../ink/ink73.xml"/><Relationship Id="rId61" Type="http://schemas.openxmlformats.org/officeDocument/2006/relationships/image" Target="../media/image19.png"/><Relationship Id="rId82" Type="http://schemas.openxmlformats.org/officeDocument/2006/relationships/customXml" Target="../ink/ink63.xml"/><Relationship Id="rId90" Type="http://schemas.openxmlformats.org/officeDocument/2006/relationships/customXml" Target="../ink/ink67.xml"/><Relationship Id="rId95" Type="http://schemas.openxmlformats.org/officeDocument/2006/relationships/image" Target="../media/image36.png"/><Relationship Id="rId19" Type="http://schemas.openxmlformats.org/officeDocument/2006/relationships/image" Target="../media/image160.png"/><Relationship Id="rId14" Type="http://schemas.openxmlformats.org/officeDocument/2006/relationships/customXml" Target="../ink/ink39.xml"/><Relationship Id="rId22" Type="http://schemas.openxmlformats.org/officeDocument/2006/relationships/customXml" Target="../ink/ink43.xml"/><Relationship Id="rId48" Type="http://schemas.openxmlformats.org/officeDocument/2006/relationships/customXml" Target="../ink/ink46.xml"/><Relationship Id="rId56" Type="http://schemas.openxmlformats.org/officeDocument/2006/relationships/customXml" Target="../ink/ink50.xml"/><Relationship Id="rId64" Type="http://schemas.openxmlformats.org/officeDocument/2006/relationships/customXml" Target="../ink/ink54.xml"/><Relationship Id="rId69" Type="http://schemas.openxmlformats.org/officeDocument/2006/relationships/image" Target="../media/image23.png"/><Relationship Id="rId77" Type="http://schemas.openxmlformats.org/officeDocument/2006/relationships/image" Target="../media/image27.png"/><Relationship Id="rId100" Type="http://schemas.openxmlformats.org/officeDocument/2006/relationships/customXml" Target="../ink/ink72.xml"/><Relationship Id="rId8" Type="http://schemas.openxmlformats.org/officeDocument/2006/relationships/customXml" Target="../ink/ink36.xml"/><Relationship Id="rId51" Type="http://schemas.openxmlformats.org/officeDocument/2006/relationships/image" Target="../media/image41.png"/><Relationship Id="rId72" Type="http://schemas.openxmlformats.org/officeDocument/2006/relationships/customXml" Target="../ink/ink58.xml"/><Relationship Id="rId80" Type="http://schemas.openxmlformats.org/officeDocument/2006/relationships/customXml" Target="../ink/ink62.xml"/><Relationship Id="rId85" Type="http://schemas.openxmlformats.org/officeDocument/2006/relationships/image" Target="../media/image31.png"/><Relationship Id="rId93" Type="http://schemas.openxmlformats.org/officeDocument/2006/relationships/image" Target="../media/image35.png"/><Relationship Id="rId98" Type="http://schemas.openxmlformats.org/officeDocument/2006/relationships/customXml" Target="../ink/ink71.xml"/><Relationship Id="rId12" Type="http://schemas.openxmlformats.org/officeDocument/2006/relationships/customXml" Target="../ink/ink38.xml"/><Relationship Id="rId17" Type="http://schemas.openxmlformats.org/officeDocument/2006/relationships/image" Target="../media/image910.png"/><Relationship Id="rId46" Type="http://schemas.openxmlformats.org/officeDocument/2006/relationships/customXml" Target="../ink/ink45.xml"/><Relationship Id="rId59" Type="http://schemas.openxmlformats.org/officeDocument/2006/relationships/image" Target="../media/image18.png"/><Relationship Id="rId67" Type="http://schemas.openxmlformats.org/officeDocument/2006/relationships/image" Target="../media/image22.png"/><Relationship Id="rId103" Type="http://schemas.openxmlformats.org/officeDocument/2006/relationships/image" Target="../media/image44.png"/><Relationship Id="rId20" Type="http://schemas.openxmlformats.org/officeDocument/2006/relationships/customXml" Target="../ink/ink42.xml"/><Relationship Id="rId54" Type="http://schemas.openxmlformats.org/officeDocument/2006/relationships/customXml" Target="../ink/ink49.xml"/><Relationship Id="rId62" Type="http://schemas.openxmlformats.org/officeDocument/2006/relationships/customXml" Target="../ink/ink53.xml"/><Relationship Id="rId70" Type="http://schemas.openxmlformats.org/officeDocument/2006/relationships/customXml" Target="../ink/ink57.xml"/><Relationship Id="rId75" Type="http://schemas.openxmlformats.org/officeDocument/2006/relationships/image" Target="../media/image26.png"/><Relationship Id="rId83" Type="http://schemas.openxmlformats.org/officeDocument/2006/relationships/image" Target="../media/image30.png"/><Relationship Id="rId88" Type="http://schemas.openxmlformats.org/officeDocument/2006/relationships/customXml" Target="../ink/ink66.xml"/><Relationship Id="rId91" Type="http://schemas.openxmlformats.org/officeDocument/2006/relationships/image" Target="../media/image34.png"/><Relationship Id="rId96" Type="http://schemas.openxmlformats.org/officeDocument/2006/relationships/customXml" Target="../ink/ink70.xml"/><Relationship Id="rId1" Type="http://schemas.openxmlformats.org/officeDocument/2006/relationships/slideLayout" Target="../slideLayouts/slideLayout2.xml"/><Relationship Id="rId15" Type="http://schemas.openxmlformats.org/officeDocument/2006/relationships/image" Target="../media/image810.png"/><Relationship Id="rId23" Type="http://schemas.openxmlformats.org/officeDocument/2006/relationships/image" Target="../media/image130.png"/><Relationship Id="rId49" Type="http://schemas.openxmlformats.org/officeDocument/2006/relationships/image" Target="../media/image40.png"/><Relationship Id="rId57" Type="http://schemas.openxmlformats.org/officeDocument/2006/relationships/image" Target="../media/image161.png"/><Relationship Id="rId10" Type="http://schemas.openxmlformats.org/officeDocument/2006/relationships/customXml" Target="../ink/ink37.xml"/><Relationship Id="rId52" Type="http://schemas.openxmlformats.org/officeDocument/2006/relationships/customXml" Target="../ink/ink48.xml"/><Relationship Id="rId60" Type="http://schemas.openxmlformats.org/officeDocument/2006/relationships/customXml" Target="../ink/ink52.xml"/><Relationship Id="rId65" Type="http://schemas.openxmlformats.org/officeDocument/2006/relationships/image" Target="../media/image21.png"/><Relationship Id="rId73" Type="http://schemas.openxmlformats.org/officeDocument/2006/relationships/image" Target="../media/image25.png"/><Relationship Id="rId78" Type="http://schemas.openxmlformats.org/officeDocument/2006/relationships/customXml" Target="../ink/ink61.xml"/><Relationship Id="rId81" Type="http://schemas.openxmlformats.org/officeDocument/2006/relationships/image" Target="../media/image29.png"/><Relationship Id="rId86" Type="http://schemas.openxmlformats.org/officeDocument/2006/relationships/customXml" Target="../ink/ink65.xml"/><Relationship Id="rId94" Type="http://schemas.openxmlformats.org/officeDocument/2006/relationships/customXml" Target="../ink/ink69.xml"/><Relationship Id="rId99" Type="http://schemas.openxmlformats.org/officeDocument/2006/relationships/image" Target="../media/image42.png"/><Relationship Id="rId101" Type="http://schemas.openxmlformats.org/officeDocument/2006/relationships/image" Target="../media/image43.png"/><Relationship Id="rId9" Type="http://schemas.openxmlformats.org/officeDocument/2006/relationships/image" Target="../media/image510.png"/><Relationship Id="rId13" Type="http://schemas.openxmlformats.org/officeDocument/2006/relationships/image" Target="../media/image710.png"/><Relationship Id="rId18" Type="http://schemas.openxmlformats.org/officeDocument/2006/relationships/customXml" Target="../ink/ink41.xml"/><Relationship Id="rId50" Type="http://schemas.openxmlformats.org/officeDocument/2006/relationships/customXml" Target="../ink/ink47.xml"/><Relationship Id="rId55" Type="http://schemas.openxmlformats.org/officeDocument/2006/relationships/image" Target="../media/image150.png"/><Relationship Id="rId76" Type="http://schemas.openxmlformats.org/officeDocument/2006/relationships/customXml" Target="../ink/ink60.xml"/><Relationship Id="rId97" Type="http://schemas.openxmlformats.org/officeDocument/2006/relationships/image" Target="../media/image37.png"/><Relationship Id="rId7" Type="http://schemas.openxmlformats.org/officeDocument/2006/relationships/image" Target="../media/image410.png"/><Relationship Id="rId71" Type="http://schemas.openxmlformats.org/officeDocument/2006/relationships/image" Target="../media/image24.png"/><Relationship Id="rId92" Type="http://schemas.openxmlformats.org/officeDocument/2006/relationships/customXml" Target="../ink/ink68.xml"/><Relationship Id="rId2" Type="http://schemas.openxmlformats.org/officeDocument/2006/relationships/customXml" Target="../ink/ink35.xml"/></Relationships>
</file>

<file path=ppt/slides/_rels/slide14.xml.rels><?xml version="1.0" encoding="UTF-8" standalone="yes"?>
<Relationships xmlns="http://schemas.openxmlformats.org/package/2006/relationships"><Relationship Id="rId8" Type="http://schemas.openxmlformats.org/officeDocument/2006/relationships/customXml" Target="../ink/ink77.xml"/><Relationship Id="rId13" Type="http://schemas.openxmlformats.org/officeDocument/2006/relationships/image" Target="../media/image50.png"/><Relationship Id="rId18" Type="http://schemas.openxmlformats.org/officeDocument/2006/relationships/customXml" Target="../ink/ink82.xml"/><Relationship Id="rId3" Type="http://schemas.openxmlformats.org/officeDocument/2006/relationships/image" Target="../media/image45.png"/><Relationship Id="rId21" Type="http://schemas.openxmlformats.org/officeDocument/2006/relationships/image" Target="../media/image54.png"/><Relationship Id="rId7" Type="http://schemas.openxmlformats.org/officeDocument/2006/relationships/image" Target="../media/image47.png"/><Relationship Id="rId12" Type="http://schemas.openxmlformats.org/officeDocument/2006/relationships/customXml" Target="../ink/ink79.xml"/><Relationship Id="rId17" Type="http://schemas.openxmlformats.org/officeDocument/2006/relationships/image" Target="../media/image52.png"/><Relationship Id="rId2" Type="http://schemas.openxmlformats.org/officeDocument/2006/relationships/customXml" Target="../ink/ink74.xml"/><Relationship Id="rId16" Type="http://schemas.openxmlformats.org/officeDocument/2006/relationships/customXml" Target="../ink/ink81.xml"/><Relationship Id="rId20" Type="http://schemas.openxmlformats.org/officeDocument/2006/relationships/customXml" Target="../ink/ink83.xml"/><Relationship Id="rId1" Type="http://schemas.openxmlformats.org/officeDocument/2006/relationships/slideLayout" Target="../slideLayouts/slideLayout2.xml"/><Relationship Id="rId6" Type="http://schemas.openxmlformats.org/officeDocument/2006/relationships/customXml" Target="../ink/ink76.xml"/><Relationship Id="rId11" Type="http://schemas.openxmlformats.org/officeDocument/2006/relationships/image" Target="../media/image49.png"/><Relationship Id="rId5" Type="http://schemas.openxmlformats.org/officeDocument/2006/relationships/image" Target="../media/image46.png"/><Relationship Id="rId15" Type="http://schemas.openxmlformats.org/officeDocument/2006/relationships/image" Target="../media/image51.png"/><Relationship Id="rId10" Type="http://schemas.openxmlformats.org/officeDocument/2006/relationships/customXml" Target="../ink/ink78.xml"/><Relationship Id="rId19" Type="http://schemas.openxmlformats.org/officeDocument/2006/relationships/image" Target="../media/image53.png"/><Relationship Id="rId4" Type="http://schemas.openxmlformats.org/officeDocument/2006/relationships/customXml" Target="../ink/ink75.xml"/><Relationship Id="rId9" Type="http://schemas.openxmlformats.org/officeDocument/2006/relationships/image" Target="../media/image48.png"/><Relationship Id="rId14" Type="http://schemas.openxmlformats.org/officeDocument/2006/relationships/customXml" Target="../ink/ink80.xml"/></Relationships>
</file>

<file path=ppt/slides/_rels/slide15.xml.rels><?xml version="1.0" encoding="UTF-8" standalone="yes"?>
<Relationships xmlns="http://schemas.openxmlformats.org/package/2006/relationships"><Relationship Id="rId8" Type="http://schemas.openxmlformats.org/officeDocument/2006/relationships/customXml" Target="../ink/ink87.xml"/><Relationship Id="rId13" Type="http://schemas.openxmlformats.org/officeDocument/2006/relationships/image" Target="../media/image50.png"/><Relationship Id="rId18" Type="http://schemas.openxmlformats.org/officeDocument/2006/relationships/customXml" Target="../ink/ink92.xml"/><Relationship Id="rId3" Type="http://schemas.openxmlformats.org/officeDocument/2006/relationships/image" Target="../media/image45.png"/><Relationship Id="rId21" Type="http://schemas.openxmlformats.org/officeDocument/2006/relationships/image" Target="../media/image56.png"/><Relationship Id="rId7" Type="http://schemas.openxmlformats.org/officeDocument/2006/relationships/image" Target="../media/image47.png"/><Relationship Id="rId12" Type="http://schemas.openxmlformats.org/officeDocument/2006/relationships/customXml" Target="../ink/ink89.xml"/><Relationship Id="rId17" Type="http://schemas.openxmlformats.org/officeDocument/2006/relationships/image" Target="../media/image52.png"/><Relationship Id="rId2" Type="http://schemas.openxmlformats.org/officeDocument/2006/relationships/customXml" Target="../ink/ink84.xml"/><Relationship Id="rId16" Type="http://schemas.openxmlformats.org/officeDocument/2006/relationships/customXml" Target="../ink/ink91.xml"/><Relationship Id="rId20" Type="http://schemas.openxmlformats.org/officeDocument/2006/relationships/customXml" Target="../ink/ink93.xml"/><Relationship Id="rId1" Type="http://schemas.openxmlformats.org/officeDocument/2006/relationships/slideLayout" Target="../slideLayouts/slideLayout2.xml"/><Relationship Id="rId6" Type="http://schemas.openxmlformats.org/officeDocument/2006/relationships/customXml" Target="../ink/ink86.xml"/><Relationship Id="rId11" Type="http://schemas.openxmlformats.org/officeDocument/2006/relationships/image" Target="../media/image49.png"/><Relationship Id="rId5" Type="http://schemas.openxmlformats.org/officeDocument/2006/relationships/image" Target="../media/image46.png"/><Relationship Id="rId15" Type="http://schemas.openxmlformats.org/officeDocument/2006/relationships/image" Target="../media/image51.png"/><Relationship Id="rId10" Type="http://schemas.openxmlformats.org/officeDocument/2006/relationships/customXml" Target="../ink/ink88.xml"/><Relationship Id="rId19" Type="http://schemas.openxmlformats.org/officeDocument/2006/relationships/image" Target="../media/image55.png"/><Relationship Id="rId4" Type="http://schemas.openxmlformats.org/officeDocument/2006/relationships/customXml" Target="../ink/ink85.xml"/><Relationship Id="rId9" Type="http://schemas.openxmlformats.org/officeDocument/2006/relationships/image" Target="../media/image48.png"/><Relationship Id="rId14" Type="http://schemas.openxmlformats.org/officeDocument/2006/relationships/customXml" Target="../ink/ink9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CCEE5-7301-1AF4-80DD-66AFA4D05DB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69A2110-4B66-1711-4CD1-E67EF9EBF118}"/>
              </a:ext>
            </a:extLst>
          </p:cNvPr>
          <p:cNvSpPr txBox="1"/>
          <p:nvPr/>
        </p:nvSpPr>
        <p:spPr>
          <a:xfrm>
            <a:off x="2271678" y="2851749"/>
            <a:ext cx="8081264" cy="1446550"/>
          </a:xfrm>
          <a:prstGeom prst="rect">
            <a:avLst/>
          </a:prstGeom>
          <a:noFill/>
        </p:spPr>
        <p:txBody>
          <a:bodyPr wrap="square">
            <a:spAutoFit/>
          </a:bodyPr>
          <a:lstStyle/>
          <a:p>
            <a:pPr algn="ctr"/>
            <a:r>
              <a:rPr lang="en-US" sz="8800" b="1" dirty="0">
                <a:solidFill>
                  <a:schemeClr val="accent6">
                    <a:lumMod val="60000"/>
                    <a:lumOff val="40000"/>
                  </a:schemeClr>
                </a:solidFill>
              </a:rPr>
              <a:t>Embeddings</a:t>
            </a:r>
          </a:p>
        </p:txBody>
      </p:sp>
    </p:spTree>
    <p:extLst>
      <p:ext uri="{BB962C8B-B14F-4D97-AF65-F5344CB8AC3E}">
        <p14:creationId xmlns:p14="http://schemas.microsoft.com/office/powerpoint/2010/main" val="2106603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6290-94EA-FA05-C7EC-F9B4AD5D10A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AEBF300-1550-A941-EE20-BC825CFB1B58}"/>
              </a:ext>
            </a:extLst>
          </p:cNvPr>
          <p:cNvSpPr txBox="1"/>
          <p:nvPr/>
        </p:nvSpPr>
        <p:spPr>
          <a:xfrm>
            <a:off x="619858" y="106988"/>
            <a:ext cx="8081264" cy="461665"/>
          </a:xfrm>
          <a:prstGeom prst="rect">
            <a:avLst/>
          </a:prstGeom>
          <a:noFill/>
        </p:spPr>
        <p:txBody>
          <a:bodyPr wrap="square">
            <a:spAutoFit/>
          </a:bodyPr>
          <a:lstStyle/>
          <a:p>
            <a:r>
              <a:rPr lang="en-US" sz="2400" b="1" dirty="0">
                <a:solidFill>
                  <a:schemeClr val="accent6">
                    <a:lumMod val="60000"/>
                    <a:lumOff val="40000"/>
                  </a:schemeClr>
                </a:solidFill>
              </a:rPr>
              <a:t>What is an embedding ?</a:t>
            </a:r>
          </a:p>
        </p:txBody>
      </p:sp>
      <p:sp>
        <p:nvSpPr>
          <p:cNvPr id="3" name="TextBox 2">
            <a:extLst>
              <a:ext uri="{FF2B5EF4-FFF2-40B4-BE49-F238E27FC236}">
                <a16:creationId xmlns:a16="http://schemas.microsoft.com/office/drawing/2014/main" id="{7B373FB2-9AD4-F44A-FE2D-DD0239856B0F}"/>
              </a:ext>
            </a:extLst>
          </p:cNvPr>
          <p:cNvSpPr txBox="1"/>
          <p:nvPr/>
        </p:nvSpPr>
        <p:spPr>
          <a:xfrm>
            <a:off x="701802" y="688201"/>
            <a:ext cx="10629900" cy="2677656"/>
          </a:xfrm>
          <a:prstGeom prst="rect">
            <a:avLst/>
          </a:prstGeom>
          <a:noFill/>
        </p:spPr>
        <p:txBody>
          <a:bodyPr wrap="square">
            <a:spAutoFit/>
          </a:bodyPr>
          <a:lstStyle/>
          <a:p>
            <a:r>
              <a:rPr lang="en-IN" sz="2400" dirty="0">
                <a:solidFill>
                  <a:schemeClr val="accent6">
                    <a:lumMod val="60000"/>
                    <a:lumOff val="40000"/>
                  </a:schemeClr>
                </a:solidFill>
              </a:rPr>
              <a:t>An </a:t>
            </a:r>
            <a:r>
              <a:rPr lang="en-IN" sz="2400" b="1" u="none" strike="noStrike" dirty="0">
                <a:solidFill>
                  <a:schemeClr val="accent6">
                    <a:lumMod val="60000"/>
                    <a:lumOff val="40000"/>
                  </a:schemeClr>
                </a:solidFill>
                <a:effectLst/>
                <a:latin typeface="+mn-lt"/>
              </a:rPr>
              <a:t>embedding</a:t>
            </a:r>
            <a:r>
              <a:rPr lang="en-IN" sz="2400" dirty="0">
                <a:solidFill>
                  <a:schemeClr val="accent6">
                    <a:lumMod val="60000"/>
                    <a:lumOff val="40000"/>
                  </a:schemeClr>
                </a:solidFill>
              </a:rPr>
              <a:t> is the process or result of turning data—like </a:t>
            </a:r>
          </a:p>
          <a:p>
            <a:pPr marL="342900" indent="-342900">
              <a:buFont typeface="Arial" panose="020B0604020202020204" pitchFamily="34" charset="0"/>
              <a:buChar char="•"/>
            </a:pPr>
            <a:r>
              <a:rPr lang="en-IN" sz="2400" dirty="0">
                <a:solidFill>
                  <a:schemeClr val="accent6">
                    <a:lumMod val="60000"/>
                    <a:lumOff val="40000"/>
                  </a:schemeClr>
                </a:solidFill>
              </a:rPr>
              <a:t>words, </a:t>
            </a:r>
          </a:p>
          <a:p>
            <a:pPr marL="342900" indent="-342900">
              <a:buFont typeface="Arial" panose="020B0604020202020204" pitchFamily="34" charset="0"/>
              <a:buChar char="•"/>
            </a:pPr>
            <a:r>
              <a:rPr lang="en-IN" sz="2400" dirty="0">
                <a:solidFill>
                  <a:schemeClr val="accent6">
                    <a:lumMod val="60000"/>
                    <a:lumOff val="40000"/>
                  </a:schemeClr>
                </a:solidFill>
              </a:rPr>
              <a:t>sentences, or </a:t>
            </a:r>
          </a:p>
          <a:p>
            <a:pPr marL="342900" indent="-342900">
              <a:buFont typeface="Arial" panose="020B0604020202020204" pitchFamily="34" charset="0"/>
              <a:buChar char="•"/>
            </a:pPr>
            <a:r>
              <a:rPr lang="en-IN" sz="2400" dirty="0">
                <a:solidFill>
                  <a:schemeClr val="accent6">
                    <a:lumMod val="60000"/>
                    <a:lumOff val="40000"/>
                  </a:schemeClr>
                </a:solidFill>
              </a:rPr>
              <a:t>Images, Videos</a:t>
            </a:r>
          </a:p>
          <a:p>
            <a:pPr marL="342900" indent="-342900">
              <a:buFont typeface="Arial" panose="020B0604020202020204" pitchFamily="34" charset="0"/>
              <a:buChar char="•"/>
            </a:pPr>
            <a:r>
              <a:rPr lang="en-IN" sz="2400" dirty="0">
                <a:solidFill>
                  <a:schemeClr val="accent6">
                    <a:lumMod val="60000"/>
                    <a:lumOff val="40000"/>
                  </a:schemeClr>
                </a:solidFill>
              </a:rPr>
              <a:t>Audio</a:t>
            </a:r>
          </a:p>
          <a:p>
            <a:r>
              <a:rPr lang="en-IN" sz="2400" dirty="0">
                <a:solidFill>
                  <a:schemeClr val="accent6">
                    <a:lumMod val="60000"/>
                    <a:lumOff val="40000"/>
                  </a:schemeClr>
                </a:solidFill>
              </a:rPr>
              <a:t>—into a list of numbers (AKA vector) so a computer can understand their meaning and relationships</a:t>
            </a:r>
          </a:p>
        </p:txBody>
      </p:sp>
      <p:sp>
        <p:nvSpPr>
          <p:cNvPr id="5" name="TextBox 4">
            <a:extLst>
              <a:ext uri="{FF2B5EF4-FFF2-40B4-BE49-F238E27FC236}">
                <a16:creationId xmlns:a16="http://schemas.microsoft.com/office/drawing/2014/main" id="{05499970-09C4-A685-4BA2-445360F177FF}"/>
              </a:ext>
            </a:extLst>
          </p:cNvPr>
          <p:cNvSpPr txBox="1"/>
          <p:nvPr/>
        </p:nvSpPr>
        <p:spPr>
          <a:xfrm>
            <a:off x="105156" y="3604952"/>
            <a:ext cx="5911596" cy="3046988"/>
          </a:xfrm>
          <a:prstGeom prst="rect">
            <a:avLst/>
          </a:prstGeom>
          <a:noFill/>
        </p:spPr>
        <p:txBody>
          <a:bodyPr wrap="square">
            <a:spAutoFit/>
          </a:bodyPr>
          <a:lstStyle/>
          <a:p>
            <a:r>
              <a:rPr lang="en-IN" sz="2400" i="1" u="sng" dirty="0">
                <a:solidFill>
                  <a:schemeClr val="accent6">
                    <a:lumMod val="60000"/>
                    <a:lumOff val="40000"/>
                  </a:schemeClr>
                </a:solidFill>
              </a:rPr>
              <a:t>Example: Word embeddings of 6 dimensions</a:t>
            </a:r>
          </a:p>
          <a:p>
            <a:r>
              <a:rPr lang="en-IN" sz="2400" i="1" dirty="0">
                <a:solidFill>
                  <a:schemeClr val="accent6">
                    <a:lumMod val="60000"/>
                    <a:lumOff val="40000"/>
                  </a:schemeClr>
                </a:solidFill>
              </a:rPr>
              <a:t>fish     –&gt; [0.1, -0.5,   3.1,    -2,     3,   5 ]</a:t>
            </a:r>
          </a:p>
          <a:p>
            <a:r>
              <a:rPr lang="en-IN" sz="2400" i="1" dirty="0">
                <a:solidFill>
                  <a:schemeClr val="accent6">
                    <a:lumMod val="60000"/>
                    <a:lumOff val="40000"/>
                  </a:schemeClr>
                </a:solidFill>
              </a:rPr>
              <a:t>water –&gt; [-2,   -0.42, 3.1,    -1.9,  4,  0.004 ]</a:t>
            </a:r>
          </a:p>
          <a:p>
            <a:r>
              <a:rPr lang="en-IN" sz="2400" i="1" dirty="0">
                <a:solidFill>
                  <a:schemeClr val="accent6">
                    <a:lumMod val="60000"/>
                    <a:lumOff val="40000"/>
                  </a:schemeClr>
                </a:solidFill>
              </a:rPr>
              <a:t>plane  –&gt; [0.1, 0.94, 0.013, -2.8,  3,  5 ]</a:t>
            </a:r>
          </a:p>
          <a:p>
            <a:r>
              <a:rPr lang="en-IN" sz="2400" i="1" dirty="0">
                <a:solidFill>
                  <a:schemeClr val="accent6">
                    <a:lumMod val="60000"/>
                    <a:lumOff val="40000"/>
                  </a:schemeClr>
                </a:solidFill>
              </a:rPr>
              <a:t>air        –&gt; [0.2, 0.84, 0.023, -1.3,  2,  4 ]</a:t>
            </a:r>
          </a:p>
          <a:p>
            <a:endParaRPr lang="en-IN" sz="2400" i="1" dirty="0">
              <a:solidFill>
                <a:schemeClr val="accent6">
                  <a:lumMod val="60000"/>
                  <a:lumOff val="40000"/>
                </a:schemeClr>
              </a:solidFill>
            </a:endParaRPr>
          </a:p>
          <a:p>
            <a:r>
              <a:rPr lang="en-IN" sz="2400" i="1" u="sng" dirty="0">
                <a:solidFill>
                  <a:schemeClr val="accent6">
                    <a:lumMod val="60000"/>
                    <a:lumOff val="40000"/>
                  </a:schemeClr>
                </a:solidFill>
              </a:rPr>
              <a:t>Word</a:t>
            </a:r>
            <a:r>
              <a:rPr lang="en-IN" sz="2400" i="1" dirty="0">
                <a:solidFill>
                  <a:schemeClr val="accent6">
                    <a:lumMod val="60000"/>
                    <a:lumOff val="40000"/>
                  </a:schemeClr>
                </a:solidFill>
              </a:rPr>
              <a:t> embeddings have 100 to 300 dimensions.</a:t>
            </a:r>
          </a:p>
        </p:txBody>
      </p:sp>
      <p:sp>
        <p:nvSpPr>
          <p:cNvPr id="8" name="TextBox 7">
            <a:extLst>
              <a:ext uri="{FF2B5EF4-FFF2-40B4-BE49-F238E27FC236}">
                <a16:creationId xmlns:a16="http://schemas.microsoft.com/office/drawing/2014/main" id="{7486C811-C37A-2324-942D-9C15DB8781E8}"/>
              </a:ext>
            </a:extLst>
          </p:cNvPr>
          <p:cNvSpPr txBox="1"/>
          <p:nvPr/>
        </p:nvSpPr>
        <p:spPr>
          <a:xfrm>
            <a:off x="6704076" y="3604952"/>
            <a:ext cx="5311140" cy="3046988"/>
          </a:xfrm>
          <a:prstGeom prst="rect">
            <a:avLst/>
          </a:prstGeom>
          <a:noFill/>
        </p:spPr>
        <p:txBody>
          <a:bodyPr wrap="square">
            <a:spAutoFit/>
          </a:bodyPr>
          <a:lstStyle/>
          <a:p>
            <a:r>
              <a:rPr lang="en-IN" sz="2400" i="1" u="sng" dirty="0">
                <a:solidFill>
                  <a:schemeClr val="accent6">
                    <a:lumMod val="60000"/>
                    <a:lumOff val="40000"/>
                  </a:schemeClr>
                </a:solidFill>
              </a:rPr>
              <a:t>Example: Sentence embeddings of 4 dim</a:t>
            </a:r>
          </a:p>
          <a:p>
            <a:r>
              <a:rPr lang="en-IN" sz="2400" i="1" dirty="0">
                <a:solidFill>
                  <a:schemeClr val="accent6">
                    <a:lumMod val="60000"/>
                    <a:lumOff val="40000"/>
                  </a:schemeClr>
                </a:solidFill>
              </a:rPr>
              <a:t>I love juice     –&gt; [0.1, -0.5,   3.1,    -2]</a:t>
            </a:r>
          </a:p>
          <a:p>
            <a:r>
              <a:rPr lang="en-IN" sz="2400" i="1" dirty="0">
                <a:solidFill>
                  <a:schemeClr val="accent6">
                    <a:lumMod val="60000"/>
                    <a:lumOff val="40000"/>
                  </a:schemeClr>
                </a:solidFill>
              </a:rPr>
              <a:t>Eat a mango –&gt; [-2,   -0.42, 3.1,    -1.9 ]</a:t>
            </a:r>
          </a:p>
          <a:p>
            <a:r>
              <a:rPr lang="en-IN" sz="2400" i="1" dirty="0">
                <a:solidFill>
                  <a:schemeClr val="accent6">
                    <a:lumMod val="60000"/>
                    <a:lumOff val="40000"/>
                  </a:schemeClr>
                </a:solidFill>
              </a:rPr>
              <a:t>Sleep in class –&gt; [0.1, 0.94, 0.013, -2.8]</a:t>
            </a: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r>
              <a:rPr lang="en-IN" sz="2400" i="1" u="sng" dirty="0">
                <a:solidFill>
                  <a:schemeClr val="accent6">
                    <a:lumMod val="60000"/>
                    <a:lumOff val="40000"/>
                  </a:schemeClr>
                </a:solidFill>
              </a:rPr>
              <a:t>Sentence</a:t>
            </a:r>
            <a:r>
              <a:rPr lang="en-IN" sz="2400" i="1" dirty="0">
                <a:solidFill>
                  <a:schemeClr val="accent6">
                    <a:lumMod val="60000"/>
                    <a:lumOff val="40000"/>
                  </a:schemeClr>
                </a:solidFill>
              </a:rPr>
              <a:t> embeddings have 384 to 1536 dimensions.</a:t>
            </a:r>
          </a:p>
        </p:txBody>
      </p:sp>
    </p:spTree>
    <p:extLst>
      <p:ext uri="{BB962C8B-B14F-4D97-AF65-F5344CB8AC3E}">
        <p14:creationId xmlns:p14="http://schemas.microsoft.com/office/powerpoint/2010/main" val="2003901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AC311-F0C2-B8F8-E6DA-8C16D9780EC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DE0F425-A434-910C-1040-E08AD379CE72}"/>
              </a:ext>
            </a:extLst>
          </p:cNvPr>
          <p:cNvSpPr txBox="1"/>
          <p:nvPr/>
        </p:nvSpPr>
        <p:spPr>
          <a:xfrm>
            <a:off x="0" y="1284637"/>
            <a:ext cx="7304532" cy="4524315"/>
          </a:xfrm>
          <a:prstGeom prst="rect">
            <a:avLst/>
          </a:prstGeom>
          <a:noFill/>
        </p:spPr>
        <p:txBody>
          <a:bodyPr wrap="square">
            <a:spAutoFit/>
          </a:bodyPr>
          <a:lstStyle/>
          <a:p>
            <a:r>
              <a:rPr lang="en-IN" sz="2400" i="1" u="sng" dirty="0">
                <a:solidFill>
                  <a:schemeClr val="accent6">
                    <a:lumMod val="60000"/>
                    <a:lumOff val="40000"/>
                  </a:schemeClr>
                </a:solidFill>
              </a:rPr>
              <a:t>Example: Image embeddings of 4 dim</a:t>
            </a:r>
          </a:p>
          <a:p>
            <a:r>
              <a:rPr lang="en-IN" sz="2400" i="1" dirty="0">
                <a:solidFill>
                  <a:schemeClr val="accent6">
                    <a:lumMod val="60000"/>
                    <a:lumOff val="40000"/>
                  </a:schemeClr>
                </a:solidFill>
              </a:rPr>
              <a:t>                           </a:t>
            </a:r>
          </a:p>
          <a:p>
            <a:r>
              <a:rPr lang="en-IN" sz="2400" i="1" dirty="0">
                <a:solidFill>
                  <a:schemeClr val="accent6">
                    <a:lumMod val="60000"/>
                    <a:lumOff val="40000"/>
                  </a:schemeClr>
                </a:solidFill>
              </a:rPr>
              <a:t>                              –&gt; [0.1, -0.5,   3.1,    -2]</a:t>
            </a: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r>
              <a:rPr lang="en-IN" sz="2400" i="1" dirty="0">
                <a:solidFill>
                  <a:schemeClr val="accent6">
                    <a:lumMod val="60000"/>
                    <a:lumOff val="40000"/>
                  </a:schemeClr>
                </a:solidFill>
              </a:rPr>
              <a:t>                              –&gt; [-2,   -0.42, 3.1,    -1.9 ]</a:t>
            </a: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r>
              <a:rPr lang="en-IN" sz="2400" i="1" dirty="0">
                <a:solidFill>
                  <a:schemeClr val="accent6">
                    <a:lumMod val="60000"/>
                    <a:lumOff val="40000"/>
                  </a:schemeClr>
                </a:solidFill>
              </a:rPr>
              <a:t>                               –&gt; [0.1, 0.94, 0.013, -2.8]</a:t>
            </a:r>
          </a:p>
        </p:txBody>
      </p:sp>
      <p:pic>
        <p:nvPicPr>
          <p:cNvPr id="4" name="Picture 3">
            <a:extLst>
              <a:ext uri="{FF2B5EF4-FFF2-40B4-BE49-F238E27FC236}">
                <a16:creationId xmlns:a16="http://schemas.microsoft.com/office/drawing/2014/main" id="{1C4E0B40-461C-62EC-D43E-9B7F5186AFB1}"/>
              </a:ext>
            </a:extLst>
          </p:cNvPr>
          <p:cNvPicPr>
            <a:picLocks noChangeAspect="1"/>
          </p:cNvPicPr>
          <p:nvPr/>
        </p:nvPicPr>
        <p:blipFill>
          <a:blip r:embed="rId2"/>
          <a:stretch>
            <a:fillRect/>
          </a:stretch>
        </p:blipFill>
        <p:spPr>
          <a:xfrm>
            <a:off x="230124" y="1872584"/>
            <a:ext cx="1162212" cy="1343212"/>
          </a:xfrm>
          <a:prstGeom prst="rect">
            <a:avLst/>
          </a:prstGeom>
        </p:spPr>
      </p:pic>
      <p:pic>
        <p:nvPicPr>
          <p:cNvPr id="7" name="Picture 6">
            <a:extLst>
              <a:ext uri="{FF2B5EF4-FFF2-40B4-BE49-F238E27FC236}">
                <a16:creationId xmlns:a16="http://schemas.microsoft.com/office/drawing/2014/main" id="{79402B9E-FFE5-40C3-14A4-49CD58DF05DC}"/>
              </a:ext>
            </a:extLst>
          </p:cNvPr>
          <p:cNvPicPr>
            <a:picLocks noChangeAspect="1"/>
          </p:cNvPicPr>
          <p:nvPr/>
        </p:nvPicPr>
        <p:blipFill>
          <a:blip r:embed="rId3"/>
          <a:stretch>
            <a:fillRect/>
          </a:stretch>
        </p:blipFill>
        <p:spPr>
          <a:xfrm>
            <a:off x="147828" y="3429000"/>
            <a:ext cx="1200318" cy="1333686"/>
          </a:xfrm>
          <a:prstGeom prst="rect">
            <a:avLst/>
          </a:prstGeom>
        </p:spPr>
      </p:pic>
      <p:pic>
        <p:nvPicPr>
          <p:cNvPr id="11" name="Picture 10">
            <a:extLst>
              <a:ext uri="{FF2B5EF4-FFF2-40B4-BE49-F238E27FC236}">
                <a16:creationId xmlns:a16="http://schemas.microsoft.com/office/drawing/2014/main" id="{35BC81EA-EFEE-BA44-DCA6-34F7D41248C4}"/>
              </a:ext>
            </a:extLst>
          </p:cNvPr>
          <p:cNvPicPr>
            <a:picLocks noChangeAspect="1"/>
          </p:cNvPicPr>
          <p:nvPr/>
        </p:nvPicPr>
        <p:blipFill>
          <a:blip r:embed="rId4"/>
          <a:stretch>
            <a:fillRect/>
          </a:stretch>
        </p:blipFill>
        <p:spPr>
          <a:xfrm>
            <a:off x="147828" y="5059432"/>
            <a:ext cx="1705213" cy="847843"/>
          </a:xfrm>
          <a:prstGeom prst="rect">
            <a:avLst/>
          </a:prstGeom>
        </p:spPr>
      </p:pic>
      <p:sp>
        <p:nvSpPr>
          <p:cNvPr id="13" name="TextBox 12">
            <a:extLst>
              <a:ext uri="{FF2B5EF4-FFF2-40B4-BE49-F238E27FC236}">
                <a16:creationId xmlns:a16="http://schemas.microsoft.com/office/drawing/2014/main" id="{4E3C102B-E40E-90FB-0D47-8E24B3A3B908}"/>
              </a:ext>
            </a:extLst>
          </p:cNvPr>
          <p:cNvSpPr txBox="1"/>
          <p:nvPr/>
        </p:nvSpPr>
        <p:spPr>
          <a:xfrm>
            <a:off x="8183880" y="4883188"/>
            <a:ext cx="3541776" cy="830997"/>
          </a:xfrm>
          <a:prstGeom prst="rect">
            <a:avLst/>
          </a:prstGeom>
          <a:noFill/>
        </p:spPr>
        <p:txBody>
          <a:bodyPr wrap="square">
            <a:spAutoFit/>
          </a:bodyPr>
          <a:lstStyle/>
          <a:p>
            <a:r>
              <a:rPr lang="en-IN" sz="2400" i="1" u="sng" dirty="0">
                <a:solidFill>
                  <a:schemeClr val="accent6">
                    <a:lumMod val="60000"/>
                    <a:lumOff val="40000"/>
                  </a:schemeClr>
                </a:solidFill>
              </a:rPr>
              <a:t>Image</a:t>
            </a:r>
            <a:r>
              <a:rPr lang="en-IN" sz="2400" i="1" dirty="0">
                <a:solidFill>
                  <a:schemeClr val="accent6">
                    <a:lumMod val="60000"/>
                    <a:lumOff val="40000"/>
                  </a:schemeClr>
                </a:solidFill>
              </a:rPr>
              <a:t> embeddings have 512 to 2048 dimensions.</a:t>
            </a:r>
          </a:p>
        </p:txBody>
      </p:sp>
    </p:spTree>
    <p:extLst>
      <p:ext uri="{BB962C8B-B14F-4D97-AF65-F5344CB8AC3E}">
        <p14:creationId xmlns:p14="http://schemas.microsoft.com/office/powerpoint/2010/main" val="1663179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ED45F-07A6-6CDB-88A9-5E2D6C348E8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F21D003-3C8D-E1A9-00CE-ACED403EEA6A}"/>
              </a:ext>
            </a:extLst>
          </p:cNvPr>
          <p:cNvSpPr txBox="1"/>
          <p:nvPr/>
        </p:nvSpPr>
        <p:spPr>
          <a:xfrm>
            <a:off x="147827" y="1382960"/>
            <a:ext cx="8868353" cy="461665"/>
          </a:xfrm>
          <a:prstGeom prst="rect">
            <a:avLst/>
          </a:prstGeom>
          <a:noFill/>
        </p:spPr>
        <p:txBody>
          <a:bodyPr wrap="square">
            <a:spAutoFit/>
          </a:bodyPr>
          <a:lstStyle/>
          <a:p>
            <a:r>
              <a:rPr lang="en-IN" sz="2400" i="1" u="sng" dirty="0">
                <a:solidFill>
                  <a:schemeClr val="accent6">
                    <a:lumMod val="60000"/>
                    <a:lumOff val="40000"/>
                  </a:schemeClr>
                </a:solidFill>
              </a:rPr>
              <a:t>Video or Audio embeddings:</a:t>
            </a:r>
            <a:r>
              <a:rPr lang="en-IN" sz="2400" dirty="0">
                <a:solidFill>
                  <a:schemeClr val="accent6">
                    <a:lumMod val="60000"/>
                    <a:lumOff val="40000"/>
                  </a:schemeClr>
                </a:solidFill>
              </a:rPr>
              <a:t> Range from 128 to 3,072 dimension</a:t>
            </a:r>
            <a:endParaRPr lang="en-IN" sz="2400" i="1" u="sng" dirty="0">
              <a:solidFill>
                <a:schemeClr val="accent6">
                  <a:lumMod val="60000"/>
                  <a:lumOff val="40000"/>
                </a:schemeClr>
              </a:solidFill>
            </a:endParaRPr>
          </a:p>
        </p:txBody>
      </p:sp>
    </p:spTree>
    <p:extLst>
      <p:ext uri="{BB962C8B-B14F-4D97-AF65-F5344CB8AC3E}">
        <p14:creationId xmlns:p14="http://schemas.microsoft.com/office/powerpoint/2010/main" val="1860510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35BCE-DC37-C842-9ABC-6EAB86CB8EC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DBD0E7A-0D3F-5544-EBBB-111CC42CB55E}"/>
              </a:ext>
            </a:extLst>
          </p:cNvPr>
          <p:cNvSpPr txBox="1"/>
          <p:nvPr/>
        </p:nvSpPr>
        <p:spPr>
          <a:xfrm>
            <a:off x="206248" y="1003774"/>
            <a:ext cx="6277494" cy="1815882"/>
          </a:xfrm>
          <a:prstGeom prst="rect">
            <a:avLst/>
          </a:prstGeom>
          <a:noFill/>
        </p:spPr>
        <p:txBody>
          <a:bodyPr wrap="square">
            <a:spAutoFit/>
          </a:bodyPr>
          <a:lstStyle/>
          <a:p>
            <a:r>
              <a:rPr lang="en-US" sz="2800" b="1" dirty="0">
                <a:solidFill>
                  <a:schemeClr val="accent6">
                    <a:lumMod val="60000"/>
                    <a:lumOff val="40000"/>
                  </a:schemeClr>
                </a:solidFill>
              </a:rPr>
              <a:t>Core Idea of  Embeddings:</a:t>
            </a:r>
          </a:p>
          <a:p>
            <a:endParaRPr lang="en-US" sz="2800" dirty="0">
              <a:solidFill>
                <a:schemeClr val="accent6">
                  <a:lumMod val="60000"/>
                  <a:lumOff val="40000"/>
                </a:schemeClr>
              </a:solidFill>
            </a:endParaRPr>
          </a:p>
          <a:p>
            <a:r>
              <a:rPr lang="en-US" sz="2800" dirty="0">
                <a:solidFill>
                  <a:schemeClr val="accent6">
                    <a:lumMod val="60000"/>
                    <a:lumOff val="40000"/>
                  </a:schemeClr>
                </a:solidFill>
              </a:rPr>
              <a:t>The vectors that are similar in meaning would be near each other.</a:t>
            </a:r>
          </a:p>
        </p:txBody>
      </p:sp>
      <p:sp>
        <p:nvSpPr>
          <p:cNvPr id="3" name="Rectangle 2">
            <a:extLst>
              <a:ext uri="{FF2B5EF4-FFF2-40B4-BE49-F238E27FC236}">
                <a16:creationId xmlns:a16="http://schemas.microsoft.com/office/drawing/2014/main" id="{E92D6FFE-A777-EA6C-CE99-DCD9FD18A2FF}"/>
              </a:ext>
            </a:extLst>
          </p:cNvPr>
          <p:cNvSpPr/>
          <p:nvPr/>
        </p:nvSpPr>
        <p:spPr>
          <a:xfrm>
            <a:off x="7147892" y="1788604"/>
            <a:ext cx="4847304" cy="4562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6">
                  <a:lumMod val="60000"/>
                  <a:lumOff val="40000"/>
                </a:schemeClr>
              </a:solidFill>
            </a:endParaRPr>
          </a:p>
        </p:txBody>
      </p:sp>
      <p:sp>
        <p:nvSpPr>
          <p:cNvPr id="5" name="TextBox 4">
            <a:extLst>
              <a:ext uri="{FF2B5EF4-FFF2-40B4-BE49-F238E27FC236}">
                <a16:creationId xmlns:a16="http://schemas.microsoft.com/office/drawing/2014/main" id="{F65214CA-8A0B-DAE8-7F1E-D08B8CCE9F74}"/>
              </a:ext>
            </a:extLst>
          </p:cNvPr>
          <p:cNvSpPr txBox="1"/>
          <p:nvPr/>
        </p:nvSpPr>
        <p:spPr>
          <a:xfrm>
            <a:off x="8647680" y="3244334"/>
            <a:ext cx="519694" cy="369332"/>
          </a:xfrm>
          <a:prstGeom prst="rect">
            <a:avLst/>
          </a:prstGeom>
          <a:noFill/>
        </p:spPr>
        <p:txBody>
          <a:bodyPr wrap="none" rtlCol="0">
            <a:spAutoFit/>
          </a:bodyPr>
          <a:lstStyle/>
          <a:p>
            <a:r>
              <a:rPr lang="en-IN" dirty="0">
                <a:solidFill>
                  <a:schemeClr val="accent6">
                    <a:lumMod val="60000"/>
                    <a:lumOff val="40000"/>
                  </a:schemeClr>
                </a:solidFill>
              </a:rPr>
              <a:t>fish</a:t>
            </a:r>
          </a:p>
        </p:txBody>
      </p:sp>
      <p:sp>
        <p:nvSpPr>
          <p:cNvPr id="7" name="TextBox 6">
            <a:extLst>
              <a:ext uri="{FF2B5EF4-FFF2-40B4-BE49-F238E27FC236}">
                <a16:creationId xmlns:a16="http://schemas.microsoft.com/office/drawing/2014/main" id="{AEEE8C6B-D935-2A5C-6796-734375142E6C}"/>
              </a:ext>
            </a:extLst>
          </p:cNvPr>
          <p:cNvSpPr txBox="1"/>
          <p:nvPr/>
        </p:nvSpPr>
        <p:spPr>
          <a:xfrm>
            <a:off x="8041372" y="2670391"/>
            <a:ext cx="725711" cy="369332"/>
          </a:xfrm>
          <a:prstGeom prst="rect">
            <a:avLst/>
          </a:prstGeom>
          <a:noFill/>
        </p:spPr>
        <p:txBody>
          <a:bodyPr wrap="none" rtlCol="0">
            <a:spAutoFit/>
          </a:bodyPr>
          <a:lstStyle/>
          <a:p>
            <a:r>
              <a:rPr lang="en-IN" dirty="0">
                <a:solidFill>
                  <a:schemeClr val="accent6">
                    <a:lumMod val="60000"/>
                    <a:lumOff val="40000"/>
                  </a:schemeClr>
                </a:solidFill>
              </a:rPr>
              <a:t>water</a:t>
            </a:r>
          </a:p>
        </p:txBody>
      </p:sp>
      <p:sp>
        <p:nvSpPr>
          <p:cNvPr id="10" name="TextBox 9">
            <a:extLst>
              <a:ext uri="{FF2B5EF4-FFF2-40B4-BE49-F238E27FC236}">
                <a16:creationId xmlns:a16="http://schemas.microsoft.com/office/drawing/2014/main" id="{3E5C20DD-A8EE-C81C-A34F-BAF960C84A83}"/>
              </a:ext>
            </a:extLst>
          </p:cNvPr>
          <p:cNvSpPr txBox="1"/>
          <p:nvPr/>
        </p:nvSpPr>
        <p:spPr>
          <a:xfrm>
            <a:off x="7926295" y="3539152"/>
            <a:ext cx="570990" cy="369332"/>
          </a:xfrm>
          <a:prstGeom prst="rect">
            <a:avLst/>
          </a:prstGeom>
          <a:noFill/>
        </p:spPr>
        <p:txBody>
          <a:bodyPr wrap="none" rtlCol="0">
            <a:spAutoFit/>
          </a:bodyPr>
          <a:lstStyle/>
          <a:p>
            <a:r>
              <a:rPr lang="en-IN" dirty="0">
                <a:solidFill>
                  <a:schemeClr val="accent6">
                    <a:lumMod val="60000"/>
                    <a:lumOff val="40000"/>
                  </a:schemeClr>
                </a:solidFill>
              </a:rPr>
              <a:t>ship</a:t>
            </a:r>
          </a:p>
        </p:txBody>
      </p:sp>
      <p:sp>
        <p:nvSpPr>
          <p:cNvPr id="12" name="TextBox 11">
            <a:extLst>
              <a:ext uri="{FF2B5EF4-FFF2-40B4-BE49-F238E27FC236}">
                <a16:creationId xmlns:a16="http://schemas.microsoft.com/office/drawing/2014/main" id="{DDAB4BB3-8C78-03A7-1543-D0E5A919FC7D}"/>
              </a:ext>
            </a:extLst>
          </p:cNvPr>
          <p:cNvSpPr txBox="1"/>
          <p:nvPr/>
        </p:nvSpPr>
        <p:spPr>
          <a:xfrm>
            <a:off x="7425837" y="2764851"/>
            <a:ext cx="500458" cy="369332"/>
          </a:xfrm>
          <a:prstGeom prst="rect">
            <a:avLst/>
          </a:prstGeom>
          <a:noFill/>
        </p:spPr>
        <p:txBody>
          <a:bodyPr wrap="none" rtlCol="0">
            <a:spAutoFit/>
          </a:bodyPr>
          <a:lstStyle/>
          <a:p>
            <a:r>
              <a:rPr lang="en-IN" dirty="0">
                <a:solidFill>
                  <a:schemeClr val="accent6">
                    <a:lumMod val="60000"/>
                    <a:lumOff val="40000"/>
                  </a:schemeClr>
                </a:solidFill>
              </a:rPr>
              <a:t>sea</a:t>
            </a:r>
          </a:p>
        </p:txBody>
      </p:sp>
      <p:sp>
        <p:nvSpPr>
          <p:cNvPr id="14" name="TextBox 13">
            <a:extLst>
              <a:ext uri="{FF2B5EF4-FFF2-40B4-BE49-F238E27FC236}">
                <a16:creationId xmlns:a16="http://schemas.microsoft.com/office/drawing/2014/main" id="{CD7D8776-D6A2-D349-4D0D-5525D55438BE}"/>
              </a:ext>
            </a:extLst>
          </p:cNvPr>
          <p:cNvSpPr txBox="1"/>
          <p:nvPr/>
        </p:nvSpPr>
        <p:spPr>
          <a:xfrm>
            <a:off x="7550231" y="2301059"/>
            <a:ext cx="752129" cy="369332"/>
          </a:xfrm>
          <a:prstGeom prst="rect">
            <a:avLst/>
          </a:prstGeom>
          <a:noFill/>
        </p:spPr>
        <p:txBody>
          <a:bodyPr wrap="none" rtlCol="0">
            <a:spAutoFit/>
          </a:bodyPr>
          <a:lstStyle/>
          <a:p>
            <a:r>
              <a:rPr lang="en-IN" dirty="0">
                <a:solidFill>
                  <a:schemeClr val="accent6">
                    <a:lumMod val="60000"/>
                    <a:lumOff val="40000"/>
                  </a:schemeClr>
                </a:solidFill>
              </a:rPr>
              <a:t>ocean</a:t>
            </a:r>
          </a:p>
        </p:txBody>
      </p:sp>
      <p:sp>
        <p:nvSpPr>
          <p:cNvPr id="16" name="TextBox 15">
            <a:extLst>
              <a:ext uri="{FF2B5EF4-FFF2-40B4-BE49-F238E27FC236}">
                <a16:creationId xmlns:a16="http://schemas.microsoft.com/office/drawing/2014/main" id="{2EDB928D-9CDC-62C5-3E26-C7A0E5CA5A50}"/>
              </a:ext>
            </a:extLst>
          </p:cNvPr>
          <p:cNvSpPr txBox="1"/>
          <p:nvPr/>
        </p:nvSpPr>
        <p:spPr>
          <a:xfrm>
            <a:off x="10860409" y="5492624"/>
            <a:ext cx="572914" cy="369332"/>
          </a:xfrm>
          <a:prstGeom prst="rect">
            <a:avLst/>
          </a:prstGeom>
          <a:noFill/>
        </p:spPr>
        <p:txBody>
          <a:bodyPr wrap="none" rtlCol="0">
            <a:spAutoFit/>
          </a:bodyPr>
          <a:lstStyle/>
          <a:p>
            <a:r>
              <a:rPr lang="en-IN" dirty="0">
                <a:solidFill>
                  <a:schemeClr val="accent6">
                    <a:lumMod val="60000"/>
                    <a:lumOff val="40000"/>
                  </a:schemeClr>
                </a:solidFill>
              </a:rPr>
              <a:t>sofa</a:t>
            </a:r>
          </a:p>
        </p:txBody>
      </p:sp>
      <p:sp>
        <p:nvSpPr>
          <p:cNvPr id="18" name="TextBox 17">
            <a:extLst>
              <a:ext uri="{FF2B5EF4-FFF2-40B4-BE49-F238E27FC236}">
                <a16:creationId xmlns:a16="http://schemas.microsoft.com/office/drawing/2014/main" id="{D3739D28-4A2F-99AF-C455-DBFECD73FDC4}"/>
              </a:ext>
            </a:extLst>
          </p:cNvPr>
          <p:cNvSpPr txBox="1"/>
          <p:nvPr/>
        </p:nvSpPr>
        <p:spPr>
          <a:xfrm>
            <a:off x="10314039" y="5052104"/>
            <a:ext cx="898195" cy="369332"/>
          </a:xfrm>
          <a:prstGeom prst="rect">
            <a:avLst/>
          </a:prstGeom>
          <a:noFill/>
        </p:spPr>
        <p:txBody>
          <a:bodyPr wrap="none" rtlCol="0">
            <a:spAutoFit/>
          </a:bodyPr>
          <a:lstStyle/>
          <a:p>
            <a:r>
              <a:rPr lang="en-IN" dirty="0">
                <a:solidFill>
                  <a:schemeClr val="accent6">
                    <a:lumMod val="60000"/>
                    <a:lumOff val="40000"/>
                  </a:schemeClr>
                </a:solidFill>
              </a:rPr>
              <a:t>recliner</a:t>
            </a:r>
          </a:p>
        </p:txBody>
      </p:sp>
      <p:sp>
        <p:nvSpPr>
          <p:cNvPr id="20" name="TextBox 19">
            <a:extLst>
              <a:ext uri="{FF2B5EF4-FFF2-40B4-BE49-F238E27FC236}">
                <a16:creationId xmlns:a16="http://schemas.microsoft.com/office/drawing/2014/main" id="{8A0084BE-479A-48C3-665C-798737E975ED}"/>
              </a:ext>
            </a:extLst>
          </p:cNvPr>
          <p:cNvSpPr txBox="1"/>
          <p:nvPr/>
        </p:nvSpPr>
        <p:spPr>
          <a:xfrm>
            <a:off x="10219397" y="5421436"/>
            <a:ext cx="543739" cy="369332"/>
          </a:xfrm>
          <a:prstGeom prst="rect">
            <a:avLst/>
          </a:prstGeom>
          <a:noFill/>
        </p:spPr>
        <p:txBody>
          <a:bodyPr wrap="none" rtlCol="0">
            <a:spAutoFit/>
          </a:bodyPr>
          <a:lstStyle/>
          <a:p>
            <a:r>
              <a:rPr lang="en-IN" dirty="0">
                <a:solidFill>
                  <a:schemeClr val="accent6">
                    <a:lumMod val="60000"/>
                    <a:lumOff val="40000"/>
                  </a:schemeClr>
                </a:solidFill>
              </a:rPr>
              <a:t>bed</a:t>
            </a:r>
          </a:p>
        </p:txBody>
      </p:sp>
      <p:sp>
        <p:nvSpPr>
          <p:cNvPr id="22" name="TextBox 21">
            <a:extLst>
              <a:ext uri="{FF2B5EF4-FFF2-40B4-BE49-F238E27FC236}">
                <a16:creationId xmlns:a16="http://schemas.microsoft.com/office/drawing/2014/main" id="{C1DFCEE6-6F4A-BBA3-7B2C-D8216E807797}"/>
              </a:ext>
            </a:extLst>
          </p:cNvPr>
          <p:cNvSpPr txBox="1"/>
          <p:nvPr/>
        </p:nvSpPr>
        <p:spPr>
          <a:xfrm>
            <a:off x="10419066" y="2574926"/>
            <a:ext cx="572593" cy="369332"/>
          </a:xfrm>
          <a:prstGeom prst="rect">
            <a:avLst/>
          </a:prstGeom>
          <a:noFill/>
        </p:spPr>
        <p:txBody>
          <a:bodyPr wrap="none" rtlCol="0">
            <a:spAutoFit/>
          </a:bodyPr>
          <a:lstStyle/>
          <a:p>
            <a:r>
              <a:rPr lang="en-IN" dirty="0">
                <a:solidFill>
                  <a:schemeClr val="accent6">
                    <a:lumMod val="60000"/>
                    <a:lumOff val="40000"/>
                  </a:schemeClr>
                </a:solidFill>
              </a:rPr>
              <a:t>king</a:t>
            </a:r>
          </a:p>
        </p:txBody>
      </p:sp>
      <p:sp>
        <p:nvSpPr>
          <p:cNvPr id="24" name="TextBox 23">
            <a:extLst>
              <a:ext uri="{FF2B5EF4-FFF2-40B4-BE49-F238E27FC236}">
                <a16:creationId xmlns:a16="http://schemas.microsoft.com/office/drawing/2014/main" id="{8443B669-B5FF-4637-4E74-B7A75B17897A}"/>
              </a:ext>
            </a:extLst>
          </p:cNvPr>
          <p:cNvSpPr txBox="1"/>
          <p:nvPr/>
        </p:nvSpPr>
        <p:spPr>
          <a:xfrm>
            <a:off x="10989574" y="3015446"/>
            <a:ext cx="780983" cy="369332"/>
          </a:xfrm>
          <a:prstGeom prst="rect">
            <a:avLst/>
          </a:prstGeom>
          <a:noFill/>
        </p:spPr>
        <p:txBody>
          <a:bodyPr wrap="none" rtlCol="0">
            <a:spAutoFit/>
          </a:bodyPr>
          <a:lstStyle/>
          <a:p>
            <a:r>
              <a:rPr lang="en-IN" dirty="0">
                <a:solidFill>
                  <a:schemeClr val="accent6">
                    <a:lumMod val="60000"/>
                    <a:lumOff val="40000"/>
                  </a:schemeClr>
                </a:solidFill>
              </a:rPr>
              <a:t>queen</a:t>
            </a:r>
          </a:p>
        </p:txBody>
      </p:sp>
      <p:sp>
        <p:nvSpPr>
          <p:cNvPr id="26" name="TextBox 25">
            <a:extLst>
              <a:ext uri="{FF2B5EF4-FFF2-40B4-BE49-F238E27FC236}">
                <a16:creationId xmlns:a16="http://schemas.microsoft.com/office/drawing/2014/main" id="{A748E78D-E4DE-679F-AB5D-491FCE83D6FE}"/>
              </a:ext>
            </a:extLst>
          </p:cNvPr>
          <p:cNvSpPr txBox="1"/>
          <p:nvPr/>
        </p:nvSpPr>
        <p:spPr>
          <a:xfrm>
            <a:off x="10491266" y="2204102"/>
            <a:ext cx="1000082" cy="369332"/>
          </a:xfrm>
          <a:prstGeom prst="rect">
            <a:avLst/>
          </a:prstGeom>
          <a:noFill/>
        </p:spPr>
        <p:txBody>
          <a:bodyPr wrap="none" rtlCol="0">
            <a:spAutoFit/>
          </a:bodyPr>
          <a:lstStyle/>
          <a:p>
            <a:r>
              <a:rPr lang="en-IN" dirty="0">
                <a:solidFill>
                  <a:schemeClr val="accent6">
                    <a:lumMod val="60000"/>
                    <a:lumOff val="40000"/>
                  </a:schemeClr>
                </a:solidFill>
              </a:rPr>
              <a:t>emperor</a:t>
            </a:r>
          </a:p>
        </p:txBody>
      </p:sp>
      <p:grpSp>
        <p:nvGrpSpPr>
          <p:cNvPr id="29" name="Group 28">
            <a:extLst>
              <a:ext uri="{FF2B5EF4-FFF2-40B4-BE49-F238E27FC236}">
                <a16:creationId xmlns:a16="http://schemas.microsoft.com/office/drawing/2014/main" id="{850C7CF4-31C5-00F2-70BC-D3E4278B29E9}"/>
              </a:ext>
            </a:extLst>
          </p:cNvPr>
          <p:cNvGrpSpPr/>
          <p:nvPr/>
        </p:nvGrpSpPr>
        <p:grpSpPr>
          <a:xfrm>
            <a:off x="11111212" y="5238630"/>
            <a:ext cx="212040" cy="142200"/>
            <a:chOff x="2271217" y="3155988"/>
            <a:chExt cx="212040" cy="142200"/>
          </a:xfrm>
        </p:grpSpPr>
        <mc:AlternateContent xmlns:mc="http://schemas.openxmlformats.org/markup-compatibility/2006" xmlns:p14="http://schemas.microsoft.com/office/powerpoint/2010/main">
          <mc:Choice Requires="p14">
            <p:contentPart p14:bwMode="auto" r:id="rId3">
              <p14:nvContentPartPr>
                <p14:cNvPr id="27" name="Ink 26">
                  <a:extLst>
                    <a:ext uri="{FF2B5EF4-FFF2-40B4-BE49-F238E27FC236}">
                      <a16:creationId xmlns:a16="http://schemas.microsoft.com/office/drawing/2014/main" id="{5551B56F-614E-E261-9636-4C25E97C92D2}"/>
                    </a:ext>
                  </a:extLst>
                </p14:cNvPr>
                <p14:cNvContentPartPr/>
                <p14:nvPr/>
              </p14:nvContentPartPr>
              <p14:xfrm>
                <a:off x="2271217" y="3155988"/>
                <a:ext cx="212040" cy="132120"/>
              </p14:xfrm>
            </p:contentPart>
          </mc:Choice>
          <mc:Fallback xmlns="">
            <p:pic>
              <p:nvPicPr>
                <p:cNvPr id="27" name="Ink 26">
                  <a:extLst>
                    <a:ext uri="{FF2B5EF4-FFF2-40B4-BE49-F238E27FC236}">
                      <a16:creationId xmlns:a16="http://schemas.microsoft.com/office/drawing/2014/main" id="{5551B56F-614E-E261-9636-4C25E97C92D2}"/>
                    </a:ext>
                  </a:extLst>
                </p:cNvPr>
                <p:cNvPicPr/>
                <p:nvPr/>
              </p:nvPicPr>
              <p:blipFill>
                <a:blip r:embed="rId4"/>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8" name="Ink 27">
                  <a:extLst>
                    <a:ext uri="{FF2B5EF4-FFF2-40B4-BE49-F238E27FC236}">
                      <a16:creationId xmlns:a16="http://schemas.microsoft.com/office/drawing/2014/main" id="{360474A4-8B7D-1B66-4E53-1022D3DC6E85}"/>
                    </a:ext>
                  </a:extLst>
                </p14:cNvPr>
                <p14:cNvContentPartPr/>
                <p14:nvPr/>
              </p14:nvContentPartPr>
              <p14:xfrm>
                <a:off x="2336017" y="3155988"/>
                <a:ext cx="92880" cy="142200"/>
              </p14:xfrm>
            </p:contentPart>
          </mc:Choice>
          <mc:Fallback xmlns="">
            <p:pic>
              <p:nvPicPr>
                <p:cNvPr id="28" name="Ink 27">
                  <a:extLst>
                    <a:ext uri="{FF2B5EF4-FFF2-40B4-BE49-F238E27FC236}">
                      <a16:creationId xmlns:a16="http://schemas.microsoft.com/office/drawing/2014/main" id="{360474A4-8B7D-1B66-4E53-1022D3DC6E85}"/>
                    </a:ext>
                  </a:extLst>
                </p:cNvPr>
                <p:cNvPicPr/>
                <p:nvPr/>
              </p:nvPicPr>
              <p:blipFill>
                <a:blip r:embed="rId6"/>
                <a:stretch>
                  <a:fillRect/>
                </a:stretch>
              </p:blipFill>
              <p:spPr>
                <a:xfrm>
                  <a:off x="2329897" y="3149868"/>
                  <a:ext cx="105120" cy="154440"/>
                </a:xfrm>
                <a:prstGeom prst="rect">
                  <a:avLst/>
                </a:prstGeom>
              </p:spPr>
            </p:pic>
          </mc:Fallback>
        </mc:AlternateContent>
      </p:grpSp>
      <p:grpSp>
        <p:nvGrpSpPr>
          <p:cNvPr id="30" name="Group 29">
            <a:extLst>
              <a:ext uri="{FF2B5EF4-FFF2-40B4-BE49-F238E27FC236}">
                <a16:creationId xmlns:a16="http://schemas.microsoft.com/office/drawing/2014/main" id="{C23170AC-A3EA-5789-9E9B-F1AC306E0625}"/>
              </a:ext>
            </a:extLst>
          </p:cNvPr>
          <p:cNvGrpSpPr/>
          <p:nvPr/>
        </p:nvGrpSpPr>
        <p:grpSpPr>
          <a:xfrm>
            <a:off x="8340164" y="2443547"/>
            <a:ext cx="212040" cy="142200"/>
            <a:chOff x="2271217" y="3155988"/>
            <a:chExt cx="212040" cy="142200"/>
          </a:xfrm>
        </p:grpSpPr>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C3DDC56D-5A16-794D-1562-7ABE75CE2ADD}"/>
                    </a:ext>
                  </a:extLst>
                </p14:cNvPr>
                <p14:cNvContentPartPr/>
                <p14:nvPr/>
              </p14:nvContentPartPr>
              <p14:xfrm>
                <a:off x="2271217" y="3155988"/>
                <a:ext cx="212040" cy="132120"/>
              </p14:xfrm>
            </p:contentPart>
          </mc:Choice>
          <mc:Fallback xmlns="">
            <p:pic>
              <p:nvPicPr>
                <p:cNvPr id="31" name="Ink 30">
                  <a:extLst>
                    <a:ext uri="{FF2B5EF4-FFF2-40B4-BE49-F238E27FC236}">
                      <a16:creationId xmlns:a16="http://schemas.microsoft.com/office/drawing/2014/main" id="{C3DDC56D-5A16-794D-1562-7ABE75CE2ADD}"/>
                    </a:ext>
                  </a:extLst>
                </p:cNvPr>
                <p:cNvPicPr/>
                <p:nvPr/>
              </p:nvPicPr>
              <p:blipFill>
                <a:blip r:embed="rId8"/>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2" name="Ink 31">
                  <a:extLst>
                    <a:ext uri="{FF2B5EF4-FFF2-40B4-BE49-F238E27FC236}">
                      <a16:creationId xmlns:a16="http://schemas.microsoft.com/office/drawing/2014/main" id="{5D94AD2F-0431-80E3-6891-B2DFDDF231BD}"/>
                    </a:ext>
                  </a:extLst>
                </p14:cNvPr>
                <p14:cNvContentPartPr/>
                <p14:nvPr/>
              </p14:nvContentPartPr>
              <p14:xfrm>
                <a:off x="2336017" y="3155988"/>
                <a:ext cx="92880" cy="142200"/>
              </p14:xfrm>
            </p:contentPart>
          </mc:Choice>
          <mc:Fallback xmlns="">
            <p:pic>
              <p:nvPicPr>
                <p:cNvPr id="32" name="Ink 31">
                  <a:extLst>
                    <a:ext uri="{FF2B5EF4-FFF2-40B4-BE49-F238E27FC236}">
                      <a16:creationId xmlns:a16="http://schemas.microsoft.com/office/drawing/2014/main" id="{5D94AD2F-0431-80E3-6891-B2DFDDF231BD}"/>
                    </a:ext>
                  </a:extLst>
                </p:cNvPr>
                <p:cNvPicPr/>
                <p:nvPr/>
              </p:nvPicPr>
              <p:blipFill>
                <a:blip r:embed="rId10"/>
                <a:stretch>
                  <a:fillRect/>
                </a:stretch>
              </p:blipFill>
              <p:spPr>
                <a:xfrm>
                  <a:off x="2329897" y="3149868"/>
                  <a:ext cx="105120" cy="154440"/>
                </a:xfrm>
                <a:prstGeom prst="rect">
                  <a:avLst/>
                </a:prstGeom>
              </p:spPr>
            </p:pic>
          </mc:Fallback>
        </mc:AlternateContent>
      </p:grpSp>
      <p:grpSp>
        <p:nvGrpSpPr>
          <p:cNvPr id="33" name="Group 32">
            <a:extLst>
              <a:ext uri="{FF2B5EF4-FFF2-40B4-BE49-F238E27FC236}">
                <a16:creationId xmlns:a16="http://schemas.microsoft.com/office/drawing/2014/main" id="{EB0DE463-6059-582D-096A-E8777CC640F5}"/>
              </a:ext>
            </a:extLst>
          </p:cNvPr>
          <p:cNvGrpSpPr/>
          <p:nvPr/>
        </p:nvGrpSpPr>
        <p:grpSpPr>
          <a:xfrm>
            <a:off x="7550231" y="3093817"/>
            <a:ext cx="212040" cy="142200"/>
            <a:chOff x="2271217" y="3155988"/>
            <a:chExt cx="212040" cy="142200"/>
          </a:xfrm>
        </p:grpSpPr>
        <mc:AlternateContent xmlns:mc="http://schemas.openxmlformats.org/markup-compatibility/2006" xmlns:p14="http://schemas.microsoft.com/office/powerpoint/2010/main">
          <mc:Choice Requires="p14">
            <p:contentPart p14:bwMode="auto" r:id="rId11">
              <p14:nvContentPartPr>
                <p14:cNvPr id="34" name="Ink 33">
                  <a:extLst>
                    <a:ext uri="{FF2B5EF4-FFF2-40B4-BE49-F238E27FC236}">
                      <a16:creationId xmlns:a16="http://schemas.microsoft.com/office/drawing/2014/main" id="{0B6472F2-DA48-13AA-AC3D-05B42C1C2E3D}"/>
                    </a:ext>
                  </a:extLst>
                </p14:cNvPr>
                <p14:cNvContentPartPr/>
                <p14:nvPr/>
              </p14:nvContentPartPr>
              <p14:xfrm>
                <a:off x="2271217" y="3155988"/>
                <a:ext cx="212040" cy="132120"/>
              </p14:xfrm>
            </p:contentPart>
          </mc:Choice>
          <mc:Fallback xmlns="">
            <p:pic>
              <p:nvPicPr>
                <p:cNvPr id="34" name="Ink 33">
                  <a:extLst>
                    <a:ext uri="{FF2B5EF4-FFF2-40B4-BE49-F238E27FC236}">
                      <a16:creationId xmlns:a16="http://schemas.microsoft.com/office/drawing/2014/main" id="{0B6472F2-DA48-13AA-AC3D-05B42C1C2E3D}"/>
                    </a:ext>
                  </a:extLst>
                </p:cNvPr>
                <p:cNvPicPr/>
                <p:nvPr/>
              </p:nvPicPr>
              <p:blipFill>
                <a:blip r:embed="rId8"/>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5" name="Ink 34">
                  <a:extLst>
                    <a:ext uri="{FF2B5EF4-FFF2-40B4-BE49-F238E27FC236}">
                      <a16:creationId xmlns:a16="http://schemas.microsoft.com/office/drawing/2014/main" id="{6711981A-CCC8-07E9-48B5-2BD714A807D2}"/>
                    </a:ext>
                  </a:extLst>
                </p14:cNvPr>
                <p14:cNvContentPartPr/>
                <p14:nvPr/>
              </p14:nvContentPartPr>
              <p14:xfrm>
                <a:off x="2336017" y="3155988"/>
                <a:ext cx="92880" cy="142200"/>
              </p14:xfrm>
            </p:contentPart>
          </mc:Choice>
          <mc:Fallback xmlns="">
            <p:pic>
              <p:nvPicPr>
                <p:cNvPr id="35" name="Ink 34">
                  <a:extLst>
                    <a:ext uri="{FF2B5EF4-FFF2-40B4-BE49-F238E27FC236}">
                      <a16:creationId xmlns:a16="http://schemas.microsoft.com/office/drawing/2014/main" id="{6711981A-CCC8-07E9-48B5-2BD714A807D2}"/>
                    </a:ext>
                  </a:extLst>
                </p:cNvPr>
                <p:cNvPicPr/>
                <p:nvPr/>
              </p:nvPicPr>
              <p:blipFill>
                <a:blip r:embed="rId10"/>
                <a:stretch>
                  <a:fillRect/>
                </a:stretch>
              </p:blipFill>
              <p:spPr>
                <a:xfrm>
                  <a:off x="2329897" y="3149868"/>
                  <a:ext cx="105120" cy="154440"/>
                </a:xfrm>
                <a:prstGeom prst="rect">
                  <a:avLst/>
                </a:prstGeom>
              </p:spPr>
            </p:pic>
          </mc:Fallback>
        </mc:AlternateContent>
      </p:grpSp>
      <p:grpSp>
        <p:nvGrpSpPr>
          <p:cNvPr id="36" name="Group 35">
            <a:extLst>
              <a:ext uri="{FF2B5EF4-FFF2-40B4-BE49-F238E27FC236}">
                <a16:creationId xmlns:a16="http://schemas.microsoft.com/office/drawing/2014/main" id="{176ABF86-98E9-2F75-E5E3-871BE4FB1577}"/>
              </a:ext>
            </a:extLst>
          </p:cNvPr>
          <p:cNvGrpSpPr/>
          <p:nvPr/>
        </p:nvGrpSpPr>
        <p:grpSpPr>
          <a:xfrm>
            <a:off x="8321862" y="2982167"/>
            <a:ext cx="212040" cy="142200"/>
            <a:chOff x="2271217" y="3155988"/>
            <a:chExt cx="212040" cy="142200"/>
          </a:xfrm>
        </p:grpSpPr>
        <mc:AlternateContent xmlns:mc="http://schemas.openxmlformats.org/markup-compatibility/2006" xmlns:p14="http://schemas.microsoft.com/office/powerpoint/2010/main">
          <mc:Choice Requires="p14">
            <p:contentPart p14:bwMode="auto" r:id="rId13">
              <p14:nvContentPartPr>
                <p14:cNvPr id="37" name="Ink 36">
                  <a:extLst>
                    <a:ext uri="{FF2B5EF4-FFF2-40B4-BE49-F238E27FC236}">
                      <a16:creationId xmlns:a16="http://schemas.microsoft.com/office/drawing/2014/main" id="{7ABFCA3D-014D-0CFE-F33A-2491B6073986}"/>
                    </a:ext>
                  </a:extLst>
                </p14:cNvPr>
                <p14:cNvContentPartPr/>
                <p14:nvPr/>
              </p14:nvContentPartPr>
              <p14:xfrm>
                <a:off x="2271217" y="3155988"/>
                <a:ext cx="212040" cy="132120"/>
              </p14:xfrm>
            </p:contentPart>
          </mc:Choice>
          <mc:Fallback xmlns="">
            <p:pic>
              <p:nvPicPr>
                <p:cNvPr id="37" name="Ink 36">
                  <a:extLst>
                    <a:ext uri="{FF2B5EF4-FFF2-40B4-BE49-F238E27FC236}">
                      <a16:creationId xmlns:a16="http://schemas.microsoft.com/office/drawing/2014/main" id="{7ABFCA3D-014D-0CFE-F33A-2491B6073986}"/>
                    </a:ext>
                  </a:extLst>
                </p:cNvPr>
                <p:cNvPicPr/>
                <p:nvPr/>
              </p:nvPicPr>
              <p:blipFill>
                <a:blip r:embed="rId8"/>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8" name="Ink 37">
                  <a:extLst>
                    <a:ext uri="{FF2B5EF4-FFF2-40B4-BE49-F238E27FC236}">
                      <a16:creationId xmlns:a16="http://schemas.microsoft.com/office/drawing/2014/main" id="{17FC5ABE-B14F-8293-94F0-F71D9D23746D}"/>
                    </a:ext>
                  </a:extLst>
                </p14:cNvPr>
                <p14:cNvContentPartPr/>
                <p14:nvPr/>
              </p14:nvContentPartPr>
              <p14:xfrm>
                <a:off x="2336017" y="3155988"/>
                <a:ext cx="92880" cy="142200"/>
              </p14:xfrm>
            </p:contentPart>
          </mc:Choice>
          <mc:Fallback xmlns="">
            <p:pic>
              <p:nvPicPr>
                <p:cNvPr id="38" name="Ink 37">
                  <a:extLst>
                    <a:ext uri="{FF2B5EF4-FFF2-40B4-BE49-F238E27FC236}">
                      <a16:creationId xmlns:a16="http://schemas.microsoft.com/office/drawing/2014/main" id="{17FC5ABE-B14F-8293-94F0-F71D9D23746D}"/>
                    </a:ext>
                  </a:extLst>
                </p:cNvPr>
                <p:cNvPicPr/>
                <p:nvPr/>
              </p:nvPicPr>
              <p:blipFill>
                <a:blip r:embed="rId10"/>
                <a:stretch>
                  <a:fillRect/>
                </a:stretch>
              </p:blipFill>
              <p:spPr>
                <a:xfrm>
                  <a:off x="2329897" y="3149868"/>
                  <a:ext cx="105120" cy="154440"/>
                </a:xfrm>
                <a:prstGeom prst="rect">
                  <a:avLst/>
                </a:prstGeom>
              </p:spPr>
            </p:pic>
          </mc:Fallback>
        </mc:AlternateContent>
      </p:grpSp>
      <p:grpSp>
        <p:nvGrpSpPr>
          <p:cNvPr id="39" name="Group 38">
            <a:extLst>
              <a:ext uri="{FF2B5EF4-FFF2-40B4-BE49-F238E27FC236}">
                <a16:creationId xmlns:a16="http://schemas.microsoft.com/office/drawing/2014/main" id="{8391CEEB-916C-573A-F16B-2269A786BF8F}"/>
              </a:ext>
            </a:extLst>
          </p:cNvPr>
          <p:cNvGrpSpPr/>
          <p:nvPr/>
        </p:nvGrpSpPr>
        <p:grpSpPr>
          <a:xfrm>
            <a:off x="8801507" y="3581618"/>
            <a:ext cx="212040" cy="142200"/>
            <a:chOff x="2271217" y="3155988"/>
            <a:chExt cx="212040" cy="142200"/>
          </a:xfrm>
        </p:grpSpPr>
        <mc:AlternateContent xmlns:mc="http://schemas.openxmlformats.org/markup-compatibility/2006" xmlns:p14="http://schemas.microsoft.com/office/powerpoint/2010/main">
          <mc:Choice Requires="p14">
            <p:contentPart p14:bwMode="auto" r:id="rId15">
              <p14:nvContentPartPr>
                <p14:cNvPr id="40" name="Ink 39">
                  <a:extLst>
                    <a:ext uri="{FF2B5EF4-FFF2-40B4-BE49-F238E27FC236}">
                      <a16:creationId xmlns:a16="http://schemas.microsoft.com/office/drawing/2014/main" id="{A27653D3-790D-C5C7-A24E-048244031EC9}"/>
                    </a:ext>
                  </a:extLst>
                </p14:cNvPr>
                <p14:cNvContentPartPr/>
                <p14:nvPr/>
              </p14:nvContentPartPr>
              <p14:xfrm>
                <a:off x="2271217" y="3155988"/>
                <a:ext cx="212040" cy="132120"/>
              </p14:xfrm>
            </p:contentPart>
          </mc:Choice>
          <mc:Fallback xmlns="">
            <p:pic>
              <p:nvPicPr>
                <p:cNvPr id="40" name="Ink 39">
                  <a:extLst>
                    <a:ext uri="{FF2B5EF4-FFF2-40B4-BE49-F238E27FC236}">
                      <a16:creationId xmlns:a16="http://schemas.microsoft.com/office/drawing/2014/main" id="{A27653D3-790D-C5C7-A24E-048244031EC9}"/>
                    </a:ext>
                  </a:extLst>
                </p:cNvPr>
                <p:cNvPicPr/>
                <p:nvPr/>
              </p:nvPicPr>
              <p:blipFill>
                <a:blip r:embed="rId8"/>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1" name="Ink 40">
                  <a:extLst>
                    <a:ext uri="{FF2B5EF4-FFF2-40B4-BE49-F238E27FC236}">
                      <a16:creationId xmlns:a16="http://schemas.microsoft.com/office/drawing/2014/main" id="{932FE137-2EDD-E222-698A-93A37EE1A8F7}"/>
                    </a:ext>
                  </a:extLst>
                </p14:cNvPr>
                <p14:cNvContentPartPr/>
                <p14:nvPr/>
              </p14:nvContentPartPr>
              <p14:xfrm>
                <a:off x="2336017" y="3155988"/>
                <a:ext cx="92880" cy="142200"/>
              </p14:xfrm>
            </p:contentPart>
          </mc:Choice>
          <mc:Fallback xmlns="">
            <p:pic>
              <p:nvPicPr>
                <p:cNvPr id="41" name="Ink 40">
                  <a:extLst>
                    <a:ext uri="{FF2B5EF4-FFF2-40B4-BE49-F238E27FC236}">
                      <a16:creationId xmlns:a16="http://schemas.microsoft.com/office/drawing/2014/main" id="{932FE137-2EDD-E222-698A-93A37EE1A8F7}"/>
                    </a:ext>
                  </a:extLst>
                </p:cNvPr>
                <p:cNvPicPr/>
                <p:nvPr/>
              </p:nvPicPr>
              <p:blipFill>
                <a:blip r:embed="rId10"/>
                <a:stretch>
                  <a:fillRect/>
                </a:stretch>
              </p:blipFill>
              <p:spPr>
                <a:xfrm>
                  <a:off x="2329897" y="3149868"/>
                  <a:ext cx="105120" cy="154440"/>
                </a:xfrm>
                <a:prstGeom prst="rect">
                  <a:avLst/>
                </a:prstGeom>
              </p:spPr>
            </p:pic>
          </mc:Fallback>
        </mc:AlternateContent>
      </p:grpSp>
      <p:grpSp>
        <p:nvGrpSpPr>
          <p:cNvPr id="42" name="Group 41">
            <a:extLst>
              <a:ext uri="{FF2B5EF4-FFF2-40B4-BE49-F238E27FC236}">
                <a16:creationId xmlns:a16="http://schemas.microsoft.com/office/drawing/2014/main" id="{26986ED4-AA63-004B-A32F-991D5EC2C0C6}"/>
              </a:ext>
            </a:extLst>
          </p:cNvPr>
          <p:cNvGrpSpPr/>
          <p:nvPr/>
        </p:nvGrpSpPr>
        <p:grpSpPr>
          <a:xfrm>
            <a:off x="8090320" y="3908484"/>
            <a:ext cx="212040" cy="142200"/>
            <a:chOff x="2271217" y="3155988"/>
            <a:chExt cx="212040" cy="142200"/>
          </a:xfrm>
        </p:grpSpPr>
        <mc:AlternateContent xmlns:mc="http://schemas.openxmlformats.org/markup-compatibility/2006" xmlns:p14="http://schemas.microsoft.com/office/powerpoint/2010/main">
          <mc:Choice Requires="p14">
            <p:contentPart p14:bwMode="auto" r:id="rId17">
              <p14:nvContentPartPr>
                <p14:cNvPr id="43" name="Ink 42">
                  <a:extLst>
                    <a:ext uri="{FF2B5EF4-FFF2-40B4-BE49-F238E27FC236}">
                      <a16:creationId xmlns:a16="http://schemas.microsoft.com/office/drawing/2014/main" id="{DF3EA40E-24B5-85C5-D189-AB2EC79674C6}"/>
                    </a:ext>
                  </a:extLst>
                </p14:cNvPr>
                <p14:cNvContentPartPr/>
                <p14:nvPr/>
              </p14:nvContentPartPr>
              <p14:xfrm>
                <a:off x="2271217" y="3155988"/>
                <a:ext cx="212040" cy="132120"/>
              </p14:xfrm>
            </p:contentPart>
          </mc:Choice>
          <mc:Fallback xmlns="">
            <p:pic>
              <p:nvPicPr>
                <p:cNvPr id="43" name="Ink 42">
                  <a:extLst>
                    <a:ext uri="{FF2B5EF4-FFF2-40B4-BE49-F238E27FC236}">
                      <a16:creationId xmlns:a16="http://schemas.microsoft.com/office/drawing/2014/main" id="{DF3EA40E-24B5-85C5-D189-AB2EC79674C6}"/>
                    </a:ext>
                  </a:extLst>
                </p:cNvPr>
                <p:cNvPicPr/>
                <p:nvPr/>
              </p:nvPicPr>
              <p:blipFill>
                <a:blip r:embed="rId8"/>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4" name="Ink 43">
                  <a:extLst>
                    <a:ext uri="{FF2B5EF4-FFF2-40B4-BE49-F238E27FC236}">
                      <a16:creationId xmlns:a16="http://schemas.microsoft.com/office/drawing/2014/main" id="{8ACEC57B-3B87-A6B4-A2B9-B8A8B4298F02}"/>
                    </a:ext>
                  </a:extLst>
                </p14:cNvPr>
                <p14:cNvContentPartPr/>
                <p14:nvPr/>
              </p14:nvContentPartPr>
              <p14:xfrm>
                <a:off x="2336017" y="3155988"/>
                <a:ext cx="92880" cy="142200"/>
              </p14:xfrm>
            </p:contentPart>
          </mc:Choice>
          <mc:Fallback xmlns="">
            <p:pic>
              <p:nvPicPr>
                <p:cNvPr id="44" name="Ink 43">
                  <a:extLst>
                    <a:ext uri="{FF2B5EF4-FFF2-40B4-BE49-F238E27FC236}">
                      <a16:creationId xmlns:a16="http://schemas.microsoft.com/office/drawing/2014/main" id="{8ACEC57B-3B87-A6B4-A2B9-B8A8B4298F02}"/>
                    </a:ext>
                  </a:extLst>
                </p:cNvPr>
                <p:cNvPicPr/>
                <p:nvPr/>
              </p:nvPicPr>
              <p:blipFill>
                <a:blip r:embed="rId10"/>
                <a:stretch>
                  <a:fillRect/>
                </a:stretch>
              </p:blipFill>
              <p:spPr>
                <a:xfrm>
                  <a:off x="2329897" y="3149868"/>
                  <a:ext cx="105120" cy="154440"/>
                </a:xfrm>
                <a:prstGeom prst="rect">
                  <a:avLst/>
                </a:prstGeom>
              </p:spPr>
            </p:pic>
          </mc:Fallback>
        </mc:AlternateContent>
      </p:grpSp>
      <p:grpSp>
        <p:nvGrpSpPr>
          <p:cNvPr id="45" name="Group 44">
            <a:extLst>
              <a:ext uri="{FF2B5EF4-FFF2-40B4-BE49-F238E27FC236}">
                <a16:creationId xmlns:a16="http://schemas.microsoft.com/office/drawing/2014/main" id="{FD86C2B0-B41B-C36F-E6C2-A095E03F810B}"/>
              </a:ext>
            </a:extLst>
          </p:cNvPr>
          <p:cNvGrpSpPr/>
          <p:nvPr/>
        </p:nvGrpSpPr>
        <p:grpSpPr>
          <a:xfrm>
            <a:off x="11366723" y="5600132"/>
            <a:ext cx="212040" cy="142200"/>
            <a:chOff x="2271217" y="3155988"/>
            <a:chExt cx="212040" cy="142200"/>
          </a:xfrm>
        </p:grpSpPr>
        <mc:AlternateContent xmlns:mc="http://schemas.openxmlformats.org/markup-compatibility/2006" xmlns:p14="http://schemas.microsoft.com/office/powerpoint/2010/main">
          <mc:Choice Requires="p14">
            <p:contentPart p14:bwMode="auto" r:id="rId19">
              <p14:nvContentPartPr>
                <p14:cNvPr id="46" name="Ink 45">
                  <a:extLst>
                    <a:ext uri="{FF2B5EF4-FFF2-40B4-BE49-F238E27FC236}">
                      <a16:creationId xmlns:a16="http://schemas.microsoft.com/office/drawing/2014/main" id="{E0DDB26F-8D3F-47A0-2746-73DB9031D78B}"/>
                    </a:ext>
                  </a:extLst>
                </p14:cNvPr>
                <p14:cNvContentPartPr/>
                <p14:nvPr/>
              </p14:nvContentPartPr>
              <p14:xfrm>
                <a:off x="2271217" y="3155988"/>
                <a:ext cx="212040" cy="132120"/>
              </p14:xfrm>
            </p:contentPart>
          </mc:Choice>
          <mc:Fallback xmlns="">
            <p:pic>
              <p:nvPicPr>
                <p:cNvPr id="46" name="Ink 45">
                  <a:extLst>
                    <a:ext uri="{FF2B5EF4-FFF2-40B4-BE49-F238E27FC236}">
                      <a16:creationId xmlns:a16="http://schemas.microsoft.com/office/drawing/2014/main" id="{E0DDB26F-8D3F-47A0-2746-73DB9031D78B}"/>
                    </a:ext>
                  </a:extLst>
                </p:cNvPr>
                <p:cNvPicPr/>
                <p:nvPr/>
              </p:nvPicPr>
              <p:blipFill>
                <a:blip r:embed="rId4"/>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7" name="Ink 46">
                  <a:extLst>
                    <a:ext uri="{FF2B5EF4-FFF2-40B4-BE49-F238E27FC236}">
                      <a16:creationId xmlns:a16="http://schemas.microsoft.com/office/drawing/2014/main" id="{6450F7A1-F47D-DBAF-B1FF-0077AD02915C}"/>
                    </a:ext>
                  </a:extLst>
                </p14:cNvPr>
                <p14:cNvContentPartPr/>
                <p14:nvPr/>
              </p14:nvContentPartPr>
              <p14:xfrm>
                <a:off x="2336017" y="3155988"/>
                <a:ext cx="92880" cy="142200"/>
              </p14:xfrm>
            </p:contentPart>
          </mc:Choice>
          <mc:Fallback xmlns="">
            <p:pic>
              <p:nvPicPr>
                <p:cNvPr id="47" name="Ink 46">
                  <a:extLst>
                    <a:ext uri="{FF2B5EF4-FFF2-40B4-BE49-F238E27FC236}">
                      <a16:creationId xmlns:a16="http://schemas.microsoft.com/office/drawing/2014/main" id="{6450F7A1-F47D-DBAF-B1FF-0077AD02915C}"/>
                    </a:ext>
                  </a:extLst>
                </p:cNvPr>
                <p:cNvPicPr/>
                <p:nvPr/>
              </p:nvPicPr>
              <p:blipFill>
                <a:blip r:embed="rId6"/>
                <a:stretch>
                  <a:fillRect/>
                </a:stretch>
              </p:blipFill>
              <p:spPr>
                <a:xfrm>
                  <a:off x="2329897" y="3149868"/>
                  <a:ext cx="105120" cy="154440"/>
                </a:xfrm>
                <a:prstGeom prst="rect">
                  <a:avLst/>
                </a:prstGeom>
              </p:spPr>
            </p:pic>
          </mc:Fallback>
        </mc:AlternateContent>
      </p:grpSp>
      <p:grpSp>
        <p:nvGrpSpPr>
          <p:cNvPr id="48" name="Group 47">
            <a:extLst>
              <a:ext uri="{FF2B5EF4-FFF2-40B4-BE49-F238E27FC236}">
                <a16:creationId xmlns:a16="http://schemas.microsoft.com/office/drawing/2014/main" id="{620AC6E3-7E1D-B527-BAEF-6962903388CF}"/>
              </a:ext>
            </a:extLst>
          </p:cNvPr>
          <p:cNvGrpSpPr/>
          <p:nvPr/>
        </p:nvGrpSpPr>
        <p:grpSpPr>
          <a:xfrm>
            <a:off x="10362812" y="5732252"/>
            <a:ext cx="212040" cy="142200"/>
            <a:chOff x="2271217" y="3155988"/>
            <a:chExt cx="212040" cy="142200"/>
          </a:xfrm>
        </p:grpSpPr>
        <mc:AlternateContent xmlns:mc="http://schemas.openxmlformats.org/markup-compatibility/2006" xmlns:p14="http://schemas.microsoft.com/office/powerpoint/2010/main">
          <mc:Choice Requires="p14">
            <p:contentPart p14:bwMode="auto" r:id="rId21">
              <p14:nvContentPartPr>
                <p14:cNvPr id="49" name="Ink 48">
                  <a:extLst>
                    <a:ext uri="{FF2B5EF4-FFF2-40B4-BE49-F238E27FC236}">
                      <a16:creationId xmlns:a16="http://schemas.microsoft.com/office/drawing/2014/main" id="{4670658A-99C1-270D-083A-19D688AEB855}"/>
                    </a:ext>
                  </a:extLst>
                </p14:cNvPr>
                <p14:cNvContentPartPr/>
                <p14:nvPr/>
              </p14:nvContentPartPr>
              <p14:xfrm>
                <a:off x="2271217" y="3155988"/>
                <a:ext cx="212040" cy="132120"/>
              </p14:xfrm>
            </p:contentPart>
          </mc:Choice>
          <mc:Fallback xmlns="">
            <p:pic>
              <p:nvPicPr>
                <p:cNvPr id="49" name="Ink 48">
                  <a:extLst>
                    <a:ext uri="{FF2B5EF4-FFF2-40B4-BE49-F238E27FC236}">
                      <a16:creationId xmlns:a16="http://schemas.microsoft.com/office/drawing/2014/main" id="{4670658A-99C1-270D-083A-19D688AEB855}"/>
                    </a:ext>
                  </a:extLst>
                </p:cNvPr>
                <p:cNvPicPr/>
                <p:nvPr/>
              </p:nvPicPr>
              <p:blipFill>
                <a:blip r:embed="rId22"/>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0" name="Ink 49">
                  <a:extLst>
                    <a:ext uri="{FF2B5EF4-FFF2-40B4-BE49-F238E27FC236}">
                      <a16:creationId xmlns:a16="http://schemas.microsoft.com/office/drawing/2014/main" id="{9123E8FE-A63B-57B3-C471-C58F3D8A200F}"/>
                    </a:ext>
                  </a:extLst>
                </p14:cNvPr>
                <p14:cNvContentPartPr/>
                <p14:nvPr/>
              </p14:nvContentPartPr>
              <p14:xfrm>
                <a:off x="2336017" y="3155988"/>
                <a:ext cx="92880" cy="142200"/>
              </p14:xfrm>
            </p:contentPart>
          </mc:Choice>
          <mc:Fallback xmlns="">
            <p:pic>
              <p:nvPicPr>
                <p:cNvPr id="50" name="Ink 49">
                  <a:extLst>
                    <a:ext uri="{FF2B5EF4-FFF2-40B4-BE49-F238E27FC236}">
                      <a16:creationId xmlns:a16="http://schemas.microsoft.com/office/drawing/2014/main" id="{9123E8FE-A63B-57B3-C471-C58F3D8A200F}"/>
                    </a:ext>
                  </a:extLst>
                </p:cNvPr>
                <p:cNvPicPr/>
                <p:nvPr/>
              </p:nvPicPr>
              <p:blipFill>
                <a:blip r:embed="rId24"/>
                <a:stretch>
                  <a:fillRect/>
                </a:stretch>
              </p:blipFill>
              <p:spPr>
                <a:xfrm>
                  <a:off x="2329897" y="3149868"/>
                  <a:ext cx="105120" cy="154440"/>
                </a:xfrm>
                <a:prstGeom prst="rect">
                  <a:avLst/>
                </a:prstGeom>
              </p:spPr>
            </p:pic>
          </mc:Fallback>
        </mc:AlternateContent>
      </p:grpSp>
      <p:grpSp>
        <p:nvGrpSpPr>
          <p:cNvPr id="51" name="Group 50">
            <a:extLst>
              <a:ext uri="{FF2B5EF4-FFF2-40B4-BE49-F238E27FC236}">
                <a16:creationId xmlns:a16="http://schemas.microsoft.com/office/drawing/2014/main" id="{37EF02C7-1145-6929-5088-A4ACDAC276A7}"/>
              </a:ext>
            </a:extLst>
          </p:cNvPr>
          <p:cNvGrpSpPr/>
          <p:nvPr/>
        </p:nvGrpSpPr>
        <p:grpSpPr>
          <a:xfrm>
            <a:off x="10574852" y="2991983"/>
            <a:ext cx="212040" cy="142200"/>
            <a:chOff x="2271217" y="3155988"/>
            <a:chExt cx="212040" cy="142200"/>
          </a:xfrm>
        </p:grpSpPr>
        <mc:AlternateContent xmlns:mc="http://schemas.openxmlformats.org/markup-compatibility/2006" xmlns:p14="http://schemas.microsoft.com/office/powerpoint/2010/main">
          <mc:Choice Requires="p14">
            <p:contentPart p14:bwMode="auto" r:id="rId25">
              <p14:nvContentPartPr>
                <p14:cNvPr id="52" name="Ink 51">
                  <a:extLst>
                    <a:ext uri="{FF2B5EF4-FFF2-40B4-BE49-F238E27FC236}">
                      <a16:creationId xmlns:a16="http://schemas.microsoft.com/office/drawing/2014/main" id="{FE733208-E177-0DF5-A15A-EB71783BDE94}"/>
                    </a:ext>
                  </a:extLst>
                </p14:cNvPr>
                <p14:cNvContentPartPr/>
                <p14:nvPr/>
              </p14:nvContentPartPr>
              <p14:xfrm>
                <a:off x="2271217" y="3155988"/>
                <a:ext cx="212040" cy="132120"/>
              </p14:xfrm>
            </p:contentPart>
          </mc:Choice>
          <mc:Fallback xmlns="">
            <p:pic>
              <p:nvPicPr>
                <p:cNvPr id="52" name="Ink 51">
                  <a:extLst>
                    <a:ext uri="{FF2B5EF4-FFF2-40B4-BE49-F238E27FC236}">
                      <a16:creationId xmlns:a16="http://schemas.microsoft.com/office/drawing/2014/main" id="{FE733208-E177-0DF5-A15A-EB71783BDE94}"/>
                    </a:ext>
                  </a:extLst>
                </p:cNvPr>
                <p:cNvPicPr/>
                <p:nvPr/>
              </p:nvPicPr>
              <p:blipFill>
                <a:blip r:embed="rId26"/>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3" name="Ink 52">
                  <a:extLst>
                    <a:ext uri="{FF2B5EF4-FFF2-40B4-BE49-F238E27FC236}">
                      <a16:creationId xmlns:a16="http://schemas.microsoft.com/office/drawing/2014/main" id="{6AE695FA-A3F9-D36A-01BD-FA40E74D4D7F}"/>
                    </a:ext>
                  </a:extLst>
                </p14:cNvPr>
                <p14:cNvContentPartPr/>
                <p14:nvPr/>
              </p14:nvContentPartPr>
              <p14:xfrm>
                <a:off x="2336017" y="3155988"/>
                <a:ext cx="92880" cy="142200"/>
              </p14:xfrm>
            </p:contentPart>
          </mc:Choice>
          <mc:Fallback xmlns="">
            <p:pic>
              <p:nvPicPr>
                <p:cNvPr id="53" name="Ink 52">
                  <a:extLst>
                    <a:ext uri="{FF2B5EF4-FFF2-40B4-BE49-F238E27FC236}">
                      <a16:creationId xmlns:a16="http://schemas.microsoft.com/office/drawing/2014/main" id="{6AE695FA-A3F9-D36A-01BD-FA40E74D4D7F}"/>
                    </a:ext>
                  </a:extLst>
                </p:cNvPr>
                <p:cNvPicPr/>
                <p:nvPr/>
              </p:nvPicPr>
              <p:blipFill>
                <a:blip r:embed="rId28"/>
                <a:stretch>
                  <a:fillRect/>
                </a:stretch>
              </p:blipFill>
              <p:spPr>
                <a:xfrm>
                  <a:off x="2329897" y="3149868"/>
                  <a:ext cx="105120" cy="154440"/>
                </a:xfrm>
                <a:prstGeom prst="rect">
                  <a:avLst/>
                </a:prstGeom>
              </p:spPr>
            </p:pic>
          </mc:Fallback>
        </mc:AlternateContent>
      </p:grpSp>
      <p:grpSp>
        <p:nvGrpSpPr>
          <p:cNvPr id="54" name="Group 53">
            <a:extLst>
              <a:ext uri="{FF2B5EF4-FFF2-40B4-BE49-F238E27FC236}">
                <a16:creationId xmlns:a16="http://schemas.microsoft.com/office/drawing/2014/main" id="{B8E5588D-5240-618F-7DA3-10D4783F188F}"/>
              </a:ext>
            </a:extLst>
          </p:cNvPr>
          <p:cNvGrpSpPr/>
          <p:nvPr/>
        </p:nvGrpSpPr>
        <p:grpSpPr>
          <a:xfrm>
            <a:off x="11260703" y="2491046"/>
            <a:ext cx="212040" cy="142200"/>
            <a:chOff x="2271217" y="3155988"/>
            <a:chExt cx="212040" cy="142200"/>
          </a:xfrm>
        </p:grpSpPr>
        <mc:AlternateContent xmlns:mc="http://schemas.openxmlformats.org/markup-compatibility/2006" xmlns:p14="http://schemas.microsoft.com/office/powerpoint/2010/main">
          <mc:Choice Requires="p14">
            <p:contentPart p14:bwMode="auto" r:id="rId29">
              <p14:nvContentPartPr>
                <p14:cNvPr id="55" name="Ink 54">
                  <a:extLst>
                    <a:ext uri="{FF2B5EF4-FFF2-40B4-BE49-F238E27FC236}">
                      <a16:creationId xmlns:a16="http://schemas.microsoft.com/office/drawing/2014/main" id="{B0424CEC-2277-2871-AB3D-1AF231607AA6}"/>
                    </a:ext>
                  </a:extLst>
                </p14:cNvPr>
                <p14:cNvContentPartPr/>
                <p14:nvPr/>
              </p14:nvContentPartPr>
              <p14:xfrm>
                <a:off x="2271217" y="3155988"/>
                <a:ext cx="212040" cy="132120"/>
              </p14:xfrm>
            </p:contentPart>
          </mc:Choice>
          <mc:Fallback xmlns="">
            <p:pic>
              <p:nvPicPr>
                <p:cNvPr id="55" name="Ink 54">
                  <a:extLst>
                    <a:ext uri="{FF2B5EF4-FFF2-40B4-BE49-F238E27FC236}">
                      <a16:creationId xmlns:a16="http://schemas.microsoft.com/office/drawing/2014/main" id="{B0424CEC-2277-2871-AB3D-1AF231607AA6}"/>
                    </a:ext>
                  </a:extLst>
                </p:cNvPr>
                <p:cNvPicPr/>
                <p:nvPr/>
              </p:nvPicPr>
              <p:blipFill>
                <a:blip r:embed="rId26"/>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6" name="Ink 55">
                  <a:extLst>
                    <a:ext uri="{FF2B5EF4-FFF2-40B4-BE49-F238E27FC236}">
                      <a16:creationId xmlns:a16="http://schemas.microsoft.com/office/drawing/2014/main" id="{D03EB506-1948-2A44-967B-2484F1F53FEF}"/>
                    </a:ext>
                  </a:extLst>
                </p14:cNvPr>
                <p14:cNvContentPartPr/>
                <p14:nvPr/>
              </p14:nvContentPartPr>
              <p14:xfrm>
                <a:off x="2336017" y="3155988"/>
                <a:ext cx="92880" cy="142200"/>
              </p14:xfrm>
            </p:contentPart>
          </mc:Choice>
          <mc:Fallback xmlns="">
            <p:pic>
              <p:nvPicPr>
                <p:cNvPr id="56" name="Ink 55">
                  <a:extLst>
                    <a:ext uri="{FF2B5EF4-FFF2-40B4-BE49-F238E27FC236}">
                      <a16:creationId xmlns:a16="http://schemas.microsoft.com/office/drawing/2014/main" id="{D03EB506-1948-2A44-967B-2484F1F53FEF}"/>
                    </a:ext>
                  </a:extLst>
                </p:cNvPr>
                <p:cNvPicPr/>
                <p:nvPr/>
              </p:nvPicPr>
              <p:blipFill>
                <a:blip r:embed="rId28"/>
                <a:stretch>
                  <a:fillRect/>
                </a:stretch>
              </p:blipFill>
              <p:spPr>
                <a:xfrm>
                  <a:off x="2329897" y="3149868"/>
                  <a:ext cx="105120" cy="154440"/>
                </a:xfrm>
                <a:prstGeom prst="rect">
                  <a:avLst/>
                </a:prstGeom>
              </p:spPr>
            </p:pic>
          </mc:Fallback>
        </mc:AlternateContent>
      </p:grpSp>
      <p:grpSp>
        <p:nvGrpSpPr>
          <p:cNvPr id="57" name="Group 56">
            <a:extLst>
              <a:ext uri="{FF2B5EF4-FFF2-40B4-BE49-F238E27FC236}">
                <a16:creationId xmlns:a16="http://schemas.microsoft.com/office/drawing/2014/main" id="{C0F2E804-CECC-E713-AEA3-8530EB65E576}"/>
              </a:ext>
            </a:extLst>
          </p:cNvPr>
          <p:cNvGrpSpPr/>
          <p:nvPr/>
        </p:nvGrpSpPr>
        <p:grpSpPr>
          <a:xfrm>
            <a:off x="11366723" y="3407996"/>
            <a:ext cx="212040" cy="142200"/>
            <a:chOff x="2271217" y="3155988"/>
            <a:chExt cx="212040" cy="142200"/>
          </a:xfrm>
        </p:grpSpPr>
        <mc:AlternateContent xmlns:mc="http://schemas.openxmlformats.org/markup-compatibility/2006" xmlns:p14="http://schemas.microsoft.com/office/powerpoint/2010/main">
          <mc:Choice Requires="p14">
            <p:contentPart p14:bwMode="auto" r:id="rId31">
              <p14:nvContentPartPr>
                <p14:cNvPr id="58" name="Ink 57">
                  <a:extLst>
                    <a:ext uri="{FF2B5EF4-FFF2-40B4-BE49-F238E27FC236}">
                      <a16:creationId xmlns:a16="http://schemas.microsoft.com/office/drawing/2014/main" id="{E184F274-067C-4C2E-AF30-4C5B48FE32C2}"/>
                    </a:ext>
                  </a:extLst>
                </p14:cNvPr>
                <p14:cNvContentPartPr/>
                <p14:nvPr/>
              </p14:nvContentPartPr>
              <p14:xfrm>
                <a:off x="2271217" y="3155988"/>
                <a:ext cx="212040" cy="132120"/>
              </p14:xfrm>
            </p:contentPart>
          </mc:Choice>
          <mc:Fallback xmlns="">
            <p:pic>
              <p:nvPicPr>
                <p:cNvPr id="58" name="Ink 57">
                  <a:extLst>
                    <a:ext uri="{FF2B5EF4-FFF2-40B4-BE49-F238E27FC236}">
                      <a16:creationId xmlns:a16="http://schemas.microsoft.com/office/drawing/2014/main" id="{E184F274-067C-4C2E-AF30-4C5B48FE32C2}"/>
                    </a:ext>
                  </a:extLst>
                </p:cNvPr>
                <p:cNvPicPr/>
                <p:nvPr/>
              </p:nvPicPr>
              <p:blipFill>
                <a:blip r:embed="rId26"/>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9" name="Ink 58">
                  <a:extLst>
                    <a:ext uri="{FF2B5EF4-FFF2-40B4-BE49-F238E27FC236}">
                      <a16:creationId xmlns:a16="http://schemas.microsoft.com/office/drawing/2014/main" id="{47908C50-437D-4EEC-EDBD-F6416A0CD29C}"/>
                    </a:ext>
                  </a:extLst>
                </p14:cNvPr>
                <p14:cNvContentPartPr/>
                <p14:nvPr/>
              </p14:nvContentPartPr>
              <p14:xfrm>
                <a:off x="2336017" y="3155988"/>
                <a:ext cx="92880" cy="142200"/>
              </p14:xfrm>
            </p:contentPart>
          </mc:Choice>
          <mc:Fallback xmlns="">
            <p:pic>
              <p:nvPicPr>
                <p:cNvPr id="59" name="Ink 58">
                  <a:extLst>
                    <a:ext uri="{FF2B5EF4-FFF2-40B4-BE49-F238E27FC236}">
                      <a16:creationId xmlns:a16="http://schemas.microsoft.com/office/drawing/2014/main" id="{47908C50-437D-4EEC-EDBD-F6416A0CD29C}"/>
                    </a:ext>
                  </a:extLst>
                </p:cNvPr>
                <p:cNvPicPr/>
                <p:nvPr/>
              </p:nvPicPr>
              <p:blipFill>
                <a:blip r:embed="rId28"/>
                <a:stretch>
                  <a:fillRect/>
                </a:stretch>
              </p:blipFill>
              <p:spPr>
                <a:xfrm>
                  <a:off x="2329897" y="3149868"/>
                  <a:ext cx="105120" cy="154440"/>
                </a:xfrm>
                <a:prstGeom prst="rect">
                  <a:avLst/>
                </a:prstGeom>
              </p:spPr>
            </p:pic>
          </mc:Fallback>
        </mc:AlternateContent>
      </p:grpSp>
    </p:spTree>
    <p:extLst>
      <p:ext uri="{BB962C8B-B14F-4D97-AF65-F5344CB8AC3E}">
        <p14:creationId xmlns:p14="http://schemas.microsoft.com/office/powerpoint/2010/main" val="2300712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FB1B0-7661-934F-B668-6EF44B4794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042A95-7B9F-AAAF-BBD1-78B28C6D0793}"/>
              </a:ext>
            </a:extLst>
          </p:cNvPr>
          <p:cNvSpPr txBox="1"/>
          <p:nvPr/>
        </p:nvSpPr>
        <p:spPr>
          <a:xfrm>
            <a:off x="221048" y="165904"/>
            <a:ext cx="11666152" cy="3539430"/>
          </a:xfrm>
          <a:prstGeom prst="rect">
            <a:avLst/>
          </a:prstGeom>
          <a:noFill/>
        </p:spPr>
        <p:txBody>
          <a:bodyPr wrap="square">
            <a:spAutoFit/>
          </a:bodyPr>
          <a:lstStyle/>
          <a:p>
            <a:r>
              <a:rPr lang="en-IN" sz="2800" b="1" u="sng" strike="noStrike" dirty="0">
                <a:solidFill>
                  <a:schemeClr val="accent6">
                    <a:lumMod val="60000"/>
                    <a:lumOff val="40000"/>
                  </a:schemeClr>
                </a:solidFill>
                <a:effectLst/>
                <a:latin typeface="+mn-lt"/>
              </a:rPr>
              <a:t>Advantage of using large dimension:</a:t>
            </a:r>
          </a:p>
          <a:p>
            <a:r>
              <a:rPr lang="en-IN" sz="2800" b="1" u="none" strike="noStrike" dirty="0">
                <a:solidFill>
                  <a:schemeClr val="accent6">
                    <a:lumMod val="60000"/>
                    <a:lumOff val="40000"/>
                  </a:schemeClr>
                </a:solidFill>
                <a:effectLst/>
                <a:latin typeface="+mn-lt"/>
              </a:rPr>
              <a:t>Superior Semantic Resolution</a:t>
            </a:r>
            <a:r>
              <a:rPr lang="en-IN" sz="2800" b="1" dirty="0">
                <a:solidFill>
                  <a:schemeClr val="accent6">
                    <a:lumMod val="60000"/>
                    <a:lumOff val="40000"/>
                  </a:schemeClr>
                </a:solidFill>
              </a:rPr>
              <a:t> - </a:t>
            </a:r>
            <a:r>
              <a:rPr lang="en-IN" sz="2800" dirty="0">
                <a:solidFill>
                  <a:schemeClr val="accent6">
                    <a:lumMod val="60000"/>
                    <a:lumOff val="40000"/>
                  </a:schemeClr>
                </a:solidFill>
              </a:rPr>
              <a:t>High-dimensional spaces allow the model to separate </a:t>
            </a:r>
            <a:r>
              <a:rPr lang="en-IN" sz="2800" b="1" i="1" dirty="0">
                <a:solidFill>
                  <a:schemeClr val="accent6">
                    <a:lumMod val="60000"/>
                    <a:lumOff val="40000"/>
                  </a:schemeClr>
                </a:solidFill>
              </a:rPr>
              <a:t>highly similar but distinct concepts.</a:t>
            </a:r>
            <a:r>
              <a:rPr lang="en-IN" sz="2800" dirty="0">
                <a:solidFill>
                  <a:schemeClr val="accent6">
                    <a:lumMod val="60000"/>
                    <a:lumOff val="40000"/>
                  </a:schemeClr>
                </a:solidFill>
              </a:rPr>
              <a:t> </a:t>
            </a:r>
          </a:p>
          <a:p>
            <a:endParaRPr lang="en-IN" sz="2800" dirty="0">
              <a:solidFill>
                <a:schemeClr val="accent6">
                  <a:lumMod val="60000"/>
                  <a:lumOff val="40000"/>
                </a:schemeClr>
              </a:solidFill>
            </a:endParaRPr>
          </a:p>
          <a:p>
            <a:r>
              <a:rPr lang="en-IN" sz="2800" dirty="0">
                <a:solidFill>
                  <a:schemeClr val="accent6">
                    <a:lumMod val="60000"/>
                    <a:lumOff val="40000"/>
                  </a:schemeClr>
                </a:solidFill>
              </a:rPr>
              <a:t>For example, in an audio space, it can tell the difference between </a:t>
            </a:r>
          </a:p>
          <a:p>
            <a:pPr marL="457200" indent="-457200">
              <a:buFont typeface="Arial" panose="020B0604020202020204" pitchFamily="34" charset="0"/>
              <a:buChar char="•"/>
            </a:pPr>
            <a:r>
              <a:rPr lang="en-IN" sz="2800" dirty="0">
                <a:solidFill>
                  <a:schemeClr val="accent6">
                    <a:lumMod val="60000"/>
                    <a:lumOff val="40000"/>
                  </a:schemeClr>
                </a:solidFill>
              </a:rPr>
              <a:t>a </a:t>
            </a:r>
            <a:r>
              <a:rPr lang="en-IN" sz="2800" b="1" dirty="0">
                <a:solidFill>
                  <a:schemeClr val="accent6">
                    <a:lumMod val="60000"/>
                    <a:lumOff val="40000"/>
                  </a:schemeClr>
                </a:solidFill>
              </a:rPr>
              <a:t>violin and a viola</a:t>
            </a:r>
            <a:r>
              <a:rPr lang="en-IN" sz="2800" dirty="0">
                <a:solidFill>
                  <a:schemeClr val="accent6">
                    <a:lumMod val="60000"/>
                    <a:lumOff val="40000"/>
                  </a:schemeClr>
                </a:solidFill>
              </a:rPr>
              <a:t> playing the exact same note, or </a:t>
            </a:r>
          </a:p>
          <a:p>
            <a:pPr marL="457200" indent="-457200">
              <a:buFont typeface="Arial" panose="020B0604020202020204" pitchFamily="34" charset="0"/>
              <a:buChar char="•"/>
            </a:pPr>
            <a:r>
              <a:rPr lang="en-IN" sz="2800" dirty="0">
                <a:solidFill>
                  <a:schemeClr val="accent6">
                    <a:lumMod val="60000"/>
                    <a:lumOff val="40000"/>
                  </a:schemeClr>
                </a:solidFill>
              </a:rPr>
              <a:t>distinguish a </a:t>
            </a:r>
            <a:r>
              <a:rPr lang="en-IN" sz="2800" b="1" dirty="0">
                <a:solidFill>
                  <a:schemeClr val="accent6">
                    <a:lumMod val="60000"/>
                    <a:lumOff val="40000"/>
                  </a:schemeClr>
                </a:solidFill>
              </a:rPr>
              <a:t>polite tone(right) from a sarcastic tone(right)</a:t>
            </a:r>
            <a:r>
              <a:rPr lang="en-IN" sz="2800" dirty="0">
                <a:solidFill>
                  <a:schemeClr val="accent6">
                    <a:lumMod val="60000"/>
                    <a:lumOff val="40000"/>
                  </a:schemeClr>
                </a:solidFill>
              </a:rPr>
              <a:t> in speech.</a:t>
            </a:r>
          </a:p>
          <a:p>
            <a:pPr marL="457200" indent="-457200">
              <a:buFont typeface="Arial" panose="020B0604020202020204" pitchFamily="34" charset="0"/>
              <a:buChar char="•"/>
            </a:pPr>
            <a:r>
              <a:rPr lang="en-IN" sz="2800" dirty="0">
                <a:solidFill>
                  <a:schemeClr val="accent6">
                    <a:lumMod val="60000"/>
                    <a:lumOff val="40000"/>
                  </a:schemeClr>
                </a:solidFill>
              </a:rPr>
              <a:t>Rattle snake and Garter snake in image</a:t>
            </a:r>
          </a:p>
        </p:txBody>
      </p:sp>
      <p:pic>
        <p:nvPicPr>
          <p:cNvPr id="6" name="Picture 5">
            <a:extLst>
              <a:ext uri="{FF2B5EF4-FFF2-40B4-BE49-F238E27FC236}">
                <a16:creationId xmlns:a16="http://schemas.microsoft.com/office/drawing/2014/main" id="{4E1FF1AF-803E-F6AA-374B-8E9D8F424667}"/>
              </a:ext>
            </a:extLst>
          </p:cNvPr>
          <p:cNvPicPr>
            <a:picLocks noChangeAspect="1"/>
          </p:cNvPicPr>
          <p:nvPr/>
        </p:nvPicPr>
        <p:blipFill>
          <a:blip r:embed="rId2"/>
          <a:stretch>
            <a:fillRect/>
          </a:stretch>
        </p:blipFill>
        <p:spPr>
          <a:xfrm>
            <a:off x="689165" y="4328344"/>
            <a:ext cx="2801287" cy="2197561"/>
          </a:xfrm>
          <a:prstGeom prst="rect">
            <a:avLst/>
          </a:prstGeom>
        </p:spPr>
      </p:pic>
      <p:pic>
        <p:nvPicPr>
          <p:cNvPr id="9" name="Picture 8">
            <a:extLst>
              <a:ext uri="{FF2B5EF4-FFF2-40B4-BE49-F238E27FC236}">
                <a16:creationId xmlns:a16="http://schemas.microsoft.com/office/drawing/2014/main" id="{733B4927-17ED-BA35-8CC4-A2D64092E640}"/>
              </a:ext>
            </a:extLst>
          </p:cNvPr>
          <p:cNvPicPr>
            <a:picLocks noChangeAspect="1"/>
          </p:cNvPicPr>
          <p:nvPr/>
        </p:nvPicPr>
        <p:blipFill>
          <a:blip r:embed="rId3"/>
          <a:stretch>
            <a:fillRect/>
          </a:stretch>
        </p:blipFill>
        <p:spPr>
          <a:xfrm>
            <a:off x="4247296" y="4328344"/>
            <a:ext cx="3018628" cy="2197561"/>
          </a:xfrm>
          <a:prstGeom prst="rect">
            <a:avLst/>
          </a:prstGeom>
        </p:spPr>
      </p:pic>
    </p:spTree>
    <p:extLst>
      <p:ext uri="{BB962C8B-B14F-4D97-AF65-F5344CB8AC3E}">
        <p14:creationId xmlns:p14="http://schemas.microsoft.com/office/powerpoint/2010/main" val="3144648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A946A-0D77-2ED7-93C3-333F5FE63F8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B12580E-BF40-AB2D-344F-01E390713F96}"/>
              </a:ext>
            </a:extLst>
          </p:cNvPr>
          <p:cNvSpPr txBox="1"/>
          <p:nvPr/>
        </p:nvSpPr>
        <p:spPr>
          <a:xfrm>
            <a:off x="2377440" y="80232"/>
            <a:ext cx="8081264" cy="461665"/>
          </a:xfrm>
          <a:prstGeom prst="rect">
            <a:avLst/>
          </a:prstGeom>
          <a:noFill/>
        </p:spPr>
        <p:txBody>
          <a:bodyPr wrap="square">
            <a:spAutoFit/>
          </a:bodyPr>
          <a:lstStyle/>
          <a:p>
            <a:r>
              <a:rPr lang="en-US" sz="2400" b="1" dirty="0">
                <a:solidFill>
                  <a:schemeClr val="accent6">
                    <a:lumMod val="60000"/>
                    <a:lumOff val="40000"/>
                  </a:schemeClr>
                </a:solidFill>
              </a:rPr>
              <a:t>Libraries used to create embeddings</a:t>
            </a:r>
          </a:p>
        </p:txBody>
      </p:sp>
      <p:sp>
        <p:nvSpPr>
          <p:cNvPr id="3" name="TextBox 2">
            <a:extLst>
              <a:ext uri="{FF2B5EF4-FFF2-40B4-BE49-F238E27FC236}">
                <a16:creationId xmlns:a16="http://schemas.microsoft.com/office/drawing/2014/main" id="{1F45363E-463C-7D06-57AE-36919C75BF85}"/>
              </a:ext>
            </a:extLst>
          </p:cNvPr>
          <p:cNvSpPr txBox="1"/>
          <p:nvPr/>
        </p:nvSpPr>
        <p:spPr>
          <a:xfrm>
            <a:off x="123444" y="1143168"/>
            <a:ext cx="11762232" cy="4154984"/>
          </a:xfrm>
          <a:prstGeom prst="rect">
            <a:avLst/>
          </a:prstGeom>
          <a:noFill/>
        </p:spPr>
        <p:txBody>
          <a:bodyPr wrap="square">
            <a:spAutoFit/>
          </a:bodyPr>
          <a:lstStyle/>
          <a:p>
            <a:r>
              <a:rPr lang="en-IN" sz="2400" b="1" u="sng" dirty="0">
                <a:solidFill>
                  <a:schemeClr val="accent6">
                    <a:lumMod val="60000"/>
                    <a:lumOff val="40000"/>
                  </a:schemeClr>
                </a:solidFill>
              </a:rPr>
              <a:t>Word2Vec: </a:t>
            </a:r>
          </a:p>
          <a:p>
            <a:r>
              <a:rPr lang="en-IN" sz="2400" dirty="0">
                <a:solidFill>
                  <a:schemeClr val="accent6">
                    <a:lumMod val="60000"/>
                    <a:lumOff val="40000"/>
                  </a:schemeClr>
                </a:solidFill>
              </a:rPr>
              <a:t>Uses shallow neural networks based on the distributional hypothesis to map </a:t>
            </a:r>
            <a:r>
              <a:rPr lang="en-IN" sz="2400" b="1" i="1" dirty="0">
                <a:solidFill>
                  <a:schemeClr val="accent6">
                    <a:lumMod val="60000"/>
                    <a:lumOff val="40000"/>
                  </a:schemeClr>
                </a:solidFill>
              </a:rPr>
              <a:t>words</a:t>
            </a:r>
            <a:r>
              <a:rPr lang="en-IN" sz="2400" dirty="0">
                <a:solidFill>
                  <a:schemeClr val="accent6">
                    <a:lumMod val="60000"/>
                    <a:lumOff val="40000"/>
                  </a:schemeClr>
                </a:solidFill>
              </a:rPr>
              <a:t> with similar meanings close together.</a:t>
            </a:r>
          </a:p>
          <a:p>
            <a:endParaRPr lang="en-IN" sz="2400" dirty="0">
              <a:solidFill>
                <a:schemeClr val="accent6">
                  <a:lumMod val="60000"/>
                  <a:lumOff val="40000"/>
                </a:schemeClr>
              </a:solidFill>
            </a:endParaRPr>
          </a:p>
          <a:p>
            <a:r>
              <a:rPr lang="en-IN" sz="2400" b="1" u="sng" dirty="0" err="1">
                <a:solidFill>
                  <a:schemeClr val="accent6">
                    <a:lumMod val="60000"/>
                    <a:lumOff val="40000"/>
                  </a:schemeClr>
                </a:solidFill>
              </a:rPr>
              <a:t>GloVe</a:t>
            </a:r>
            <a:r>
              <a:rPr lang="en-IN" sz="2400" b="1" u="sng" dirty="0">
                <a:solidFill>
                  <a:schemeClr val="accent6">
                    <a:lumMod val="60000"/>
                    <a:lumOff val="40000"/>
                  </a:schemeClr>
                </a:solidFill>
              </a:rPr>
              <a:t> (Global Vectors for Word Representation):</a:t>
            </a:r>
            <a:r>
              <a:rPr lang="en-IN" sz="2400" dirty="0">
                <a:solidFill>
                  <a:schemeClr val="accent6">
                    <a:lumMod val="60000"/>
                    <a:lumOff val="40000"/>
                  </a:schemeClr>
                </a:solidFill>
              </a:rPr>
              <a:t> </a:t>
            </a:r>
          </a:p>
          <a:p>
            <a:r>
              <a:rPr lang="en-IN" sz="2400" dirty="0">
                <a:solidFill>
                  <a:schemeClr val="accent6">
                    <a:lumMod val="60000"/>
                    <a:lumOff val="40000"/>
                  </a:schemeClr>
                </a:solidFill>
              </a:rPr>
              <a:t>Combines global matrix factorization and local context window methods to capture word co-occurrences.</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Doc2Vec:</a:t>
            </a:r>
            <a:r>
              <a:rPr lang="en-IN" sz="2400" dirty="0">
                <a:solidFill>
                  <a:schemeClr val="accent6">
                    <a:lumMod val="60000"/>
                    <a:lumOff val="40000"/>
                  </a:schemeClr>
                </a:solidFill>
              </a:rPr>
              <a:t> </a:t>
            </a:r>
          </a:p>
          <a:p>
            <a:r>
              <a:rPr lang="en-IN" sz="2400" dirty="0">
                <a:solidFill>
                  <a:schemeClr val="accent6">
                    <a:lumMod val="60000"/>
                    <a:lumOff val="40000"/>
                  </a:schemeClr>
                </a:solidFill>
              </a:rPr>
              <a:t>Builds upon Word2Vec to create vector representations for </a:t>
            </a:r>
            <a:r>
              <a:rPr lang="en-IN" sz="2400" b="1" i="1" dirty="0">
                <a:solidFill>
                  <a:schemeClr val="accent6">
                    <a:lumMod val="60000"/>
                    <a:lumOff val="40000"/>
                  </a:schemeClr>
                </a:solidFill>
              </a:rPr>
              <a:t>entire sentences or variable-length documents</a:t>
            </a:r>
            <a:r>
              <a:rPr lang="en-IN" sz="2400" dirty="0">
                <a:solidFill>
                  <a:schemeClr val="accent6">
                    <a:lumMod val="60000"/>
                    <a:lumOff val="40000"/>
                  </a:schemeClr>
                </a:solidFill>
              </a:rPr>
              <a:t> rather than single words.</a:t>
            </a:r>
          </a:p>
        </p:txBody>
      </p:sp>
    </p:spTree>
    <p:extLst>
      <p:ext uri="{BB962C8B-B14F-4D97-AF65-F5344CB8AC3E}">
        <p14:creationId xmlns:p14="http://schemas.microsoft.com/office/powerpoint/2010/main" val="469793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C754A-2C02-E0C5-0AA0-8CBEA07657F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02006B3-DFD8-3A6D-0ED2-F2633FABA46C}"/>
              </a:ext>
            </a:extLst>
          </p:cNvPr>
          <p:cNvSpPr txBox="1"/>
          <p:nvPr/>
        </p:nvSpPr>
        <p:spPr>
          <a:xfrm>
            <a:off x="2377440" y="80232"/>
            <a:ext cx="8081264" cy="461665"/>
          </a:xfrm>
          <a:prstGeom prst="rect">
            <a:avLst/>
          </a:prstGeom>
          <a:noFill/>
        </p:spPr>
        <p:txBody>
          <a:bodyPr wrap="square">
            <a:spAutoFit/>
          </a:bodyPr>
          <a:lstStyle/>
          <a:p>
            <a:r>
              <a:rPr lang="en-US" sz="2400" b="1" dirty="0">
                <a:solidFill>
                  <a:schemeClr val="accent6">
                    <a:lumMod val="60000"/>
                    <a:lumOff val="40000"/>
                  </a:schemeClr>
                </a:solidFill>
              </a:rPr>
              <a:t>Libraries used to create embeddings</a:t>
            </a:r>
          </a:p>
        </p:txBody>
      </p:sp>
      <p:sp>
        <p:nvSpPr>
          <p:cNvPr id="3" name="TextBox 2">
            <a:extLst>
              <a:ext uri="{FF2B5EF4-FFF2-40B4-BE49-F238E27FC236}">
                <a16:creationId xmlns:a16="http://schemas.microsoft.com/office/drawing/2014/main" id="{1030AA76-CCC1-CC33-74CA-7AE4544FAF20}"/>
              </a:ext>
            </a:extLst>
          </p:cNvPr>
          <p:cNvSpPr txBox="1"/>
          <p:nvPr/>
        </p:nvSpPr>
        <p:spPr>
          <a:xfrm>
            <a:off x="214884" y="813984"/>
            <a:ext cx="11762232" cy="5632311"/>
          </a:xfrm>
          <a:prstGeom prst="rect">
            <a:avLst/>
          </a:prstGeom>
          <a:noFill/>
        </p:spPr>
        <p:txBody>
          <a:bodyPr wrap="square">
            <a:spAutoFit/>
          </a:bodyPr>
          <a:lstStyle/>
          <a:p>
            <a:r>
              <a:rPr lang="en-IN" sz="2400" b="1" u="sng" dirty="0">
                <a:solidFill>
                  <a:schemeClr val="accent6">
                    <a:lumMod val="60000"/>
                    <a:lumOff val="40000"/>
                  </a:schemeClr>
                </a:solidFill>
              </a:rPr>
              <a:t>BERT and </a:t>
            </a:r>
            <a:r>
              <a:rPr lang="en-IN" sz="2400" b="1" u="sng" dirty="0" err="1">
                <a:solidFill>
                  <a:schemeClr val="accent6">
                    <a:lumMod val="60000"/>
                    <a:lumOff val="40000"/>
                  </a:schemeClr>
                </a:solidFill>
              </a:rPr>
              <a:t>RoBERTa</a:t>
            </a:r>
            <a:r>
              <a:rPr lang="en-IN" sz="2400" b="1" u="sng" dirty="0">
                <a:solidFill>
                  <a:schemeClr val="accent6">
                    <a:lumMod val="60000"/>
                    <a:lumOff val="40000"/>
                  </a:schemeClr>
                </a:solidFill>
              </a:rPr>
              <a:t>:</a:t>
            </a:r>
            <a:r>
              <a:rPr lang="en-IN" sz="2400" dirty="0">
                <a:solidFill>
                  <a:schemeClr val="accent6">
                    <a:lumMod val="60000"/>
                    <a:lumOff val="40000"/>
                  </a:schemeClr>
                </a:solidFill>
              </a:rPr>
              <a:t> </a:t>
            </a:r>
          </a:p>
          <a:p>
            <a:r>
              <a:rPr lang="en-IN" sz="2400" dirty="0">
                <a:solidFill>
                  <a:schemeClr val="accent6">
                    <a:lumMod val="60000"/>
                    <a:lumOff val="40000"/>
                  </a:schemeClr>
                </a:solidFill>
              </a:rPr>
              <a:t>Generates powerful contextual embeddings where the representation of a word shifts dynamically depending on the surrounding text in a sequence. </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OpenAI Embedding Models: </a:t>
            </a:r>
          </a:p>
          <a:p>
            <a:r>
              <a:rPr lang="en-IN" sz="2400" dirty="0">
                <a:solidFill>
                  <a:schemeClr val="accent6">
                    <a:lumMod val="60000"/>
                    <a:lumOff val="40000"/>
                  </a:schemeClr>
                </a:solidFill>
              </a:rPr>
              <a:t>Industry-standard commercial models like text-embedding-3-small and text-embedding-3-large accessed via the OpenAI API</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Cohere Embed:</a:t>
            </a:r>
            <a:r>
              <a:rPr lang="en-IN" sz="2400" dirty="0">
                <a:solidFill>
                  <a:schemeClr val="accent6">
                    <a:lumMod val="60000"/>
                    <a:lumOff val="40000"/>
                  </a:schemeClr>
                </a:solidFill>
              </a:rPr>
              <a:t> </a:t>
            </a:r>
          </a:p>
          <a:p>
            <a:r>
              <a:rPr lang="en-IN" sz="2400" dirty="0">
                <a:solidFill>
                  <a:schemeClr val="accent6">
                    <a:lumMod val="60000"/>
                    <a:lumOff val="40000"/>
                  </a:schemeClr>
                </a:solidFill>
              </a:rPr>
              <a:t>Highly optimized models like Cohere Embed v4 used widely for enterprise retrieval and multi-modal tasks. </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Hugging Face Transformers:</a:t>
            </a:r>
            <a:r>
              <a:rPr lang="en-IN" sz="2400" dirty="0">
                <a:solidFill>
                  <a:schemeClr val="accent6">
                    <a:lumMod val="60000"/>
                    <a:lumOff val="40000"/>
                  </a:schemeClr>
                </a:solidFill>
              </a:rPr>
              <a:t> </a:t>
            </a:r>
          </a:p>
          <a:p>
            <a:r>
              <a:rPr lang="en-IN" sz="2400" dirty="0">
                <a:solidFill>
                  <a:schemeClr val="accent6">
                    <a:lumMod val="60000"/>
                    <a:lumOff val="40000"/>
                  </a:schemeClr>
                </a:solidFill>
              </a:rPr>
              <a:t>Open-source platforms offering access to state-of-the-art embedding models like BGE-M3 and Jina Embeddings.</a:t>
            </a:r>
          </a:p>
        </p:txBody>
      </p:sp>
    </p:spTree>
    <p:extLst>
      <p:ext uri="{BB962C8B-B14F-4D97-AF65-F5344CB8AC3E}">
        <p14:creationId xmlns:p14="http://schemas.microsoft.com/office/powerpoint/2010/main" val="131024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57C91-0B16-B8F6-7C4A-6FFBD80A180F}"/>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182D079-793A-E2CB-9AFB-0EF258ED80C2}"/>
              </a:ext>
            </a:extLst>
          </p:cNvPr>
          <p:cNvSpPr txBox="1"/>
          <p:nvPr/>
        </p:nvSpPr>
        <p:spPr>
          <a:xfrm>
            <a:off x="0" y="125952"/>
            <a:ext cx="8081264" cy="461665"/>
          </a:xfrm>
          <a:prstGeom prst="rect">
            <a:avLst/>
          </a:prstGeom>
          <a:noFill/>
        </p:spPr>
        <p:txBody>
          <a:bodyPr wrap="square">
            <a:spAutoFit/>
          </a:bodyPr>
          <a:lstStyle/>
          <a:p>
            <a:r>
              <a:rPr lang="en-US" sz="2400" b="1" dirty="0">
                <a:solidFill>
                  <a:schemeClr val="accent6">
                    <a:lumMod val="60000"/>
                    <a:lumOff val="40000"/>
                  </a:schemeClr>
                </a:solidFill>
              </a:rPr>
              <a:t>Example of embeddings using OpenAI: (See python code)</a:t>
            </a:r>
          </a:p>
        </p:txBody>
      </p:sp>
      <p:pic>
        <p:nvPicPr>
          <p:cNvPr id="6" name="Picture 5">
            <a:extLst>
              <a:ext uri="{FF2B5EF4-FFF2-40B4-BE49-F238E27FC236}">
                <a16:creationId xmlns:a16="http://schemas.microsoft.com/office/drawing/2014/main" id="{F8216C0E-A5B7-17B4-4DCF-6B624B45B7F3}"/>
              </a:ext>
            </a:extLst>
          </p:cNvPr>
          <p:cNvPicPr>
            <a:picLocks noChangeAspect="1"/>
          </p:cNvPicPr>
          <p:nvPr/>
        </p:nvPicPr>
        <p:blipFill>
          <a:blip r:embed="rId2"/>
          <a:stretch>
            <a:fillRect/>
          </a:stretch>
        </p:blipFill>
        <p:spPr>
          <a:xfrm>
            <a:off x="274320" y="587617"/>
            <a:ext cx="7370065" cy="6137988"/>
          </a:xfrm>
          <a:prstGeom prst="rect">
            <a:avLst/>
          </a:prstGeom>
        </p:spPr>
      </p:pic>
    </p:spTree>
    <p:extLst>
      <p:ext uri="{BB962C8B-B14F-4D97-AF65-F5344CB8AC3E}">
        <p14:creationId xmlns:p14="http://schemas.microsoft.com/office/powerpoint/2010/main" val="230916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4DCED-2C58-562C-4848-C36AEA5A650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E70884D-95B0-D4DE-A0C9-B3CCBA492BFC}"/>
              </a:ext>
            </a:extLst>
          </p:cNvPr>
          <p:cNvSpPr txBox="1"/>
          <p:nvPr/>
        </p:nvSpPr>
        <p:spPr>
          <a:xfrm>
            <a:off x="0" y="125952"/>
            <a:ext cx="8081264" cy="461665"/>
          </a:xfrm>
          <a:prstGeom prst="rect">
            <a:avLst/>
          </a:prstGeom>
          <a:noFill/>
        </p:spPr>
        <p:txBody>
          <a:bodyPr wrap="square">
            <a:spAutoFit/>
          </a:bodyPr>
          <a:lstStyle/>
          <a:p>
            <a:r>
              <a:rPr lang="en-US" sz="2400" b="1" dirty="0">
                <a:solidFill>
                  <a:schemeClr val="accent6">
                    <a:lumMod val="60000"/>
                    <a:lumOff val="40000"/>
                  </a:schemeClr>
                </a:solidFill>
              </a:rPr>
              <a:t>Example of embeddings: (See python code)</a:t>
            </a:r>
          </a:p>
        </p:txBody>
      </p:sp>
      <p:pic>
        <p:nvPicPr>
          <p:cNvPr id="11" name="Picture 10">
            <a:extLst>
              <a:ext uri="{FF2B5EF4-FFF2-40B4-BE49-F238E27FC236}">
                <a16:creationId xmlns:a16="http://schemas.microsoft.com/office/drawing/2014/main" id="{65B7E91D-AB46-8F05-C513-78FEBE52C6D1}"/>
              </a:ext>
            </a:extLst>
          </p:cNvPr>
          <p:cNvPicPr>
            <a:picLocks noChangeAspect="1"/>
          </p:cNvPicPr>
          <p:nvPr/>
        </p:nvPicPr>
        <p:blipFill>
          <a:blip r:embed="rId2"/>
          <a:stretch>
            <a:fillRect/>
          </a:stretch>
        </p:blipFill>
        <p:spPr>
          <a:xfrm>
            <a:off x="234538" y="1097280"/>
            <a:ext cx="10137806" cy="2539833"/>
          </a:xfrm>
          <a:prstGeom prst="rect">
            <a:avLst/>
          </a:prstGeom>
        </p:spPr>
      </p:pic>
      <p:sp>
        <p:nvSpPr>
          <p:cNvPr id="2" name="Oval 1">
            <a:extLst>
              <a:ext uri="{FF2B5EF4-FFF2-40B4-BE49-F238E27FC236}">
                <a16:creationId xmlns:a16="http://schemas.microsoft.com/office/drawing/2014/main" id="{35D1331A-324B-74F8-A676-B61CD53A13BF}"/>
              </a:ext>
            </a:extLst>
          </p:cNvPr>
          <p:cNvSpPr/>
          <p:nvPr/>
        </p:nvSpPr>
        <p:spPr>
          <a:xfrm>
            <a:off x="3894328" y="4599431"/>
            <a:ext cx="2972816" cy="1600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Embedding Model</a:t>
            </a:r>
          </a:p>
        </p:txBody>
      </p:sp>
      <p:sp>
        <p:nvSpPr>
          <p:cNvPr id="3" name="Arrow: Right 2">
            <a:extLst>
              <a:ext uri="{FF2B5EF4-FFF2-40B4-BE49-F238E27FC236}">
                <a16:creationId xmlns:a16="http://schemas.microsoft.com/office/drawing/2014/main" id="{1366BB29-FCE5-077E-FBCB-25C7FE4FB117}"/>
              </a:ext>
            </a:extLst>
          </p:cNvPr>
          <p:cNvSpPr/>
          <p:nvPr/>
        </p:nvSpPr>
        <p:spPr>
          <a:xfrm>
            <a:off x="2668016" y="5084064"/>
            <a:ext cx="1115568" cy="630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1E78522E-AFE1-AE4F-9201-0550F432896B}"/>
              </a:ext>
            </a:extLst>
          </p:cNvPr>
          <p:cNvSpPr/>
          <p:nvPr/>
        </p:nvSpPr>
        <p:spPr>
          <a:xfrm>
            <a:off x="7140448" y="5084063"/>
            <a:ext cx="1115568" cy="630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0B0E2FA-1D12-5240-2290-5D8E7BAED78F}"/>
              </a:ext>
            </a:extLst>
          </p:cNvPr>
          <p:cNvSpPr txBox="1"/>
          <p:nvPr/>
        </p:nvSpPr>
        <p:spPr>
          <a:xfrm>
            <a:off x="153518" y="4984033"/>
            <a:ext cx="3284626" cy="830997"/>
          </a:xfrm>
          <a:prstGeom prst="rect">
            <a:avLst/>
          </a:prstGeom>
          <a:noFill/>
        </p:spPr>
        <p:txBody>
          <a:bodyPr wrap="square" rtlCol="0">
            <a:spAutoFit/>
          </a:bodyPr>
          <a:lstStyle/>
          <a:p>
            <a:r>
              <a:rPr lang="en-US" sz="2400" dirty="0">
                <a:solidFill>
                  <a:schemeClr val="accent6">
                    <a:lumMod val="60000"/>
                    <a:lumOff val="40000"/>
                  </a:schemeClr>
                </a:solidFill>
              </a:rPr>
              <a:t>“How to reset your account password”</a:t>
            </a:r>
          </a:p>
        </p:txBody>
      </p:sp>
      <p:sp>
        <p:nvSpPr>
          <p:cNvPr id="8" name="TextBox 7">
            <a:extLst>
              <a:ext uri="{FF2B5EF4-FFF2-40B4-BE49-F238E27FC236}">
                <a16:creationId xmlns:a16="http://schemas.microsoft.com/office/drawing/2014/main" id="{B3F89602-9AC8-0D5E-ECF1-B60BBAB2237C}"/>
              </a:ext>
            </a:extLst>
          </p:cNvPr>
          <p:cNvSpPr txBox="1"/>
          <p:nvPr/>
        </p:nvSpPr>
        <p:spPr>
          <a:xfrm>
            <a:off x="8444078" y="4956600"/>
            <a:ext cx="3284626" cy="830997"/>
          </a:xfrm>
          <a:prstGeom prst="rect">
            <a:avLst/>
          </a:prstGeom>
          <a:noFill/>
        </p:spPr>
        <p:txBody>
          <a:bodyPr wrap="square" rtlCol="0">
            <a:spAutoFit/>
          </a:bodyPr>
          <a:lstStyle/>
          <a:p>
            <a:r>
              <a:rPr lang="en-US" sz="2400" dirty="0">
                <a:solidFill>
                  <a:schemeClr val="accent6">
                    <a:lumMod val="60000"/>
                    <a:lumOff val="40000"/>
                  </a:schemeClr>
                </a:solidFill>
              </a:rPr>
              <a:t>Vector </a:t>
            </a:r>
          </a:p>
          <a:p>
            <a:r>
              <a:rPr lang="en-US" sz="2400" dirty="0">
                <a:solidFill>
                  <a:schemeClr val="accent6">
                    <a:lumMod val="60000"/>
                    <a:lumOff val="40000"/>
                  </a:schemeClr>
                </a:solidFill>
              </a:rPr>
              <a:t>[0.042, - 0.0008,….]</a:t>
            </a:r>
          </a:p>
        </p:txBody>
      </p:sp>
    </p:spTree>
    <p:extLst>
      <p:ext uri="{BB962C8B-B14F-4D97-AF65-F5344CB8AC3E}">
        <p14:creationId xmlns:p14="http://schemas.microsoft.com/office/powerpoint/2010/main" val="3300549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C315A-9333-1F7A-934F-444117FA42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F3BB0A-1C5E-2EA0-927D-C2F33406CF72}"/>
              </a:ext>
            </a:extLst>
          </p:cNvPr>
          <p:cNvSpPr txBox="1"/>
          <p:nvPr/>
        </p:nvSpPr>
        <p:spPr>
          <a:xfrm>
            <a:off x="1587627" y="2609850"/>
            <a:ext cx="8707127" cy="1015663"/>
          </a:xfrm>
          <a:prstGeom prst="rect">
            <a:avLst/>
          </a:prstGeom>
          <a:noFill/>
        </p:spPr>
        <p:txBody>
          <a:bodyPr wrap="none" rtlCol="0">
            <a:spAutoFit/>
          </a:bodyPr>
          <a:lstStyle/>
          <a:p>
            <a:r>
              <a:rPr lang="en-US" sz="6000" dirty="0">
                <a:solidFill>
                  <a:schemeClr val="accent6">
                    <a:lumMod val="60000"/>
                    <a:lumOff val="40000"/>
                  </a:schemeClr>
                </a:solidFill>
              </a:rPr>
              <a:t>Application  of Embeddings</a:t>
            </a:r>
            <a:endParaRPr lang="en-IN" sz="6000" dirty="0">
              <a:solidFill>
                <a:schemeClr val="accent6">
                  <a:lumMod val="60000"/>
                  <a:lumOff val="40000"/>
                </a:schemeClr>
              </a:solidFill>
            </a:endParaRPr>
          </a:p>
        </p:txBody>
      </p:sp>
    </p:spTree>
    <p:extLst>
      <p:ext uri="{BB962C8B-B14F-4D97-AF65-F5344CB8AC3E}">
        <p14:creationId xmlns:p14="http://schemas.microsoft.com/office/powerpoint/2010/main" val="458925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CA327-883B-C90B-A6B5-24693DACFB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EF26F91-A869-EE79-3F44-319337D4E6C7}"/>
              </a:ext>
            </a:extLst>
          </p:cNvPr>
          <p:cNvSpPr txBox="1"/>
          <p:nvPr/>
        </p:nvSpPr>
        <p:spPr>
          <a:xfrm>
            <a:off x="141732" y="962163"/>
            <a:ext cx="6660612" cy="3916457"/>
          </a:xfrm>
          <a:prstGeom prst="rect">
            <a:avLst/>
          </a:prstGeom>
          <a:noFill/>
        </p:spPr>
        <p:txBody>
          <a:bodyPr wrap="square">
            <a:spAutoFit/>
          </a:bodyPr>
          <a:lstStyle/>
          <a:p>
            <a:pPr marL="0" marR="0">
              <a:spcBef>
                <a:spcPts val="1800"/>
              </a:spcBef>
              <a:spcAft>
                <a:spcPts val="900"/>
              </a:spcAft>
              <a:buNone/>
            </a:pPr>
            <a:r>
              <a:rPr lang="en-IN" sz="2400" b="1" u="none" strike="noStrike" dirty="0">
                <a:solidFill>
                  <a:schemeClr val="accent6">
                    <a:lumMod val="60000"/>
                    <a:lumOff val="40000"/>
                  </a:schemeClr>
                </a:solidFill>
                <a:effectLst/>
                <a:latin typeface="+mn-lt"/>
              </a:rPr>
              <a:t>1. Semantic Search and Information Retrieval</a:t>
            </a:r>
          </a:p>
          <a:p>
            <a:pPr marL="0" marR="0">
              <a:spcBef>
                <a:spcPts val="900"/>
              </a:spcBef>
              <a:spcAft>
                <a:spcPts val="1200"/>
              </a:spcAft>
              <a:buNone/>
            </a:pPr>
            <a:r>
              <a:rPr lang="en-IN" sz="2400" b="0" u="none" strike="noStrike" dirty="0">
                <a:solidFill>
                  <a:schemeClr val="accent6">
                    <a:lumMod val="60000"/>
                    <a:lumOff val="40000"/>
                  </a:schemeClr>
                </a:solidFill>
                <a:effectLst/>
                <a:latin typeface="+mn-lt"/>
              </a:rPr>
              <a:t>Traditional search engines look for exact keyword matches, which fails if a user searches for </a:t>
            </a:r>
            <a:r>
              <a:rPr lang="en-IN" sz="2400" b="0" i="1" u="none" strike="noStrike" dirty="0">
                <a:solidFill>
                  <a:schemeClr val="accent6">
                    <a:lumMod val="60000"/>
                    <a:lumOff val="40000"/>
                  </a:schemeClr>
                </a:solidFill>
                <a:effectLst/>
                <a:latin typeface="+mn-lt"/>
              </a:rPr>
              <a:t>"automobile repair"</a:t>
            </a:r>
            <a:r>
              <a:rPr lang="en-IN" sz="2400" b="0" u="none" strike="noStrike" dirty="0">
                <a:solidFill>
                  <a:schemeClr val="accent6">
                    <a:lumMod val="60000"/>
                    <a:lumOff val="40000"/>
                  </a:schemeClr>
                </a:solidFill>
                <a:effectLst/>
                <a:latin typeface="+mn-lt"/>
              </a:rPr>
              <a:t> but a document says </a:t>
            </a:r>
            <a:r>
              <a:rPr lang="en-IN" sz="2400" b="0" i="1" u="none" strike="noStrike" dirty="0">
                <a:solidFill>
                  <a:schemeClr val="accent6">
                    <a:lumMod val="60000"/>
                    <a:lumOff val="40000"/>
                  </a:schemeClr>
                </a:solidFill>
                <a:effectLst/>
                <a:latin typeface="+mn-lt"/>
              </a:rPr>
              <a:t>"car maintenance."</a:t>
            </a:r>
            <a:endParaRPr lang="en-IN" sz="2400" b="0" u="none" strike="noStrike" dirty="0">
              <a:solidFill>
                <a:schemeClr val="accent6">
                  <a:lumMod val="60000"/>
                  <a:lumOff val="40000"/>
                </a:schemeClr>
              </a:solidFill>
              <a:effectLst/>
              <a:latin typeface="+mn-lt"/>
            </a:endParaRPr>
          </a:p>
          <a:p>
            <a:pPr marL="342900" marR="0" lvl="0" indent="-342900">
              <a:spcBef>
                <a:spcPts val="900"/>
              </a:spcBef>
              <a:spcAft>
                <a:spcPts val="900"/>
              </a:spcAft>
              <a:buFont typeface="Arial" panose="020B0604020202020204" pitchFamily="34" charset="0"/>
              <a:buChar char="•"/>
            </a:pPr>
            <a:r>
              <a:rPr lang="en-IN" sz="2400" b="1" u="none" strike="noStrike" dirty="0">
                <a:solidFill>
                  <a:schemeClr val="accent6">
                    <a:lumMod val="60000"/>
                    <a:lumOff val="40000"/>
                  </a:schemeClr>
                </a:solidFill>
                <a:effectLst/>
                <a:latin typeface="+mn-lt"/>
              </a:rPr>
              <a:t>How it works:</a:t>
            </a:r>
            <a:r>
              <a:rPr lang="en-IN" sz="2400" b="0" u="none" strike="noStrike" dirty="0">
                <a:solidFill>
                  <a:schemeClr val="accent6">
                    <a:lumMod val="60000"/>
                    <a:lumOff val="40000"/>
                  </a:schemeClr>
                </a:solidFill>
                <a:effectLst/>
                <a:latin typeface="+mn-lt"/>
              </a:rPr>
              <a:t> The search engine calculates geometric proximity to find documents that match the </a:t>
            </a:r>
            <a:r>
              <a:rPr lang="en-IN" sz="2400" b="0" i="1" u="none" strike="noStrike" dirty="0">
                <a:solidFill>
                  <a:schemeClr val="accent6">
                    <a:lumMod val="60000"/>
                    <a:lumOff val="40000"/>
                  </a:schemeClr>
                </a:solidFill>
                <a:effectLst/>
                <a:latin typeface="+mn-lt"/>
              </a:rPr>
              <a:t>intent and conceptual meaning</a:t>
            </a:r>
            <a:r>
              <a:rPr lang="en-IN" sz="2400" b="0" u="none" strike="noStrike" dirty="0">
                <a:solidFill>
                  <a:schemeClr val="accent6">
                    <a:lumMod val="60000"/>
                    <a:lumOff val="40000"/>
                  </a:schemeClr>
                </a:solidFill>
                <a:effectLst/>
                <a:latin typeface="+mn-lt"/>
              </a:rPr>
              <a:t> of the query, rather than just matching characters.</a:t>
            </a:r>
            <a:endParaRPr lang="en-IN" sz="1600" b="0" u="none" strike="noStrike" dirty="0">
              <a:solidFill>
                <a:schemeClr val="accent6">
                  <a:lumMod val="60000"/>
                  <a:lumOff val="40000"/>
                </a:schemeClr>
              </a:solidFill>
              <a:effectLst/>
              <a:latin typeface="Google Sans"/>
            </a:endParaRPr>
          </a:p>
        </p:txBody>
      </p:sp>
      <p:sp>
        <p:nvSpPr>
          <p:cNvPr id="7" name="Rectangle: Rounded Corners 6">
            <a:extLst>
              <a:ext uri="{FF2B5EF4-FFF2-40B4-BE49-F238E27FC236}">
                <a16:creationId xmlns:a16="http://schemas.microsoft.com/office/drawing/2014/main" id="{870D9FBF-27CE-C9C1-3E23-F2C069973D68}"/>
              </a:ext>
            </a:extLst>
          </p:cNvPr>
          <p:cNvSpPr/>
          <p:nvPr/>
        </p:nvSpPr>
        <p:spPr>
          <a:xfrm>
            <a:off x="8193024" y="515996"/>
            <a:ext cx="2834640" cy="11338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 Query:</a:t>
            </a:r>
          </a:p>
          <a:p>
            <a:pPr algn="ctr"/>
            <a:r>
              <a:rPr lang="en-US" i="1" dirty="0"/>
              <a:t>Automobile repair</a:t>
            </a:r>
            <a:endParaRPr lang="en-IN" i="1" dirty="0"/>
          </a:p>
        </p:txBody>
      </p:sp>
      <p:sp>
        <p:nvSpPr>
          <p:cNvPr id="11" name="Rectangle: Single Corner Snipped 10">
            <a:extLst>
              <a:ext uri="{FF2B5EF4-FFF2-40B4-BE49-F238E27FC236}">
                <a16:creationId xmlns:a16="http://schemas.microsoft.com/office/drawing/2014/main" id="{7128CE66-03A6-F23E-699D-EAE547E46B6B}"/>
              </a:ext>
            </a:extLst>
          </p:cNvPr>
          <p:cNvSpPr/>
          <p:nvPr/>
        </p:nvSpPr>
        <p:spPr>
          <a:xfrm>
            <a:off x="6897960" y="2143628"/>
            <a:ext cx="1720655" cy="630936"/>
          </a:xfrm>
          <a:prstGeom prst="snip1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Car maintenance</a:t>
            </a:r>
            <a:endParaRPr lang="en-IN" dirty="0"/>
          </a:p>
        </p:txBody>
      </p:sp>
      <p:sp>
        <p:nvSpPr>
          <p:cNvPr id="13" name="Rectangle: Single Corner Snipped 12">
            <a:extLst>
              <a:ext uri="{FF2B5EF4-FFF2-40B4-BE49-F238E27FC236}">
                <a16:creationId xmlns:a16="http://schemas.microsoft.com/office/drawing/2014/main" id="{22CDE48E-1AC3-A804-56F0-343215F7F0EE}"/>
              </a:ext>
            </a:extLst>
          </p:cNvPr>
          <p:cNvSpPr/>
          <p:nvPr/>
        </p:nvSpPr>
        <p:spPr>
          <a:xfrm>
            <a:off x="8714231" y="2145914"/>
            <a:ext cx="1720655" cy="630936"/>
          </a:xfrm>
          <a:prstGeom prst="snip1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Plane Travel</a:t>
            </a:r>
            <a:endParaRPr lang="en-IN" dirty="0"/>
          </a:p>
        </p:txBody>
      </p:sp>
      <p:sp>
        <p:nvSpPr>
          <p:cNvPr id="15" name="Rectangle: Single Corner Snipped 14">
            <a:extLst>
              <a:ext uri="{FF2B5EF4-FFF2-40B4-BE49-F238E27FC236}">
                <a16:creationId xmlns:a16="http://schemas.microsoft.com/office/drawing/2014/main" id="{5A7E5F67-07A3-31DC-0CC8-1657E5430FAF}"/>
              </a:ext>
            </a:extLst>
          </p:cNvPr>
          <p:cNvSpPr/>
          <p:nvPr/>
        </p:nvSpPr>
        <p:spPr>
          <a:xfrm>
            <a:off x="10626117" y="2145914"/>
            <a:ext cx="1288515" cy="630936"/>
          </a:xfrm>
          <a:prstGeom prst="snip1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Food</a:t>
            </a:r>
            <a:endParaRPr lang="en-IN" dirty="0"/>
          </a:p>
        </p:txBody>
      </p:sp>
      <p:grpSp>
        <p:nvGrpSpPr>
          <p:cNvPr id="19" name="Group 18">
            <a:extLst>
              <a:ext uri="{FF2B5EF4-FFF2-40B4-BE49-F238E27FC236}">
                <a16:creationId xmlns:a16="http://schemas.microsoft.com/office/drawing/2014/main" id="{3855FAA2-527A-8D96-8E56-528F0E841B1D}"/>
              </a:ext>
            </a:extLst>
          </p:cNvPr>
          <p:cNvGrpSpPr/>
          <p:nvPr/>
        </p:nvGrpSpPr>
        <p:grpSpPr>
          <a:xfrm>
            <a:off x="7616664" y="2850308"/>
            <a:ext cx="498600" cy="393840"/>
            <a:chOff x="7616664" y="3577896"/>
            <a:chExt cx="498600" cy="393840"/>
          </a:xfrm>
        </p:grpSpPr>
        <mc:AlternateContent xmlns:mc="http://schemas.openxmlformats.org/markup-compatibility/2006">
          <mc:Choice xmlns:p14="http://schemas.microsoft.com/office/powerpoint/2010/main" Requires="p14">
            <p:contentPart p14:bwMode="auto" r:id="rId2">
              <p14:nvContentPartPr>
                <p14:cNvPr id="17" name="Ink 16">
                  <a:extLst>
                    <a:ext uri="{FF2B5EF4-FFF2-40B4-BE49-F238E27FC236}">
                      <a16:creationId xmlns:a16="http://schemas.microsoft.com/office/drawing/2014/main" id="{15168300-030F-EE3C-D063-F63B4A48F07B}"/>
                    </a:ext>
                  </a:extLst>
                </p14:cNvPr>
                <p14:cNvContentPartPr/>
                <p14:nvPr/>
              </p14:nvContentPartPr>
              <p14:xfrm>
                <a:off x="7616664" y="3706056"/>
                <a:ext cx="396360" cy="265680"/>
              </p14:xfrm>
            </p:contentPart>
          </mc:Choice>
          <mc:Fallback>
            <p:pic>
              <p:nvPicPr>
                <p:cNvPr id="17" name="Ink 16">
                  <a:extLst>
                    <a:ext uri="{FF2B5EF4-FFF2-40B4-BE49-F238E27FC236}">
                      <a16:creationId xmlns:a16="http://schemas.microsoft.com/office/drawing/2014/main" id="{15168300-030F-EE3C-D063-F63B4A48F07B}"/>
                    </a:ext>
                  </a:extLst>
                </p:cNvPr>
                <p:cNvPicPr/>
                <p:nvPr/>
              </p:nvPicPr>
              <p:blipFill>
                <a:blip r:embed="rId3"/>
                <a:stretch>
                  <a:fillRect/>
                </a:stretch>
              </p:blipFill>
              <p:spPr>
                <a:xfrm>
                  <a:off x="7598664" y="3688080"/>
                  <a:ext cx="432000" cy="301272"/>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8" name="Ink 17">
                  <a:extLst>
                    <a:ext uri="{FF2B5EF4-FFF2-40B4-BE49-F238E27FC236}">
                      <a16:creationId xmlns:a16="http://schemas.microsoft.com/office/drawing/2014/main" id="{61209FF2-FB0E-3DDA-4AE8-0DE741482170}"/>
                    </a:ext>
                  </a:extLst>
                </p14:cNvPr>
                <p14:cNvContentPartPr/>
                <p14:nvPr/>
              </p14:nvContentPartPr>
              <p14:xfrm>
                <a:off x="8019144" y="3577896"/>
                <a:ext cx="96120" cy="125640"/>
              </p14:xfrm>
            </p:contentPart>
          </mc:Choice>
          <mc:Fallback>
            <p:pic>
              <p:nvPicPr>
                <p:cNvPr id="18" name="Ink 17">
                  <a:extLst>
                    <a:ext uri="{FF2B5EF4-FFF2-40B4-BE49-F238E27FC236}">
                      <a16:creationId xmlns:a16="http://schemas.microsoft.com/office/drawing/2014/main" id="{61209FF2-FB0E-3DDA-4AE8-0DE741482170}"/>
                    </a:ext>
                  </a:extLst>
                </p:cNvPr>
                <p:cNvPicPr/>
                <p:nvPr/>
              </p:nvPicPr>
              <p:blipFill>
                <a:blip r:embed="rId5"/>
                <a:stretch>
                  <a:fillRect/>
                </a:stretch>
              </p:blipFill>
              <p:spPr>
                <a:xfrm>
                  <a:off x="8001144" y="3559896"/>
                  <a:ext cx="131760" cy="161280"/>
                </a:xfrm>
                <a:prstGeom prst="rect">
                  <a:avLst/>
                </a:prstGeom>
              </p:spPr>
            </p:pic>
          </mc:Fallback>
        </mc:AlternateContent>
      </p:grpSp>
      <p:grpSp>
        <p:nvGrpSpPr>
          <p:cNvPr id="22" name="Group 21">
            <a:extLst>
              <a:ext uri="{FF2B5EF4-FFF2-40B4-BE49-F238E27FC236}">
                <a16:creationId xmlns:a16="http://schemas.microsoft.com/office/drawing/2014/main" id="{1EEB7E0A-5728-C894-AA51-C89A3EEA14C8}"/>
              </a:ext>
            </a:extLst>
          </p:cNvPr>
          <p:cNvGrpSpPr/>
          <p:nvPr/>
        </p:nvGrpSpPr>
        <p:grpSpPr>
          <a:xfrm>
            <a:off x="9390024" y="2927708"/>
            <a:ext cx="294840" cy="312480"/>
            <a:chOff x="9390024" y="3655296"/>
            <a:chExt cx="294840" cy="312480"/>
          </a:xfrm>
        </p:grpSpPr>
        <mc:AlternateContent xmlns:mc="http://schemas.openxmlformats.org/markup-compatibility/2006">
          <mc:Choice xmlns:p14="http://schemas.microsoft.com/office/powerpoint/2010/main" Requires="p14">
            <p:contentPart p14:bwMode="auto" r:id="rId6">
              <p14:nvContentPartPr>
                <p14:cNvPr id="20" name="Ink 19">
                  <a:extLst>
                    <a:ext uri="{FF2B5EF4-FFF2-40B4-BE49-F238E27FC236}">
                      <a16:creationId xmlns:a16="http://schemas.microsoft.com/office/drawing/2014/main" id="{23CADB9F-FF63-93FF-8507-5164C137121F}"/>
                    </a:ext>
                  </a:extLst>
                </p14:cNvPr>
                <p14:cNvContentPartPr/>
                <p14:nvPr/>
              </p14:nvContentPartPr>
              <p14:xfrm>
                <a:off x="9445464" y="3655296"/>
                <a:ext cx="239400" cy="231840"/>
              </p14:xfrm>
            </p:contentPart>
          </mc:Choice>
          <mc:Fallback>
            <p:pic>
              <p:nvPicPr>
                <p:cNvPr id="20" name="Ink 19">
                  <a:extLst>
                    <a:ext uri="{FF2B5EF4-FFF2-40B4-BE49-F238E27FC236}">
                      <a16:creationId xmlns:a16="http://schemas.microsoft.com/office/drawing/2014/main" id="{23CADB9F-FF63-93FF-8507-5164C137121F}"/>
                    </a:ext>
                  </a:extLst>
                </p:cNvPr>
                <p:cNvPicPr/>
                <p:nvPr/>
              </p:nvPicPr>
              <p:blipFill>
                <a:blip r:embed="rId7"/>
                <a:stretch>
                  <a:fillRect/>
                </a:stretch>
              </p:blipFill>
              <p:spPr>
                <a:xfrm>
                  <a:off x="9427464" y="3637268"/>
                  <a:ext cx="275040" cy="267535"/>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1" name="Ink 20">
                  <a:extLst>
                    <a:ext uri="{FF2B5EF4-FFF2-40B4-BE49-F238E27FC236}">
                      <a16:creationId xmlns:a16="http://schemas.microsoft.com/office/drawing/2014/main" id="{FE3B43D9-911A-F5B6-F7AA-9DEAD9DAEA99}"/>
                    </a:ext>
                  </a:extLst>
                </p14:cNvPr>
                <p14:cNvContentPartPr/>
                <p14:nvPr/>
              </p14:nvContentPartPr>
              <p14:xfrm>
                <a:off x="9390024" y="3666456"/>
                <a:ext cx="284400" cy="301320"/>
              </p14:xfrm>
            </p:contentPart>
          </mc:Choice>
          <mc:Fallback>
            <p:pic>
              <p:nvPicPr>
                <p:cNvPr id="21" name="Ink 20">
                  <a:extLst>
                    <a:ext uri="{FF2B5EF4-FFF2-40B4-BE49-F238E27FC236}">
                      <a16:creationId xmlns:a16="http://schemas.microsoft.com/office/drawing/2014/main" id="{FE3B43D9-911A-F5B6-F7AA-9DEAD9DAEA99}"/>
                    </a:ext>
                  </a:extLst>
                </p:cNvPr>
                <p:cNvPicPr/>
                <p:nvPr/>
              </p:nvPicPr>
              <p:blipFill>
                <a:blip r:embed="rId9"/>
                <a:stretch>
                  <a:fillRect/>
                </a:stretch>
              </p:blipFill>
              <p:spPr>
                <a:xfrm>
                  <a:off x="9372024" y="3648456"/>
                  <a:ext cx="320040" cy="336960"/>
                </a:xfrm>
                <a:prstGeom prst="rect">
                  <a:avLst/>
                </a:prstGeom>
              </p:spPr>
            </p:pic>
          </mc:Fallback>
        </mc:AlternateContent>
      </p:grpSp>
      <p:grpSp>
        <p:nvGrpSpPr>
          <p:cNvPr id="25" name="Group 24">
            <a:extLst>
              <a:ext uri="{FF2B5EF4-FFF2-40B4-BE49-F238E27FC236}">
                <a16:creationId xmlns:a16="http://schemas.microsoft.com/office/drawing/2014/main" id="{7B367E1B-E861-F968-DD5E-EC9FCEB5D986}"/>
              </a:ext>
            </a:extLst>
          </p:cNvPr>
          <p:cNvGrpSpPr/>
          <p:nvPr/>
        </p:nvGrpSpPr>
        <p:grpSpPr>
          <a:xfrm>
            <a:off x="10744704" y="2902508"/>
            <a:ext cx="585360" cy="362520"/>
            <a:chOff x="10744704" y="3630096"/>
            <a:chExt cx="585360" cy="362520"/>
          </a:xfrm>
        </p:grpSpPr>
        <mc:AlternateContent xmlns:mc="http://schemas.openxmlformats.org/markup-compatibility/2006">
          <mc:Choice xmlns:p14="http://schemas.microsoft.com/office/powerpoint/2010/main" Requires="p14">
            <p:contentPart p14:bwMode="auto" r:id="rId10">
              <p14:nvContentPartPr>
                <p14:cNvPr id="23" name="Ink 22">
                  <a:extLst>
                    <a:ext uri="{FF2B5EF4-FFF2-40B4-BE49-F238E27FC236}">
                      <a16:creationId xmlns:a16="http://schemas.microsoft.com/office/drawing/2014/main" id="{2E53FF0F-41E1-B904-D93C-3CBC9F7199B0}"/>
                    </a:ext>
                  </a:extLst>
                </p14:cNvPr>
                <p14:cNvContentPartPr/>
                <p14:nvPr/>
              </p14:nvContentPartPr>
              <p14:xfrm>
                <a:off x="10972584" y="3657456"/>
                <a:ext cx="357480" cy="169920"/>
              </p14:xfrm>
            </p:contentPart>
          </mc:Choice>
          <mc:Fallback>
            <p:pic>
              <p:nvPicPr>
                <p:cNvPr id="23" name="Ink 22">
                  <a:extLst>
                    <a:ext uri="{FF2B5EF4-FFF2-40B4-BE49-F238E27FC236}">
                      <a16:creationId xmlns:a16="http://schemas.microsoft.com/office/drawing/2014/main" id="{2E53FF0F-41E1-B904-D93C-3CBC9F7199B0}"/>
                    </a:ext>
                  </a:extLst>
                </p:cNvPr>
                <p:cNvPicPr/>
                <p:nvPr/>
              </p:nvPicPr>
              <p:blipFill>
                <a:blip r:embed="rId11"/>
                <a:stretch>
                  <a:fillRect/>
                </a:stretch>
              </p:blipFill>
              <p:spPr>
                <a:xfrm>
                  <a:off x="10954584" y="3639456"/>
                  <a:ext cx="39312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4" name="Ink 23">
                  <a:extLst>
                    <a:ext uri="{FF2B5EF4-FFF2-40B4-BE49-F238E27FC236}">
                      <a16:creationId xmlns:a16="http://schemas.microsoft.com/office/drawing/2014/main" id="{92E4417E-E285-1D73-B0D7-FBF4842F54C1}"/>
                    </a:ext>
                  </a:extLst>
                </p14:cNvPr>
                <p14:cNvContentPartPr/>
                <p14:nvPr/>
              </p14:nvContentPartPr>
              <p14:xfrm>
                <a:off x="10744704" y="3630096"/>
                <a:ext cx="557640" cy="362520"/>
              </p14:xfrm>
            </p:contentPart>
          </mc:Choice>
          <mc:Fallback>
            <p:pic>
              <p:nvPicPr>
                <p:cNvPr id="24" name="Ink 23">
                  <a:extLst>
                    <a:ext uri="{FF2B5EF4-FFF2-40B4-BE49-F238E27FC236}">
                      <a16:creationId xmlns:a16="http://schemas.microsoft.com/office/drawing/2014/main" id="{92E4417E-E285-1D73-B0D7-FBF4842F54C1}"/>
                    </a:ext>
                  </a:extLst>
                </p:cNvPr>
                <p:cNvPicPr/>
                <p:nvPr/>
              </p:nvPicPr>
              <p:blipFill>
                <a:blip r:embed="rId13"/>
                <a:stretch>
                  <a:fillRect/>
                </a:stretch>
              </p:blipFill>
              <p:spPr>
                <a:xfrm>
                  <a:off x="10726704" y="3612114"/>
                  <a:ext cx="593280" cy="398125"/>
                </a:xfrm>
                <a:prstGeom prst="rect">
                  <a:avLst/>
                </a:prstGeom>
              </p:spPr>
            </p:pic>
          </mc:Fallback>
        </mc:AlternateContent>
      </p:grpSp>
      <p:sp>
        <p:nvSpPr>
          <p:cNvPr id="3" name="Rectangle 2">
            <a:extLst>
              <a:ext uri="{FF2B5EF4-FFF2-40B4-BE49-F238E27FC236}">
                <a16:creationId xmlns:a16="http://schemas.microsoft.com/office/drawing/2014/main" id="{602A2FE2-227B-3B36-293F-D9A3CBB882A0}"/>
              </a:ext>
            </a:extLst>
          </p:cNvPr>
          <p:cNvSpPr/>
          <p:nvPr/>
        </p:nvSpPr>
        <p:spPr>
          <a:xfrm>
            <a:off x="7021812" y="3468932"/>
            <a:ext cx="4847304" cy="334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6">
                  <a:lumMod val="60000"/>
                  <a:lumOff val="40000"/>
                </a:schemeClr>
              </a:solidFill>
            </a:endParaRPr>
          </a:p>
        </p:txBody>
      </p:sp>
      <p:sp>
        <p:nvSpPr>
          <p:cNvPr id="10" name="TextBox 9">
            <a:extLst>
              <a:ext uri="{FF2B5EF4-FFF2-40B4-BE49-F238E27FC236}">
                <a16:creationId xmlns:a16="http://schemas.microsoft.com/office/drawing/2014/main" id="{DB3A30B4-7D56-AF39-358B-15DFBEF79B98}"/>
              </a:ext>
            </a:extLst>
          </p:cNvPr>
          <p:cNvSpPr txBox="1"/>
          <p:nvPr/>
        </p:nvSpPr>
        <p:spPr>
          <a:xfrm>
            <a:off x="7545266" y="4991855"/>
            <a:ext cx="1776640" cy="369332"/>
          </a:xfrm>
          <a:prstGeom prst="rect">
            <a:avLst/>
          </a:prstGeom>
          <a:noFill/>
        </p:spPr>
        <p:txBody>
          <a:bodyPr wrap="none" rtlCol="0">
            <a:spAutoFit/>
          </a:bodyPr>
          <a:lstStyle/>
          <a:p>
            <a:r>
              <a:rPr lang="en-IN" dirty="0">
                <a:solidFill>
                  <a:schemeClr val="accent6">
                    <a:lumMod val="60000"/>
                    <a:lumOff val="40000"/>
                  </a:schemeClr>
                </a:solidFill>
              </a:rPr>
              <a:t>Car maintenance</a:t>
            </a:r>
          </a:p>
        </p:txBody>
      </p:sp>
      <p:sp>
        <p:nvSpPr>
          <p:cNvPr id="26" name="TextBox 25">
            <a:extLst>
              <a:ext uri="{FF2B5EF4-FFF2-40B4-BE49-F238E27FC236}">
                <a16:creationId xmlns:a16="http://schemas.microsoft.com/office/drawing/2014/main" id="{D4081148-9B48-560C-9F76-7395D34E8B44}"/>
              </a:ext>
            </a:extLst>
          </p:cNvPr>
          <p:cNvSpPr txBox="1"/>
          <p:nvPr/>
        </p:nvSpPr>
        <p:spPr>
          <a:xfrm>
            <a:off x="10053524" y="5772510"/>
            <a:ext cx="652807" cy="369332"/>
          </a:xfrm>
          <a:prstGeom prst="rect">
            <a:avLst/>
          </a:prstGeom>
          <a:noFill/>
        </p:spPr>
        <p:txBody>
          <a:bodyPr wrap="none" rtlCol="0">
            <a:spAutoFit/>
          </a:bodyPr>
          <a:lstStyle/>
          <a:p>
            <a:r>
              <a:rPr lang="en-IN" dirty="0">
                <a:solidFill>
                  <a:schemeClr val="accent6">
                    <a:lumMod val="60000"/>
                    <a:lumOff val="40000"/>
                  </a:schemeClr>
                </a:solidFill>
              </a:rPr>
              <a:t>Food</a:t>
            </a:r>
          </a:p>
        </p:txBody>
      </p:sp>
      <p:sp>
        <p:nvSpPr>
          <p:cNvPr id="28" name="TextBox 27">
            <a:extLst>
              <a:ext uri="{FF2B5EF4-FFF2-40B4-BE49-F238E27FC236}">
                <a16:creationId xmlns:a16="http://schemas.microsoft.com/office/drawing/2014/main" id="{0204EAFB-884E-9696-7933-24DE3DA5BCF2}"/>
              </a:ext>
            </a:extLst>
          </p:cNvPr>
          <p:cNvSpPr txBox="1"/>
          <p:nvPr/>
        </p:nvSpPr>
        <p:spPr>
          <a:xfrm>
            <a:off x="10329427" y="4040200"/>
            <a:ext cx="1286314" cy="369332"/>
          </a:xfrm>
          <a:prstGeom prst="rect">
            <a:avLst/>
          </a:prstGeom>
          <a:noFill/>
        </p:spPr>
        <p:txBody>
          <a:bodyPr wrap="none" rtlCol="0">
            <a:spAutoFit/>
          </a:bodyPr>
          <a:lstStyle/>
          <a:p>
            <a:r>
              <a:rPr lang="en-IN" dirty="0">
                <a:solidFill>
                  <a:schemeClr val="accent6">
                    <a:lumMod val="60000"/>
                    <a:lumOff val="40000"/>
                  </a:schemeClr>
                </a:solidFill>
              </a:rPr>
              <a:t>Plane travel</a:t>
            </a:r>
          </a:p>
        </p:txBody>
      </p:sp>
      <p:grpSp>
        <p:nvGrpSpPr>
          <p:cNvPr id="38" name="Group 37">
            <a:extLst>
              <a:ext uri="{FF2B5EF4-FFF2-40B4-BE49-F238E27FC236}">
                <a16:creationId xmlns:a16="http://schemas.microsoft.com/office/drawing/2014/main" id="{0050772A-57F6-549E-BB85-6C10271E2B67}"/>
              </a:ext>
            </a:extLst>
          </p:cNvPr>
          <p:cNvGrpSpPr/>
          <p:nvPr/>
        </p:nvGrpSpPr>
        <p:grpSpPr>
          <a:xfrm>
            <a:off x="9016789" y="5348262"/>
            <a:ext cx="212040" cy="142200"/>
            <a:chOff x="2271217" y="3155988"/>
            <a:chExt cx="212040" cy="142200"/>
          </a:xfrm>
        </p:grpSpPr>
        <mc:AlternateContent xmlns:mc="http://schemas.openxmlformats.org/markup-compatibility/2006">
          <mc:Choice xmlns:p14="http://schemas.microsoft.com/office/powerpoint/2010/main" Requires="p14">
            <p:contentPart p14:bwMode="auto" r:id="rId14">
              <p14:nvContentPartPr>
                <p14:cNvPr id="39" name="Ink 38">
                  <a:extLst>
                    <a:ext uri="{FF2B5EF4-FFF2-40B4-BE49-F238E27FC236}">
                      <a16:creationId xmlns:a16="http://schemas.microsoft.com/office/drawing/2014/main" id="{6E13E211-116C-67C8-3FDF-E7CD4AD2C778}"/>
                    </a:ext>
                  </a:extLst>
                </p14:cNvPr>
                <p14:cNvContentPartPr/>
                <p14:nvPr/>
              </p14:nvContentPartPr>
              <p14:xfrm>
                <a:off x="2271217" y="3155988"/>
                <a:ext cx="212040" cy="132120"/>
              </p14:xfrm>
            </p:contentPart>
          </mc:Choice>
          <mc:Fallback>
            <p:pic>
              <p:nvPicPr>
                <p:cNvPr id="39" name="Ink 38">
                  <a:extLst>
                    <a:ext uri="{FF2B5EF4-FFF2-40B4-BE49-F238E27FC236}">
                      <a16:creationId xmlns:a16="http://schemas.microsoft.com/office/drawing/2014/main" id="{6E13E211-116C-67C8-3FDF-E7CD4AD2C778}"/>
                    </a:ext>
                  </a:extLst>
                </p:cNvPr>
                <p:cNvPicPr/>
                <p:nvPr/>
              </p:nvPicPr>
              <p:blipFill>
                <a:blip r:embed="rId15"/>
                <a:stretch>
                  <a:fillRect/>
                </a:stretch>
              </p:blipFill>
              <p:spPr>
                <a:xfrm>
                  <a:off x="2265097" y="3149885"/>
                  <a:ext cx="224280" cy="144327"/>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40" name="Ink 39">
                  <a:extLst>
                    <a:ext uri="{FF2B5EF4-FFF2-40B4-BE49-F238E27FC236}">
                      <a16:creationId xmlns:a16="http://schemas.microsoft.com/office/drawing/2014/main" id="{EC12DC7C-BB0B-3FF2-3194-FC601BD56651}"/>
                    </a:ext>
                  </a:extLst>
                </p14:cNvPr>
                <p14:cNvContentPartPr/>
                <p14:nvPr/>
              </p14:nvContentPartPr>
              <p14:xfrm>
                <a:off x="2336017" y="3155988"/>
                <a:ext cx="92880" cy="142200"/>
              </p14:xfrm>
            </p:contentPart>
          </mc:Choice>
          <mc:Fallback>
            <p:pic>
              <p:nvPicPr>
                <p:cNvPr id="40" name="Ink 39">
                  <a:extLst>
                    <a:ext uri="{FF2B5EF4-FFF2-40B4-BE49-F238E27FC236}">
                      <a16:creationId xmlns:a16="http://schemas.microsoft.com/office/drawing/2014/main" id="{EC12DC7C-BB0B-3FF2-3194-FC601BD56651}"/>
                    </a:ext>
                  </a:extLst>
                </p:cNvPr>
                <p:cNvPicPr/>
                <p:nvPr/>
              </p:nvPicPr>
              <p:blipFill>
                <a:blip r:embed="rId17"/>
                <a:stretch>
                  <a:fillRect/>
                </a:stretch>
              </p:blipFill>
              <p:spPr>
                <a:xfrm>
                  <a:off x="2329897" y="3149883"/>
                  <a:ext cx="105120" cy="154409"/>
                </a:xfrm>
                <a:prstGeom prst="rect">
                  <a:avLst/>
                </a:prstGeom>
              </p:spPr>
            </p:pic>
          </mc:Fallback>
        </mc:AlternateContent>
      </p:grpSp>
      <p:sp>
        <p:nvSpPr>
          <p:cNvPr id="63" name="TextBox 62">
            <a:extLst>
              <a:ext uri="{FF2B5EF4-FFF2-40B4-BE49-F238E27FC236}">
                <a16:creationId xmlns:a16="http://schemas.microsoft.com/office/drawing/2014/main" id="{C469DD34-43FD-1318-C8C3-8FDD009CB007}"/>
              </a:ext>
            </a:extLst>
          </p:cNvPr>
          <p:cNvSpPr txBox="1"/>
          <p:nvPr/>
        </p:nvSpPr>
        <p:spPr>
          <a:xfrm>
            <a:off x="7284482" y="5761937"/>
            <a:ext cx="1896225" cy="369332"/>
          </a:xfrm>
          <a:prstGeom prst="rect">
            <a:avLst/>
          </a:prstGeom>
          <a:noFill/>
        </p:spPr>
        <p:txBody>
          <a:bodyPr wrap="none" rtlCol="0">
            <a:spAutoFit/>
          </a:bodyPr>
          <a:lstStyle/>
          <a:p>
            <a:r>
              <a:rPr lang="en-IN" dirty="0">
                <a:solidFill>
                  <a:schemeClr val="accent4">
                    <a:lumMod val="20000"/>
                    <a:lumOff val="80000"/>
                  </a:schemeClr>
                </a:solidFill>
              </a:rPr>
              <a:t>Automobile repair</a:t>
            </a:r>
          </a:p>
        </p:txBody>
      </p:sp>
      <p:grpSp>
        <p:nvGrpSpPr>
          <p:cNvPr id="64" name="Group 63">
            <a:extLst>
              <a:ext uri="{FF2B5EF4-FFF2-40B4-BE49-F238E27FC236}">
                <a16:creationId xmlns:a16="http://schemas.microsoft.com/office/drawing/2014/main" id="{E0727D43-5430-B4A6-9CEC-B9B84A5BC583}"/>
              </a:ext>
            </a:extLst>
          </p:cNvPr>
          <p:cNvGrpSpPr/>
          <p:nvPr/>
        </p:nvGrpSpPr>
        <p:grpSpPr>
          <a:xfrm>
            <a:off x="10866564" y="4439070"/>
            <a:ext cx="212040" cy="142200"/>
            <a:chOff x="2271217" y="3155988"/>
            <a:chExt cx="212040" cy="142200"/>
          </a:xfrm>
        </p:grpSpPr>
        <mc:AlternateContent xmlns:mc="http://schemas.openxmlformats.org/markup-compatibility/2006">
          <mc:Choice xmlns:p14="http://schemas.microsoft.com/office/powerpoint/2010/main" Requires="p14">
            <p:contentPart p14:bwMode="auto" r:id="rId18">
              <p14:nvContentPartPr>
                <p14:cNvPr id="65" name="Ink 64">
                  <a:extLst>
                    <a:ext uri="{FF2B5EF4-FFF2-40B4-BE49-F238E27FC236}">
                      <a16:creationId xmlns:a16="http://schemas.microsoft.com/office/drawing/2014/main" id="{1FF51C3B-82E5-B8B7-D7D9-4E7E08CB26A4}"/>
                    </a:ext>
                  </a:extLst>
                </p14:cNvPr>
                <p14:cNvContentPartPr/>
                <p14:nvPr/>
              </p14:nvContentPartPr>
              <p14:xfrm>
                <a:off x="2271217" y="3155988"/>
                <a:ext cx="212040" cy="132120"/>
              </p14:xfrm>
            </p:contentPart>
          </mc:Choice>
          <mc:Fallback>
            <p:pic>
              <p:nvPicPr>
                <p:cNvPr id="65" name="Ink 64">
                  <a:extLst>
                    <a:ext uri="{FF2B5EF4-FFF2-40B4-BE49-F238E27FC236}">
                      <a16:creationId xmlns:a16="http://schemas.microsoft.com/office/drawing/2014/main" id="{1FF51C3B-82E5-B8B7-D7D9-4E7E08CB26A4}"/>
                    </a:ext>
                  </a:extLst>
                </p:cNvPr>
                <p:cNvPicPr/>
                <p:nvPr/>
              </p:nvPicPr>
              <p:blipFill>
                <a:blip r:embed="rId15"/>
                <a:stretch>
                  <a:fillRect/>
                </a:stretch>
              </p:blipFill>
              <p:spPr>
                <a:xfrm>
                  <a:off x="2265097" y="3149885"/>
                  <a:ext cx="224280" cy="144327"/>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66" name="Ink 65">
                  <a:extLst>
                    <a:ext uri="{FF2B5EF4-FFF2-40B4-BE49-F238E27FC236}">
                      <a16:creationId xmlns:a16="http://schemas.microsoft.com/office/drawing/2014/main" id="{A73D62BA-FDC3-CB4B-CA6D-D730857E62D4}"/>
                    </a:ext>
                  </a:extLst>
                </p14:cNvPr>
                <p14:cNvContentPartPr/>
                <p14:nvPr/>
              </p14:nvContentPartPr>
              <p14:xfrm>
                <a:off x="2336017" y="3155988"/>
                <a:ext cx="92880" cy="142200"/>
              </p14:xfrm>
            </p:contentPart>
          </mc:Choice>
          <mc:Fallback>
            <p:pic>
              <p:nvPicPr>
                <p:cNvPr id="66" name="Ink 65">
                  <a:extLst>
                    <a:ext uri="{FF2B5EF4-FFF2-40B4-BE49-F238E27FC236}">
                      <a16:creationId xmlns:a16="http://schemas.microsoft.com/office/drawing/2014/main" id="{A73D62BA-FDC3-CB4B-CA6D-D730857E62D4}"/>
                    </a:ext>
                  </a:extLst>
                </p:cNvPr>
                <p:cNvPicPr/>
                <p:nvPr/>
              </p:nvPicPr>
              <p:blipFill>
                <a:blip r:embed="rId17"/>
                <a:stretch>
                  <a:fillRect/>
                </a:stretch>
              </p:blipFill>
              <p:spPr>
                <a:xfrm>
                  <a:off x="2329897" y="3149883"/>
                  <a:ext cx="105120" cy="154409"/>
                </a:xfrm>
                <a:prstGeom prst="rect">
                  <a:avLst/>
                </a:prstGeom>
              </p:spPr>
            </p:pic>
          </mc:Fallback>
        </mc:AlternateContent>
      </p:grpSp>
      <p:grpSp>
        <p:nvGrpSpPr>
          <p:cNvPr id="67" name="Group 66">
            <a:extLst>
              <a:ext uri="{FF2B5EF4-FFF2-40B4-BE49-F238E27FC236}">
                <a16:creationId xmlns:a16="http://schemas.microsoft.com/office/drawing/2014/main" id="{94967693-2284-6FC6-C588-799142FA68CA}"/>
              </a:ext>
            </a:extLst>
          </p:cNvPr>
          <p:cNvGrpSpPr/>
          <p:nvPr/>
        </p:nvGrpSpPr>
        <p:grpSpPr>
          <a:xfrm>
            <a:off x="10638684" y="5946603"/>
            <a:ext cx="212040" cy="142200"/>
            <a:chOff x="2271217" y="3155988"/>
            <a:chExt cx="212040" cy="142200"/>
          </a:xfrm>
        </p:grpSpPr>
        <mc:AlternateContent xmlns:mc="http://schemas.openxmlformats.org/markup-compatibility/2006">
          <mc:Choice xmlns:p14="http://schemas.microsoft.com/office/powerpoint/2010/main" Requires="p14">
            <p:contentPart p14:bwMode="auto" r:id="rId20">
              <p14:nvContentPartPr>
                <p14:cNvPr id="68" name="Ink 67">
                  <a:extLst>
                    <a:ext uri="{FF2B5EF4-FFF2-40B4-BE49-F238E27FC236}">
                      <a16:creationId xmlns:a16="http://schemas.microsoft.com/office/drawing/2014/main" id="{C1AAC82A-5726-4B72-F8EA-3AEDBF6FBD9F}"/>
                    </a:ext>
                  </a:extLst>
                </p14:cNvPr>
                <p14:cNvContentPartPr/>
                <p14:nvPr/>
              </p14:nvContentPartPr>
              <p14:xfrm>
                <a:off x="2271217" y="3155988"/>
                <a:ext cx="212040" cy="132120"/>
              </p14:xfrm>
            </p:contentPart>
          </mc:Choice>
          <mc:Fallback>
            <p:pic>
              <p:nvPicPr>
                <p:cNvPr id="68" name="Ink 67">
                  <a:extLst>
                    <a:ext uri="{FF2B5EF4-FFF2-40B4-BE49-F238E27FC236}">
                      <a16:creationId xmlns:a16="http://schemas.microsoft.com/office/drawing/2014/main" id="{C1AAC82A-5726-4B72-F8EA-3AEDBF6FBD9F}"/>
                    </a:ext>
                  </a:extLst>
                </p:cNvPr>
                <p:cNvPicPr/>
                <p:nvPr/>
              </p:nvPicPr>
              <p:blipFill>
                <a:blip r:embed="rId15"/>
                <a:stretch>
                  <a:fillRect/>
                </a:stretch>
              </p:blipFill>
              <p:spPr>
                <a:xfrm>
                  <a:off x="2265097" y="3149885"/>
                  <a:ext cx="224280" cy="144327"/>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69" name="Ink 68">
                  <a:extLst>
                    <a:ext uri="{FF2B5EF4-FFF2-40B4-BE49-F238E27FC236}">
                      <a16:creationId xmlns:a16="http://schemas.microsoft.com/office/drawing/2014/main" id="{34EEB799-62A8-CC4E-3AF8-1B8038F2930E}"/>
                    </a:ext>
                  </a:extLst>
                </p14:cNvPr>
                <p14:cNvContentPartPr/>
                <p14:nvPr/>
              </p14:nvContentPartPr>
              <p14:xfrm>
                <a:off x="2336017" y="3155988"/>
                <a:ext cx="92880" cy="142200"/>
              </p14:xfrm>
            </p:contentPart>
          </mc:Choice>
          <mc:Fallback>
            <p:pic>
              <p:nvPicPr>
                <p:cNvPr id="69" name="Ink 68">
                  <a:extLst>
                    <a:ext uri="{FF2B5EF4-FFF2-40B4-BE49-F238E27FC236}">
                      <a16:creationId xmlns:a16="http://schemas.microsoft.com/office/drawing/2014/main" id="{34EEB799-62A8-CC4E-3AF8-1B8038F2930E}"/>
                    </a:ext>
                  </a:extLst>
                </p:cNvPr>
                <p:cNvPicPr/>
                <p:nvPr/>
              </p:nvPicPr>
              <p:blipFill>
                <a:blip r:embed="rId17"/>
                <a:stretch>
                  <a:fillRect/>
                </a:stretch>
              </p:blipFill>
              <p:spPr>
                <a:xfrm>
                  <a:off x="2329897" y="3149883"/>
                  <a:ext cx="105120" cy="154409"/>
                </a:xfrm>
                <a:prstGeom prst="rect">
                  <a:avLst/>
                </a:prstGeom>
              </p:spPr>
            </p:pic>
          </mc:Fallback>
        </mc:AlternateContent>
      </p:grpSp>
    </p:spTree>
    <p:extLst>
      <p:ext uri="{BB962C8B-B14F-4D97-AF65-F5344CB8AC3E}">
        <p14:creationId xmlns:p14="http://schemas.microsoft.com/office/powerpoint/2010/main" val="3052412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38C83-53D6-75A2-CF09-09CF969AC7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4B1228A-026B-A1A9-5A74-7A2A986E935D}"/>
              </a:ext>
            </a:extLst>
          </p:cNvPr>
          <p:cNvSpPr txBox="1"/>
          <p:nvPr/>
        </p:nvSpPr>
        <p:spPr>
          <a:xfrm>
            <a:off x="68139" y="775212"/>
            <a:ext cx="7193301" cy="6001643"/>
          </a:xfrm>
          <a:prstGeom prst="rect">
            <a:avLst/>
          </a:prstGeom>
          <a:noFill/>
        </p:spPr>
        <p:txBody>
          <a:bodyPr wrap="square">
            <a:spAutoFit/>
          </a:bodyPr>
          <a:lstStyle/>
          <a:p>
            <a:r>
              <a:rPr lang="en-IN" sz="2400" b="1" dirty="0">
                <a:solidFill>
                  <a:schemeClr val="accent6">
                    <a:lumMod val="60000"/>
                    <a:lumOff val="40000"/>
                  </a:schemeClr>
                </a:solidFill>
              </a:rPr>
              <a:t>2. Retrieval-Augmented Generation (RAG) for LLMs</a:t>
            </a:r>
          </a:p>
          <a:p>
            <a:endParaRPr lang="en-IN" sz="2400" b="1" dirty="0">
              <a:solidFill>
                <a:schemeClr val="accent6">
                  <a:lumMod val="60000"/>
                  <a:lumOff val="40000"/>
                </a:schemeClr>
              </a:solidFill>
            </a:endParaRPr>
          </a:p>
          <a:p>
            <a:r>
              <a:rPr lang="en-IN" sz="2400" b="1" dirty="0">
                <a:solidFill>
                  <a:schemeClr val="accent6">
                    <a:lumMod val="60000"/>
                    <a:lumOff val="40000"/>
                  </a:schemeClr>
                </a:solidFill>
              </a:rPr>
              <a:t>RAG is the primary technique used to connect Large Language Models</a:t>
            </a:r>
            <a:r>
              <a:rPr lang="en-IN" sz="2400" dirty="0">
                <a:solidFill>
                  <a:schemeClr val="accent6">
                    <a:lumMod val="60000"/>
                    <a:lumOff val="40000"/>
                  </a:schemeClr>
                </a:solidFill>
              </a:rPr>
              <a:t> (like GPT or Claude) to </a:t>
            </a:r>
            <a:r>
              <a:rPr lang="en-IN" sz="2400" i="1" dirty="0">
                <a:solidFill>
                  <a:schemeClr val="accent6">
                    <a:lumMod val="60000"/>
                    <a:lumOff val="40000"/>
                  </a:schemeClr>
                </a:solidFill>
              </a:rPr>
              <a:t>private or dynamic</a:t>
            </a:r>
            <a:r>
              <a:rPr lang="en-IN" sz="2400" dirty="0">
                <a:solidFill>
                  <a:schemeClr val="accent6">
                    <a:lumMod val="60000"/>
                    <a:lumOff val="40000"/>
                  </a:schemeClr>
                </a:solidFill>
              </a:rPr>
              <a:t> data. Because LLMs have context limits and suffer from hallucinations, they cannot remember every company file: RAG solves this problem</a:t>
            </a:r>
          </a:p>
          <a:p>
            <a:endParaRPr lang="en-IN" sz="2400" dirty="0">
              <a:solidFill>
                <a:schemeClr val="accent6">
                  <a:lumMod val="60000"/>
                  <a:lumOff val="40000"/>
                </a:schemeClr>
              </a:solidFill>
            </a:endParaRPr>
          </a:p>
          <a:p>
            <a:pPr lvl="0"/>
            <a:r>
              <a:rPr lang="en-IN" sz="2400" b="1" dirty="0">
                <a:solidFill>
                  <a:schemeClr val="accent6">
                    <a:lumMod val="60000"/>
                    <a:lumOff val="40000"/>
                  </a:schemeClr>
                </a:solidFill>
              </a:rPr>
              <a:t>How it works:</a:t>
            </a:r>
            <a:r>
              <a:rPr lang="en-IN" sz="2400" dirty="0">
                <a:solidFill>
                  <a:schemeClr val="accent6">
                    <a:lumMod val="60000"/>
                    <a:lumOff val="40000"/>
                  </a:schemeClr>
                </a:solidFill>
              </a:rPr>
              <a:t> </a:t>
            </a:r>
          </a:p>
          <a:p>
            <a:pPr lvl="0"/>
            <a:r>
              <a:rPr lang="en-IN" sz="2400" dirty="0">
                <a:solidFill>
                  <a:schemeClr val="accent6">
                    <a:lumMod val="60000"/>
                    <a:lumOff val="40000"/>
                  </a:schemeClr>
                </a:solidFill>
              </a:rPr>
              <a:t>1) A user asks a question(‘automobile repair’)</a:t>
            </a:r>
          </a:p>
          <a:p>
            <a:pPr lvl="0"/>
            <a:r>
              <a:rPr lang="en-IN" sz="2400" dirty="0">
                <a:solidFill>
                  <a:schemeClr val="accent6">
                    <a:lumMod val="60000"/>
                    <a:lumOff val="40000"/>
                  </a:schemeClr>
                </a:solidFill>
              </a:rPr>
              <a:t>2) an embedding model converts that question into a vector.  </a:t>
            </a:r>
          </a:p>
          <a:p>
            <a:pPr lvl="0"/>
            <a:r>
              <a:rPr lang="en-IN" sz="2400" dirty="0">
                <a:solidFill>
                  <a:schemeClr val="accent6">
                    <a:lumMod val="60000"/>
                    <a:lumOff val="40000"/>
                  </a:schemeClr>
                </a:solidFill>
              </a:rPr>
              <a:t>3) Find text blocks that are similar to the questions</a:t>
            </a:r>
          </a:p>
          <a:p>
            <a:pPr lvl="0"/>
            <a:r>
              <a:rPr lang="en-IN" sz="2400" dirty="0">
                <a:solidFill>
                  <a:schemeClr val="accent6">
                    <a:lumMod val="60000"/>
                    <a:lumOff val="40000"/>
                  </a:schemeClr>
                </a:solidFill>
              </a:rPr>
              <a:t>4) Those specific text blocks are fed directly into the prompt alongside the question, allowing the LLM to generate context-aware, factually correct answers.</a:t>
            </a:r>
          </a:p>
        </p:txBody>
      </p:sp>
      <p:sp>
        <p:nvSpPr>
          <p:cNvPr id="3" name="Oval 2">
            <a:extLst>
              <a:ext uri="{FF2B5EF4-FFF2-40B4-BE49-F238E27FC236}">
                <a16:creationId xmlns:a16="http://schemas.microsoft.com/office/drawing/2014/main" id="{8CDF358E-CBF0-9827-5E01-F21140E011BD}"/>
              </a:ext>
            </a:extLst>
          </p:cNvPr>
          <p:cNvSpPr/>
          <p:nvPr/>
        </p:nvSpPr>
        <p:spPr>
          <a:xfrm>
            <a:off x="10419072" y="2275914"/>
            <a:ext cx="1306584" cy="1124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5" name="Oval 4">
            <a:extLst>
              <a:ext uri="{FF2B5EF4-FFF2-40B4-BE49-F238E27FC236}">
                <a16:creationId xmlns:a16="http://schemas.microsoft.com/office/drawing/2014/main" id="{FFEBB4B8-C3C8-4917-40C0-D54D3BDCA2ED}"/>
              </a:ext>
            </a:extLst>
          </p:cNvPr>
          <p:cNvSpPr/>
          <p:nvPr/>
        </p:nvSpPr>
        <p:spPr>
          <a:xfrm>
            <a:off x="10545604" y="4568010"/>
            <a:ext cx="1646396"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a:p>
            <a:pPr algn="ctr"/>
            <a:r>
              <a:rPr lang="en-US" dirty="0"/>
              <a:t>(ChatGPT)</a:t>
            </a:r>
          </a:p>
        </p:txBody>
      </p:sp>
      <p:sp>
        <p:nvSpPr>
          <p:cNvPr id="6" name="Rectangle 5">
            <a:extLst>
              <a:ext uri="{FF2B5EF4-FFF2-40B4-BE49-F238E27FC236}">
                <a16:creationId xmlns:a16="http://schemas.microsoft.com/office/drawing/2014/main" id="{26280503-26B9-3FE3-0FE7-3C5D81A33C3E}"/>
              </a:ext>
            </a:extLst>
          </p:cNvPr>
          <p:cNvSpPr/>
          <p:nvPr/>
        </p:nvSpPr>
        <p:spPr>
          <a:xfrm>
            <a:off x="7404216" y="5137986"/>
            <a:ext cx="1754424" cy="79857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Private Data</a:t>
            </a:r>
          </a:p>
          <a:p>
            <a:pPr algn="ctr"/>
            <a:r>
              <a:rPr lang="en-US" dirty="0"/>
              <a:t>(Vector DB)</a:t>
            </a:r>
          </a:p>
        </p:txBody>
      </p:sp>
      <p:grpSp>
        <p:nvGrpSpPr>
          <p:cNvPr id="8" name="Group 7">
            <a:extLst>
              <a:ext uri="{FF2B5EF4-FFF2-40B4-BE49-F238E27FC236}">
                <a16:creationId xmlns:a16="http://schemas.microsoft.com/office/drawing/2014/main" id="{B24B72A5-EAAB-B924-6BC5-6931F0386F32}"/>
              </a:ext>
            </a:extLst>
          </p:cNvPr>
          <p:cNvGrpSpPr/>
          <p:nvPr/>
        </p:nvGrpSpPr>
        <p:grpSpPr>
          <a:xfrm>
            <a:off x="9264264" y="2618562"/>
            <a:ext cx="894600" cy="563760"/>
            <a:chOff x="8273664" y="3241296"/>
            <a:chExt cx="894600" cy="563760"/>
          </a:xfrm>
        </p:grpSpPr>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398A56E5-923A-1B11-6791-E8F1BEDA02F4}"/>
                    </a:ext>
                  </a:extLst>
                </p14:cNvPr>
                <p14:cNvContentPartPr/>
                <p14:nvPr/>
              </p14:nvContentPartPr>
              <p14:xfrm>
                <a:off x="8996904" y="3554856"/>
                <a:ext cx="20880" cy="142560"/>
              </p14:xfrm>
            </p:contentPart>
          </mc:Choice>
          <mc:Fallback xmlns="">
            <p:pic>
              <p:nvPicPr>
                <p:cNvPr id="12" name="Ink 11">
                  <a:extLst>
                    <a:ext uri="{FF2B5EF4-FFF2-40B4-BE49-F238E27FC236}">
                      <a16:creationId xmlns:a16="http://schemas.microsoft.com/office/drawing/2014/main" id="{D18329E9-92F4-4DDE-51C8-1E48A49E31E0}"/>
                    </a:ext>
                  </a:extLst>
                </p:cNvPr>
                <p:cNvPicPr/>
                <p:nvPr/>
              </p:nvPicPr>
              <p:blipFill>
                <a:blip r:embed="rId7"/>
                <a:stretch>
                  <a:fillRect/>
                </a:stretch>
              </p:blipFill>
              <p:spPr>
                <a:xfrm>
                  <a:off x="8978904" y="3536856"/>
                  <a:ext cx="565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886F2D43-9BFF-971C-A4B2-A5939CBCEEFF}"/>
                    </a:ext>
                  </a:extLst>
                </p14:cNvPr>
                <p14:cNvContentPartPr/>
                <p14:nvPr/>
              </p14:nvContentPartPr>
              <p14:xfrm>
                <a:off x="8814384" y="3456216"/>
                <a:ext cx="353880" cy="348840"/>
              </p14:xfrm>
            </p:contentPart>
          </mc:Choice>
          <mc:Fallback xmlns="">
            <p:pic>
              <p:nvPicPr>
                <p:cNvPr id="13" name="Ink 12">
                  <a:extLst>
                    <a:ext uri="{FF2B5EF4-FFF2-40B4-BE49-F238E27FC236}">
                      <a16:creationId xmlns:a16="http://schemas.microsoft.com/office/drawing/2014/main" id="{1408450C-FC5C-BFC1-AC21-4441900A6718}"/>
                    </a:ext>
                  </a:extLst>
                </p:cNvPr>
                <p:cNvPicPr/>
                <p:nvPr/>
              </p:nvPicPr>
              <p:blipFill>
                <a:blip r:embed="rId9"/>
                <a:stretch>
                  <a:fillRect/>
                </a:stretch>
              </p:blipFill>
              <p:spPr>
                <a:xfrm>
                  <a:off x="8796366" y="3438216"/>
                  <a:ext cx="389556"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8095BC3D-3FA6-8CAA-8060-FEA1656D9153}"/>
                    </a:ext>
                  </a:extLst>
                </p14:cNvPr>
                <p14:cNvContentPartPr/>
                <p14:nvPr/>
              </p14:nvContentPartPr>
              <p14:xfrm>
                <a:off x="8273664" y="3284496"/>
                <a:ext cx="142560" cy="230400"/>
              </p14:xfrm>
            </p:contentPart>
          </mc:Choice>
          <mc:Fallback xmlns="">
            <p:pic>
              <p:nvPicPr>
                <p:cNvPr id="15" name="Ink 14">
                  <a:extLst>
                    <a:ext uri="{FF2B5EF4-FFF2-40B4-BE49-F238E27FC236}">
                      <a16:creationId xmlns:a16="http://schemas.microsoft.com/office/drawing/2014/main" id="{6C7102A8-5F1A-F587-7366-6A19D88BB182}"/>
                    </a:ext>
                  </a:extLst>
                </p:cNvPr>
                <p:cNvPicPr/>
                <p:nvPr/>
              </p:nvPicPr>
              <p:blipFill>
                <a:blip r:embed="rId11"/>
                <a:stretch>
                  <a:fillRect/>
                </a:stretch>
              </p:blipFill>
              <p:spPr>
                <a:xfrm>
                  <a:off x="8255664" y="3266524"/>
                  <a:ext cx="178200" cy="265984"/>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CB86B34D-CF89-8FBE-3100-8E7A30FA560E}"/>
                    </a:ext>
                  </a:extLst>
                </p14:cNvPr>
                <p14:cNvContentPartPr/>
                <p14:nvPr/>
              </p14:nvContentPartPr>
              <p14:xfrm>
                <a:off x="8304264" y="3411936"/>
                <a:ext cx="70560" cy="26280"/>
              </p14:xfrm>
            </p:contentPart>
          </mc:Choice>
          <mc:Fallback xmlns="">
            <p:pic>
              <p:nvPicPr>
                <p:cNvPr id="16" name="Ink 15">
                  <a:extLst>
                    <a:ext uri="{FF2B5EF4-FFF2-40B4-BE49-F238E27FC236}">
                      <a16:creationId xmlns:a16="http://schemas.microsoft.com/office/drawing/2014/main" id="{0BDFA906-6501-1AEB-F402-7CB7E13991E8}"/>
                    </a:ext>
                  </a:extLst>
                </p:cNvPr>
                <p:cNvPicPr/>
                <p:nvPr/>
              </p:nvPicPr>
              <p:blipFill>
                <a:blip r:embed="rId13"/>
                <a:stretch>
                  <a:fillRect/>
                </a:stretch>
              </p:blipFill>
              <p:spPr>
                <a:xfrm>
                  <a:off x="8286264" y="3394179"/>
                  <a:ext cx="106200" cy="61438"/>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C10B0413-C13B-CF57-F3C8-206D2D36D9B3}"/>
                    </a:ext>
                  </a:extLst>
                </p14:cNvPr>
                <p14:cNvContentPartPr/>
                <p14:nvPr/>
              </p14:nvContentPartPr>
              <p14:xfrm>
                <a:off x="8469864" y="3337056"/>
                <a:ext cx="144000" cy="130680"/>
              </p14:xfrm>
            </p:contentPart>
          </mc:Choice>
          <mc:Fallback xmlns="">
            <p:pic>
              <p:nvPicPr>
                <p:cNvPr id="17" name="Ink 16">
                  <a:extLst>
                    <a:ext uri="{FF2B5EF4-FFF2-40B4-BE49-F238E27FC236}">
                      <a16:creationId xmlns:a16="http://schemas.microsoft.com/office/drawing/2014/main" id="{8B17624F-2848-DFA0-AB8F-D14269BA947F}"/>
                    </a:ext>
                  </a:extLst>
                </p:cNvPr>
                <p:cNvPicPr/>
                <p:nvPr/>
              </p:nvPicPr>
              <p:blipFill>
                <a:blip r:embed="rId15"/>
                <a:stretch>
                  <a:fillRect/>
                </a:stretch>
              </p:blipFill>
              <p:spPr>
                <a:xfrm>
                  <a:off x="8451909" y="3319056"/>
                  <a:ext cx="179551"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F08BDDE8-B580-F3AC-10FC-042D8D55F54A}"/>
                    </a:ext>
                  </a:extLst>
                </p14:cNvPr>
                <p14:cNvContentPartPr/>
                <p14:nvPr/>
              </p14:nvContentPartPr>
              <p14:xfrm>
                <a:off x="8612064" y="3241296"/>
                <a:ext cx="74880" cy="203400"/>
              </p14:xfrm>
            </p:contentPart>
          </mc:Choice>
          <mc:Fallback xmlns="">
            <p:pic>
              <p:nvPicPr>
                <p:cNvPr id="18" name="Ink 17">
                  <a:extLst>
                    <a:ext uri="{FF2B5EF4-FFF2-40B4-BE49-F238E27FC236}">
                      <a16:creationId xmlns:a16="http://schemas.microsoft.com/office/drawing/2014/main" id="{1B0D44D9-A798-FE14-9077-F24FD4519A72}"/>
                    </a:ext>
                  </a:extLst>
                </p:cNvPr>
                <p:cNvPicPr/>
                <p:nvPr/>
              </p:nvPicPr>
              <p:blipFill>
                <a:blip r:embed="rId17"/>
                <a:stretch>
                  <a:fillRect/>
                </a:stretch>
              </p:blipFill>
              <p:spPr>
                <a:xfrm>
                  <a:off x="8594064" y="3223328"/>
                  <a:ext cx="110520" cy="238977"/>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7" name="Ink 26">
                  <a:extLst>
                    <a:ext uri="{FF2B5EF4-FFF2-40B4-BE49-F238E27FC236}">
                      <a16:creationId xmlns:a16="http://schemas.microsoft.com/office/drawing/2014/main" id="{2C2E6FE1-C926-608C-1862-EC5371ADF0A4}"/>
                    </a:ext>
                  </a:extLst>
                </p14:cNvPr>
                <p14:cNvContentPartPr/>
                <p14:nvPr/>
              </p14:nvContentPartPr>
              <p14:xfrm>
                <a:off x="8666784" y="3316536"/>
                <a:ext cx="156240" cy="111240"/>
              </p14:xfrm>
            </p:contentPart>
          </mc:Choice>
          <mc:Fallback xmlns="">
            <p:pic>
              <p:nvPicPr>
                <p:cNvPr id="19" name="Ink 18">
                  <a:extLst>
                    <a:ext uri="{FF2B5EF4-FFF2-40B4-BE49-F238E27FC236}">
                      <a16:creationId xmlns:a16="http://schemas.microsoft.com/office/drawing/2014/main" id="{754EFDDB-398D-B7D5-C561-71B91B1820C2}"/>
                    </a:ext>
                  </a:extLst>
                </p:cNvPr>
                <p:cNvPicPr/>
                <p:nvPr/>
              </p:nvPicPr>
              <p:blipFill>
                <a:blip r:embed="rId19"/>
                <a:stretch>
                  <a:fillRect/>
                </a:stretch>
              </p:blipFill>
              <p:spPr>
                <a:xfrm>
                  <a:off x="8648784" y="3298536"/>
                  <a:ext cx="1918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8" name="Ink 27">
                  <a:extLst>
                    <a:ext uri="{FF2B5EF4-FFF2-40B4-BE49-F238E27FC236}">
                      <a16:creationId xmlns:a16="http://schemas.microsoft.com/office/drawing/2014/main" id="{48511D10-8A8B-8FE0-5CD0-DC022B7C31C1}"/>
                    </a:ext>
                  </a:extLst>
                </p14:cNvPr>
                <p14:cNvContentPartPr/>
                <p14:nvPr/>
              </p14:nvContentPartPr>
              <p14:xfrm>
                <a:off x="8856864" y="3309696"/>
                <a:ext cx="109080" cy="93960"/>
              </p14:xfrm>
            </p:contentPart>
          </mc:Choice>
          <mc:Fallback xmlns="">
            <p:pic>
              <p:nvPicPr>
                <p:cNvPr id="20" name="Ink 19">
                  <a:extLst>
                    <a:ext uri="{FF2B5EF4-FFF2-40B4-BE49-F238E27FC236}">
                      <a16:creationId xmlns:a16="http://schemas.microsoft.com/office/drawing/2014/main" id="{F81536E5-D9CD-9FA4-F6CF-2B08A101BDAC}"/>
                    </a:ext>
                  </a:extLst>
                </p:cNvPr>
                <p:cNvPicPr/>
                <p:nvPr/>
              </p:nvPicPr>
              <p:blipFill>
                <a:blip r:embed="rId21"/>
                <a:stretch>
                  <a:fillRect/>
                </a:stretch>
              </p:blipFill>
              <p:spPr>
                <a:xfrm>
                  <a:off x="8838804" y="3291627"/>
                  <a:ext cx="144838" cy="129737"/>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32" name="Ink 31">
                <a:extLst>
                  <a:ext uri="{FF2B5EF4-FFF2-40B4-BE49-F238E27FC236}">
                    <a16:creationId xmlns:a16="http://schemas.microsoft.com/office/drawing/2014/main" id="{4BE02782-ED53-6847-D4B9-CBE08EC18A21}"/>
                  </a:ext>
                </a:extLst>
              </p14:cNvPr>
              <p14:cNvContentPartPr/>
              <p14:nvPr/>
            </p14:nvContentPartPr>
            <p14:xfrm>
              <a:off x="11204232" y="3497754"/>
              <a:ext cx="304920" cy="844920"/>
            </p14:xfrm>
          </p:contentPart>
        </mc:Choice>
        <mc:Fallback xmlns="">
          <p:pic>
            <p:nvPicPr>
              <p:cNvPr id="32" name="Ink 31">
                <a:extLst>
                  <a:ext uri="{FF2B5EF4-FFF2-40B4-BE49-F238E27FC236}">
                    <a16:creationId xmlns:a16="http://schemas.microsoft.com/office/drawing/2014/main" id="{4BE02782-ED53-6847-D4B9-CBE08EC18A21}"/>
                  </a:ext>
                </a:extLst>
              </p:cNvPr>
              <p:cNvPicPr/>
              <p:nvPr/>
            </p:nvPicPr>
            <p:blipFill>
              <a:blip r:embed="rId23"/>
              <a:stretch>
                <a:fillRect/>
              </a:stretch>
            </p:blipFill>
            <p:spPr>
              <a:xfrm>
                <a:off x="11186232" y="3479754"/>
                <a:ext cx="340560" cy="880560"/>
              </a:xfrm>
              <a:prstGeom prst="rect">
                <a:avLst/>
              </a:prstGeom>
            </p:spPr>
          </p:pic>
        </mc:Fallback>
      </mc:AlternateContent>
      <p:grpSp>
        <p:nvGrpSpPr>
          <p:cNvPr id="36" name="Group 35">
            <a:extLst>
              <a:ext uri="{FF2B5EF4-FFF2-40B4-BE49-F238E27FC236}">
                <a16:creationId xmlns:a16="http://schemas.microsoft.com/office/drawing/2014/main" id="{D197FD83-CDD5-5027-F226-4818C9897DC4}"/>
              </a:ext>
            </a:extLst>
          </p:cNvPr>
          <p:cNvGrpSpPr/>
          <p:nvPr/>
        </p:nvGrpSpPr>
        <p:grpSpPr>
          <a:xfrm>
            <a:off x="10565592" y="2942994"/>
            <a:ext cx="894240" cy="239040"/>
            <a:chOff x="9602424" y="2761056"/>
            <a:chExt cx="894240" cy="239040"/>
          </a:xfrm>
        </p:grpSpPr>
        <mc:AlternateContent xmlns:mc="http://schemas.openxmlformats.org/markup-compatibility/2006" xmlns:p14="http://schemas.microsoft.com/office/powerpoint/2010/main">
          <mc:Choice Requires="p14">
            <p:contentPart p14:bwMode="auto" r:id="rId24">
              <p14:nvContentPartPr>
                <p14:cNvPr id="37" name="Ink 36">
                  <a:extLst>
                    <a:ext uri="{FF2B5EF4-FFF2-40B4-BE49-F238E27FC236}">
                      <a16:creationId xmlns:a16="http://schemas.microsoft.com/office/drawing/2014/main" id="{8F135932-C647-969B-646A-35253F8D295A}"/>
                    </a:ext>
                  </a:extLst>
                </p14:cNvPr>
                <p14:cNvContentPartPr/>
                <p14:nvPr/>
              </p14:nvContentPartPr>
              <p14:xfrm>
                <a:off x="9790344" y="2848896"/>
                <a:ext cx="651600" cy="151200"/>
              </p14:xfrm>
            </p:contentPart>
          </mc:Choice>
          <mc:Fallback xmlns="">
            <p:pic>
              <p:nvPicPr>
                <p:cNvPr id="40" name="Ink 39">
                  <a:extLst>
                    <a:ext uri="{FF2B5EF4-FFF2-40B4-BE49-F238E27FC236}">
                      <a16:creationId xmlns:a16="http://schemas.microsoft.com/office/drawing/2014/main" id="{2F72B349-8FC1-2C2F-4B95-8EE1E1ECEA2A}"/>
                    </a:ext>
                  </a:extLst>
                </p:cNvPr>
                <p:cNvPicPr/>
                <p:nvPr/>
              </p:nvPicPr>
              <p:blipFill>
                <a:blip r:embed="rId45"/>
                <a:stretch>
                  <a:fillRect/>
                </a:stretch>
              </p:blipFill>
              <p:spPr>
                <a:xfrm>
                  <a:off x="9772344" y="2830896"/>
                  <a:ext cx="687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8" name="Ink 37">
                  <a:extLst>
                    <a:ext uri="{FF2B5EF4-FFF2-40B4-BE49-F238E27FC236}">
                      <a16:creationId xmlns:a16="http://schemas.microsoft.com/office/drawing/2014/main" id="{C47ACA5F-484C-BDFF-7D35-0B47AC26EB6C}"/>
                    </a:ext>
                  </a:extLst>
                </p14:cNvPr>
                <p14:cNvContentPartPr/>
                <p14:nvPr/>
              </p14:nvContentPartPr>
              <p14:xfrm>
                <a:off x="10414584" y="2804616"/>
                <a:ext cx="82080" cy="87480"/>
              </p14:xfrm>
            </p:contentPart>
          </mc:Choice>
          <mc:Fallback xmlns="">
            <p:pic>
              <p:nvPicPr>
                <p:cNvPr id="41" name="Ink 40">
                  <a:extLst>
                    <a:ext uri="{FF2B5EF4-FFF2-40B4-BE49-F238E27FC236}">
                      <a16:creationId xmlns:a16="http://schemas.microsoft.com/office/drawing/2014/main" id="{86CFE3F1-FC3A-79C6-3E81-07452F0A56D4}"/>
                    </a:ext>
                  </a:extLst>
                </p:cNvPr>
                <p:cNvPicPr/>
                <p:nvPr/>
              </p:nvPicPr>
              <p:blipFill>
                <a:blip r:embed="rId47"/>
                <a:stretch>
                  <a:fillRect/>
                </a:stretch>
              </p:blipFill>
              <p:spPr>
                <a:xfrm>
                  <a:off x="10396584" y="2786690"/>
                  <a:ext cx="117720" cy="122974"/>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031F0EF1-2085-F672-7E4F-DE9A2335C4F0}"/>
                    </a:ext>
                  </a:extLst>
                </p14:cNvPr>
                <p14:cNvContentPartPr/>
                <p14:nvPr/>
              </p14:nvContentPartPr>
              <p14:xfrm>
                <a:off x="9706464" y="2821536"/>
                <a:ext cx="114480" cy="86760"/>
              </p14:xfrm>
            </p:contentPart>
          </mc:Choice>
          <mc:Fallback xmlns="">
            <p:pic>
              <p:nvPicPr>
                <p:cNvPr id="43" name="Ink 42">
                  <a:extLst>
                    <a:ext uri="{FF2B5EF4-FFF2-40B4-BE49-F238E27FC236}">
                      <a16:creationId xmlns:a16="http://schemas.microsoft.com/office/drawing/2014/main" id="{10A68E59-1A4D-96A9-9732-FE97783FFAB6}"/>
                    </a:ext>
                  </a:extLst>
                </p:cNvPr>
                <p:cNvPicPr/>
                <p:nvPr/>
              </p:nvPicPr>
              <p:blipFill>
                <a:blip r:embed="rId49"/>
                <a:stretch>
                  <a:fillRect/>
                </a:stretch>
              </p:blipFill>
              <p:spPr>
                <a:xfrm>
                  <a:off x="9688464" y="2803536"/>
                  <a:ext cx="150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0" name="Ink 39">
                  <a:extLst>
                    <a:ext uri="{FF2B5EF4-FFF2-40B4-BE49-F238E27FC236}">
                      <a16:creationId xmlns:a16="http://schemas.microsoft.com/office/drawing/2014/main" id="{EB62A9CC-BBD2-9688-C6E7-DC38D95D3A38}"/>
                    </a:ext>
                  </a:extLst>
                </p14:cNvPr>
                <p14:cNvContentPartPr/>
                <p14:nvPr/>
              </p14:nvContentPartPr>
              <p14:xfrm>
                <a:off x="9602424" y="2761056"/>
                <a:ext cx="181800" cy="105480"/>
              </p14:xfrm>
            </p:contentPart>
          </mc:Choice>
          <mc:Fallback xmlns="">
            <p:pic>
              <p:nvPicPr>
                <p:cNvPr id="44" name="Ink 43">
                  <a:extLst>
                    <a:ext uri="{FF2B5EF4-FFF2-40B4-BE49-F238E27FC236}">
                      <a16:creationId xmlns:a16="http://schemas.microsoft.com/office/drawing/2014/main" id="{E9029D72-A41F-5237-C8A2-4165A7BADE2E}"/>
                    </a:ext>
                  </a:extLst>
                </p:cNvPr>
                <p:cNvPicPr/>
                <p:nvPr/>
              </p:nvPicPr>
              <p:blipFill>
                <a:blip r:embed="rId51"/>
                <a:stretch>
                  <a:fillRect/>
                </a:stretch>
              </p:blipFill>
              <p:spPr>
                <a:xfrm>
                  <a:off x="9584424" y="2743056"/>
                  <a:ext cx="21744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41" name="Ink 40">
                <a:extLst>
                  <a:ext uri="{FF2B5EF4-FFF2-40B4-BE49-F238E27FC236}">
                    <a16:creationId xmlns:a16="http://schemas.microsoft.com/office/drawing/2014/main" id="{79B83EF4-E8A0-ACED-123F-AB215A936982}"/>
                  </a:ext>
                </a:extLst>
              </p14:cNvPr>
              <p14:cNvContentPartPr/>
              <p14:nvPr/>
            </p14:nvContentPartPr>
            <p14:xfrm>
              <a:off x="10695912" y="2536194"/>
              <a:ext cx="96480" cy="78480"/>
            </p14:xfrm>
          </p:contentPart>
        </mc:Choice>
        <mc:Fallback xmlns="">
          <p:pic>
            <p:nvPicPr>
              <p:cNvPr id="41" name="Ink 40">
                <a:extLst>
                  <a:ext uri="{FF2B5EF4-FFF2-40B4-BE49-F238E27FC236}">
                    <a16:creationId xmlns:a16="http://schemas.microsoft.com/office/drawing/2014/main" id="{79B83EF4-E8A0-ACED-123F-AB215A936982}"/>
                  </a:ext>
                </a:extLst>
              </p:cNvPr>
              <p:cNvPicPr/>
              <p:nvPr/>
            </p:nvPicPr>
            <p:blipFill>
              <a:blip r:embed="rId53"/>
              <a:stretch>
                <a:fillRect/>
              </a:stretch>
            </p:blipFill>
            <p:spPr>
              <a:xfrm>
                <a:off x="10677912" y="2518194"/>
                <a:ext cx="1321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2" name="Ink 41">
                <a:extLst>
                  <a:ext uri="{FF2B5EF4-FFF2-40B4-BE49-F238E27FC236}">
                    <a16:creationId xmlns:a16="http://schemas.microsoft.com/office/drawing/2014/main" id="{4C1CD1B9-F203-CF16-3FA9-5BFE49E9B27A}"/>
                  </a:ext>
                </a:extLst>
              </p14:cNvPr>
              <p14:cNvContentPartPr/>
              <p14:nvPr/>
            </p14:nvContentPartPr>
            <p14:xfrm>
              <a:off x="11261472" y="2550234"/>
              <a:ext cx="97920" cy="93240"/>
            </p14:xfrm>
          </p:contentPart>
        </mc:Choice>
        <mc:Fallback xmlns="">
          <p:pic>
            <p:nvPicPr>
              <p:cNvPr id="42" name="Ink 41">
                <a:extLst>
                  <a:ext uri="{FF2B5EF4-FFF2-40B4-BE49-F238E27FC236}">
                    <a16:creationId xmlns:a16="http://schemas.microsoft.com/office/drawing/2014/main" id="{4C1CD1B9-F203-CF16-3FA9-5BFE49E9B27A}"/>
                  </a:ext>
                </a:extLst>
              </p:cNvPr>
              <p:cNvPicPr/>
              <p:nvPr/>
            </p:nvPicPr>
            <p:blipFill>
              <a:blip r:embed="rId55"/>
              <a:stretch>
                <a:fillRect/>
              </a:stretch>
            </p:blipFill>
            <p:spPr>
              <a:xfrm>
                <a:off x="11243472" y="2532234"/>
                <a:ext cx="133560" cy="128880"/>
              </a:xfrm>
              <a:prstGeom prst="rect">
                <a:avLst/>
              </a:prstGeom>
            </p:spPr>
          </p:pic>
        </mc:Fallback>
      </mc:AlternateContent>
      <p:sp>
        <p:nvSpPr>
          <p:cNvPr id="88" name="Rectangle: Rounded Corners 87">
            <a:extLst>
              <a:ext uri="{FF2B5EF4-FFF2-40B4-BE49-F238E27FC236}">
                <a16:creationId xmlns:a16="http://schemas.microsoft.com/office/drawing/2014/main" id="{4F2F8972-FC69-BA77-5A57-C78CC4BCA5B9}"/>
              </a:ext>
            </a:extLst>
          </p:cNvPr>
          <p:cNvSpPr/>
          <p:nvPr/>
        </p:nvSpPr>
        <p:spPr>
          <a:xfrm>
            <a:off x="7642608" y="3487626"/>
            <a:ext cx="1877136" cy="598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Embedding model</a:t>
            </a:r>
          </a:p>
        </p:txBody>
      </p:sp>
      <p:grpSp>
        <p:nvGrpSpPr>
          <p:cNvPr id="91" name="Group 90">
            <a:extLst>
              <a:ext uri="{FF2B5EF4-FFF2-40B4-BE49-F238E27FC236}">
                <a16:creationId xmlns:a16="http://schemas.microsoft.com/office/drawing/2014/main" id="{266DAE06-59AC-DA9C-828E-EFB3B173B4BC}"/>
              </a:ext>
            </a:extLst>
          </p:cNvPr>
          <p:cNvGrpSpPr/>
          <p:nvPr/>
        </p:nvGrpSpPr>
        <p:grpSpPr>
          <a:xfrm>
            <a:off x="9437184" y="3223296"/>
            <a:ext cx="906120" cy="262080"/>
            <a:chOff x="9437184" y="3223296"/>
            <a:chExt cx="906120" cy="262080"/>
          </a:xfrm>
        </p:grpSpPr>
        <mc:AlternateContent xmlns:mc="http://schemas.openxmlformats.org/markup-compatibility/2006" xmlns:p14="http://schemas.microsoft.com/office/powerpoint/2010/main">
          <mc:Choice Requires="p14">
            <p:contentPart p14:bwMode="auto" r:id="rId56">
              <p14:nvContentPartPr>
                <p14:cNvPr id="89" name="Ink 88">
                  <a:extLst>
                    <a:ext uri="{FF2B5EF4-FFF2-40B4-BE49-F238E27FC236}">
                      <a16:creationId xmlns:a16="http://schemas.microsoft.com/office/drawing/2014/main" id="{6E315710-97CE-0242-A657-060964DCB56C}"/>
                    </a:ext>
                  </a:extLst>
                </p14:cNvPr>
                <p14:cNvContentPartPr/>
                <p14:nvPr/>
              </p14:nvContentPartPr>
              <p14:xfrm>
                <a:off x="9517464" y="3223296"/>
                <a:ext cx="825840" cy="174240"/>
              </p14:xfrm>
            </p:contentPart>
          </mc:Choice>
          <mc:Fallback xmlns="">
            <p:pic>
              <p:nvPicPr>
                <p:cNvPr id="89" name="Ink 88">
                  <a:extLst>
                    <a:ext uri="{FF2B5EF4-FFF2-40B4-BE49-F238E27FC236}">
                      <a16:creationId xmlns:a16="http://schemas.microsoft.com/office/drawing/2014/main" id="{6E315710-97CE-0242-A657-060964DCB56C}"/>
                    </a:ext>
                  </a:extLst>
                </p:cNvPr>
                <p:cNvPicPr/>
                <p:nvPr/>
              </p:nvPicPr>
              <p:blipFill>
                <a:blip r:embed="rId57"/>
                <a:stretch>
                  <a:fillRect/>
                </a:stretch>
              </p:blipFill>
              <p:spPr>
                <a:xfrm>
                  <a:off x="9499464" y="3205296"/>
                  <a:ext cx="86148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0" name="Ink 89">
                  <a:extLst>
                    <a:ext uri="{FF2B5EF4-FFF2-40B4-BE49-F238E27FC236}">
                      <a16:creationId xmlns:a16="http://schemas.microsoft.com/office/drawing/2014/main" id="{EB7369E5-07EC-E3C0-9E73-5B1C46BAC000}"/>
                    </a:ext>
                  </a:extLst>
                </p14:cNvPr>
                <p14:cNvContentPartPr/>
                <p14:nvPr/>
              </p14:nvContentPartPr>
              <p14:xfrm>
                <a:off x="9437184" y="3275496"/>
                <a:ext cx="269280" cy="209880"/>
              </p14:xfrm>
            </p:contentPart>
          </mc:Choice>
          <mc:Fallback xmlns="">
            <p:pic>
              <p:nvPicPr>
                <p:cNvPr id="90" name="Ink 89">
                  <a:extLst>
                    <a:ext uri="{FF2B5EF4-FFF2-40B4-BE49-F238E27FC236}">
                      <a16:creationId xmlns:a16="http://schemas.microsoft.com/office/drawing/2014/main" id="{EB7369E5-07EC-E3C0-9E73-5B1C46BAC000}"/>
                    </a:ext>
                  </a:extLst>
                </p:cNvPr>
                <p:cNvPicPr/>
                <p:nvPr/>
              </p:nvPicPr>
              <p:blipFill>
                <a:blip r:embed="rId59"/>
                <a:stretch>
                  <a:fillRect/>
                </a:stretch>
              </p:blipFill>
              <p:spPr>
                <a:xfrm>
                  <a:off x="9419544" y="3257856"/>
                  <a:ext cx="304920" cy="245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
            <p14:nvContentPartPr>
              <p14:cNvPr id="93" name="Ink 92">
                <a:extLst>
                  <a:ext uri="{FF2B5EF4-FFF2-40B4-BE49-F238E27FC236}">
                    <a16:creationId xmlns:a16="http://schemas.microsoft.com/office/drawing/2014/main" id="{D2193324-1500-7BA3-6CBB-EA0C3E8E6315}"/>
                  </a:ext>
                </a:extLst>
              </p14:cNvPr>
              <p14:cNvContentPartPr/>
              <p14:nvPr/>
            </p14:nvContentPartPr>
            <p14:xfrm>
              <a:off x="8218224" y="4187016"/>
              <a:ext cx="289440" cy="736200"/>
            </p14:xfrm>
          </p:contentPart>
        </mc:Choice>
        <mc:Fallback xmlns="">
          <p:pic>
            <p:nvPicPr>
              <p:cNvPr id="93" name="Ink 92">
                <a:extLst>
                  <a:ext uri="{FF2B5EF4-FFF2-40B4-BE49-F238E27FC236}">
                    <a16:creationId xmlns:a16="http://schemas.microsoft.com/office/drawing/2014/main" id="{D2193324-1500-7BA3-6CBB-EA0C3E8E6315}"/>
                  </a:ext>
                </a:extLst>
              </p:cNvPr>
              <p:cNvPicPr/>
              <p:nvPr/>
            </p:nvPicPr>
            <p:blipFill>
              <a:blip r:embed="rId61"/>
              <a:stretch>
                <a:fillRect/>
              </a:stretch>
            </p:blipFill>
            <p:spPr>
              <a:xfrm>
                <a:off x="8200584" y="4169016"/>
                <a:ext cx="325080" cy="771840"/>
              </a:xfrm>
              <a:prstGeom prst="rect">
                <a:avLst/>
              </a:prstGeom>
            </p:spPr>
          </p:pic>
        </mc:Fallback>
      </mc:AlternateContent>
      <p:grpSp>
        <p:nvGrpSpPr>
          <p:cNvPr id="96" name="Group 95">
            <a:extLst>
              <a:ext uri="{FF2B5EF4-FFF2-40B4-BE49-F238E27FC236}">
                <a16:creationId xmlns:a16="http://schemas.microsoft.com/office/drawing/2014/main" id="{ACBDA83C-3C06-0323-DAAF-21FBE5E83B16}"/>
              </a:ext>
            </a:extLst>
          </p:cNvPr>
          <p:cNvGrpSpPr/>
          <p:nvPr/>
        </p:nvGrpSpPr>
        <p:grpSpPr>
          <a:xfrm>
            <a:off x="7691904" y="4343256"/>
            <a:ext cx="451080" cy="366840"/>
            <a:chOff x="7691904" y="4343256"/>
            <a:chExt cx="451080" cy="366840"/>
          </a:xfrm>
        </p:grpSpPr>
        <mc:AlternateContent xmlns:mc="http://schemas.openxmlformats.org/markup-compatibility/2006" xmlns:p14="http://schemas.microsoft.com/office/powerpoint/2010/main">
          <mc:Choice Requires="p14">
            <p:contentPart p14:bwMode="auto" r:id="rId62">
              <p14:nvContentPartPr>
                <p14:cNvPr id="94" name="Ink 93">
                  <a:extLst>
                    <a:ext uri="{FF2B5EF4-FFF2-40B4-BE49-F238E27FC236}">
                      <a16:creationId xmlns:a16="http://schemas.microsoft.com/office/drawing/2014/main" id="{CDA8494B-5E25-EB97-6BA5-BD36E9C2009A}"/>
                    </a:ext>
                  </a:extLst>
                </p14:cNvPr>
                <p14:cNvContentPartPr/>
                <p14:nvPr/>
              </p14:nvContentPartPr>
              <p14:xfrm>
                <a:off x="7808184" y="4397256"/>
                <a:ext cx="238320" cy="142200"/>
              </p14:xfrm>
            </p:contentPart>
          </mc:Choice>
          <mc:Fallback xmlns="">
            <p:pic>
              <p:nvPicPr>
                <p:cNvPr id="94" name="Ink 93">
                  <a:extLst>
                    <a:ext uri="{FF2B5EF4-FFF2-40B4-BE49-F238E27FC236}">
                      <a16:creationId xmlns:a16="http://schemas.microsoft.com/office/drawing/2014/main" id="{CDA8494B-5E25-EB97-6BA5-BD36E9C2009A}"/>
                    </a:ext>
                  </a:extLst>
                </p:cNvPr>
                <p:cNvPicPr/>
                <p:nvPr/>
              </p:nvPicPr>
              <p:blipFill>
                <a:blip r:embed="rId63"/>
                <a:stretch>
                  <a:fillRect/>
                </a:stretch>
              </p:blipFill>
              <p:spPr>
                <a:xfrm>
                  <a:off x="7790544" y="4379616"/>
                  <a:ext cx="27396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5" name="Ink 94">
                  <a:extLst>
                    <a:ext uri="{FF2B5EF4-FFF2-40B4-BE49-F238E27FC236}">
                      <a16:creationId xmlns:a16="http://schemas.microsoft.com/office/drawing/2014/main" id="{9787A8DF-EBD4-87D0-AFCF-D5E96DF9D7D9}"/>
                    </a:ext>
                  </a:extLst>
                </p14:cNvPr>
                <p14:cNvContentPartPr/>
                <p14:nvPr/>
              </p14:nvContentPartPr>
              <p14:xfrm>
                <a:off x="7691904" y="4343256"/>
                <a:ext cx="451080" cy="366840"/>
              </p14:xfrm>
            </p:contentPart>
          </mc:Choice>
          <mc:Fallback xmlns="">
            <p:pic>
              <p:nvPicPr>
                <p:cNvPr id="95" name="Ink 94">
                  <a:extLst>
                    <a:ext uri="{FF2B5EF4-FFF2-40B4-BE49-F238E27FC236}">
                      <a16:creationId xmlns:a16="http://schemas.microsoft.com/office/drawing/2014/main" id="{9787A8DF-EBD4-87D0-AFCF-D5E96DF9D7D9}"/>
                    </a:ext>
                  </a:extLst>
                </p:cNvPr>
                <p:cNvPicPr/>
                <p:nvPr/>
              </p:nvPicPr>
              <p:blipFill>
                <a:blip r:embed="rId65"/>
                <a:stretch>
                  <a:fillRect/>
                </a:stretch>
              </p:blipFill>
              <p:spPr>
                <a:xfrm>
                  <a:off x="7673904" y="4325616"/>
                  <a:ext cx="486720" cy="402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
            <p14:nvContentPartPr>
              <p14:cNvPr id="97" name="Ink 96">
                <a:extLst>
                  <a:ext uri="{FF2B5EF4-FFF2-40B4-BE49-F238E27FC236}">
                    <a16:creationId xmlns:a16="http://schemas.microsoft.com/office/drawing/2014/main" id="{4570AFFD-8BF4-77D5-5FC2-0067B34D9210}"/>
                  </a:ext>
                </a:extLst>
              </p14:cNvPr>
              <p14:cNvContentPartPr/>
              <p14:nvPr/>
            </p14:nvContentPartPr>
            <p14:xfrm>
              <a:off x="9295344" y="5317776"/>
              <a:ext cx="1122840" cy="184680"/>
            </p14:xfrm>
          </p:contentPart>
        </mc:Choice>
        <mc:Fallback xmlns="">
          <p:pic>
            <p:nvPicPr>
              <p:cNvPr id="97" name="Ink 96">
                <a:extLst>
                  <a:ext uri="{FF2B5EF4-FFF2-40B4-BE49-F238E27FC236}">
                    <a16:creationId xmlns:a16="http://schemas.microsoft.com/office/drawing/2014/main" id="{4570AFFD-8BF4-77D5-5FC2-0067B34D9210}"/>
                  </a:ext>
                </a:extLst>
              </p:cNvPr>
              <p:cNvPicPr/>
              <p:nvPr/>
            </p:nvPicPr>
            <p:blipFill>
              <a:blip r:embed="rId67"/>
              <a:stretch>
                <a:fillRect/>
              </a:stretch>
            </p:blipFill>
            <p:spPr>
              <a:xfrm>
                <a:off x="9277344" y="5299776"/>
                <a:ext cx="1158480" cy="220320"/>
              </a:xfrm>
              <a:prstGeom prst="rect">
                <a:avLst/>
              </a:prstGeom>
            </p:spPr>
          </p:pic>
        </mc:Fallback>
      </mc:AlternateContent>
      <p:grpSp>
        <p:nvGrpSpPr>
          <p:cNvPr id="100" name="Group 99">
            <a:extLst>
              <a:ext uri="{FF2B5EF4-FFF2-40B4-BE49-F238E27FC236}">
                <a16:creationId xmlns:a16="http://schemas.microsoft.com/office/drawing/2014/main" id="{E0675F80-665E-050B-0203-2FCC59E14E5F}"/>
              </a:ext>
            </a:extLst>
          </p:cNvPr>
          <p:cNvGrpSpPr/>
          <p:nvPr/>
        </p:nvGrpSpPr>
        <p:grpSpPr>
          <a:xfrm>
            <a:off x="7398144" y="6029496"/>
            <a:ext cx="563760" cy="365760"/>
            <a:chOff x="7398144" y="6029496"/>
            <a:chExt cx="563760" cy="365760"/>
          </a:xfrm>
        </p:grpSpPr>
        <mc:AlternateContent xmlns:mc="http://schemas.openxmlformats.org/markup-compatibility/2006" xmlns:p14="http://schemas.microsoft.com/office/powerpoint/2010/main">
          <mc:Choice Requires="p14">
            <p:contentPart p14:bwMode="auto" r:id="rId68">
              <p14:nvContentPartPr>
                <p14:cNvPr id="98" name="Ink 97">
                  <a:extLst>
                    <a:ext uri="{FF2B5EF4-FFF2-40B4-BE49-F238E27FC236}">
                      <a16:creationId xmlns:a16="http://schemas.microsoft.com/office/drawing/2014/main" id="{6D7BC602-5DA7-B76C-CE1B-1213C4772BA1}"/>
                    </a:ext>
                  </a:extLst>
                </p14:cNvPr>
                <p14:cNvContentPartPr/>
                <p14:nvPr/>
              </p14:nvContentPartPr>
              <p14:xfrm>
                <a:off x="7546464" y="6098256"/>
                <a:ext cx="192960" cy="154440"/>
              </p14:xfrm>
            </p:contentPart>
          </mc:Choice>
          <mc:Fallback xmlns="">
            <p:pic>
              <p:nvPicPr>
                <p:cNvPr id="98" name="Ink 97">
                  <a:extLst>
                    <a:ext uri="{FF2B5EF4-FFF2-40B4-BE49-F238E27FC236}">
                      <a16:creationId xmlns:a16="http://schemas.microsoft.com/office/drawing/2014/main" id="{6D7BC602-5DA7-B76C-CE1B-1213C4772BA1}"/>
                    </a:ext>
                  </a:extLst>
                </p:cNvPr>
                <p:cNvPicPr/>
                <p:nvPr/>
              </p:nvPicPr>
              <p:blipFill>
                <a:blip r:embed="rId69"/>
                <a:stretch>
                  <a:fillRect/>
                </a:stretch>
              </p:blipFill>
              <p:spPr>
                <a:xfrm>
                  <a:off x="7528464" y="6080256"/>
                  <a:ext cx="2286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99" name="Ink 98">
                  <a:extLst>
                    <a:ext uri="{FF2B5EF4-FFF2-40B4-BE49-F238E27FC236}">
                      <a16:creationId xmlns:a16="http://schemas.microsoft.com/office/drawing/2014/main" id="{858247C5-C612-F1D4-68C4-E58998081A44}"/>
                    </a:ext>
                  </a:extLst>
                </p14:cNvPr>
                <p14:cNvContentPartPr/>
                <p14:nvPr/>
              </p14:nvContentPartPr>
              <p14:xfrm>
                <a:off x="7398144" y="6029496"/>
                <a:ext cx="563760" cy="365760"/>
              </p14:xfrm>
            </p:contentPart>
          </mc:Choice>
          <mc:Fallback xmlns="">
            <p:pic>
              <p:nvPicPr>
                <p:cNvPr id="99" name="Ink 98">
                  <a:extLst>
                    <a:ext uri="{FF2B5EF4-FFF2-40B4-BE49-F238E27FC236}">
                      <a16:creationId xmlns:a16="http://schemas.microsoft.com/office/drawing/2014/main" id="{858247C5-C612-F1D4-68C4-E58998081A44}"/>
                    </a:ext>
                  </a:extLst>
                </p:cNvPr>
                <p:cNvPicPr/>
                <p:nvPr/>
              </p:nvPicPr>
              <p:blipFill>
                <a:blip r:embed="rId71"/>
                <a:stretch>
                  <a:fillRect/>
                </a:stretch>
              </p:blipFill>
              <p:spPr>
                <a:xfrm>
                  <a:off x="7380144" y="6011496"/>
                  <a:ext cx="599400" cy="401400"/>
                </a:xfrm>
                <a:prstGeom prst="rect">
                  <a:avLst/>
                </a:prstGeom>
              </p:spPr>
            </p:pic>
          </mc:Fallback>
        </mc:AlternateContent>
      </p:grpSp>
      <p:grpSp>
        <p:nvGrpSpPr>
          <p:cNvPr id="103" name="Group 102">
            <a:extLst>
              <a:ext uri="{FF2B5EF4-FFF2-40B4-BE49-F238E27FC236}">
                <a16:creationId xmlns:a16="http://schemas.microsoft.com/office/drawing/2014/main" id="{1DDA10DA-D4F6-6BD9-9843-4FB8F75E4B97}"/>
              </a:ext>
            </a:extLst>
          </p:cNvPr>
          <p:cNvGrpSpPr/>
          <p:nvPr/>
        </p:nvGrpSpPr>
        <p:grpSpPr>
          <a:xfrm>
            <a:off x="9829584" y="5534496"/>
            <a:ext cx="508680" cy="426240"/>
            <a:chOff x="9829584" y="5534496"/>
            <a:chExt cx="508680" cy="426240"/>
          </a:xfrm>
        </p:grpSpPr>
        <mc:AlternateContent xmlns:mc="http://schemas.openxmlformats.org/markup-compatibility/2006" xmlns:p14="http://schemas.microsoft.com/office/powerpoint/2010/main">
          <mc:Choice Requires="p14">
            <p:contentPart p14:bwMode="auto" r:id="rId72">
              <p14:nvContentPartPr>
                <p14:cNvPr id="101" name="Ink 100">
                  <a:extLst>
                    <a:ext uri="{FF2B5EF4-FFF2-40B4-BE49-F238E27FC236}">
                      <a16:creationId xmlns:a16="http://schemas.microsoft.com/office/drawing/2014/main" id="{40F0DF48-469F-B46E-D433-37A601FAA4F0}"/>
                    </a:ext>
                  </a:extLst>
                </p14:cNvPr>
                <p14:cNvContentPartPr/>
                <p14:nvPr/>
              </p14:nvContentPartPr>
              <p14:xfrm>
                <a:off x="9963504" y="5616216"/>
                <a:ext cx="150480" cy="245880"/>
              </p14:xfrm>
            </p:contentPart>
          </mc:Choice>
          <mc:Fallback xmlns="">
            <p:pic>
              <p:nvPicPr>
                <p:cNvPr id="101" name="Ink 100">
                  <a:extLst>
                    <a:ext uri="{FF2B5EF4-FFF2-40B4-BE49-F238E27FC236}">
                      <a16:creationId xmlns:a16="http://schemas.microsoft.com/office/drawing/2014/main" id="{40F0DF48-469F-B46E-D433-37A601FAA4F0}"/>
                    </a:ext>
                  </a:extLst>
                </p:cNvPr>
                <p:cNvPicPr/>
                <p:nvPr/>
              </p:nvPicPr>
              <p:blipFill>
                <a:blip r:embed="rId73"/>
                <a:stretch>
                  <a:fillRect/>
                </a:stretch>
              </p:blipFill>
              <p:spPr>
                <a:xfrm>
                  <a:off x="9945864" y="5598216"/>
                  <a:ext cx="18612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2" name="Ink 101">
                  <a:extLst>
                    <a:ext uri="{FF2B5EF4-FFF2-40B4-BE49-F238E27FC236}">
                      <a16:creationId xmlns:a16="http://schemas.microsoft.com/office/drawing/2014/main" id="{9FCC9C0E-3055-4624-70A5-D08B33B02E6E}"/>
                    </a:ext>
                  </a:extLst>
                </p14:cNvPr>
                <p14:cNvContentPartPr/>
                <p14:nvPr/>
              </p14:nvContentPartPr>
              <p14:xfrm>
                <a:off x="9829584" y="5534496"/>
                <a:ext cx="508680" cy="426240"/>
              </p14:xfrm>
            </p:contentPart>
          </mc:Choice>
          <mc:Fallback xmlns="">
            <p:pic>
              <p:nvPicPr>
                <p:cNvPr id="102" name="Ink 101">
                  <a:extLst>
                    <a:ext uri="{FF2B5EF4-FFF2-40B4-BE49-F238E27FC236}">
                      <a16:creationId xmlns:a16="http://schemas.microsoft.com/office/drawing/2014/main" id="{9FCC9C0E-3055-4624-70A5-D08B33B02E6E}"/>
                    </a:ext>
                  </a:extLst>
                </p:cNvPr>
                <p:cNvPicPr/>
                <p:nvPr/>
              </p:nvPicPr>
              <p:blipFill>
                <a:blip r:embed="rId75"/>
                <a:stretch>
                  <a:fillRect/>
                </a:stretch>
              </p:blipFill>
              <p:spPr>
                <a:xfrm>
                  <a:off x="9811584" y="5516496"/>
                  <a:ext cx="544320" cy="461880"/>
                </a:xfrm>
                <a:prstGeom prst="rect">
                  <a:avLst/>
                </a:prstGeom>
              </p:spPr>
            </p:pic>
          </mc:Fallback>
        </mc:AlternateContent>
      </p:grpSp>
      <p:grpSp>
        <p:nvGrpSpPr>
          <p:cNvPr id="119" name="Group 118">
            <a:extLst>
              <a:ext uri="{FF2B5EF4-FFF2-40B4-BE49-F238E27FC236}">
                <a16:creationId xmlns:a16="http://schemas.microsoft.com/office/drawing/2014/main" id="{6F87A1FE-674E-AAD9-99D0-517238758A8A}"/>
              </a:ext>
            </a:extLst>
          </p:cNvPr>
          <p:cNvGrpSpPr/>
          <p:nvPr/>
        </p:nvGrpSpPr>
        <p:grpSpPr>
          <a:xfrm>
            <a:off x="8452944" y="4329936"/>
            <a:ext cx="1612080" cy="253800"/>
            <a:chOff x="8452944" y="4329936"/>
            <a:chExt cx="1612080" cy="253800"/>
          </a:xfrm>
        </p:grpSpPr>
        <mc:AlternateContent xmlns:mc="http://schemas.openxmlformats.org/markup-compatibility/2006" xmlns:p14="http://schemas.microsoft.com/office/powerpoint/2010/main">
          <mc:Choice Requires="p14">
            <p:contentPart p14:bwMode="auto" r:id="rId76">
              <p14:nvContentPartPr>
                <p14:cNvPr id="104" name="Ink 103">
                  <a:extLst>
                    <a:ext uri="{FF2B5EF4-FFF2-40B4-BE49-F238E27FC236}">
                      <a16:creationId xmlns:a16="http://schemas.microsoft.com/office/drawing/2014/main" id="{7E03123F-FB59-3C23-10B3-142B351B30FC}"/>
                    </a:ext>
                  </a:extLst>
                </p14:cNvPr>
                <p14:cNvContentPartPr/>
                <p14:nvPr/>
              </p14:nvContentPartPr>
              <p14:xfrm>
                <a:off x="8452944" y="4364496"/>
                <a:ext cx="96120" cy="186840"/>
              </p14:xfrm>
            </p:contentPart>
          </mc:Choice>
          <mc:Fallback xmlns="">
            <p:pic>
              <p:nvPicPr>
                <p:cNvPr id="104" name="Ink 103">
                  <a:extLst>
                    <a:ext uri="{FF2B5EF4-FFF2-40B4-BE49-F238E27FC236}">
                      <a16:creationId xmlns:a16="http://schemas.microsoft.com/office/drawing/2014/main" id="{7E03123F-FB59-3C23-10B3-142B351B30FC}"/>
                    </a:ext>
                  </a:extLst>
                </p:cNvPr>
                <p:cNvPicPr/>
                <p:nvPr/>
              </p:nvPicPr>
              <p:blipFill>
                <a:blip r:embed="rId77"/>
                <a:stretch>
                  <a:fillRect/>
                </a:stretch>
              </p:blipFill>
              <p:spPr>
                <a:xfrm>
                  <a:off x="8435304" y="4346856"/>
                  <a:ext cx="13176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05" name="Ink 104">
                  <a:extLst>
                    <a:ext uri="{FF2B5EF4-FFF2-40B4-BE49-F238E27FC236}">
                      <a16:creationId xmlns:a16="http://schemas.microsoft.com/office/drawing/2014/main" id="{DC5D9A96-E6B0-597C-949D-35EA3419A76C}"/>
                    </a:ext>
                  </a:extLst>
                </p14:cNvPr>
                <p14:cNvContentPartPr/>
                <p14:nvPr/>
              </p14:nvContentPartPr>
              <p14:xfrm>
                <a:off x="8590104" y="4455936"/>
                <a:ext cx="102960" cy="15480"/>
              </p14:xfrm>
            </p:contentPart>
          </mc:Choice>
          <mc:Fallback xmlns="">
            <p:pic>
              <p:nvPicPr>
                <p:cNvPr id="105" name="Ink 104">
                  <a:extLst>
                    <a:ext uri="{FF2B5EF4-FFF2-40B4-BE49-F238E27FC236}">
                      <a16:creationId xmlns:a16="http://schemas.microsoft.com/office/drawing/2014/main" id="{DC5D9A96-E6B0-597C-949D-35EA3419A76C}"/>
                    </a:ext>
                  </a:extLst>
                </p:cNvPr>
                <p:cNvPicPr/>
                <p:nvPr/>
              </p:nvPicPr>
              <p:blipFill>
                <a:blip r:embed="rId79"/>
                <a:stretch>
                  <a:fillRect/>
                </a:stretch>
              </p:blipFill>
              <p:spPr>
                <a:xfrm>
                  <a:off x="8572464" y="4438296"/>
                  <a:ext cx="1386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06" name="Ink 105">
                  <a:extLst>
                    <a:ext uri="{FF2B5EF4-FFF2-40B4-BE49-F238E27FC236}">
                      <a16:creationId xmlns:a16="http://schemas.microsoft.com/office/drawing/2014/main" id="{15B5A041-3E33-0B32-4B3F-87FB4FE9DD16}"/>
                    </a:ext>
                  </a:extLst>
                </p14:cNvPr>
                <p14:cNvContentPartPr/>
                <p14:nvPr/>
              </p14:nvContentPartPr>
              <p14:xfrm>
                <a:off x="8764704" y="4391496"/>
                <a:ext cx="96840" cy="82080"/>
              </p14:xfrm>
            </p:contentPart>
          </mc:Choice>
          <mc:Fallback xmlns="">
            <p:pic>
              <p:nvPicPr>
                <p:cNvPr id="106" name="Ink 105">
                  <a:extLst>
                    <a:ext uri="{FF2B5EF4-FFF2-40B4-BE49-F238E27FC236}">
                      <a16:creationId xmlns:a16="http://schemas.microsoft.com/office/drawing/2014/main" id="{15B5A041-3E33-0B32-4B3F-87FB4FE9DD16}"/>
                    </a:ext>
                  </a:extLst>
                </p:cNvPr>
                <p:cNvPicPr/>
                <p:nvPr/>
              </p:nvPicPr>
              <p:blipFill>
                <a:blip r:embed="rId81"/>
                <a:stretch>
                  <a:fillRect/>
                </a:stretch>
              </p:blipFill>
              <p:spPr>
                <a:xfrm>
                  <a:off x="8747064" y="4373496"/>
                  <a:ext cx="1324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07" name="Ink 106">
                  <a:extLst>
                    <a:ext uri="{FF2B5EF4-FFF2-40B4-BE49-F238E27FC236}">
                      <a16:creationId xmlns:a16="http://schemas.microsoft.com/office/drawing/2014/main" id="{A393DB44-9873-1BDA-BECB-752198589FAC}"/>
                    </a:ext>
                  </a:extLst>
                </p14:cNvPr>
                <p14:cNvContentPartPr/>
                <p14:nvPr/>
              </p14:nvContentPartPr>
              <p14:xfrm>
                <a:off x="8960544" y="4466016"/>
                <a:ext cx="6120" cy="16200"/>
              </p14:xfrm>
            </p:contentPart>
          </mc:Choice>
          <mc:Fallback xmlns="">
            <p:pic>
              <p:nvPicPr>
                <p:cNvPr id="107" name="Ink 106">
                  <a:extLst>
                    <a:ext uri="{FF2B5EF4-FFF2-40B4-BE49-F238E27FC236}">
                      <a16:creationId xmlns:a16="http://schemas.microsoft.com/office/drawing/2014/main" id="{A393DB44-9873-1BDA-BECB-752198589FAC}"/>
                    </a:ext>
                  </a:extLst>
                </p:cNvPr>
                <p:cNvPicPr/>
                <p:nvPr/>
              </p:nvPicPr>
              <p:blipFill>
                <a:blip r:embed="rId83"/>
                <a:stretch>
                  <a:fillRect/>
                </a:stretch>
              </p:blipFill>
              <p:spPr>
                <a:xfrm>
                  <a:off x="8942544" y="4448016"/>
                  <a:ext cx="417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08" name="Ink 107">
                  <a:extLst>
                    <a:ext uri="{FF2B5EF4-FFF2-40B4-BE49-F238E27FC236}">
                      <a16:creationId xmlns:a16="http://schemas.microsoft.com/office/drawing/2014/main" id="{8EA75D51-B7F0-B2B9-A64E-ABB9905A2EA9}"/>
                    </a:ext>
                  </a:extLst>
                </p14:cNvPr>
                <p14:cNvContentPartPr/>
                <p14:nvPr/>
              </p14:nvContentPartPr>
              <p14:xfrm>
                <a:off x="9029664" y="4377096"/>
                <a:ext cx="40320" cy="99720"/>
              </p14:xfrm>
            </p:contentPart>
          </mc:Choice>
          <mc:Fallback xmlns="">
            <p:pic>
              <p:nvPicPr>
                <p:cNvPr id="108" name="Ink 107">
                  <a:extLst>
                    <a:ext uri="{FF2B5EF4-FFF2-40B4-BE49-F238E27FC236}">
                      <a16:creationId xmlns:a16="http://schemas.microsoft.com/office/drawing/2014/main" id="{8EA75D51-B7F0-B2B9-A64E-ABB9905A2EA9}"/>
                    </a:ext>
                  </a:extLst>
                </p:cNvPr>
                <p:cNvPicPr/>
                <p:nvPr/>
              </p:nvPicPr>
              <p:blipFill>
                <a:blip r:embed="rId85"/>
                <a:stretch>
                  <a:fillRect/>
                </a:stretch>
              </p:blipFill>
              <p:spPr>
                <a:xfrm>
                  <a:off x="9011664" y="4359456"/>
                  <a:ext cx="7596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9" name="Ink 108">
                  <a:extLst>
                    <a:ext uri="{FF2B5EF4-FFF2-40B4-BE49-F238E27FC236}">
                      <a16:creationId xmlns:a16="http://schemas.microsoft.com/office/drawing/2014/main" id="{D67B875E-906B-22EA-B07E-89ABD803A1C5}"/>
                    </a:ext>
                  </a:extLst>
                </p14:cNvPr>
                <p14:cNvContentPartPr/>
                <p14:nvPr/>
              </p14:nvContentPartPr>
              <p14:xfrm>
                <a:off x="9118584" y="4495176"/>
                <a:ext cx="66240" cy="81360"/>
              </p14:xfrm>
            </p:contentPart>
          </mc:Choice>
          <mc:Fallback xmlns="">
            <p:pic>
              <p:nvPicPr>
                <p:cNvPr id="109" name="Ink 108">
                  <a:extLst>
                    <a:ext uri="{FF2B5EF4-FFF2-40B4-BE49-F238E27FC236}">
                      <a16:creationId xmlns:a16="http://schemas.microsoft.com/office/drawing/2014/main" id="{D67B875E-906B-22EA-B07E-89ABD803A1C5}"/>
                    </a:ext>
                  </a:extLst>
                </p:cNvPr>
                <p:cNvPicPr/>
                <p:nvPr/>
              </p:nvPicPr>
              <p:blipFill>
                <a:blip r:embed="rId87"/>
                <a:stretch>
                  <a:fillRect/>
                </a:stretch>
              </p:blipFill>
              <p:spPr>
                <a:xfrm>
                  <a:off x="9100584" y="4477536"/>
                  <a:ext cx="10188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10" name="Ink 109">
                  <a:extLst>
                    <a:ext uri="{FF2B5EF4-FFF2-40B4-BE49-F238E27FC236}">
                      <a16:creationId xmlns:a16="http://schemas.microsoft.com/office/drawing/2014/main" id="{168E6E61-4613-2AA7-E77E-83CE690C101B}"/>
                    </a:ext>
                  </a:extLst>
                </p14:cNvPr>
                <p14:cNvContentPartPr/>
                <p14:nvPr/>
              </p14:nvContentPartPr>
              <p14:xfrm>
                <a:off x="9247824" y="4389336"/>
                <a:ext cx="138600" cy="96480"/>
              </p14:xfrm>
            </p:contentPart>
          </mc:Choice>
          <mc:Fallback xmlns="">
            <p:pic>
              <p:nvPicPr>
                <p:cNvPr id="110" name="Ink 109">
                  <a:extLst>
                    <a:ext uri="{FF2B5EF4-FFF2-40B4-BE49-F238E27FC236}">
                      <a16:creationId xmlns:a16="http://schemas.microsoft.com/office/drawing/2014/main" id="{168E6E61-4613-2AA7-E77E-83CE690C101B}"/>
                    </a:ext>
                  </a:extLst>
                </p:cNvPr>
                <p:cNvPicPr/>
                <p:nvPr/>
              </p:nvPicPr>
              <p:blipFill>
                <a:blip r:embed="rId89"/>
                <a:stretch>
                  <a:fillRect/>
                </a:stretch>
              </p:blipFill>
              <p:spPr>
                <a:xfrm>
                  <a:off x="9230184" y="4371336"/>
                  <a:ext cx="1742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11" name="Ink 110">
                  <a:extLst>
                    <a:ext uri="{FF2B5EF4-FFF2-40B4-BE49-F238E27FC236}">
                      <a16:creationId xmlns:a16="http://schemas.microsoft.com/office/drawing/2014/main" id="{545AF387-3C23-8AE5-FBD0-5C12621E3A5D}"/>
                    </a:ext>
                  </a:extLst>
                </p14:cNvPr>
                <p14:cNvContentPartPr/>
                <p14:nvPr/>
              </p14:nvContentPartPr>
              <p14:xfrm>
                <a:off x="9424584" y="4487976"/>
                <a:ext cx="82800" cy="70560"/>
              </p14:xfrm>
            </p:contentPart>
          </mc:Choice>
          <mc:Fallback xmlns="">
            <p:pic>
              <p:nvPicPr>
                <p:cNvPr id="111" name="Ink 110">
                  <a:extLst>
                    <a:ext uri="{FF2B5EF4-FFF2-40B4-BE49-F238E27FC236}">
                      <a16:creationId xmlns:a16="http://schemas.microsoft.com/office/drawing/2014/main" id="{545AF387-3C23-8AE5-FBD0-5C12621E3A5D}"/>
                    </a:ext>
                  </a:extLst>
                </p:cNvPr>
                <p:cNvPicPr/>
                <p:nvPr/>
              </p:nvPicPr>
              <p:blipFill>
                <a:blip r:embed="rId91"/>
                <a:stretch>
                  <a:fillRect/>
                </a:stretch>
              </p:blipFill>
              <p:spPr>
                <a:xfrm>
                  <a:off x="9406584" y="4470336"/>
                  <a:ext cx="11844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12" name="Ink 111">
                  <a:extLst>
                    <a:ext uri="{FF2B5EF4-FFF2-40B4-BE49-F238E27FC236}">
                      <a16:creationId xmlns:a16="http://schemas.microsoft.com/office/drawing/2014/main" id="{3D3DCCA6-5A65-B8FF-1C26-9F2F6BA87C0F}"/>
                    </a:ext>
                  </a:extLst>
                </p14:cNvPr>
                <p14:cNvContentPartPr/>
                <p14:nvPr/>
              </p14:nvContentPartPr>
              <p14:xfrm>
                <a:off x="9589104" y="4379976"/>
                <a:ext cx="117360" cy="103320"/>
              </p14:xfrm>
            </p:contentPart>
          </mc:Choice>
          <mc:Fallback xmlns="">
            <p:pic>
              <p:nvPicPr>
                <p:cNvPr id="112" name="Ink 111">
                  <a:extLst>
                    <a:ext uri="{FF2B5EF4-FFF2-40B4-BE49-F238E27FC236}">
                      <a16:creationId xmlns:a16="http://schemas.microsoft.com/office/drawing/2014/main" id="{3D3DCCA6-5A65-B8FF-1C26-9F2F6BA87C0F}"/>
                    </a:ext>
                  </a:extLst>
                </p:cNvPr>
                <p:cNvPicPr/>
                <p:nvPr/>
              </p:nvPicPr>
              <p:blipFill>
                <a:blip r:embed="rId93"/>
                <a:stretch>
                  <a:fillRect/>
                </a:stretch>
              </p:blipFill>
              <p:spPr>
                <a:xfrm>
                  <a:off x="9571104" y="4362336"/>
                  <a:ext cx="1530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13" name="Ink 112">
                  <a:extLst>
                    <a:ext uri="{FF2B5EF4-FFF2-40B4-BE49-F238E27FC236}">
                      <a16:creationId xmlns:a16="http://schemas.microsoft.com/office/drawing/2014/main" id="{A401F31E-2A57-7033-77A0-AC2CB1CA8FE6}"/>
                    </a:ext>
                  </a:extLst>
                </p14:cNvPr>
                <p14:cNvContentPartPr/>
                <p14:nvPr/>
              </p14:nvContentPartPr>
              <p14:xfrm>
                <a:off x="9641664" y="4350456"/>
                <a:ext cx="67680" cy="17280"/>
              </p14:xfrm>
            </p:contentPart>
          </mc:Choice>
          <mc:Fallback xmlns="">
            <p:pic>
              <p:nvPicPr>
                <p:cNvPr id="113" name="Ink 112">
                  <a:extLst>
                    <a:ext uri="{FF2B5EF4-FFF2-40B4-BE49-F238E27FC236}">
                      <a16:creationId xmlns:a16="http://schemas.microsoft.com/office/drawing/2014/main" id="{A401F31E-2A57-7033-77A0-AC2CB1CA8FE6}"/>
                    </a:ext>
                  </a:extLst>
                </p:cNvPr>
                <p:cNvPicPr/>
                <p:nvPr/>
              </p:nvPicPr>
              <p:blipFill>
                <a:blip r:embed="rId95"/>
                <a:stretch>
                  <a:fillRect/>
                </a:stretch>
              </p:blipFill>
              <p:spPr>
                <a:xfrm>
                  <a:off x="9623664" y="4332456"/>
                  <a:ext cx="1033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14" name="Ink 113">
                  <a:extLst>
                    <a:ext uri="{FF2B5EF4-FFF2-40B4-BE49-F238E27FC236}">
                      <a16:creationId xmlns:a16="http://schemas.microsoft.com/office/drawing/2014/main" id="{213F2808-C3E6-B47B-6E40-7B9D44E9C419}"/>
                    </a:ext>
                  </a:extLst>
                </p14:cNvPr>
                <p14:cNvContentPartPr/>
                <p14:nvPr/>
              </p14:nvContentPartPr>
              <p14:xfrm>
                <a:off x="9770184" y="4436496"/>
                <a:ext cx="29160" cy="12240"/>
              </p14:xfrm>
            </p:contentPart>
          </mc:Choice>
          <mc:Fallback xmlns="">
            <p:pic>
              <p:nvPicPr>
                <p:cNvPr id="114" name="Ink 113">
                  <a:extLst>
                    <a:ext uri="{FF2B5EF4-FFF2-40B4-BE49-F238E27FC236}">
                      <a16:creationId xmlns:a16="http://schemas.microsoft.com/office/drawing/2014/main" id="{213F2808-C3E6-B47B-6E40-7B9D44E9C419}"/>
                    </a:ext>
                  </a:extLst>
                </p:cNvPr>
                <p:cNvPicPr/>
                <p:nvPr/>
              </p:nvPicPr>
              <p:blipFill>
                <a:blip r:embed="rId97"/>
                <a:stretch>
                  <a:fillRect/>
                </a:stretch>
              </p:blipFill>
              <p:spPr>
                <a:xfrm>
                  <a:off x="9752184" y="4418856"/>
                  <a:ext cx="648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15" name="Ink 114">
                  <a:extLst>
                    <a:ext uri="{FF2B5EF4-FFF2-40B4-BE49-F238E27FC236}">
                      <a16:creationId xmlns:a16="http://schemas.microsoft.com/office/drawing/2014/main" id="{3B090706-D6FC-BF78-6351-5B1355DFEAFA}"/>
                    </a:ext>
                  </a:extLst>
                </p14:cNvPr>
                <p14:cNvContentPartPr/>
                <p14:nvPr/>
              </p14:nvContentPartPr>
              <p14:xfrm>
                <a:off x="9861264" y="4377096"/>
                <a:ext cx="23040" cy="127440"/>
              </p14:xfrm>
            </p:contentPart>
          </mc:Choice>
          <mc:Fallback xmlns="">
            <p:pic>
              <p:nvPicPr>
                <p:cNvPr id="115" name="Ink 114">
                  <a:extLst>
                    <a:ext uri="{FF2B5EF4-FFF2-40B4-BE49-F238E27FC236}">
                      <a16:creationId xmlns:a16="http://schemas.microsoft.com/office/drawing/2014/main" id="{3B090706-D6FC-BF78-6351-5B1355DFEAFA}"/>
                    </a:ext>
                  </a:extLst>
                </p:cNvPr>
                <p:cNvPicPr/>
                <p:nvPr/>
              </p:nvPicPr>
              <p:blipFill>
                <a:blip r:embed="rId99"/>
                <a:stretch>
                  <a:fillRect/>
                </a:stretch>
              </p:blipFill>
              <p:spPr>
                <a:xfrm>
                  <a:off x="9843624" y="4359456"/>
                  <a:ext cx="5868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16" name="Ink 115">
                  <a:extLst>
                    <a:ext uri="{FF2B5EF4-FFF2-40B4-BE49-F238E27FC236}">
                      <a16:creationId xmlns:a16="http://schemas.microsoft.com/office/drawing/2014/main" id="{974B0327-6696-152A-B443-7580C9A883BE}"/>
                    </a:ext>
                  </a:extLst>
                </p14:cNvPr>
                <p14:cNvContentPartPr/>
                <p14:nvPr/>
              </p14:nvContentPartPr>
              <p14:xfrm>
                <a:off x="9899424" y="4531536"/>
                <a:ext cx="65520" cy="46440"/>
              </p14:xfrm>
            </p:contentPart>
          </mc:Choice>
          <mc:Fallback xmlns="">
            <p:pic>
              <p:nvPicPr>
                <p:cNvPr id="116" name="Ink 115">
                  <a:extLst>
                    <a:ext uri="{FF2B5EF4-FFF2-40B4-BE49-F238E27FC236}">
                      <a16:creationId xmlns:a16="http://schemas.microsoft.com/office/drawing/2014/main" id="{974B0327-6696-152A-B443-7580C9A883BE}"/>
                    </a:ext>
                  </a:extLst>
                </p:cNvPr>
                <p:cNvPicPr/>
                <p:nvPr/>
              </p:nvPicPr>
              <p:blipFill>
                <a:blip r:embed="rId101"/>
                <a:stretch>
                  <a:fillRect/>
                </a:stretch>
              </p:blipFill>
              <p:spPr>
                <a:xfrm>
                  <a:off x="9881784" y="4513896"/>
                  <a:ext cx="1011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18" name="Ink 117">
                  <a:extLst>
                    <a:ext uri="{FF2B5EF4-FFF2-40B4-BE49-F238E27FC236}">
                      <a16:creationId xmlns:a16="http://schemas.microsoft.com/office/drawing/2014/main" id="{D3CC75F9-303F-599B-EDFB-532694D62EF6}"/>
                    </a:ext>
                  </a:extLst>
                </p14:cNvPr>
                <p14:cNvContentPartPr/>
                <p14:nvPr/>
              </p14:nvContentPartPr>
              <p14:xfrm>
                <a:off x="9931104" y="4329936"/>
                <a:ext cx="133920" cy="253800"/>
              </p14:xfrm>
            </p:contentPart>
          </mc:Choice>
          <mc:Fallback xmlns="">
            <p:pic>
              <p:nvPicPr>
                <p:cNvPr id="118" name="Ink 117">
                  <a:extLst>
                    <a:ext uri="{FF2B5EF4-FFF2-40B4-BE49-F238E27FC236}">
                      <a16:creationId xmlns:a16="http://schemas.microsoft.com/office/drawing/2014/main" id="{D3CC75F9-303F-599B-EDFB-532694D62EF6}"/>
                    </a:ext>
                  </a:extLst>
                </p:cNvPr>
                <p:cNvPicPr/>
                <p:nvPr/>
              </p:nvPicPr>
              <p:blipFill>
                <a:blip r:embed="rId103"/>
                <a:stretch>
                  <a:fillRect/>
                </a:stretch>
              </p:blipFill>
              <p:spPr>
                <a:xfrm>
                  <a:off x="9913104" y="4311936"/>
                  <a:ext cx="169560" cy="289440"/>
                </a:xfrm>
                <a:prstGeom prst="rect">
                  <a:avLst/>
                </a:prstGeom>
              </p:spPr>
            </p:pic>
          </mc:Fallback>
        </mc:AlternateContent>
      </p:grpSp>
    </p:spTree>
    <p:extLst>
      <p:ext uri="{BB962C8B-B14F-4D97-AF65-F5344CB8AC3E}">
        <p14:creationId xmlns:p14="http://schemas.microsoft.com/office/powerpoint/2010/main" val="3377924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EF27B-1FDA-A4B9-AD61-DE62035362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40AF59-092A-BDB6-B992-69F223126980}"/>
              </a:ext>
            </a:extLst>
          </p:cNvPr>
          <p:cNvSpPr txBox="1"/>
          <p:nvPr/>
        </p:nvSpPr>
        <p:spPr>
          <a:xfrm>
            <a:off x="68139" y="775212"/>
            <a:ext cx="6689733" cy="6001643"/>
          </a:xfrm>
          <a:prstGeom prst="rect">
            <a:avLst/>
          </a:prstGeom>
          <a:noFill/>
        </p:spPr>
        <p:txBody>
          <a:bodyPr wrap="square">
            <a:spAutoFit/>
          </a:bodyPr>
          <a:lstStyle/>
          <a:p>
            <a:r>
              <a:rPr lang="en-IN" sz="2400" b="1" dirty="0">
                <a:solidFill>
                  <a:schemeClr val="accent6">
                    <a:lumMod val="60000"/>
                    <a:lumOff val="40000"/>
                  </a:schemeClr>
                </a:solidFill>
              </a:rPr>
              <a:t>3. Text Classification and Clustering</a:t>
            </a:r>
          </a:p>
          <a:p>
            <a:r>
              <a:rPr lang="en-IN" sz="2400" b="1" dirty="0">
                <a:solidFill>
                  <a:schemeClr val="accent6">
                    <a:lumMod val="60000"/>
                    <a:lumOff val="40000"/>
                  </a:schemeClr>
                </a:solidFill>
              </a:rPr>
              <a:t>Automated organization of massive datasets</a:t>
            </a:r>
            <a:r>
              <a:rPr lang="en-IN" sz="2400" dirty="0">
                <a:solidFill>
                  <a:schemeClr val="accent6">
                    <a:lumMod val="60000"/>
                    <a:lumOff val="40000"/>
                  </a:schemeClr>
                </a:solidFill>
              </a:rPr>
              <a:t> is critical for sorting unorganized enterprise text streams at scale.</a:t>
            </a:r>
          </a:p>
          <a:p>
            <a:pPr lvl="0"/>
            <a:endParaRPr lang="en-IN" sz="2400" b="1" dirty="0">
              <a:solidFill>
                <a:schemeClr val="accent6">
                  <a:lumMod val="60000"/>
                  <a:lumOff val="40000"/>
                </a:schemeClr>
              </a:solidFill>
            </a:endParaRPr>
          </a:p>
          <a:p>
            <a:pPr lvl="0"/>
            <a:r>
              <a:rPr lang="en-IN" sz="2400" b="1" dirty="0">
                <a:solidFill>
                  <a:schemeClr val="accent6">
                    <a:lumMod val="60000"/>
                    <a:lumOff val="40000"/>
                  </a:schemeClr>
                </a:solidFill>
              </a:rPr>
              <a:t>How it works:</a:t>
            </a:r>
            <a:r>
              <a:rPr lang="en-IN" sz="2400" dirty="0">
                <a:solidFill>
                  <a:schemeClr val="accent6">
                    <a:lumMod val="60000"/>
                    <a:lumOff val="40000"/>
                  </a:schemeClr>
                </a:solidFill>
              </a:rPr>
              <a:t> Machine learning models process embedding vectors to evaluate how data naturally groups together or maps to predefined categories.</a:t>
            </a:r>
          </a:p>
          <a:p>
            <a:pPr lvl="0"/>
            <a:endParaRPr lang="en-IN" sz="2400" b="1" dirty="0">
              <a:solidFill>
                <a:schemeClr val="accent6">
                  <a:lumMod val="60000"/>
                  <a:lumOff val="40000"/>
                </a:schemeClr>
              </a:solidFill>
            </a:endParaRPr>
          </a:p>
          <a:p>
            <a:pPr lvl="0"/>
            <a:r>
              <a:rPr lang="en-IN" sz="2400" b="1" dirty="0">
                <a:solidFill>
                  <a:schemeClr val="accent6">
                    <a:lumMod val="60000"/>
                    <a:lumOff val="40000"/>
                  </a:schemeClr>
                </a:solidFill>
              </a:rPr>
              <a:t>Why it's useful:</a:t>
            </a:r>
            <a:r>
              <a:rPr lang="en-IN" sz="2400" dirty="0">
                <a:solidFill>
                  <a:schemeClr val="accent6">
                    <a:lumMod val="60000"/>
                    <a:lumOff val="40000"/>
                  </a:schemeClr>
                </a:solidFill>
              </a:rPr>
              <a:t> Companies utilize this to instantly route thousands of incoming customer support tickets to the right departments (classification) or detect emerging global trends by grouping millions of social media posts into thematic bubbles (clustering).</a:t>
            </a:r>
          </a:p>
          <a:p>
            <a:pPr lvl="0"/>
            <a:r>
              <a:rPr lang="en-IN" sz="2400" dirty="0">
                <a:solidFill>
                  <a:schemeClr val="accent6">
                    <a:lumMod val="60000"/>
                    <a:lumOff val="40000"/>
                  </a:schemeClr>
                </a:solidFill>
              </a:rPr>
              <a:t>Continued……</a:t>
            </a:r>
          </a:p>
        </p:txBody>
      </p:sp>
      <p:sp>
        <p:nvSpPr>
          <p:cNvPr id="7" name="Rectangle 6">
            <a:extLst>
              <a:ext uri="{FF2B5EF4-FFF2-40B4-BE49-F238E27FC236}">
                <a16:creationId xmlns:a16="http://schemas.microsoft.com/office/drawing/2014/main" id="{8FDDE164-05A5-6B8A-DB77-88DCC007E835}"/>
              </a:ext>
            </a:extLst>
          </p:cNvPr>
          <p:cNvSpPr/>
          <p:nvPr/>
        </p:nvSpPr>
        <p:spPr>
          <a:xfrm>
            <a:off x="8302752" y="1197864"/>
            <a:ext cx="2670048" cy="1051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Computer Company</a:t>
            </a:r>
          </a:p>
          <a:p>
            <a:pPr algn="ctr"/>
            <a:r>
              <a:rPr lang="en-US" dirty="0"/>
              <a:t>10,000 emails</a:t>
            </a:r>
            <a:endParaRPr lang="en-IN" dirty="0"/>
          </a:p>
        </p:txBody>
      </p:sp>
      <p:sp>
        <p:nvSpPr>
          <p:cNvPr id="11" name="Oval 10">
            <a:extLst>
              <a:ext uri="{FF2B5EF4-FFF2-40B4-BE49-F238E27FC236}">
                <a16:creationId xmlns:a16="http://schemas.microsoft.com/office/drawing/2014/main" id="{221DA64B-868B-83D8-03C3-A73D105915EB}"/>
              </a:ext>
            </a:extLst>
          </p:cNvPr>
          <p:cNvSpPr/>
          <p:nvPr/>
        </p:nvSpPr>
        <p:spPr>
          <a:xfrm>
            <a:off x="6559344" y="3364958"/>
            <a:ext cx="2489928"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Laptop Enquiry</a:t>
            </a:r>
          </a:p>
          <a:p>
            <a:pPr algn="ctr"/>
            <a:r>
              <a:rPr lang="en-US" dirty="0"/>
              <a:t>(3000 email)</a:t>
            </a:r>
            <a:endParaRPr lang="en-IN" dirty="0"/>
          </a:p>
        </p:txBody>
      </p:sp>
      <p:sp>
        <p:nvSpPr>
          <p:cNvPr id="15" name="Oval 14">
            <a:extLst>
              <a:ext uri="{FF2B5EF4-FFF2-40B4-BE49-F238E27FC236}">
                <a16:creationId xmlns:a16="http://schemas.microsoft.com/office/drawing/2014/main" id="{AF5B8DCA-0CCE-E62B-22FB-701548FA38BA}"/>
              </a:ext>
            </a:extLst>
          </p:cNvPr>
          <p:cNvSpPr/>
          <p:nvPr/>
        </p:nvSpPr>
        <p:spPr>
          <a:xfrm>
            <a:off x="8732064" y="2534095"/>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Mouse issues</a:t>
            </a:r>
          </a:p>
          <a:p>
            <a:pPr algn="ctr"/>
            <a:r>
              <a:rPr lang="en-US" dirty="0"/>
              <a:t>(5000 email)</a:t>
            </a:r>
            <a:endParaRPr lang="en-IN" dirty="0"/>
          </a:p>
        </p:txBody>
      </p:sp>
      <p:sp>
        <p:nvSpPr>
          <p:cNvPr id="18" name="Oval 17">
            <a:extLst>
              <a:ext uri="{FF2B5EF4-FFF2-40B4-BE49-F238E27FC236}">
                <a16:creationId xmlns:a16="http://schemas.microsoft.com/office/drawing/2014/main" id="{9EDBD0A0-20DF-422F-23AA-E414C92ADDE2}"/>
              </a:ext>
            </a:extLst>
          </p:cNvPr>
          <p:cNvSpPr/>
          <p:nvPr/>
        </p:nvSpPr>
        <p:spPr>
          <a:xfrm>
            <a:off x="9925812" y="3874831"/>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Returns</a:t>
            </a:r>
          </a:p>
          <a:p>
            <a:pPr algn="ctr"/>
            <a:r>
              <a:rPr lang="en-US" dirty="0"/>
              <a:t>(2000)</a:t>
            </a:r>
            <a:endParaRPr lang="en-IN" dirty="0"/>
          </a:p>
        </p:txBody>
      </p:sp>
      <p:sp>
        <p:nvSpPr>
          <p:cNvPr id="19" name="Rectangle: Single Corner Snipped 18">
            <a:extLst>
              <a:ext uri="{FF2B5EF4-FFF2-40B4-BE49-F238E27FC236}">
                <a16:creationId xmlns:a16="http://schemas.microsoft.com/office/drawing/2014/main" id="{C58DDCEE-1799-C270-E40A-BFFB0D391A38}"/>
              </a:ext>
            </a:extLst>
          </p:cNvPr>
          <p:cNvSpPr/>
          <p:nvPr/>
        </p:nvSpPr>
        <p:spPr>
          <a:xfrm>
            <a:off x="6958584" y="5913746"/>
            <a:ext cx="2093976" cy="530352"/>
          </a:xfrm>
          <a:prstGeom prst="snip1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email from customer - refund</a:t>
            </a:r>
            <a:endParaRPr lang="en-IN" dirty="0"/>
          </a:p>
        </p:txBody>
      </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AAADC2A5-8FD6-8977-41F1-E4C5B2B41790}"/>
                  </a:ext>
                </a:extLst>
              </p14:cNvPr>
              <p14:cNvContentPartPr/>
              <p14:nvPr/>
            </p14:nvContentPartPr>
            <p14:xfrm>
              <a:off x="9146304" y="5102136"/>
              <a:ext cx="1134720" cy="941760"/>
            </p14:xfrm>
          </p:contentPart>
        </mc:Choice>
        <mc:Fallback xmlns="">
          <p:pic>
            <p:nvPicPr>
              <p:cNvPr id="20" name="Ink 19">
                <a:extLst>
                  <a:ext uri="{FF2B5EF4-FFF2-40B4-BE49-F238E27FC236}">
                    <a16:creationId xmlns:a16="http://schemas.microsoft.com/office/drawing/2014/main" id="{AAADC2A5-8FD6-8977-41F1-E4C5B2B41790}"/>
                  </a:ext>
                </a:extLst>
              </p:cNvPr>
              <p:cNvPicPr/>
              <p:nvPr/>
            </p:nvPicPr>
            <p:blipFill>
              <a:blip r:embed="rId3"/>
              <a:stretch>
                <a:fillRect/>
              </a:stretch>
            </p:blipFill>
            <p:spPr>
              <a:xfrm>
                <a:off x="9128304" y="5084496"/>
                <a:ext cx="1170360" cy="977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1" name="Ink 20">
                <a:extLst>
                  <a:ext uri="{FF2B5EF4-FFF2-40B4-BE49-F238E27FC236}">
                    <a16:creationId xmlns:a16="http://schemas.microsoft.com/office/drawing/2014/main" id="{C47F5261-3243-72CA-D639-B880A51C1B60}"/>
                  </a:ext>
                </a:extLst>
              </p14:cNvPr>
              <p14:cNvContentPartPr/>
              <p14:nvPr/>
            </p14:nvContentPartPr>
            <p14:xfrm>
              <a:off x="8004744" y="2338776"/>
              <a:ext cx="685440" cy="797040"/>
            </p14:xfrm>
          </p:contentPart>
        </mc:Choice>
        <mc:Fallback xmlns="">
          <p:pic>
            <p:nvPicPr>
              <p:cNvPr id="21" name="Ink 20">
                <a:extLst>
                  <a:ext uri="{FF2B5EF4-FFF2-40B4-BE49-F238E27FC236}">
                    <a16:creationId xmlns:a16="http://schemas.microsoft.com/office/drawing/2014/main" id="{C47F5261-3243-72CA-D639-B880A51C1B60}"/>
                  </a:ext>
                </a:extLst>
              </p:cNvPr>
              <p:cNvPicPr/>
              <p:nvPr/>
            </p:nvPicPr>
            <p:blipFill>
              <a:blip r:embed="rId5"/>
              <a:stretch>
                <a:fillRect/>
              </a:stretch>
            </p:blipFill>
            <p:spPr>
              <a:xfrm>
                <a:off x="7987104" y="2320776"/>
                <a:ext cx="721080" cy="832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149D750E-880A-5BCB-86D4-73D379CBB4EF}"/>
                  </a:ext>
                </a:extLst>
              </p14:cNvPr>
              <p14:cNvContentPartPr/>
              <p14:nvPr/>
            </p14:nvContentPartPr>
            <p14:xfrm>
              <a:off x="9411984" y="2288376"/>
              <a:ext cx="222120" cy="238320"/>
            </p14:xfrm>
          </p:contentPart>
        </mc:Choice>
        <mc:Fallback xmlns="">
          <p:pic>
            <p:nvPicPr>
              <p:cNvPr id="22" name="Ink 21">
                <a:extLst>
                  <a:ext uri="{FF2B5EF4-FFF2-40B4-BE49-F238E27FC236}">
                    <a16:creationId xmlns:a16="http://schemas.microsoft.com/office/drawing/2014/main" id="{149D750E-880A-5BCB-86D4-73D379CBB4EF}"/>
                  </a:ext>
                </a:extLst>
              </p:cNvPr>
              <p:cNvPicPr/>
              <p:nvPr/>
            </p:nvPicPr>
            <p:blipFill>
              <a:blip r:embed="rId7"/>
              <a:stretch>
                <a:fillRect/>
              </a:stretch>
            </p:blipFill>
            <p:spPr>
              <a:xfrm>
                <a:off x="9394344" y="2270736"/>
                <a:ext cx="25776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EB85022A-3469-FEE5-81D9-D9D9C91B29CA}"/>
                  </a:ext>
                </a:extLst>
              </p14:cNvPr>
              <p14:cNvContentPartPr/>
              <p14:nvPr/>
            </p14:nvContentPartPr>
            <p14:xfrm>
              <a:off x="10485144" y="2306736"/>
              <a:ext cx="661680" cy="1510200"/>
            </p14:xfrm>
          </p:contentPart>
        </mc:Choice>
        <mc:Fallback xmlns="">
          <p:pic>
            <p:nvPicPr>
              <p:cNvPr id="23" name="Ink 22">
                <a:extLst>
                  <a:ext uri="{FF2B5EF4-FFF2-40B4-BE49-F238E27FC236}">
                    <a16:creationId xmlns:a16="http://schemas.microsoft.com/office/drawing/2014/main" id="{EB85022A-3469-FEE5-81D9-D9D9C91B29CA}"/>
                  </a:ext>
                </a:extLst>
              </p:cNvPr>
              <p:cNvPicPr/>
              <p:nvPr/>
            </p:nvPicPr>
            <p:blipFill>
              <a:blip r:embed="rId9"/>
              <a:stretch>
                <a:fillRect/>
              </a:stretch>
            </p:blipFill>
            <p:spPr>
              <a:xfrm>
                <a:off x="10467144" y="2288736"/>
                <a:ext cx="697320" cy="1545840"/>
              </a:xfrm>
              <a:prstGeom prst="rect">
                <a:avLst/>
              </a:prstGeom>
            </p:spPr>
          </p:pic>
        </mc:Fallback>
      </mc:AlternateContent>
      <p:grpSp>
        <p:nvGrpSpPr>
          <p:cNvPr id="29" name="Group 28">
            <a:extLst>
              <a:ext uri="{FF2B5EF4-FFF2-40B4-BE49-F238E27FC236}">
                <a16:creationId xmlns:a16="http://schemas.microsoft.com/office/drawing/2014/main" id="{69224C3B-3863-32FF-5F4D-75DA37EF6094}"/>
              </a:ext>
            </a:extLst>
          </p:cNvPr>
          <p:cNvGrpSpPr/>
          <p:nvPr/>
        </p:nvGrpSpPr>
        <p:grpSpPr>
          <a:xfrm>
            <a:off x="11055384" y="2531376"/>
            <a:ext cx="417960" cy="349200"/>
            <a:chOff x="11055384" y="2531376"/>
            <a:chExt cx="417960" cy="349200"/>
          </a:xfrm>
        </p:grpSpPr>
        <mc:AlternateContent xmlns:mc="http://schemas.openxmlformats.org/markup-compatibility/2006" xmlns:p14="http://schemas.microsoft.com/office/powerpoint/2010/main">
          <mc:Choice Requires="p14">
            <p:contentPart p14:bwMode="auto" r:id="rId10">
              <p14:nvContentPartPr>
                <p14:cNvPr id="24" name="Ink 23">
                  <a:extLst>
                    <a:ext uri="{FF2B5EF4-FFF2-40B4-BE49-F238E27FC236}">
                      <a16:creationId xmlns:a16="http://schemas.microsoft.com/office/drawing/2014/main" id="{8430404E-66D5-E39D-FFE9-994A079223A9}"/>
                    </a:ext>
                  </a:extLst>
                </p14:cNvPr>
                <p14:cNvContentPartPr/>
                <p14:nvPr/>
              </p14:nvContentPartPr>
              <p14:xfrm>
                <a:off x="11256984" y="2611656"/>
                <a:ext cx="18000" cy="144000"/>
              </p14:xfrm>
            </p:contentPart>
          </mc:Choice>
          <mc:Fallback xmlns="">
            <p:pic>
              <p:nvPicPr>
                <p:cNvPr id="24" name="Ink 23">
                  <a:extLst>
                    <a:ext uri="{FF2B5EF4-FFF2-40B4-BE49-F238E27FC236}">
                      <a16:creationId xmlns:a16="http://schemas.microsoft.com/office/drawing/2014/main" id="{8430404E-66D5-E39D-FFE9-994A079223A9}"/>
                    </a:ext>
                  </a:extLst>
                </p:cNvPr>
                <p:cNvPicPr/>
                <p:nvPr/>
              </p:nvPicPr>
              <p:blipFill>
                <a:blip r:embed="rId11"/>
                <a:stretch>
                  <a:fillRect/>
                </a:stretch>
              </p:blipFill>
              <p:spPr>
                <a:xfrm>
                  <a:off x="11239344" y="2594016"/>
                  <a:ext cx="536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5" name="Ink 24">
                  <a:extLst>
                    <a:ext uri="{FF2B5EF4-FFF2-40B4-BE49-F238E27FC236}">
                      <a16:creationId xmlns:a16="http://schemas.microsoft.com/office/drawing/2014/main" id="{6F10A6F2-7995-3389-7252-38B9DB7D84EA}"/>
                    </a:ext>
                  </a:extLst>
                </p14:cNvPr>
                <p14:cNvContentPartPr/>
                <p14:nvPr/>
              </p14:nvContentPartPr>
              <p14:xfrm>
                <a:off x="11055384" y="2531376"/>
                <a:ext cx="417960" cy="349200"/>
              </p14:xfrm>
            </p:contentPart>
          </mc:Choice>
          <mc:Fallback xmlns="">
            <p:pic>
              <p:nvPicPr>
                <p:cNvPr id="25" name="Ink 24">
                  <a:extLst>
                    <a:ext uri="{FF2B5EF4-FFF2-40B4-BE49-F238E27FC236}">
                      <a16:creationId xmlns:a16="http://schemas.microsoft.com/office/drawing/2014/main" id="{6F10A6F2-7995-3389-7252-38B9DB7D84EA}"/>
                    </a:ext>
                  </a:extLst>
                </p:cNvPr>
                <p:cNvPicPr/>
                <p:nvPr/>
              </p:nvPicPr>
              <p:blipFill>
                <a:blip r:embed="rId13"/>
                <a:stretch>
                  <a:fillRect/>
                </a:stretch>
              </p:blipFill>
              <p:spPr>
                <a:xfrm>
                  <a:off x="11037744" y="2513376"/>
                  <a:ext cx="453600" cy="384840"/>
                </a:xfrm>
                <a:prstGeom prst="rect">
                  <a:avLst/>
                </a:prstGeom>
              </p:spPr>
            </p:pic>
          </mc:Fallback>
        </mc:AlternateContent>
      </p:grpSp>
      <p:grpSp>
        <p:nvGrpSpPr>
          <p:cNvPr id="43" name="Group 42">
            <a:extLst>
              <a:ext uri="{FF2B5EF4-FFF2-40B4-BE49-F238E27FC236}">
                <a16:creationId xmlns:a16="http://schemas.microsoft.com/office/drawing/2014/main" id="{9747D5CC-5A7F-5FA5-2D23-E6C77A5F6B04}"/>
              </a:ext>
            </a:extLst>
          </p:cNvPr>
          <p:cNvGrpSpPr/>
          <p:nvPr/>
        </p:nvGrpSpPr>
        <p:grpSpPr>
          <a:xfrm>
            <a:off x="6849144" y="3052656"/>
            <a:ext cx="786960" cy="443880"/>
            <a:chOff x="6849144" y="3052656"/>
            <a:chExt cx="786960" cy="443880"/>
          </a:xfrm>
        </p:grpSpPr>
        <mc:AlternateContent xmlns:mc="http://schemas.openxmlformats.org/markup-compatibility/2006" xmlns:p14="http://schemas.microsoft.com/office/powerpoint/2010/main">
          <mc:Choice Requires="p14">
            <p:contentPart p14:bwMode="auto" r:id="rId14">
              <p14:nvContentPartPr>
                <p14:cNvPr id="34" name="Ink 33">
                  <a:extLst>
                    <a:ext uri="{FF2B5EF4-FFF2-40B4-BE49-F238E27FC236}">
                      <a16:creationId xmlns:a16="http://schemas.microsoft.com/office/drawing/2014/main" id="{4756E4D1-6748-FC20-8F9D-F1DF7210F3B6}"/>
                    </a:ext>
                  </a:extLst>
                </p14:cNvPr>
                <p14:cNvContentPartPr/>
                <p14:nvPr/>
              </p14:nvContentPartPr>
              <p14:xfrm>
                <a:off x="7078464" y="3164616"/>
                <a:ext cx="340200" cy="152640"/>
              </p14:xfrm>
            </p:contentPart>
          </mc:Choice>
          <mc:Fallback xmlns="">
            <p:pic>
              <p:nvPicPr>
                <p:cNvPr id="34" name="Ink 33">
                  <a:extLst>
                    <a:ext uri="{FF2B5EF4-FFF2-40B4-BE49-F238E27FC236}">
                      <a16:creationId xmlns:a16="http://schemas.microsoft.com/office/drawing/2014/main" id="{4756E4D1-6748-FC20-8F9D-F1DF7210F3B6}"/>
                    </a:ext>
                  </a:extLst>
                </p:cNvPr>
                <p:cNvPicPr/>
                <p:nvPr/>
              </p:nvPicPr>
              <p:blipFill>
                <a:blip r:embed="rId15"/>
                <a:stretch>
                  <a:fillRect/>
                </a:stretch>
              </p:blipFill>
              <p:spPr>
                <a:xfrm>
                  <a:off x="7060464" y="3146976"/>
                  <a:ext cx="37584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5" name="Ink 34">
                  <a:extLst>
                    <a:ext uri="{FF2B5EF4-FFF2-40B4-BE49-F238E27FC236}">
                      <a16:creationId xmlns:a16="http://schemas.microsoft.com/office/drawing/2014/main" id="{BB0E597E-D550-2C6B-11BC-8E93EA871048}"/>
                    </a:ext>
                  </a:extLst>
                </p14:cNvPr>
                <p14:cNvContentPartPr/>
                <p14:nvPr/>
              </p14:nvContentPartPr>
              <p14:xfrm>
                <a:off x="6849144" y="3052656"/>
                <a:ext cx="786960" cy="443880"/>
              </p14:xfrm>
            </p:contentPart>
          </mc:Choice>
          <mc:Fallback xmlns="">
            <p:pic>
              <p:nvPicPr>
                <p:cNvPr id="35" name="Ink 34">
                  <a:extLst>
                    <a:ext uri="{FF2B5EF4-FFF2-40B4-BE49-F238E27FC236}">
                      <a16:creationId xmlns:a16="http://schemas.microsoft.com/office/drawing/2014/main" id="{BB0E597E-D550-2C6B-11BC-8E93EA871048}"/>
                    </a:ext>
                  </a:extLst>
                </p:cNvPr>
                <p:cNvPicPr/>
                <p:nvPr/>
              </p:nvPicPr>
              <p:blipFill>
                <a:blip r:embed="rId17"/>
                <a:stretch>
                  <a:fillRect/>
                </a:stretch>
              </p:blipFill>
              <p:spPr>
                <a:xfrm>
                  <a:off x="6831144" y="3035016"/>
                  <a:ext cx="822600" cy="479520"/>
                </a:xfrm>
                <a:prstGeom prst="rect">
                  <a:avLst/>
                </a:prstGeom>
              </p:spPr>
            </p:pic>
          </mc:Fallback>
        </mc:AlternateContent>
      </p:grpSp>
      <p:grpSp>
        <p:nvGrpSpPr>
          <p:cNvPr id="52" name="Group 51">
            <a:extLst>
              <a:ext uri="{FF2B5EF4-FFF2-40B4-BE49-F238E27FC236}">
                <a16:creationId xmlns:a16="http://schemas.microsoft.com/office/drawing/2014/main" id="{E130D31F-FE69-8BA9-D0B7-61C04A502D93}"/>
              </a:ext>
            </a:extLst>
          </p:cNvPr>
          <p:cNvGrpSpPr/>
          <p:nvPr/>
        </p:nvGrpSpPr>
        <p:grpSpPr>
          <a:xfrm>
            <a:off x="9838224" y="5726736"/>
            <a:ext cx="516600" cy="343800"/>
            <a:chOff x="9838224" y="5726736"/>
            <a:chExt cx="516600" cy="343800"/>
          </a:xfrm>
        </p:grpSpPr>
        <mc:AlternateContent xmlns:mc="http://schemas.openxmlformats.org/markup-compatibility/2006" xmlns:p14="http://schemas.microsoft.com/office/powerpoint/2010/main">
          <mc:Choice Requires="p14">
            <p:contentPart p14:bwMode="auto" r:id="rId18">
              <p14:nvContentPartPr>
                <p14:cNvPr id="50" name="Ink 49">
                  <a:extLst>
                    <a:ext uri="{FF2B5EF4-FFF2-40B4-BE49-F238E27FC236}">
                      <a16:creationId xmlns:a16="http://schemas.microsoft.com/office/drawing/2014/main" id="{DE014129-684B-16E4-9F29-FE84A891EBA0}"/>
                    </a:ext>
                  </a:extLst>
                </p14:cNvPr>
                <p14:cNvContentPartPr/>
                <p14:nvPr/>
              </p14:nvContentPartPr>
              <p14:xfrm>
                <a:off x="9921024" y="5816016"/>
                <a:ext cx="218880" cy="186120"/>
              </p14:xfrm>
            </p:contentPart>
          </mc:Choice>
          <mc:Fallback xmlns="">
            <p:pic>
              <p:nvPicPr>
                <p:cNvPr id="50" name="Ink 49">
                  <a:extLst>
                    <a:ext uri="{FF2B5EF4-FFF2-40B4-BE49-F238E27FC236}">
                      <a16:creationId xmlns:a16="http://schemas.microsoft.com/office/drawing/2014/main" id="{DE014129-684B-16E4-9F29-FE84A891EBA0}"/>
                    </a:ext>
                  </a:extLst>
                </p:cNvPr>
                <p:cNvPicPr/>
                <p:nvPr/>
              </p:nvPicPr>
              <p:blipFill>
                <a:blip r:embed="rId19"/>
                <a:stretch>
                  <a:fillRect/>
                </a:stretch>
              </p:blipFill>
              <p:spPr>
                <a:xfrm>
                  <a:off x="9903024" y="5798376"/>
                  <a:ext cx="25452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1" name="Ink 50">
                  <a:extLst>
                    <a:ext uri="{FF2B5EF4-FFF2-40B4-BE49-F238E27FC236}">
                      <a16:creationId xmlns:a16="http://schemas.microsoft.com/office/drawing/2014/main" id="{909C310C-E3C1-6DC9-A6F1-1461096F39F4}"/>
                    </a:ext>
                  </a:extLst>
                </p14:cNvPr>
                <p14:cNvContentPartPr/>
                <p14:nvPr/>
              </p14:nvContentPartPr>
              <p14:xfrm>
                <a:off x="9838224" y="5726736"/>
                <a:ext cx="516600" cy="343800"/>
              </p14:xfrm>
            </p:contentPart>
          </mc:Choice>
          <mc:Fallback xmlns="">
            <p:pic>
              <p:nvPicPr>
                <p:cNvPr id="51" name="Ink 50">
                  <a:extLst>
                    <a:ext uri="{FF2B5EF4-FFF2-40B4-BE49-F238E27FC236}">
                      <a16:creationId xmlns:a16="http://schemas.microsoft.com/office/drawing/2014/main" id="{909C310C-E3C1-6DC9-A6F1-1461096F39F4}"/>
                    </a:ext>
                  </a:extLst>
                </p:cNvPr>
                <p:cNvPicPr/>
                <p:nvPr/>
              </p:nvPicPr>
              <p:blipFill>
                <a:blip r:embed="rId21"/>
                <a:stretch>
                  <a:fillRect/>
                </a:stretch>
              </p:blipFill>
              <p:spPr>
                <a:xfrm>
                  <a:off x="9820584" y="5708736"/>
                  <a:ext cx="552240" cy="379440"/>
                </a:xfrm>
                <a:prstGeom prst="rect">
                  <a:avLst/>
                </a:prstGeom>
              </p:spPr>
            </p:pic>
          </mc:Fallback>
        </mc:AlternateContent>
      </p:grpSp>
    </p:spTree>
    <p:extLst>
      <p:ext uri="{BB962C8B-B14F-4D97-AF65-F5344CB8AC3E}">
        <p14:creationId xmlns:p14="http://schemas.microsoft.com/office/powerpoint/2010/main" val="3584600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FFBE6-019D-69E2-76DC-A6960FF39A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5AB89F-9027-A2FE-810B-E3207C6E7EE9}"/>
              </a:ext>
            </a:extLst>
          </p:cNvPr>
          <p:cNvSpPr txBox="1"/>
          <p:nvPr/>
        </p:nvSpPr>
        <p:spPr>
          <a:xfrm>
            <a:off x="93891" y="199876"/>
            <a:ext cx="6713373" cy="6524863"/>
          </a:xfrm>
          <a:prstGeom prst="rect">
            <a:avLst/>
          </a:prstGeom>
          <a:noFill/>
        </p:spPr>
        <p:txBody>
          <a:bodyPr wrap="square">
            <a:spAutoFit/>
          </a:bodyPr>
          <a:lstStyle/>
          <a:p>
            <a:r>
              <a:rPr lang="en-US" sz="2200" dirty="0">
                <a:solidFill>
                  <a:schemeClr val="accent6">
                    <a:lumMod val="60000"/>
                    <a:lumOff val="40000"/>
                  </a:schemeClr>
                </a:solidFill>
              </a:rPr>
              <a:t>…..continued</a:t>
            </a:r>
          </a:p>
          <a:p>
            <a:r>
              <a:rPr lang="en-US" sz="2200" dirty="0">
                <a:solidFill>
                  <a:schemeClr val="accent6">
                    <a:lumMod val="60000"/>
                    <a:lumOff val="40000"/>
                  </a:schemeClr>
                </a:solidFill>
              </a:rPr>
              <a:t>1. Data Ingestion (Input)</a:t>
            </a:r>
          </a:p>
          <a:p>
            <a:r>
              <a:rPr lang="en-US" sz="2200" dirty="0">
                <a:solidFill>
                  <a:schemeClr val="accent6">
                    <a:lumMod val="60000"/>
                    <a:lumOff val="40000"/>
                  </a:schemeClr>
                </a:solidFill>
              </a:rPr>
              <a:t>The process starts with massive streams of unorganized text data, say thousands of raw incoming customer support emails.</a:t>
            </a:r>
          </a:p>
          <a:p>
            <a:endParaRPr lang="en-US" sz="2200" dirty="0">
              <a:solidFill>
                <a:schemeClr val="accent6">
                  <a:lumMod val="60000"/>
                  <a:lumOff val="40000"/>
                </a:schemeClr>
              </a:solidFill>
            </a:endParaRPr>
          </a:p>
          <a:p>
            <a:r>
              <a:rPr lang="en-US" sz="2200" dirty="0">
                <a:solidFill>
                  <a:schemeClr val="accent6">
                    <a:lumMod val="60000"/>
                    <a:lumOff val="40000"/>
                  </a:schemeClr>
                </a:solidFill>
              </a:rPr>
              <a:t>2. Vector Conversion (Embedding)</a:t>
            </a:r>
          </a:p>
          <a:p>
            <a:r>
              <a:rPr lang="en-US" sz="2200" dirty="0">
                <a:solidFill>
                  <a:schemeClr val="accent6">
                    <a:lumMod val="60000"/>
                    <a:lumOff val="40000"/>
                  </a:schemeClr>
                </a:solidFill>
              </a:rPr>
              <a:t>An embedding model converts each email into an embedding vector.  Machine learning models analyze the geometric positions of these vectors relative to one another to evaluate relationships.</a:t>
            </a:r>
          </a:p>
          <a:p>
            <a:endParaRPr lang="en-US" sz="2200" dirty="0">
              <a:solidFill>
                <a:schemeClr val="accent6">
                  <a:lumMod val="60000"/>
                  <a:lumOff val="40000"/>
                </a:schemeClr>
              </a:solidFill>
            </a:endParaRPr>
          </a:p>
          <a:p>
            <a:r>
              <a:rPr lang="en-US" sz="2200" dirty="0">
                <a:solidFill>
                  <a:schemeClr val="accent6">
                    <a:lumMod val="60000"/>
                    <a:lumOff val="40000"/>
                  </a:schemeClr>
                </a:solidFill>
              </a:rPr>
              <a:t>3. Algorithmic Routing &amp; Grouping</a:t>
            </a:r>
          </a:p>
          <a:p>
            <a:r>
              <a:rPr lang="en-US" sz="2200" dirty="0">
                <a:solidFill>
                  <a:schemeClr val="accent6">
                    <a:lumMod val="60000"/>
                    <a:lumOff val="40000"/>
                  </a:schemeClr>
                </a:solidFill>
              </a:rPr>
              <a:t>If a new email comes in, then the model evaluates how close a new email-vector lands next to predefined boundary zones.</a:t>
            </a:r>
          </a:p>
          <a:p>
            <a:r>
              <a:rPr lang="en-US" sz="2200" dirty="0">
                <a:solidFill>
                  <a:schemeClr val="accent6">
                    <a:lumMod val="60000"/>
                    <a:lumOff val="40000"/>
                  </a:schemeClr>
                </a:solidFill>
              </a:rPr>
              <a:t>For example, if a email-vector lands in the "Return" sector, it triggers an instant route to the RETURN department.</a:t>
            </a:r>
          </a:p>
        </p:txBody>
      </p:sp>
      <p:sp>
        <p:nvSpPr>
          <p:cNvPr id="18" name="Oval 17">
            <a:extLst>
              <a:ext uri="{FF2B5EF4-FFF2-40B4-BE49-F238E27FC236}">
                <a16:creationId xmlns:a16="http://schemas.microsoft.com/office/drawing/2014/main" id="{1DB63F23-077D-8108-8603-818057DF76CB}"/>
              </a:ext>
            </a:extLst>
          </p:cNvPr>
          <p:cNvSpPr/>
          <p:nvPr/>
        </p:nvSpPr>
        <p:spPr>
          <a:xfrm>
            <a:off x="9925812" y="3874831"/>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Returns</a:t>
            </a:r>
          </a:p>
          <a:p>
            <a:pPr algn="ctr"/>
            <a:r>
              <a:rPr lang="en-US" dirty="0"/>
              <a:t>(2000)</a:t>
            </a:r>
            <a:endParaRPr lang="en-IN" dirty="0"/>
          </a:p>
        </p:txBody>
      </p:sp>
      <p:sp>
        <p:nvSpPr>
          <p:cNvPr id="39" name="Rectangle 38">
            <a:extLst>
              <a:ext uri="{FF2B5EF4-FFF2-40B4-BE49-F238E27FC236}">
                <a16:creationId xmlns:a16="http://schemas.microsoft.com/office/drawing/2014/main" id="{9B35BEE5-3FA7-8BD2-52C6-1741525BF9C7}"/>
              </a:ext>
            </a:extLst>
          </p:cNvPr>
          <p:cNvSpPr/>
          <p:nvPr/>
        </p:nvSpPr>
        <p:spPr>
          <a:xfrm>
            <a:off x="8302752" y="1197864"/>
            <a:ext cx="2670048" cy="1051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Computer Company</a:t>
            </a:r>
          </a:p>
          <a:p>
            <a:pPr algn="ctr"/>
            <a:r>
              <a:rPr lang="en-US" dirty="0"/>
              <a:t>10,000 emails</a:t>
            </a:r>
            <a:endParaRPr lang="en-IN" dirty="0"/>
          </a:p>
        </p:txBody>
      </p:sp>
      <p:sp>
        <p:nvSpPr>
          <p:cNvPr id="40" name="Oval 39">
            <a:extLst>
              <a:ext uri="{FF2B5EF4-FFF2-40B4-BE49-F238E27FC236}">
                <a16:creationId xmlns:a16="http://schemas.microsoft.com/office/drawing/2014/main" id="{4FD89F6E-7540-A29B-C773-BD4858A87AC8}"/>
              </a:ext>
            </a:extLst>
          </p:cNvPr>
          <p:cNvSpPr/>
          <p:nvPr/>
        </p:nvSpPr>
        <p:spPr>
          <a:xfrm>
            <a:off x="6559344" y="3364958"/>
            <a:ext cx="2489928"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Laptop Enquiry</a:t>
            </a:r>
          </a:p>
          <a:p>
            <a:pPr algn="ctr"/>
            <a:r>
              <a:rPr lang="en-US" dirty="0"/>
              <a:t>(3000 email)</a:t>
            </a:r>
            <a:endParaRPr lang="en-IN" dirty="0"/>
          </a:p>
        </p:txBody>
      </p:sp>
      <p:sp>
        <p:nvSpPr>
          <p:cNvPr id="41" name="Oval 40">
            <a:extLst>
              <a:ext uri="{FF2B5EF4-FFF2-40B4-BE49-F238E27FC236}">
                <a16:creationId xmlns:a16="http://schemas.microsoft.com/office/drawing/2014/main" id="{A52CD661-C488-0F59-5DDF-1E4519162A44}"/>
              </a:ext>
            </a:extLst>
          </p:cNvPr>
          <p:cNvSpPr/>
          <p:nvPr/>
        </p:nvSpPr>
        <p:spPr>
          <a:xfrm>
            <a:off x="8732064" y="2534095"/>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Mouse issues</a:t>
            </a:r>
          </a:p>
          <a:p>
            <a:pPr algn="ctr"/>
            <a:r>
              <a:rPr lang="en-US" dirty="0"/>
              <a:t>(5000 email)</a:t>
            </a:r>
            <a:endParaRPr lang="en-IN" dirty="0"/>
          </a:p>
        </p:txBody>
      </p:sp>
      <p:sp>
        <p:nvSpPr>
          <p:cNvPr id="42" name="Rectangle: Single Corner Snipped 41">
            <a:extLst>
              <a:ext uri="{FF2B5EF4-FFF2-40B4-BE49-F238E27FC236}">
                <a16:creationId xmlns:a16="http://schemas.microsoft.com/office/drawing/2014/main" id="{A0E8BE4E-0CC9-45E0-6D3B-AA75591FF0A6}"/>
              </a:ext>
            </a:extLst>
          </p:cNvPr>
          <p:cNvSpPr/>
          <p:nvPr/>
        </p:nvSpPr>
        <p:spPr>
          <a:xfrm>
            <a:off x="6958584" y="5913746"/>
            <a:ext cx="2093976" cy="530352"/>
          </a:xfrm>
          <a:prstGeom prst="snip1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email from customer - refund</a:t>
            </a:r>
            <a:endParaRPr lang="en-IN" dirty="0"/>
          </a:p>
        </p:txBody>
      </p:sp>
      <mc:AlternateContent xmlns:mc="http://schemas.openxmlformats.org/markup-compatibility/2006" xmlns:p14="http://schemas.microsoft.com/office/powerpoint/2010/main">
        <mc:Choice Requires="p14">
          <p:contentPart p14:bwMode="auto" r:id="rId2">
            <p14:nvContentPartPr>
              <p14:cNvPr id="43" name="Ink 42">
                <a:extLst>
                  <a:ext uri="{FF2B5EF4-FFF2-40B4-BE49-F238E27FC236}">
                    <a16:creationId xmlns:a16="http://schemas.microsoft.com/office/drawing/2014/main" id="{0F97F6DF-1E34-E3F3-1B6E-0E11D0A837C1}"/>
                  </a:ext>
                </a:extLst>
              </p14:cNvPr>
              <p14:cNvContentPartPr/>
              <p14:nvPr/>
            </p14:nvContentPartPr>
            <p14:xfrm>
              <a:off x="9146304" y="5102136"/>
              <a:ext cx="1134720" cy="941760"/>
            </p14:xfrm>
          </p:contentPart>
        </mc:Choice>
        <mc:Fallback xmlns="">
          <p:pic>
            <p:nvPicPr>
              <p:cNvPr id="43" name="Ink 42">
                <a:extLst>
                  <a:ext uri="{FF2B5EF4-FFF2-40B4-BE49-F238E27FC236}">
                    <a16:creationId xmlns:a16="http://schemas.microsoft.com/office/drawing/2014/main" id="{0F97F6DF-1E34-E3F3-1B6E-0E11D0A837C1}"/>
                  </a:ext>
                </a:extLst>
              </p:cNvPr>
              <p:cNvPicPr/>
              <p:nvPr/>
            </p:nvPicPr>
            <p:blipFill>
              <a:blip r:embed="rId3"/>
              <a:stretch>
                <a:fillRect/>
              </a:stretch>
            </p:blipFill>
            <p:spPr>
              <a:xfrm>
                <a:off x="9128304" y="5084496"/>
                <a:ext cx="1170360" cy="977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4" name="Ink 43">
                <a:extLst>
                  <a:ext uri="{FF2B5EF4-FFF2-40B4-BE49-F238E27FC236}">
                    <a16:creationId xmlns:a16="http://schemas.microsoft.com/office/drawing/2014/main" id="{FD68981F-C424-F3A2-E176-17558137D929}"/>
                  </a:ext>
                </a:extLst>
              </p14:cNvPr>
              <p14:cNvContentPartPr/>
              <p14:nvPr/>
            </p14:nvContentPartPr>
            <p14:xfrm>
              <a:off x="8004744" y="2338776"/>
              <a:ext cx="685440" cy="797040"/>
            </p14:xfrm>
          </p:contentPart>
        </mc:Choice>
        <mc:Fallback xmlns="">
          <p:pic>
            <p:nvPicPr>
              <p:cNvPr id="44" name="Ink 43">
                <a:extLst>
                  <a:ext uri="{FF2B5EF4-FFF2-40B4-BE49-F238E27FC236}">
                    <a16:creationId xmlns:a16="http://schemas.microsoft.com/office/drawing/2014/main" id="{FD68981F-C424-F3A2-E176-17558137D929}"/>
                  </a:ext>
                </a:extLst>
              </p:cNvPr>
              <p:cNvPicPr/>
              <p:nvPr/>
            </p:nvPicPr>
            <p:blipFill>
              <a:blip r:embed="rId5"/>
              <a:stretch>
                <a:fillRect/>
              </a:stretch>
            </p:blipFill>
            <p:spPr>
              <a:xfrm>
                <a:off x="7987104" y="2320776"/>
                <a:ext cx="721080" cy="832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5" name="Ink 44">
                <a:extLst>
                  <a:ext uri="{FF2B5EF4-FFF2-40B4-BE49-F238E27FC236}">
                    <a16:creationId xmlns:a16="http://schemas.microsoft.com/office/drawing/2014/main" id="{09DDC8E3-7B70-F6C6-3AFC-8A32FB48990B}"/>
                  </a:ext>
                </a:extLst>
              </p14:cNvPr>
              <p14:cNvContentPartPr/>
              <p14:nvPr/>
            </p14:nvContentPartPr>
            <p14:xfrm>
              <a:off x="9411984" y="2288376"/>
              <a:ext cx="222120" cy="238320"/>
            </p14:xfrm>
          </p:contentPart>
        </mc:Choice>
        <mc:Fallback xmlns="">
          <p:pic>
            <p:nvPicPr>
              <p:cNvPr id="45" name="Ink 44">
                <a:extLst>
                  <a:ext uri="{FF2B5EF4-FFF2-40B4-BE49-F238E27FC236}">
                    <a16:creationId xmlns:a16="http://schemas.microsoft.com/office/drawing/2014/main" id="{09DDC8E3-7B70-F6C6-3AFC-8A32FB48990B}"/>
                  </a:ext>
                </a:extLst>
              </p:cNvPr>
              <p:cNvPicPr/>
              <p:nvPr/>
            </p:nvPicPr>
            <p:blipFill>
              <a:blip r:embed="rId7"/>
              <a:stretch>
                <a:fillRect/>
              </a:stretch>
            </p:blipFill>
            <p:spPr>
              <a:xfrm>
                <a:off x="9394344" y="2270736"/>
                <a:ext cx="25776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6" name="Ink 45">
                <a:extLst>
                  <a:ext uri="{FF2B5EF4-FFF2-40B4-BE49-F238E27FC236}">
                    <a16:creationId xmlns:a16="http://schemas.microsoft.com/office/drawing/2014/main" id="{3246BAF5-7C3F-D715-34E6-BF3C25A7212A}"/>
                  </a:ext>
                </a:extLst>
              </p14:cNvPr>
              <p14:cNvContentPartPr/>
              <p14:nvPr/>
            </p14:nvContentPartPr>
            <p14:xfrm>
              <a:off x="10485144" y="2306736"/>
              <a:ext cx="661680" cy="1510200"/>
            </p14:xfrm>
          </p:contentPart>
        </mc:Choice>
        <mc:Fallback xmlns="">
          <p:pic>
            <p:nvPicPr>
              <p:cNvPr id="46" name="Ink 45">
                <a:extLst>
                  <a:ext uri="{FF2B5EF4-FFF2-40B4-BE49-F238E27FC236}">
                    <a16:creationId xmlns:a16="http://schemas.microsoft.com/office/drawing/2014/main" id="{3246BAF5-7C3F-D715-34E6-BF3C25A7212A}"/>
                  </a:ext>
                </a:extLst>
              </p:cNvPr>
              <p:cNvPicPr/>
              <p:nvPr/>
            </p:nvPicPr>
            <p:blipFill>
              <a:blip r:embed="rId9"/>
              <a:stretch>
                <a:fillRect/>
              </a:stretch>
            </p:blipFill>
            <p:spPr>
              <a:xfrm>
                <a:off x="10467144" y="2288736"/>
                <a:ext cx="697320" cy="1545840"/>
              </a:xfrm>
              <a:prstGeom prst="rect">
                <a:avLst/>
              </a:prstGeom>
            </p:spPr>
          </p:pic>
        </mc:Fallback>
      </mc:AlternateContent>
      <p:grpSp>
        <p:nvGrpSpPr>
          <p:cNvPr id="47" name="Group 46">
            <a:extLst>
              <a:ext uri="{FF2B5EF4-FFF2-40B4-BE49-F238E27FC236}">
                <a16:creationId xmlns:a16="http://schemas.microsoft.com/office/drawing/2014/main" id="{39AEC55C-28ED-CE79-2B55-4E1C2B8585B3}"/>
              </a:ext>
            </a:extLst>
          </p:cNvPr>
          <p:cNvGrpSpPr/>
          <p:nvPr/>
        </p:nvGrpSpPr>
        <p:grpSpPr>
          <a:xfrm>
            <a:off x="11055384" y="2531376"/>
            <a:ext cx="417960" cy="349200"/>
            <a:chOff x="11055384" y="2531376"/>
            <a:chExt cx="417960" cy="349200"/>
          </a:xfrm>
        </p:grpSpPr>
        <mc:AlternateContent xmlns:mc="http://schemas.openxmlformats.org/markup-compatibility/2006" xmlns:p14="http://schemas.microsoft.com/office/powerpoint/2010/main">
          <mc:Choice Requires="p14">
            <p:contentPart p14:bwMode="auto" r:id="rId10">
              <p14:nvContentPartPr>
                <p14:cNvPr id="48" name="Ink 47">
                  <a:extLst>
                    <a:ext uri="{FF2B5EF4-FFF2-40B4-BE49-F238E27FC236}">
                      <a16:creationId xmlns:a16="http://schemas.microsoft.com/office/drawing/2014/main" id="{C46E4B8E-66FF-DA7B-4364-1CE4B3577BD2}"/>
                    </a:ext>
                  </a:extLst>
                </p14:cNvPr>
                <p14:cNvContentPartPr/>
                <p14:nvPr/>
              </p14:nvContentPartPr>
              <p14:xfrm>
                <a:off x="11256984" y="2611656"/>
                <a:ext cx="18000" cy="144000"/>
              </p14:xfrm>
            </p:contentPart>
          </mc:Choice>
          <mc:Fallback xmlns="">
            <p:pic>
              <p:nvPicPr>
                <p:cNvPr id="48" name="Ink 47">
                  <a:extLst>
                    <a:ext uri="{FF2B5EF4-FFF2-40B4-BE49-F238E27FC236}">
                      <a16:creationId xmlns:a16="http://schemas.microsoft.com/office/drawing/2014/main" id="{C46E4B8E-66FF-DA7B-4364-1CE4B3577BD2}"/>
                    </a:ext>
                  </a:extLst>
                </p:cNvPr>
                <p:cNvPicPr/>
                <p:nvPr/>
              </p:nvPicPr>
              <p:blipFill>
                <a:blip r:embed="rId11"/>
                <a:stretch>
                  <a:fillRect/>
                </a:stretch>
              </p:blipFill>
              <p:spPr>
                <a:xfrm>
                  <a:off x="11239344" y="2594016"/>
                  <a:ext cx="536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9" name="Ink 48">
                  <a:extLst>
                    <a:ext uri="{FF2B5EF4-FFF2-40B4-BE49-F238E27FC236}">
                      <a16:creationId xmlns:a16="http://schemas.microsoft.com/office/drawing/2014/main" id="{BE28DCFA-36BE-BF2C-899E-3F3990C8B6E5}"/>
                    </a:ext>
                  </a:extLst>
                </p14:cNvPr>
                <p14:cNvContentPartPr/>
                <p14:nvPr/>
              </p14:nvContentPartPr>
              <p14:xfrm>
                <a:off x="11055384" y="2531376"/>
                <a:ext cx="417960" cy="349200"/>
              </p14:xfrm>
            </p:contentPart>
          </mc:Choice>
          <mc:Fallback xmlns="">
            <p:pic>
              <p:nvPicPr>
                <p:cNvPr id="49" name="Ink 48">
                  <a:extLst>
                    <a:ext uri="{FF2B5EF4-FFF2-40B4-BE49-F238E27FC236}">
                      <a16:creationId xmlns:a16="http://schemas.microsoft.com/office/drawing/2014/main" id="{BE28DCFA-36BE-BF2C-899E-3F3990C8B6E5}"/>
                    </a:ext>
                  </a:extLst>
                </p:cNvPr>
                <p:cNvPicPr/>
                <p:nvPr/>
              </p:nvPicPr>
              <p:blipFill>
                <a:blip r:embed="rId13"/>
                <a:stretch>
                  <a:fillRect/>
                </a:stretch>
              </p:blipFill>
              <p:spPr>
                <a:xfrm>
                  <a:off x="11037744" y="2513376"/>
                  <a:ext cx="453600" cy="384840"/>
                </a:xfrm>
                <a:prstGeom prst="rect">
                  <a:avLst/>
                </a:prstGeom>
              </p:spPr>
            </p:pic>
          </mc:Fallback>
        </mc:AlternateContent>
      </p:grpSp>
      <p:grpSp>
        <p:nvGrpSpPr>
          <p:cNvPr id="50" name="Group 49">
            <a:extLst>
              <a:ext uri="{FF2B5EF4-FFF2-40B4-BE49-F238E27FC236}">
                <a16:creationId xmlns:a16="http://schemas.microsoft.com/office/drawing/2014/main" id="{B897A4AD-3802-9D7D-E145-37569D85C27B}"/>
              </a:ext>
            </a:extLst>
          </p:cNvPr>
          <p:cNvGrpSpPr/>
          <p:nvPr/>
        </p:nvGrpSpPr>
        <p:grpSpPr>
          <a:xfrm>
            <a:off x="6849144" y="3052656"/>
            <a:ext cx="786960" cy="443880"/>
            <a:chOff x="6849144" y="3052656"/>
            <a:chExt cx="786960" cy="443880"/>
          </a:xfrm>
        </p:grpSpPr>
        <mc:AlternateContent xmlns:mc="http://schemas.openxmlformats.org/markup-compatibility/2006" xmlns:p14="http://schemas.microsoft.com/office/powerpoint/2010/main">
          <mc:Choice Requires="p14">
            <p:contentPart p14:bwMode="auto" r:id="rId14">
              <p14:nvContentPartPr>
                <p14:cNvPr id="51" name="Ink 50">
                  <a:extLst>
                    <a:ext uri="{FF2B5EF4-FFF2-40B4-BE49-F238E27FC236}">
                      <a16:creationId xmlns:a16="http://schemas.microsoft.com/office/drawing/2014/main" id="{65518E3F-9499-DFC1-B777-CF8C72C35352}"/>
                    </a:ext>
                  </a:extLst>
                </p14:cNvPr>
                <p14:cNvContentPartPr/>
                <p14:nvPr/>
              </p14:nvContentPartPr>
              <p14:xfrm>
                <a:off x="7078464" y="3164616"/>
                <a:ext cx="340200" cy="152640"/>
              </p14:xfrm>
            </p:contentPart>
          </mc:Choice>
          <mc:Fallback xmlns="">
            <p:pic>
              <p:nvPicPr>
                <p:cNvPr id="51" name="Ink 50">
                  <a:extLst>
                    <a:ext uri="{FF2B5EF4-FFF2-40B4-BE49-F238E27FC236}">
                      <a16:creationId xmlns:a16="http://schemas.microsoft.com/office/drawing/2014/main" id="{65518E3F-9499-DFC1-B777-CF8C72C35352}"/>
                    </a:ext>
                  </a:extLst>
                </p:cNvPr>
                <p:cNvPicPr/>
                <p:nvPr/>
              </p:nvPicPr>
              <p:blipFill>
                <a:blip r:embed="rId15"/>
                <a:stretch>
                  <a:fillRect/>
                </a:stretch>
              </p:blipFill>
              <p:spPr>
                <a:xfrm>
                  <a:off x="7060464" y="3146976"/>
                  <a:ext cx="37584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2" name="Ink 51">
                  <a:extLst>
                    <a:ext uri="{FF2B5EF4-FFF2-40B4-BE49-F238E27FC236}">
                      <a16:creationId xmlns:a16="http://schemas.microsoft.com/office/drawing/2014/main" id="{3F8F1ED9-787D-D039-D77F-D1B5C61AE91C}"/>
                    </a:ext>
                  </a:extLst>
                </p14:cNvPr>
                <p14:cNvContentPartPr/>
                <p14:nvPr/>
              </p14:nvContentPartPr>
              <p14:xfrm>
                <a:off x="6849144" y="3052656"/>
                <a:ext cx="786960" cy="443880"/>
              </p14:xfrm>
            </p:contentPart>
          </mc:Choice>
          <mc:Fallback xmlns="">
            <p:pic>
              <p:nvPicPr>
                <p:cNvPr id="52" name="Ink 51">
                  <a:extLst>
                    <a:ext uri="{FF2B5EF4-FFF2-40B4-BE49-F238E27FC236}">
                      <a16:creationId xmlns:a16="http://schemas.microsoft.com/office/drawing/2014/main" id="{3F8F1ED9-787D-D039-D77F-D1B5C61AE91C}"/>
                    </a:ext>
                  </a:extLst>
                </p:cNvPr>
                <p:cNvPicPr/>
                <p:nvPr/>
              </p:nvPicPr>
              <p:blipFill>
                <a:blip r:embed="rId17"/>
                <a:stretch>
                  <a:fillRect/>
                </a:stretch>
              </p:blipFill>
              <p:spPr>
                <a:xfrm>
                  <a:off x="6831144" y="3035016"/>
                  <a:ext cx="822600" cy="479520"/>
                </a:xfrm>
                <a:prstGeom prst="rect">
                  <a:avLst/>
                </a:prstGeom>
              </p:spPr>
            </p:pic>
          </mc:Fallback>
        </mc:AlternateContent>
      </p:grpSp>
      <p:grpSp>
        <p:nvGrpSpPr>
          <p:cNvPr id="61" name="Group 60">
            <a:extLst>
              <a:ext uri="{FF2B5EF4-FFF2-40B4-BE49-F238E27FC236}">
                <a16:creationId xmlns:a16="http://schemas.microsoft.com/office/drawing/2014/main" id="{33AE2FFA-BEA2-4673-B29D-A6441913509F}"/>
              </a:ext>
            </a:extLst>
          </p:cNvPr>
          <p:cNvGrpSpPr/>
          <p:nvPr/>
        </p:nvGrpSpPr>
        <p:grpSpPr>
          <a:xfrm>
            <a:off x="9874584" y="5609376"/>
            <a:ext cx="581400" cy="413280"/>
            <a:chOff x="9874584" y="5609376"/>
            <a:chExt cx="581400" cy="413280"/>
          </a:xfrm>
        </p:grpSpPr>
        <mc:AlternateContent xmlns:mc="http://schemas.openxmlformats.org/markup-compatibility/2006" xmlns:p14="http://schemas.microsoft.com/office/powerpoint/2010/main">
          <mc:Choice Requires="p14">
            <p:contentPart p14:bwMode="auto" r:id="rId18">
              <p14:nvContentPartPr>
                <p14:cNvPr id="59" name="Ink 58">
                  <a:extLst>
                    <a:ext uri="{FF2B5EF4-FFF2-40B4-BE49-F238E27FC236}">
                      <a16:creationId xmlns:a16="http://schemas.microsoft.com/office/drawing/2014/main" id="{27F09D0D-C7DF-3C8B-ACB6-381A7FF7FF82}"/>
                    </a:ext>
                  </a:extLst>
                </p14:cNvPr>
                <p14:cNvContentPartPr/>
                <p14:nvPr/>
              </p14:nvContentPartPr>
              <p14:xfrm>
                <a:off x="10017144" y="5735376"/>
                <a:ext cx="214560" cy="172800"/>
              </p14:xfrm>
            </p:contentPart>
          </mc:Choice>
          <mc:Fallback xmlns="">
            <p:pic>
              <p:nvPicPr>
                <p:cNvPr id="59" name="Ink 58">
                  <a:extLst>
                    <a:ext uri="{FF2B5EF4-FFF2-40B4-BE49-F238E27FC236}">
                      <a16:creationId xmlns:a16="http://schemas.microsoft.com/office/drawing/2014/main" id="{27F09D0D-C7DF-3C8B-ACB6-381A7FF7FF82}"/>
                    </a:ext>
                  </a:extLst>
                </p:cNvPr>
                <p:cNvPicPr/>
                <p:nvPr/>
              </p:nvPicPr>
              <p:blipFill>
                <a:blip r:embed="rId19"/>
                <a:stretch>
                  <a:fillRect/>
                </a:stretch>
              </p:blipFill>
              <p:spPr>
                <a:xfrm>
                  <a:off x="9999504" y="5717376"/>
                  <a:ext cx="25020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0" name="Ink 59">
                  <a:extLst>
                    <a:ext uri="{FF2B5EF4-FFF2-40B4-BE49-F238E27FC236}">
                      <a16:creationId xmlns:a16="http://schemas.microsoft.com/office/drawing/2014/main" id="{590B1561-E63E-B37F-1CE4-0CA166BC0FCF}"/>
                    </a:ext>
                  </a:extLst>
                </p14:cNvPr>
                <p14:cNvContentPartPr/>
                <p14:nvPr/>
              </p14:nvContentPartPr>
              <p14:xfrm>
                <a:off x="9874584" y="5609376"/>
                <a:ext cx="581400" cy="413280"/>
              </p14:xfrm>
            </p:contentPart>
          </mc:Choice>
          <mc:Fallback xmlns="">
            <p:pic>
              <p:nvPicPr>
                <p:cNvPr id="60" name="Ink 59">
                  <a:extLst>
                    <a:ext uri="{FF2B5EF4-FFF2-40B4-BE49-F238E27FC236}">
                      <a16:creationId xmlns:a16="http://schemas.microsoft.com/office/drawing/2014/main" id="{590B1561-E63E-B37F-1CE4-0CA166BC0FCF}"/>
                    </a:ext>
                  </a:extLst>
                </p:cNvPr>
                <p:cNvPicPr/>
                <p:nvPr/>
              </p:nvPicPr>
              <p:blipFill>
                <a:blip r:embed="rId21"/>
                <a:stretch>
                  <a:fillRect/>
                </a:stretch>
              </p:blipFill>
              <p:spPr>
                <a:xfrm>
                  <a:off x="9856944" y="5591376"/>
                  <a:ext cx="617040" cy="448920"/>
                </a:xfrm>
                <a:prstGeom prst="rect">
                  <a:avLst/>
                </a:prstGeom>
              </p:spPr>
            </p:pic>
          </mc:Fallback>
        </mc:AlternateContent>
      </p:grpSp>
    </p:spTree>
    <p:extLst>
      <p:ext uri="{BB962C8B-B14F-4D97-AF65-F5344CB8AC3E}">
        <p14:creationId xmlns:p14="http://schemas.microsoft.com/office/powerpoint/2010/main" val="1086837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1421</TotalTime>
  <Words>1015</Words>
  <Application>Microsoft Office PowerPoint</Application>
  <PresentationFormat>Widescreen</PresentationFormat>
  <Paragraphs>148</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239</cp:revision>
  <dcterms:created xsi:type="dcterms:W3CDTF">2025-09-22T02:44:38Z</dcterms:created>
  <dcterms:modified xsi:type="dcterms:W3CDTF">2026-09-13T12:07:24Z</dcterms:modified>
</cp:coreProperties>
</file>