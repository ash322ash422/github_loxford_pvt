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85" r:id="rId3"/>
    <p:sldId id="296" r:id="rId4"/>
    <p:sldId id="297" r:id="rId5"/>
    <p:sldId id="281" r:id="rId6"/>
    <p:sldId id="286" r:id="rId7"/>
    <p:sldId id="287" r:id="rId8"/>
    <p:sldId id="288" r:id="rId9"/>
    <p:sldId id="289" r:id="rId10"/>
    <p:sldId id="290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4.5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252 0 24575,'-5'1'0,"1"0"0,-1 0 0,1 0 0,0 0 0,-1 1 0,1 0 0,0-1 0,0 2 0,0-1 0,0 0 0,0 1 0,1 0 0,-1-1 0,1 2 0,0-1 0,0 0 0,-4 6 0,-6 8 0,0 1 0,-12 23 0,21-34 0,-8 18 0,1 1 0,1 0 0,1 1 0,2 0 0,-8 49 0,-6 24 0,9-48 0,-5 68 0,10-64 0,6-34 0,0 0 0,2 1 0,0-1 0,8 37 0,-3-28 0,0 44 0,-6-44 0,0 14 0,2-1 0,11 65 0,-4-61 0,2-1 0,3 0 0,1 0 0,3-2 0,1 0 0,2-1 0,43 65 0,2-3 0,72 162 0,-46-84 0,-75-152 0,5 11 0,2-1 0,36 50 0,-36-70-1365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5.4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9 263 24575,'-5'-20'0,"1"-4"0,8 21 0,9 10 0,91 89 0,-74-65 0,58 45 0,-74-66 0,4 4 0,1-1 0,0 0 0,0-2 0,35 15 0,-50-24 0,1 0 0,0-1 0,0 0 0,-1 0 0,1 0 0,0 0 0,0-1 0,0 1 0,0-1 0,0-1 0,0 1 0,0-1 0,0 0 0,0 0 0,-1 0 0,1 0 0,0-1 0,-1 0 0,1 0 0,-1 0 0,1-1 0,-1 0 0,0 1 0,0-2 0,0 1 0,6-7 0,17-23 0,-2-2 0,-1-1 0,36-73 0,-2 3 0,-48 91-195,-1-2 0,0 1 0,-1-1 0,-1 0 0,-1-1 0,5-22 0,-7 16-6631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6.6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7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1.5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.7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3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4.3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5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45.3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3.9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5.1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8.2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9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0.6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1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3.0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4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59.4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80 39 3856 0 0,'-18'-3'238'0'0,"2"-1"2605"0"0,29-10-2005 0 0,-9 11-846 0 0,0 1 1 0 0,1 0-1 0 0,-1 1 1 0 0,0-1 0 0 0,1 1-1 0 0,-1-1 1 0 0,1 1-1 0 0,0 1 1 0 0,-1-1 0 0 0,1 1-1 0 0,0 0 1 0 0,-1 0-1 0 0,6 0 1 0 0,14 0-47 0 0,-21-1 42 0 0,0 0 0 0 0,1 1 0 0 0,-1 0 0 0 0,0 0 1 0 0,0 0-1 0 0,1 0 0 0 0,-1 0 0 0 0,0 1 0 0 0,0 0 0 0 0,1-1 1 0 0,-1 1-1 0 0,0 0 0 0 0,0 0 0 0 0,0 1 0 0 0,0-1 0 0 0,0 1 1 0 0,4 2-1 0 0,-6-2 11 0 0,0-1-1 0 0,0 1 1 0 0,0-1 0 0 0,-1 1 0 0 0,1-1 0 0 0,0 1 0 0 0,-1-1-1 0 0,1 1 1 0 0,-1 0 0 0 0,1-1 0 0 0,-1 1 0 0 0,0 0-1 0 0,1-1 1 0 0,-1 1 0 0 0,0 0 0 0 0,0 0 0 0 0,0-1-1 0 0,-1 1 1 0 0,1 0 0 0 0,0-1 0 0 0,-1 1 0 0 0,1 0 0 0 0,-1-1-1 0 0,1 1 1 0 0,-1 0 0 0 0,0-1 0 0 0,0 1 0 0 0,1-1-1 0 0,-1 0 1 0 0,0 1 0 0 0,-1-1 0 0 0,0 2 0 0 0,-19 27 21 0 0,-2 0 0 0 0,-1-2 0 0 0,-1 0 1 0 0,-1-2-1 0 0,-53 42 0 0 0,79-68-19 0 0,-1 0 1 0 0,0 0-1 0 0,1 0 1 0 0,-1 1-1 0 0,1-1 0 0 0,-1 0 1 0 0,1 0-1 0 0,-1 1 1 0 0,1-1-1 0 0,-1 0 0 0 0,1 1 1 0 0,0-1-1 0 0,-1 1 1 0 0,1-1-1 0 0,-1 0 0 0 0,1 1 1 0 0,0-1-1 0 0,-1 1 1 0 0,1-1-1 0 0,0 1 0 0 0,0-1 1 0 0,-1 1-1 0 0,1-1 1 0 0,0 1-1 0 0,0-1 0 0 0,0 1 1 0 0,0 0-1 0 0,0-1 1 0 0,0 1-1 0 0,0-1 0 0 0,0 1 1 0 0,0-1-1 0 0,0 1 1 0 0,0 0-1 0 0,0-1 0 0 0,0 1 1 0 0,24 6 101 0 0,58-11 101 0 0,-59 2-178 0 0,245 4-76 0 0,-265-2 56 0 0,-3 1-23 0 0,1-1 1 0 0,-1 0-1 0 0,1 0 1 0 0,-1 1-1 0 0,0-1 1 0 0,1 0-1 0 0,-1 0 1 0 0,1 0-1 0 0,-1 0 1 0 0,1 0-1 0 0,-1 0 1 0 0,1 0-1 0 0,-1 0 1 0 0,1 0-1 0 0,-1 0 1 0 0,1 0-1 0 0,-1 0 1 0 0,1 0-1 0 0,-1 0 0 0 0,0 0 1 0 0,1 0-1 0 0,-1 0 1 0 0,1-1-1 0 0,-1 1 1 0 0,1 0-1 0 0,-1 0 1 0 0,0 0-1 0 0,1-1 1 0 0,-1 1-1 0 0,1-1 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2:00.3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560 127 5072 0 0,'-20'-29'-527'0'0,"17"25"566"0"0,0 0 0 0 0,0 1-1 0 0,0 0 1 0 0,-1-1 0 0 0,1 1-1 0 0,-1 0 1 0 0,0 1 0 0 0,1-1 0 0 0,-2 1-1 0 0,1-1 1 0 0,0 1 0 0 0,0 1 0 0 0,0-1-1 0 0,-7-1 1 0 0,-1 0 62 0 0,1 1 1 0 0,-1 0-1 0 0,0 1 0 0 0,-16 0 1 0 0,5 3-54 0 0,1 2 1 0 0,-1 0 0 0 0,1 2 0 0 0,0 0 0 0 0,0 1-1 0 0,1 1 1 0 0,0 1 0 0 0,0 1 0 0 0,-27 19 0 0 0,33-20-39 0 0,0 1 0 0 0,1 1 0 0 0,0 1 0 0 0,1 0 1 0 0,-14 15-1 0 0,21-20-8 0 0,0 0 1 0 0,0 1-1 0 0,1-1 0 0 0,0 1 1 0 0,1 0-1 0 0,0 1 1 0 0,0-1-1 0 0,1 1 0 0 0,0-1 1 0 0,0 1-1 0 0,-2 14 1 0 0,3-14 9 0 0,1 0 0 0 0,0 0 0 0 0,0 0 0 0 0,1 0 0 0 0,0 0 0 0 0,1 0 1 0 0,0 0-1 0 0,0 0 0 0 0,1 0 0 0 0,0 0 0 0 0,0 0 0 0 0,1-1 0 0 0,0 1 0 0 0,1-1 1 0 0,0 0-1 0 0,0 0 0 0 0,1 0 0 0 0,0 0 0 0 0,8 8 0 0 0,1-2 8 0 0,0 0 0 0 0,1-1 0 0 0,0-1 0 0 0,2 0 0 0 0,-1-1 0 0 0,1-1 0 0 0,0-1 0 0 0,1 0 0 0 0,0-1 0 0 0,1-1-1 0 0,0-1 1 0 0,28 6 0 0 0,-22-7 88 0 0,1-1 0 0 0,1-1-1 0 0,-1-1 1 0 0,0-1 0 0 0,0-2-1 0 0,1 0 1 0 0,-1-2 0 0 0,51-12-1 0 0,-57 9 9 0 0,-1-1-1 0 0,0-1 0 0 0,0-1 0 0 0,-1 0 0 0 0,0-2 0 0 0,0 0 0 0 0,-1-1 1 0 0,-1-1-1 0 0,29-27 0 0 0,-35 30-20 0 0,-1-1 0 0 0,0 0 0 0 0,-1 0 0 0 0,0 0 0 0 0,0-1 0 0 0,-1 0 0 0 0,-1-1 0 0 0,0 1 0 0 0,-1-1 0 0 0,0 0-1 0 0,-1-1 1 0 0,0 1 0 0 0,-1-1 0 0 0,-1 0 0 0 0,2-21 0 0 0,-5 25-58 0 0,-1 0 0 0 0,1 0 1 0 0,-2 0-1 0 0,1 1 0 0 0,-1-1 0 0 0,-1 1 0 0 0,0-1 0 0 0,0 1 0 0 0,-1 0 0 0 0,0 0 0 0 0,0 1 0 0 0,-1-1 1 0 0,0 1-1 0 0,-1 1 0 0 0,1-1 0 0 0,-2 1 0 0 0,1 0 0 0 0,-1 1 0 0 0,-9-7 0 0 0,-2 0-18 0 0,0 0 0 0 0,-1 2 0 0 0,0 0 0 0 0,-1 1 0 0 0,0 1 0 0 0,0 1 0 0 0,-33-8 0 0 0,14 8-559 0 0,-1 2 0 0 0,1 2 0 0 0,-50 0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2:02.7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42 6205 0 0,'0'0'-194'0'0,"-27"-41"3220"0"0,30 71-3064 0 0,1 0-1 0 0,2 1 1 0 0,1-2 0 0 0,16 45-1 0 0,3 10 60 0 0,-14-43-31 0 0,-7-25-41 0 0,0 0 0 0 0,-1 0-1 0 0,-1 1 1 0 0,0-1 0 0 0,0 24-1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2:03.61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8 134 6081 0 0,'-8'-38'-1581'0'0,"14"-30"2685"0"0,-5 67-1097 0 0,-1-1 1 0 0,2 1 0 0 0,-1 0-1 0 0,0 0 1 0 0,0 0-1 0 0,0 0 1 0 0,0 0 0 0 0,1 0-1 0 0,-1 0 1 0 0,0 0-1 0 0,1 1 1 0 0,-1-1-1 0 0,1 1 1 0 0,-1-1 0 0 0,1 1-1 0 0,-1-1 1 0 0,1 1-1 0 0,-1 0 1 0 0,3-1 0 0 0,27-5-24 0 0,0 3-9 0 0,0 1 0 0 0,-1 1 0 0 0,1 2 0 0 0,0 1 0 0 0,-1 1 1 0 0,0 2-1 0 0,0 1 0 0 0,0 1 0 0 0,0 2 0 0 0,-1 1 0 0 0,31 15 0 0 0,-56-23 23 0 0,-1 0-1 0 0,1 0 0 0 0,-1 0 1 0 0,1 1-1 0 0,-1-1 0 0 0,1 1 1 0 0,-1 0-1 0 0,0 0 1 0 0,-1 0-1 0 0,1 0 0 0 0,0 0 1 0 0,-1 1-1 0 0,0-1 1 0 0,1 1-1 0 0,-2 0 0 0 0,1 0 1 0 0,2 6-1 0 0,-3-7 11 0 0,-1 0-1 0 0,1 0 1 0 0,-1 0-1 0 0,0 0 1 0 0,0 0 0 0 0,-1 0-1 0 0,1 0 1 0 0,0 0 0 0 0,-1 0-1 0 0,0-1 1 0 0,1 1-1 0 0,-1 0 1 0 0,0 0 0 0 0,-1-1-1 0 0,1 1 1 0 0,0 0-1 0 0,-1-1 1 0 0,0 1 0 0 0,1-1-1 0 0,-1 0 1 0 0,0 0-1 0 0,0 1 1 0 0,0-1 0 0 0,0-1-1 0 0,-4 4 1 0 0,-6 4 18 0 0,-1-1 0 0 0,1-1 0 0 0,-1 1 0 0 0,-1-2 0 0 0,1 0 0 0 0,-1 0 0 0 0,-18 3 0 0 0,-11 1 239 0 0,-47 5 0 0 0,74-13-116 0 0,-30 3 891 0 0,43-5-880 0 0,-30 2 347 0 0,43-1-547 0 0,25 4-12 0 0,0 1 0 0 0,0 2 0 0 0,-1 2 0 0 0,0 0 0 0 0,35 18 0 0 0,-5 2-88 0 0,105 65-1 0 0,-109-52 88 0 0,-59-42 30 0 0,2 2 22 0 0,0-1-437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2:04.2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78 175 4672 0 0,'0'0'-191'0'0,"45"-19"-522"0"0,-41 17 766 0 0,1-1 1 0 0,-1 1-1 0 0,0-1 1 0 0,0 0-1 0 0,0 0 1 0 0,0 0-1 0 0,-1 0 1 0 0,1-1 0 0 0,-1 0-1 0 0,0 0 1 0 0,0 0-1 0 0,0 0 1 0 0,-1 0-1 0 0,1 0 1 0 0,-1-1-1 0 0,0 1 1 0 0,2-7-1 0 0,-3 8-3 0 0,0 0-1 0 0,-1 0 0 0 0,1 0 1 0 0,0-1-1 0 0,-1 1 0 0 0,0 0 0 0 0,0 0 1 0 0,0-1-1 0 0,0 1 0 0 0,-1 0 1 0 0,1-1-1 0 0,-1 1 0 0 0,1 0 1 0 0,-1 0-1 0 0,0 0 0 0 0,-1 0 0 0 0,1 0 1 0 0,-1 0-1 0 0,1 0 0 0 0,-1 0 1 0 0,0 0-1 0 0,0 1 0 0 0,0-1 1 0 0,-4-3-1 0 0,5 5-40 0 0,0 0-7 0 0,0 0 0 0 0,0 1 0 0 0,-1-1-1 0 0,1 1 1 0 0,0 0 0 0 0,0-1 0 0 0,-1 1 0 0 0,1 0-1 0 0,0 0 1 0 0,-1 0 0 0 0,1 0 0 0 0,0 0 0 0 0,0 0-1 0 0,-1 0 1 0 0,1 0 0 0 0,0 1 0 0 0,-1-1 0 0 0,1 0 0 0 0,0 1-1 0 0,0-1 1 0 0,-2 1 0 0 0,-31 10-23 0 0,26-6 11 0 0,1 0 0 0 0,-1 1 0 0 0,1 0 0 0 0,1 0 0 0 0,-1 1 0 0 0,1-1 0 0 0,0 2 0 0 0,1-1 0 0 0,-1 0 1 0 0,1 1-1 0 0,1 0 0 0 0,0 0 0 0 0,0 0 0 0 0,0 1 0 0 0,1 0 0 0 0,0-1 0 0 0,-2 16 0 0 0,4-19 10 0 0,1 0-1 0 0,-1 0 1 0 0,1 0-1 0 0,0 1 1 0 0,1-1-1 0 0,-1 0 1 0 0,1 0-1 0 0,0 0 1 0 0,1 1-1 0 0,-1-1 1 0 0,1-1-1 0 0,0 1 1 0 0,0 0-1 0 0,0 0 1 0 0,1-1-1 0 0,-1 1 1 0 0,1-1-1 0 0,0 0 1 0 0,1 1-1 0 0,-1-2 1 0 0,1 1-1 0 0,0 0 1 0 0,0-1-1 0 0,0 1 1 0 0,0-1-1 0 0,0 0 1 0 0,1-1-1 0 0,-1 1 1 0 0,1-1-1 0 0,0 0 1 0 0,9 3-1 0 0,-8-3-120 0 0,-1 0 0 0 0,1 0 0 0 0,-1-1 0 0 0,1 0 0 0 0,0 0 0 0 0,0 0 0 0 0,0-1 0 0 0,0 0-1 0 0,-1 0 1 0 0,1 0 0 0 0,0-1 0 0 0,0 0 0 0 0,0 0 0 0 0,-1 0 0 0 0,1-1 0 0 0,0 0 0 0 0,-1 0 0 0 0,1 0 0 0 0,-1-1 0 0 0,0 0-1 0 0,0 0 1 0 0,8-6 0 0 0,6-6-1035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2:04.8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242 27 4004 0 0,'-19'-18'-446'0'0,"11"16"446"0"0,-1 0 1 0 0,0 0 0 0 0,0 1 0 0 0,1 0 0 0 0,-1 0 0 0 0,0 1-1 0 0,0 1 1 0 0,0-1 0 0 0,1 1 0 0 0,-1 1 0 0 0,0 0 0 0 0,1 0-1 0 0,-1 0 1 0 0,1 1 0 0 0,0 1 0 0 0,-1-1 0 0 0,2 1 0 0 0,-1 1-1 0 0,0-1 1 0 0,1 1 0 0 0,0 0 0 0 0,0 1 0 0 0,-10 11 0 0 0,16-16 8 0 0,0 1 0 0 0,-1 0-1 0 0,1-1 1 0 0,0 1 0 0 0,0 0 0 0 0,1 0 0 0 0,-1 0 0 0 0,0 0 0 0 0,1 0 0 0 0,-1 0 0 0 0,1 0 0 0 0,-1 0 0 0 0,1 0 0 0 0,0 0 0 0 0,0 0 0 0 0,0 0 0 0 0,0 0 0 0 0,1 0 0 0 0,-1 0 0 0 0,0 0 0 0 0,2 3-1 0 0,-1-1 7 0 0,1 0-1 0 0,0-1 1 0 0,0 1-1 0 0,1 0 1 0 0,-1-1-1 0 0,1 0 1 0 0,0 1-1 0 0,0-1 1 0 0,6 5-1 0 0,6 3 17 0 0,0 0-1 0 0,1-2 1 0 0,28 14-1 0 0,-44-23-30 0 0,67 35 50 0 0,87 58-1 0 0,-153-92-38 0 0,1 0 0 0 0,-1-1 0 0 0,0 1 0 0 0,1 0-1 0 0,-1 0 1 0 0,0 0 0 0 0,0-1 0 0 0,1 1 0 0 0,-1 1-1 0 0,0-1 1 0 0,0 0 0 0 0,0 0 0 0 0,0 0 0 0 0,-1 0 0 0 0,1 1-1 0 0,0-1 1 0 0,0 0 0 0 0,-1 1 0 0 0,1-1 0 0 0,-1 1-1 0 0,1-1 1 0 0,-1 1 0 0 0,0-1 0 0 0,1 1 0 0 0,-1-1-1 0 0,0 1 1 0 0,0-1 0 0 0,0 3 0 0 0,-2-1 9 0 0,1-1 0 0 0,0 0 1 0 0,-1 0-1 0 0,1 0 0 0 0,-1 0 1 0 0,0-1-1 0 0,0 1 0 0 0,0 0 1 0 0,0-1-1 0 0,0 1 0 0 0,0-1 1 0 0,0 0-1 0 0,0 1 0 0 0,-1-1 0 0 0,-2 1 1 0 0,-12 4 73 0 0,-1 0 1 0 0,0-1 0 0 0,-26 4-1 0 0,16-4 242 0 0,-56 0-1 0 0,74-5-250 0 0,0 0 0 0 0,0-1 0 0 0,0 0 0 0 0,0-1 0 0 0,0 0 0 0 0,0-1 0 0 0,1 0-1 0 0,-1 0 1 0 0,-10-6 0 0 0,18 7-170 0 0,1 1-1 0 0,-1 0 0 0 0,1 0 0 0 0,-1-1 1 0 0,1 1-1 0 0,0 0 0 0 0,0-1 0 0 0,0 1 1 0 0,-1-1-1 0 0,2 0 0 0 0,-1 1 1 0 0,0-1-1 0 0,0 0 0 0 0,0 0 0 0 0,1 0 1 0 0,-1 1-1 0 0,1-1 0 0 0,0 0 1 0 0,-1 0-1 0 0,1 0 0 0 0,0 0 0 0 0,0 0 1 0 0,0 0-1 0 0,0 0 0 0 0,1 1 0 0 0,-1-1 1 0 0,0 0-1 0 0,1 0 0 0 0,-1 0 1 0 0,1 0-1 0 0,0 1 0 0 0,-1-1 0 0 0,1 0 1 0 0,0 0-1 0 0,0 1 0 0 0,0-1 0 0 0,1 1 1 0 0,-1-1-1 0 0,2-1 0 0 0,8-10-1306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2:05.8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48 4320 0 0,'11'-47'2771'0'0,"-10"51"-2763"0"0,1 16-10 0 0,1 30-9 0 0,3 0-1 0 0,2-1 1 0 0,2 0-1 0 0,2 0 1 0 0,20 50 0 0 0,-8-49 4 0 0,52 80 0 0 0,-14-28 35 0 0,-60-98 20 0 0,0-2 21 0 0,-1 1 0 0 0,1 0 0 0 0,-1-1 0 0 0,0 1 0 0 0,0 0 0 0 0,0 0 0 0 0,0 0 0 0 0,0-1 0 0 0,0 7 866 0 0,-6-12-730 0 0,-6-3-128 0 0,0-1-1 0 0,1 0 0 0 0,0-1 1 0 0,0 0-1 0 0,1-1 0 0 0,1 0 1 0 0,-1-1-1 0 0,1 1 0 0 0,1-1 1 0 0,0-1-1 0 0,0 0 0 0 0,1 0 1 0 0,-6-14-1 0 0,-13-31-3 0 0,-24-83 0 0 0,41 115-44 0 0,-26-125 12 0 0,14 53-110 0 0,19 93 54 0 0,0 0-1 0 0,0 0 1 0 0,1 0 0 0 0,-1 0-1 0 0,1 0 1 0 0,0-1-1 0 0,0 1 1 0 0,0 0 0 0 0,0 0-1 0 0,1 0 1 0 0,-1 0-1 0 0,1 0 1 0 0,-1-1 0 0 0,1 1-1 0 0,2-3 1 0 0,-2 5 3 0 0,0-1-1 0 0,1 0 1 0 0,-1 0 0 0 0,1 1-1 0 0,0-1 1 0 0,0 0 0 0 0,0 1-1 0 0,0 0 1 0 0,0-1 0 0 0,0 1-1 0 0,0 0 1 0 0,0 0 0 0 0,0 0-1 0 0,0 1 1 0 0,0-1 0 0 0,1 0-1 0 0,-1 1 1 0 0,0-1 0 0 0,3 1 0 0 0,12-2-29 0 0,-1 1 0 0 0,0 1 0 0 0,0 1 0 0 0,0 0 0 0 0,0 1 0 0 0,0 1 1 0 0,0 0-1 0 0,0 1 0 0 0,0 1 0 0 0,15 7 0 0 0,-11-4 1 0 0,0 1 0 0 0,-1 1 1 0 0,0 1-1 0 0,-1 1 0 0 0,-1 0 0 0 0,0 1 0 0 0,17 18 0 0 0,-31-29 33 0 0,-1 0 1 0 0,1 0-1 0 0,-1 0 0 0 0,0 1 0 0 0,0-1 0 0 0,0 1 0 0 0,-1 0 0 0 0,1-1 0 0 0,-1 1 0 0 0,1 0 0 0 0,-1 0 0 0 0,0 0 0 0 0,0 0 0 0 0,0 0 0 0 0,0 0 0 0 0,-1 0 0 0 0,1 0 0 0 0,-1 1 0 0 0,0-1 0 0 0,0 0 0 0 0,0 4 0 0 0,-2-3 8 0 0,1-1 0 0 0,-1 1 0 0 0,1-1 1 0 0,-1 0-1 0 0,0 0 0 0 0,0 0 0 0 0,-1 0 0 0 0,1 0 0 0 0,-1 0 1 0 0,1-1-1 0 0,-1 1 0 0 0,0-1 0 0 0,0 0 0 0 0,0 0 0 0 0,0 0 1 0 0,0 0-1 0 0,-1 0 0 0 0,-4 1 0 0 0,-20 9 20 0 0,-1-2 0 0 0,-1-2 0 0 0,1 0 0 0 0,-1-2 0 0 0,-1-1 0 0 0,1-2 0 0 0,-41 0 0 0 0,37-8-188 0 0,33 4-24 0 0,-1 1 0 0 0,1 0 0 0 0,0-1 0 0 0,0 0 0 0 0,-1 1 0 0 0,1-1 0 0 0,0 0 0 0 0,0 1 0 0 0,0-1 0 0 0,0 0 0 0 0,0 0 0 0 0,0 0 0 0 0,0 0 0 0 0,0 0 0 0 0,0 0 0 0 0,1 0 0 0 0,-1 0 0 0 0,0 0 0 0 0,1 0 0 0 0,-1-1 0 0 0,1 1 0 0 0,-1-2 0 0 0,-2-9-2237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2:07.1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179 116 5637 0 0,'0'0'-152'0'0,"-6"0"-375"0"0,-18-2 510 0 0,18 2-11 0 0,2 2 0 0 0,-2 0 18 0 0,-5 2-8 0 0,-1 1 0 0 0,2 0-1 0 0,-1 1 1 0 0,-16 11-1 0 0,24-14 15 0 0,0-1 0 0 0,0 0 0 0 0,0 1 0 0 0,1 0 0 0 0,-1-1 0 0 0,1 1 0 0 0,0 0 0 0 0,0 1 0 0 0,0-1 0 0 0,0 0 0 0 0,0 0 0 0 0,1 1 0 0 0,-1-1 0 0 0,1 1 0 0 0,0-1 0 0 0,0 1 0 0 0,0 0 0 0 0,1-1 0 0 0,-1 1 0 0 0,1 0 0 0 0,0 0 0 0 0,1 4 0 0 0,-1-2 9 0 0,2 1 0 0 0,-1-1-1 0 0,1 0 1 0 0,0 0 0 0 0,0 0 0 0 0,0 0 0 0 0,1 0-1 0 0,0 0 1 0 0,0-1 0 0 0,1 1 0 0 0,-1-1 0 0 0,1 0-1 0 0,1 0 1 0 0,-1 0 0 0 0,0-1 0 0 0,10 8-1 0 0,-6-6 58 0 0,0-1-1 0 0,0 0 0 0 0,1 0 1 0 0,0-1-1 0 0,0 0 0 0 0,0 0 1 0 0,0-1-1 0 0,0-1 0 0 0,1 1 1 0 0,10 0-1 0 0,-17-3-35 0 0,-1 1 0 0 0,1-2 0 0 0,0 1-1 0 0,-1 0 1 0 0,1 0 0 0 0,-1-1 0 0 0,1 0 0 0 0,-1 1-1 0 0,1-1 1 0 0,-1 0 0 0 0,1 0 0 0 0,-1 0 0 0 0,1-1-1 0 0,-1 1 1 0 0,0 0 0 0 0,0-1 0 0 0,0 0-1 0 0,0 1 1 0 0,0-1 0 0 0,0 0 0 0 0,0 0 0 0 0,-1 0-1 0 0,1 0 1 0 0,-1-1 0 0 0,1 1 0 0 0,-1 0 0 0 0,0 0-1 0 0,0-1 1 0 0,0 1 0 0 0,0-1 0 0 0,0 1 0 0 0,-1-1-1 0 0,1 0 1 0 0,0-2 0 0 0,0-3 7 0 0,1 1 0 0 0,-1 0-1 0 0,-1-1 1 0 0,1 1 0 0 0,-1-1 0 0 0,0 1-1 0 0,-1 0 1 0 0,0-1 0 0 0,0 1 0 0 0,-4-11 0 0 0,3 11-20 0 0,-2 0 0 0 0,1 1 0 0 0,-1-1 0 0 0,0 1 0 0 0,0 0 0 0 0,-1 0 0 0 0,0 1 0 0 0,0-1 0 0 0,0 1 0 0 0,0 0 0 0 0,-10-6 0 0 0,-2 0-7 0 0,-1 1-1 0 0,-33-14 0 0 0,25 13-9 0 0,-54-19-10 0 0,78 30-27 0 0,50-20-217 0 0,179-19-95 0 0,-225 38 366 0 0,51-9 200 0 0,-52 11-221 0 0,0-1-1 0 0,0 1 0 0 0,0-1 1 0 0,0 1-1 0 0,0-1 0 0 0,0 1 1 0 0,0 0-1 0 0,0-1 1 0 0,0 1-1 0 0,0 0 0 0 0,-1 0 1 0 0,1-1-1 0 0,0 1 0 0 0,0 0 1 0 0,-1 0-1 0 0,1 0 0 0 0,0 0 1 0 0,-1 0-1 0 0,1 0 1 0 0,-1 0-1 0 0,1 1 0 0 0,-1-1 1 0 0,0 0-1 0 0,0 0 0 0 0,1 0 1 0 0,-1 0-1 0 0,0 0 1 0 0,0 1-1 0 0,0-1 0 0 0,0 0 1 0 0,0 0-1 0 0,0 0 0 0 0,0 1 1 0 0,-1 1-1 0 0,-7 65-115 0 0,3-24 81 0 0,6-22 31 0 0,1 0 0 0 0,2 0 0 0 0,9 36 1 0 0,2 14 11 0 0,-10-23 2848 0 0,-5-49-2812 0 0,-10-9 78 0 0,1-1 1 0 0,0 0-1 0 0,0-1 1 0 0,1 0 0 0 0,0 0-1 0 0,1-1 1 0 0,1 0-1 0 0,0 0 1 0 0,0 0-1 0 0,-4-17 1 0 0,4 13-106 0 0,1-1-1 0 0,1 0 1 0 0,1 0 0 0 0,0 0 0 0 0,1 0 0 0 0,1 0 0 0 0,1-1-1 0 0,1-17 1 0 0,-1 32-30 0 0,1 0 0 0 0,-1 1 0 0 0,1-1 0 0 0,0 0 0 0 0,-1 1 0 0 0,1-1 0 0 0,0 1 0 0 0,0-1 0 0 0,1 1 0 0 0,-1 0 0 0 0,0-1 0 0 0,1 1 0 0 0,0 0 0 0 0,-1 0 0 0 0,1 0 0 0 0,0 0 0 0 0,0 0 0 0 0,0 0 0 0 0,0 1 0 0 0,3-2 0 0 0,-1 1-13 0 0,0 0 1 0 0,1 0-1 0 0,-1 1 1 0 0,1-1 0 0 0,-1 1-1 0 0,1 0 1 0 0,-1 1-1 0 0,1-1 1 0 0,0 1-1 0 0,8 0 1 0 0,1 1-31 0 0,0 1 1 0 0,1 1 0 0 0,-1 0-1 0 0,0 1 1 0 0,-1 0-1 0 0,23 11 1 0 0,-20-7 7 0 0,0 1 1 0 0,0 1 0 0 0,-1 1-1 0 0,-1 0 1 0 0,1 1 0 0 0,22 25-1 0 0,-30-29 42 0 0,-1-1-1 0 0,0 1 0 0 0,0 0 0 0 0,-1 0 0 0 0,0 1 0 0 0,0-1 0 0 0,-1 1 0 0 0,0 0 0 0 0,-1 1 1 0 0,0-1-1 0 0,0 1 0 0 0,-1-1 0 0 0,0 1 0 0 0,0 12 0 0 0,-2-19-4 0 0,0 0 0 0 0,0 0 0 0 0,-1 0 0 0 0,1 0 0 0 0,-1 0 0 0 0,0 0 0 0 0,1 0 1 0 0,-1-1-1 0 0,-1 1 0 0 0,1 0 0 0 0,0-1 0 0 0,-1 1 0 0 0,1-1 0 0 0,-1 1 0 0 0,0-1 0 0 0,-3 4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2:08.1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271 21 5677 0 0,'0'0'-267'0'0,"-16"-13"-701"0"0,5 10 947 0 0,1 1 1 0 0,0 1 0 0 0,-1 0 0 0 0,1 0-1 0 0,-1 1 1 0 0,1 1 0 0 0,-1 0 0 0 0,1 0-1 0 0,0 1 1 0 0,-1 0 0 0 0,1 0-1 0 0,0 2 1 0 0,0-1 0 0 0,1 1 0 0 0,-1 0-1 0 0,1 1 1 0 0,0 0 0 0 0,0 1-1 0 0,0 0 1 0 0,1 0 0 0 0,0 1 0 0 0,0 0-1 0 0,-9 11 1 0 0,15-16 26 0 0,1-1-1 0 0,0 1 1 0 0,0 0 0 0 0,0-1 0 0 0,-1 1-1 0 0,2 0 1 0 0,-1 0 0 0 0,0 0 0 0 0,0 0-1 0 0,1 0 1 0 0,-1 0 0 0 0,1 0-1 0 0,-1 0 1 0 0,1 0 0 0 0,0 0 0 0 0,0 0-1 0 0,0 0 1 0 0,0 0 0 0 0,0 0 0 0 0,1 0-1 0 0,0 4 1 0 0,0-2 0 0 0,1 0 1 0 0,0 0-1 0 0,0 0 0 0 0,1 0 1 0 0,-1-1-1 0 0,1 1 0 0 0,0-1 1 0 0,-1 1-1 0 0,7 5 0 0 0,7 4 6 0 0,1-1 0 0 0,0 0 0 0 0,26 13 0 0 0,-37-22-7 0 0,44 24 3 0 0,-28-18-20 0 0,0 2 1 0 0,-1 1-1 0 0,-1 1 0 0 0,0 0 1 0 0,-1 2-1 0 0,-1 0 0 0 0,21 21 1 0 0,-38-35 19 0 0,0 1 1 0 0,0-1 0 0 0,1 0-1 0 0,-1 1 1 0 0,0-1-1 0 0,0 1 1 0 0,0 0 0 0 0,-1-1-1 0 0,1 1 1 0 0,0 0-1 0 0,0 0 1 0 0,-1-1 0 0 0,1 1-1 0 0,-1 0 1 0 0,0 0 0 0 0,0 0-1 0 0,1-1 1 0 0,-1 1-1 0 0,0 0 1 0 0,0 0 0 0 0,-1 0-1 0 0,1 0 1 0 0,0 0-1 0 0,-1-1 1 0 0,1 1 0 0 0,-1 0-1 0 0,0 2 1 0 0,-2-1 17 0 0,1-1-1 0 0,0 1 1 0 0,-1 0 0 0 0,0-1-1 0 0,0 0 1 0 0,1 1 0 0 0,-1-1-1 0 0,0 0 1 0 0,-1-1 0 0 0,1 1-1 0 0,0 0 1 0 0,-1-1 0 0 0,-3 1-1 0 0,-14 5 116 0 0,-1-2 1 0 0,-1 0-1 0 0,-30 1 0 0 0,52-6-136 0 0,-11 2 198 0 0,1 0 0 0 0,-1-1-1 0 0,1-1 1 0 0,-1 0 0 0 0,0 0 0 0 0,1-1 0 0 0,-1-1 0 0 0,1 0-1 0 0,0 0 1 0 0,-1-1 0 0 0,-14-6 0 0 0,25 8-184 0 0,0 0-1 0 0,-1 1 1 0 0,1-1 0 0 0,0 0-1 0 0,0 0 1 0 0,0 0 0 0 0,0 1-1 0 0,-1-1 1 0 0,1 0 0 0 0,0 0-1 0 0,1-1 1 0 0,-1 1 0 0 0,0 0-1 0 0,0 0 1 0 0,0 0 0 0 0,1-1-1 0 0,-1 1 1 0 0,0 0 0 0 0,1-1-1 0 0,0 1 1 0 0,-1 0 0 0 0,1-1-1 0 0,0 1 1 0 0,-1-1 0 0 0,1 1-1 0 0,0-1 1 0 0,0 1 0 0 0,0-2-1 0 0,1 0-14 0 0,0 0-1 0 0,1 1 0 0 0,-1-1 0 0 0,0 0 0 0 0,1 1 0 0 0,0-1 0 0 0,-1 1 0 0 0,1-1 0 0 0,0 1 0 0 0,0 0 0 0 0,1 0 0 0 0,3-3 0 0 0,8-6-91 0 0,1 1 0 0 0,0 1 0 0 0,22-10 0 0 0,35-14-32 0 0,91-48-415 0 0,-146 71 766 0 0,0-1 0 0 0,-1-1 0 0 0,-1 0 0 0 0,0-2 1 0 0,0 1-1 0 0,24-32 0 0 0,-27 15 486 0 0,-12 29-535 0 0,-4 2-188 0 0,0 0 0 0 0,-1 0 1 0 0,1 0-1 0 0,0 0 0 0 0,0 1 0 0 0,0 0 1 0 0,1 0-1 0 0,-1 0 0 0 0,0 0 0 0 0,1 0 1 0 0,-1 1-1 0 0,1-1 0 0 0,0 1 0 0 0,0 0 1 0 0,0 0-1 0 0,0 1 0 0 0,0-1 0 0 0,1 0 1 0 0,-1 1-1 0 0,1 0 0 0 0,0-1 0 0 0,0 1 1 0 0,-1 5-1 0 0,1-6-7 0 0,0 1 0 0 0,0 0 1 0 0,1 0-1 0 0,-1 0 0 0 0,1 0 0 0 0,0 0 1 0 0,0 0-1 0 0,1 0 0 0 0,-1 0 0 0 0,1 0 1 0 0,0 0-1 0 0,0 1 0 0 0,0-1 0 0 0,1 0 1 0 0,-1 0-1 0 0,1 0 0 0 0,0 0 0 0 0,0 0 1 0 0,1 0-1 0 0,-1 0 0 0 0,1 0 0 0 0,0-1 1 0 0,4 7-1 0 0,2-3 9 0 0,0 0 0 0 0,0 0 0 0 0,1-1 1 0 0,0 0-1 0 0,1 0 0 0 0,-1-1 0 0 0,1-1 0 0 0,0 1 1 0 0,20 4-1 0 0,104 20-23 0 0,-95-22 5 0 0,24 4-359 0 0,103 3 1 0 0,-117-13-1457 0 0,56-8-1 0 0,-39-2-1146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6.6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7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1.5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.7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3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4.3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5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8.5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9.2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45.3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5.3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6.8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3.9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5.1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8.2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9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0.6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1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3.0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4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0:18.5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1 4776 0 0,'-6'38'3739'0'0,"5"-35"-3311"0"0,-25-17-7515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2.9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4.4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5.8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6.5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7.3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8.0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9.1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1.9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3.1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0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6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9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5.7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0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2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8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7.4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8.0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30.6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31.7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3:20.1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33.7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34.6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35.8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36.6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37.70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38.7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39.23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0.6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1.1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4.8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5.3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5.9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6.48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6.79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7.09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7.28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48.7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54.3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6:56.5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6.6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7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1.5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.7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3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4.3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5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8.5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9.2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45.3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5.3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6.8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3.9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5.1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8.2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9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0.6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1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3.0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4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0:18.5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1 4776 0 0,'-6'38'3739'0'0,"5"-35"-3311"0"0,-25-17-7515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2.9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4.4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5.8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6.5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7.3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8.0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9.1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1.9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3.1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0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6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9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5.7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0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2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8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7.4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8.0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30.6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31.7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3:20.1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6.6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7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1.5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.7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3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4.3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5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8.5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9.2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45.3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5.3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6.8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3.9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5.1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8.2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9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0.6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1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3.0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4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0:18.5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1 4776 0 0,'-6'38'3739'0'0,"5"-35"-3311"0"0,-25-17-7515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2.9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4.4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5.8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6.5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7.3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8.0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9.1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1.9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3.1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0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6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9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5.7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0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2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8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7.4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8.0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30.6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31.7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3:20.1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6.6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7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1.5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.7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3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4.3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5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8.5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9.2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45.3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5.3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6.8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3.9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5.1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8.2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9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0.6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1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3.0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4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0:18.5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1 4776 0 0,'-6'38'3739'0'0,"5"-35"-3311"0"0,-25-17-7515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2.9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4.4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5.8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6.5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7.3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8.0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09.1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1.9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3.1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0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6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4.9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5.7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0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2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6.8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7.4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28.0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30.6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1:31.7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3:20.1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07:25.5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21" Type="http://schemas.openxmlformats.org/officeDocument/2006/relationships/image" Target="../media/image15.png"/><Relationship Id="rId42" Type="http://schemas.openxmlformats.org/officeDocument/2006/relationships/customXml" Target="../ink/ink13.xml"/><Relationship Id="rId47" Type="http://schemas.openxmlformats.org/officeDocument/2006/relationships/image" Target="../media/image28.png"/><Relationship Id="rId50" Type="http://schemas.openxmlformats.org/officeDocument/2006/relationships/customXml" Target="../ink/ink17.xml"/><Relationship Id="rId55" Type="http://schemas.openxmlformats.org/officeDocument/2006/relationships/image" Target="../media/image32.png"/><Relationship Id="rId63" Type="http://schemas.openxmlformats.org/officeDocument/2006/relationships/image" Target="../media/image5.png"/><Relationship Id="rId68" Type="http://schemas.openxmlformats.org/officeDocument/2006/relationships/customXml" Target="../ink/ink26.xml"/><Relationship Id="rId7" Type="http://schemas.openxmlformats.org/officeDocument/2006/relationships/image" Target="../media/image80.png"/><Relationship Id="rId71" Type="http://schemas.openxmlformats.org/officeDocument/2006/relationships/image" Target="../media/image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1" Type="http://schemas.openxmlformats.org/officeDocument/2006/relationships/image" Target="../media/image10.png"/><Relationship Id="rId45" Type="http://schemas.openxmlformats.org/officeDocument/2006/relationships/image" Target="../media/image27.png"/><Relationship Id="rId53" Type="http://schemas.openxmlformats.org/officeDocument/2006/relationships/image" Target="../media/image31.png"/><Relationship Id="rId58" Type="http://schemas.openxmlformats.org/officeDocument/2006/relationships/customXml" Target="../ink/ink21.xml"/><Relationship Id="rId66" Type="http://schemas.openxmlformats.org/officeDocument/2006/relationships/customXml" Target="../ink/ink25.xml"/><Relationship Id="rId5" Type="http://schemas.openxmlformats.org/officeDocument/2006/relationships/image" Target="../media/image70.png"/><Relationship Id="rId61" Type="http://schemas.openxmlformats.org/officeDocument/2006/relationships/image" Target="../media/image4.png"/><Relationship Id="rId19" Type="http://schemas.openxmlformats.org/officeDocument/2006/relationships/image" Target="../media/image14.png"/><Relationship Id="rId4" Type="http://schemas.openxmlformats.org/officeDocument/2006/relationships/customXml" Target="../ink/ink2.xml"/><Relationship Id="rId9" Type="http://schemas.openxmlformats.org/officeDocument/2006/relationships/image" Target="../media/image9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8.png"/><Relationship Id="rId43" Type="http://schemas.openxmlformats.org/officeDocument/2006/relationships/image" Target="../media/image26.png"/><Relationship Id="rId48" Type="http://schemas.openxmlformats.org/officeDocument/2006/relationships/customXml" Target="../ink/ink16.xml"/><Relationship Id="rId56" Type="http://schemas.openxmlformats.org/officeDocument/2006/relationships/customXml" Target="../ink/ink20.xml"/><Relationship Id="rId64" Type="http://schemas.openxmlformats.org/officeDocument/2006/relationships/customXml" Target="../ink/ink24.xml"/><Relationship Id="rId69" Type="http://schemas.openxmlformats.org/officeDocument/2006/relationships/image" Target="../media/image8.png"/><Relationship Id="rId8" Type="http://schemas.openxmlformats.org/officeDocument/2006/relationships/customXml" Target="../ink/ink4.xml"/><Relationship Id="rId51" Type="http://schemas.openxmlformats.org/officeDocument/2006/relationships/image" Target="../media/image30.png"/><Relationship Id="rId72" Type="http://schemas.openxmlformats.org/officeDocument/2006/relationships/customXml" Target="../ink/ink28.xml"/><Relationship Id="rId3" Type="http://schemas.openxmlformats.org/officeDocument/2006/relationships/image" Target="../media/image60.png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46" Type="http://schemas.openxmlformats.org/officeDocument/2006/relationships/customXml" Target="../ink/ink15.xml"/><Relationship Id="rId59" Type="http://schemas.openxmlformats.org/officeDocument/2006/relationships/image" Target="../media/image3.png"/><Relationship Id="rId67" Type="http://schemas.openxmlformats.org/officeDocument/2006/relationships/image" Target="../media/image7.png"/><Relationship Id="rId20" Type="http://schemas.openxmlformats.org/officeDocument/2006/relationships/customXml" Target="../ink/ink10.xml"/><Relationship Id="rId41" Type="http://schemas.openxmlformats.org/officeDocument/2006/relationships/image" Target="../media/image25.png"/><Relationship Id="rId54" Type="http://schemas.openxmlformats.org/officeDocument/2006/relationships/customXml" Target="../ink/ink19.xml"/><Relationship Id="rId62" Type="http://schemas.openxmlformats.org/officeDocument/2006/relationships/customXml" Target="../ink/ink23.xml"/><Relationship Id="rId70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12.png"/><Relationship Id="rId28" Type="http://schemas.openxmlformats.org/officeDocument/2006/relationships/customXml" Target="../ink/ink12.xml"/><Relationship Id="rId49" Type="http://schemas.openxmlformats.org/officeDocument/2006/relationships/image" Target="../media/image29.png"/><Relationship Id="rId57" Type="http://schemas.openxmlformats.org/officeDocument/2006/relationships/image" Target="../media/image2.png"/><Relationship Id="rId10" Type="http://schemas.openxmlformats.org/officeDocument/2006/relationships/customXml" Target="../ink/ink5.xml"/><Relationship Id="rId44" Type="http://schemas.openxmlformats.org/officeDocument/2006/relationships/customXml" Target="../ink/ink14.xml"/><Relationship Id="rId52" Type="http://schemas.openxmlformats.org/officeDocument/2006/relationships/customXml" Target="../ink/ink18.xml"/><Relationship Id="rId60" Type="http://schemas.openxmlformats.org/officeDocument/2006/relationships/customXml" Target="../ink/ink22.xml"/><Relationship Id="rId65" Type="http://schemas.openxmlformats.org/officeDocument/2006/relationships/image" Target="../media/image6.png"/><Relationship Id="rId73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9.xml"/><Relationship Id="rId117" Type="http://schemas.openxmlformats.org/officeDocument/2006/relationships/image" Target="../media/image72.png"/><Relationship Id="rId21" Type="http://schemas.openxmlformats.org/officeDocument/2006/relationships/image" Target="../media/image17.png"/><Relationship Id="rId42" Type="http://schemas.openxmlformats.org/officeDocument/2006/relationships/customXml" Target="../ink/ink43.xml"/><Relationship Id="rId47" Type="http://schemas.openxmlformats.org/officeDocument/2006/relationships/image" Target="../media/image39.png"/><Relationship Id="rId63" Type="http://schemas.openxmlformats.org/officeDocument/2006/relationships/image" Target="../media/image33.png"/><Relationship Id="rId68" Type="http://schemas.openxmlformats.org/officeDocument/2006/relationships/customXml" Target="../ink/ink56.xml"/><Relationship Id="rId84" Type="http://schemas.openxmlformats.org/officeDocument/2006/relationships/customXml" Target="../ink/ink64.xml"/><Relationship Id="rId89" Type="http://schemas.openxmlformats.org/officeDocument/2006/relationships/image" Target="../media/image56.png"/><Relationship Id="rId112" Type="http://schemas.openxmlformats.org/officeDocument/2006/relationships/customXml" Target="../ink/ink78.xml"/><Relationship Id="rId133" Type="http://schemas.openxmlformats.org/officeDocument/2006/relationships/image" Target="../media/image81.png"/><Relationship Id="rId16" Type="http://schemas.openxmlformats.org/officeDocument/2006/relationships/customXml" Target="../ink/ink34.xml"/><Relationship Id="rId107" Type="http://schemas.openxmlformats.org/officeDocument/2006/relationships/image" Target="../media/image66.png"/><Relationship Id="rId11" Type="http://schemas.openxmlformats.org/officeDocument/2006/relationships/image" Target="../media/image610.png"/><Relationship Id="rId37" Type="http://schemas.openxmlformats.org/officeDocument/2006/relationships/image" Target="../media/image34.png"/><Relationship Id="rId53" Type="http://schemas.openxmlformats.org/officeDocument/2006/relationships/image" Target="../media/image42.png"/><Relationship Id="rId58" Type="http://schemas.openxmlformats.org/officeDocument/2006/relationships/customXml" Target="../ink/ink51.xml"/><Relationship Id="rId74" Type="http://schemas.openxmlformats.org/officeDocument/2006/relationships/customXml" Target="../ink/ink59.xml"/><Relationship Id="rId79" Type="http://schemas.openxmlformats.org/officeDocument/2006/relationships/image" Target="../media/image51.png"/><Relationship Id="rId102" Type="http://schemas.openxmlformats.org/officeDocument/2006/relationships/customXml" Target="../ink/ink73.xml"/><Relationship Id="rId123" Type="http://schemas.openxmlformats.org/officeDocument/2006/relationships/image" Target="../media/image75.png"/><Relationship Id="rId128" Type="http://schemas.openxmlformats.org/officeDocument/2006/relationships/customXml" Target="../ink/ink86.xml"/><Relationship Id="rId90" Type="http://schemas.openxmlformats.org/officeDocument/2006/relationships/customXml" Target="../ink/ink67.xml"/><Relationship Id="rId95" Type="http://schemas.openxmlformats.org/officeDocument/2006/relationships/image" Target="../media/image59.png"/><Relationship Id="rId22" Type="http://schemas.openxmlformats.org/officeDocument/2006/relationships/customXml" Target="../ink/ink37.xml"/><Relationship Id="rId27" Type="http://schemas.openxmlformats.org/officeDocument/2006/relationships/image" Target="../media/image21.png"/><Relationship Id="rId43" Type="http://schemas.openxmlformats.org/officeDocument/2006/relationships/image" Target="../media/image37.png"/><Relationship Id="rId48" Type="http://schemas.openxmlformats.org/officeDocument/2006/relationships/customXml" Target="../ink/ink46.xml"/><Relationship Id="rId64" Type="http://schemas.openxmlformats.org/officeDocument/2006/relationships/customXml" Target="../ink/ink54.xml"/><Relationship Id="rId69" Type="http://schemas.openxmlformats.org/officeDocument/2006/relationships/image" Target="../media/image46.png"/><Relationship Id="rId113" Type="http://schemas.openxmlformats.org/officeDocument/2006/relationships/image" Target="../media/image69.png"/><Relationship Id="rId118" Type="http://schemas.openxmlformats.org/officeDocument/2006/relationships/customXml" Target="../ink/ink81.xml"/><Relationship Id="rId134" Type="http://schemas.openxmlformats.org/officeDocument/2006/relationships/customXml" Target="../ink/ink89.xml"/><Relationship Id="rId80" Type="http://schemas.openxmlformats.org/officeDocument/2006/relationships/customXml" Target="../ink/ink62.xml"/><Relationship Id="rId85" Type="http://schemas.openxmlformats.org/officeDocument/2006/relationships/image" Target="../media/image54.png"/><Relationship Id="rId12" Type="http://schemas.openxmlformats.org/officeDocument/2006/relationships/customXml" Target="../ink/ink32.xml"/><Relationship Id="rId17" Type="http://schemas.openxmlformats.org/officeDocument/2006/relationships/image" Target="../media/image910.png"/><Relationship Id="rId38" Type="http://schemas.openxmlformats.org/officeDocument/2006/relationships/customXml" Target="../ink/ink41.xml"/><Relationship Id="rId59" Type="http://schemas.openxmlformats.org/officeDocument/2006/relationships/image" Target="../media/image23.png"/><Relationship Id="rId103" Type="http://schemas.openxmlformats.org/officeDocument/2006/relationships/image" Target="../media/image64.png"/><Relationship Id="rId108" Type="http://schemas.openxmlformats.org/officeDocument/2006/relationships/customXml" Target="../ink/ink76.xml"/><Relationship Id="rId124" Type="http://schemas.openxmlformats.org/officeDocument/2006/relationships/customXml" Target="../ink/ink84.xml"/><Relationship Id="rId129" Type="http://schemas.openxmlformats.org/officeDocument/2006/relationships/image" Target="../media/image78.png"/><Relationship Id="rId54" Type="http://schemas.openxmlformats.org/officeDocument/2006/relationships/customXml" Target="../ink/ink49.xml"/><Relationship Id="rId70" Type="http://schemas.openxmlformats.org/officeDocument/2006/relationships/customXml" Target="../ink/ink57.xml"/><Relationship Id="rId75" Type="http://schemas.openxmlformats.org/officeDocument/2006/relationships/image" Target="../media/image49.png"/><Relationship Id="rId91" Type="http://schemas.openxmlformats.org/officeDocument/2006/relationships/image" Target="../media/image57.png"/><Relationship Id="rId96" Type="http://schemas.openxmlformats.org/officeDocument/2006/relationships/customXml" Target="../ink/ink70.xml"/><Relationship Id="rId1" Type="http://schemas.openxmlformats.org/officeDocument/2006/relationships/slideLayout" Target="../slideLayouts/slideLayout2.xml"/><Relationship Id="rId23" Type="http://schemas.openxmlformats.org/officeDocument/2006/relationships/image" Target="../media/image19.png"/><Relationship Id="rId28" Type="http://schemas.openxmlformats.org/officeDocument/2006/relationships/customXml" Target="../ink/ink40.xml"/><Relationship Id="rId49" Type="http://schemas.openxmlformats.org/officeDocument/2006/relationships/image" Target="../media/image40.png"/><Relationship Id="rId114" Type="http://schemas.openxmlformats.org/officeDocument/2006/relationships/customXml" Target="../ink/ink79.xml"/><Relationship Id="rId119" Type="http://schemas.openxmlformats.org/officeDocument/2006/relationships/image" Target="../media/image73.png"/><Relationship Id="rId44" Type="http://schemas.openxmlformats.org/officeDocument/2006/relationships/customXml" Target="../ink/ink44.xml"/><Relationship Id="rId60" Type="http://schemas.openxmlformats.org/officeDocument/2006/relationships/customXml" Target="../ink/ink52.xml"/><Relationship Id="rId65" Type="http://schemas.openxmlformats.org/officeDocument/2006/relationships/image" Target="../media/image44.png"/><Relationship Id="rId81" Type="http://schemas.openxmlformats.org/officeDocument/2006/relationships/image" Target="../media/image52.png"/><Relationship Id="rId86" Type="http://schemas.openxmlformats.org/officeDocument/2006/relationships/customXml" Target="../ink/ink65.xml"/><Relationship Id="rId130" Type="http://schemas.openxmlformats.org/officeDocument/2006/relationships/customXml" Target="../ink/ink87.xml"/><Relationship Id="rId135" Type="http://schemas.openxmlformats.org/officeDocument/2006/relationships/image" Target="../media/image82.png"/><Relationship Id="rId13" Type="http://schemas.openxmlformats.org/officeDocument/2006/relationships/image" Target="../media/image710.png"/><Relationship Id="rId18" Type="http://schemas.openxmlformats.org/officeDocument/2006/relationships/customXml" Target="../ink/ink35.xml"/><Relationship Id="rId39" Type="http://schemas.openxmlformats.org/officeDocument/2006/relationships/image" Target="../media/image35.png"/><Relationship Id="rId109" Type="http://schemas.openxmlformats.org/officeDocument/2006/relationships/image" Target="../media/image67.png"/><Relationship Id="rId50" Type="http://schemas.openxmlformats.org/officeDocument/2006/relationships/customXml" Target="../ink/ink47.xml"/><Relationship Id="rId55" Type="http://schemas.openxmlformats.org/officeDocument/2006/relationships/image" Target="../media/image43.png"/><Relationship Id="rId76" Type="http://schemas.openxmlformats.org/officeDocument/2006/relationships/customXml" Target="../ink/ink60.xml"/><Relationship Id="rId97" Type="http://schemas.openxmlformats.org/officeDocument/2006/relationships/image" Target="../media/image61.png"/><Relationship Id="rId104" Type="http://schemas.openxmlformats.org/officeDocument/2006/relationships/customXml" Target="../ink/ink74.xml"/><Relationship Id="rId120" Type="http://schemas.openxmlformats.org/officeDocument/2006/relationships/customXml" Target="../ink/ink82.xml"/><Relationship Id="rId125" Type="http://schemas.openxmlformats.org/officeDocument/2006/relationships/image" Target="../media/image76.png"/><Relationship Id="rId7" Type="http://schemas.openxmlformats.org/officeDocument/2006/relationships/image" Target="../media/image410.png"/><Relationship Id="rId71" Type="http://schemas.openxmlformats.org/officeDocument/2006/relationships/image" Target="../media/image47.png"/><Relationship Id="rId92" Type="http://schemas.openxmlformats.org/officeDocument/2006/relationships/customXml" Target="../ink/ink68.xml"/><Relationship Id="rId2" Type="http://schemas.openxmlformats.org/officeDocument/2006/relationships/customXml" Target="../ink/ink29.xml"/><Relationship Id="rId24" Type="http://schemas.openxmlformats.org/officeDocument/2006/relationships/customXml" Target="../ink/ink38.xml"/><Relationship Id="rId40" Type="http://schemas.openxmlformats.org/officeDocument/2006/relationships/customXml" Target="../ink/ink42.xml"/><Relationship Id="rId45" Type="http://schemas.openxmlformats.org/officeDocument/2006/relationships/image" Target="../media/image38.png"/><Relationship Id="rId66" Type="http://schemas.openxmlformats.org/officeDocument/2006/relationships/customXml" Target="../ink/ink55.xml"/><Relationship Id="rId87" Type="http://schemas.openxmlformats.org/officeDocument/2006/relationships/image" Target="../media/image55.png"/><Relationship Id="rId110" Type="http://schemas.openxmlformats.org/officeDocument/2006/relationships/customXml" Target="../ink/ink77.xml"/><Relationship Id="rId115" Type="http://schemas.openxmlformats.org/officeDocument/2006/relationships/image" Target="../media/image71.png"/><Relationship Id="rId131" Type="http://schemas.openxmlformats.org/officeDocument/2006/relationships/image" Target="../media/image79.png"/><Relationship Id="rId136" Type="http://schemas.openxmlformats.org/officeDocument/2006/relationships/customXml" Target="../ink/ink90.xml"/><Relationship Id="rId61" Type="http://schemas.openxmlformats.org/officeDocument/2006/relationships/image" Target="../media/image24.png"/><Relationship Id="rId82" Type="http://schemas.openxmlformats.org/officeDocument/2006/relationships/customXml" Target="../ink/ink63.xml"/><Relationship Id="rId19" Type="http://schemas.openxmlformats.org/officeDocument/2006/relationships/image" Target="../media/image160.png"/><Relationship Id="rId14" Type="http://schemas.openxmlformats.org/officeDocument/2006/relationships/customXml" Target="../ink/ink33.xml"/><Relationship Id="rId56" Type="http://schemas.openxmlformats.org/officeDocument/2006/relationships/customXml" Target="../ink/ink50.xml"/><Relationship Id="rId77" Type="http://schemas.openxmlformats.org/officeDocument/2006/relationships/image" Target="../media/image50.png"/><Relationship Id="rId100" Type="http://schemas.openxmlformats.org/officeDocument/2006/relationships/customXml" Target="../ink/ink72.xml"/><Relationship Id="rId105" Type="http://schemas.openxmlformats.org/officeDocument/2006/relationships/image" Target="../media/image65.png"/><Relationship Id="rId126" Type="http://schemas.openxmlformats.org/officeDocument/2006/relationships/customXml" Target="../ink/ink85.xml"/><Relationship Id="rId8" Type="http://schemas.openxmlformats.org/officeDocument/2006/relationships/customXml" Target="../ink/ink30.xml"/><Relationship Id="rId51" Type="http://schemas.openxmlformats.org/officeDocument/2006/relationships/image" Target="../media/image41.png"/><Relationship Id="rId72" Type="http://schemas.openxmlformats.org/officeDocument/2006/relationships/customXml" Target="../ink/ink58.xml"/><Relationship Id="rId93" Type="http://schemas.openxmlformats.org/officeDocument/2006/relationships/image" Target="../media/image58.png"/><Relationship Id="rId98" Type="http://schemas.openxmlformats.org/officeDocument/2006/relationships/customXml" Target="../ink/ink71.xml"/><Relationship Id="rId121" Type="http://schemas.openxmlformats.org/officeDocument/2006/relationships/image" Target="../media/image74.png"/><Relationship Id="rId25" Type="http://schemas.openxmlformats.org/officeDocument/2006/relationships/image" Target="../media/image20.png"/><Relationship Id="rId46" Type="http://schemas.openxmlformats.org/officeDocument/2006/relationships/customXml" Target="../ink/ink45.xml"/><Relationship Id="rId67" Type="http://schemas.openxmlformats.org/officeDocument/2006/relationships/image" Target="../media/image45.png"/><Relationship Id="rId116" Type="http://schemas.openxmlformats.org/officeDocument/2006/relationships/customXml" Target="../ink/ink80.xml"/><Relationship Id="rId137" Type="http://schemas.openxmlformats.org/officeDocument/2006/relationships/image" Target="../media/image83.png"/><Relationship Id="rId20" Type="http://schemas.openxmlformats.org/officeDocument/2006/relationships/customXml" Target="../ink/ink36.xml"/><Relationship Id="rId41" Type="http://schemas.openxmlformats.org/officeDocument/2006/relationships/image" Target="../media/image36.png"/><Relationship Id="rId62" Type="http://schemas.openxmlformats.org/officeDocument/2006/relationships/customXml" Target="../ink/ink53.xml"/><Relationship Id="rId83" Type="http://schemas.openxmlformats.org/officeDocument/2006/relationships/image" Target="../media/image53.png"/><Relationship Id="rId88" Type="http://schemas.openxmlformats.org/officeDocument/2006/relationships/customXml" Target="../ink/ink66.xml"/><Relationship Id="rId111" Type="http://schemas.openxmlformats.org/officeDocument/2006/relationships/image" Target="../media/image68.png"/><Relationship Id="rId132" Type="http://schemas.openxmlformats.org/officeDocument/2006/relationships/customXml" Target="../ink/ink88.xml"/><Relationship Id="rId15" Type="http://schemas.openxmlformats.org/officeDocument/2006/relationships/image" Target="../media/image810.png"/><Relationship Id="rId57" Type="http://schemas.openxmlformats.org/officeDocument/2006/relationships/image" Target="../media/image22.png"/><Relationship Id="rId106" Type="http://schemas.openxmlformats.org/officeDocument/2006/relationships/customXml" Target="../ink/ink75.xml"/><Relationship Id="rId127" Type="http://schemas.openxmlformats.org/officeDocument/2006/relationships/image" Target="../media/image77.png"/><Relationship Id="rId10" Type="http://schemas.openxmlformats.org/officeDocument/2006/relationships/customXml" Target="../ink/ink31.xml"/><Relationship Id="rId52" Type="http://schemas.openxmlformats.org/officeDocument/2006/relationships/customXml" Target="../ink/ink48.xml"/><Relationship Id="rId73" Type="http://schemas.openxmlformats.org/officeDocument/2006/relationships/image" Target="../media/image48.png"/><Relationship Id="rId78" Type="http://schemas.openxmlformats.org/officeDocument/2006/relationships/customXml" Target="../ink/ink61.xml"/><Relationship Id="rId94" Type="http://schemas.openxmlformats.org/officeDocument/2006/relationships/customXml" Target="../ink/ink69.xml"/><Relationship Id="rId99" Type="http://schemas.openxmlformats.org/officeDocument/2006/relationships/image" Target="../media/image62.png"/><Relationship Id="rId101" Type="http://schemas.openxmlformats.org/officeDocument/2006/relationships/image" Target="../media/image63.png"/><Relationship Id="rId122" Type="http://schemas.openxmlformats.org/officeDocument/2006/relationships/customXml" Target="../ink/ink83.xml"/><Relationship Id="rId9" Type="http://schemas.openxmlformats.org/officeDocument/2006/relationships/image" Target="../media/image510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3.xml"/><Relationship Id="rId117" Type="http://schemas.openxmlformats.org/officeDocument/2006/relationships/image" Target="../media/image78.png"/><Relationship Id="rId21" Type="http://schemas.openxmlformats.org/officeDocument/2006/relationships/image" Target="../media/image94.png"/><Relationship Id="rId42" Type="http://schemas.openxmlformats.org/officeDocument/2006/relationships/customXml" Target="../ink/ink111.xml"/><Relationship Id="rId47" Type="http://schemas.openxmlformats.org/officeDocument/2006/relationships/image" Target="../media/image107.png"/><Relationship Id="rId63" Type="http://schemas.openxmlformats.org/officeDocument/2006/relationships/image" Target="../media/image115.png"/><Relationship Id="rId68" Type="http://schemas.openxmlformats.org/officeDocument/2006/relationships/customXml" Target="../ink/ink124.xml"/><Relationship Id="rId84" Type="http://schemas.openxmlformats.org/officeDocument/2006/relationships/customXml" Target="../ink/ink132.xml"/><Relationship Id="rId89" Type="http://schemas.openxmlformats.org/officeDocument/2006/relationships/image" Target="../media/image63.png"/><Relationship Id="rId112" Type="http://schemas.openxmlformats.org/officeDocument/2006/relationships/customXml" Target="../ink/ink146.xml"/><Relationship Id="rId16" Type="http://schemas.openxmlformats.org/officeDocument/2006/relationships/customXml" Target="../ink/ink98.xml"/><Relationship Id="rId107" Type="http://schemas.openxmlformats.org/officeDocument/2006/relationships/image" Target="../media/image73.png"/><Relationship Id="rId11" Type="http://schemas.openxmlformats.org/officeDocument/2006/relationships/image" Target="../media/image88.png"/><Relationship Id="rId32" Type="http://schemas.openxmlformats.org/officeDocument/2006/relationships/customXml" Target="../ink/ink106.xml"/><Relationship Id="rId37" Type="http://schemas.openxmlformats.org/officeDocument/2006/relationships/image" Target="../media/image102.png"/><Relationship Id="rId53" Type="http://schemas.openxmlformats.org/officeDocument/2006/relationships/image" Target="../media/image110.png"/><Relationship Id="rId58" Type="http://schemas.openxmlformats.org/officeDocument/2006/relationships/customXml" Target="../ink/ink119.xml"/><Relationship Id="rId74" Type="http://schemas.openxmlformats.org/officeDocument/2006/relationships/customXml" Target="../ink/ink127.xml"/><Relationship Id="rId79" Type="http://schemas.openxmlformats.org/officeDocument/2006/relationships/image" Target="../media/image123.png"/><Relationship Id="rId102" Type="http://schemas.openxmlformats.org/officeDocument/2006/relationships/customXml" Target="../ink/ink141.xml"/><Relationship Id="rId123" Type="http://schemas.openxmlformats.org/officeDocument/2006/relationships/image" Target="../media/image82.png"/><Relationship Id="rId5" Type="http://schemas.openxmlformats.org/officeDocument/2006/relationships/image" Target="../media/image85.png"/><Relationship Id="rId90" Type="http://schemas.openxmlformats.org/officeDocument/2006/relationships/customXml" Target="../ink/ink135.xml"/><Relationship Id="rId95" Type="http://schemas.openxmlformats.org/officeDocument/2006/relationships/image" Target="../media/image66.png"/><Relationship Id="rId22" Type="http://schemas.openxmlformats.org/officeDocument/2006/relationships/customXml" Target="../ink/ink101.xml"/><Relationship Id="rId27" Type="http://schemas.openxmlformats.org/officeDocument/2006/relationships/image" Target="../media/image97.png"/><Relationship Id="rId43" Type="http://schemas.openxmlformats.org/officeDocument/2006/relationships/image" Target="../media/image105.png"/><Relationship Id="rId48" Type="http://schemas.openxmlformats.org/officeDocument/2006/relationships/customXml" Target="../ink/ink114.xml"/><Relationship Id="rId64" Type="http://schemas.openxmlformats.org/officeDocument/2006/relationships/customXml" Target="../ink/ink122.xml"/><Relationship Id="rId69" Type="http://schemas.openxmlformats.org/officeDocument/2006/relationships/image" Target="../media/image118.png"/><Relationship Id="rId113" Type="http://schemas.openxmlformats.org/officeDocument/2006/relationships/image" Target="../media/image76.png"/><Relationship Id="rId118" Type="http://schemas.openxmlformats.org/officeDocument/2006/relationships/customXml" Target="../ink/ink149.xml"/><Relationship Id="rId80" Type="http://schemas.openxmlformats.org/officeDocument/2006/relationships/customXml" Target="../ink/ink130.xml"/><Relationship Id="rId85" Type="http://schemas.openxmlformats.org/officeDocument/2006/relationships/image" Target="../media/image126.png"/><Relationship Id="rId12" Type="http://schemas.openxmlformats.org/officeDocument/2006/relationships/customXml" Target="../ink/ink96.xml"/><Relationship Id="rId17" Type="http://schemas.openxmlformats.org/officeDocument/2006/relationships/image" Target="../media/image92.png"/><Relationship Id="rId33" Type="http://schemas.openxmlformats.org/officeDocument/2006/relationships/image" Target="../media/image100.png"/><Relationship Id="rId38" Type="http://schemas.openxmlformats.org/officeDocument/2006/relationships/customXml" Target="../ink/ink109.xml"/><Relationship Id="rId59" Type="http://schemas.openxmlformats.org/officeDocument/2006/relationships/image" Target="../media/image113.png"/><Relationship Id="rId103" Type="http://schemas.openxmlformats.org/officeDocument/2006/relationships/image" Target="../media/image71.png"/><Relationship Id="rId108" Type="http://schemas.openxmlformats.org/officeDocument/2006/relationships/customXml" Target="../ink/ink144.xml"/><Relationship Id="rId124" Type="http://schemas.openxmlformats.org/officeDocument/2006/relationships/customXml" Target="../ink/ink152.xml"/><Relationship Id="rId54" Type="http://schemas.openxmlformats.org/officeDocument/2006/relationships/customXml" Target="../ink/ink117.xml"/><Relationship Id="rId70" Type="http://schemas.openxmlformats.org/officeDocument/2006/relationships/customXml" Target="../ink/ink125.xml"/><Relationship Id="rId75" Type="http://schemas.openxmlformats.org/officeDocument/2006/relationships/image" Target="../media/image121.png"/><Relationship Id="rId91" Type="http://schemas.openxmlformats.org/officeDocument/2006/relationships/image" Target="../media/image64.png"/><Relationship Id="rId96" Type="http://schemas.openxmlformats.org/officeDocument/2006/relationships/customXml" Target="../ink/ink1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3.xml"/><Relationship Id="rId23" Type="http://schemas.openxmlformats.org/officeDocument/2006/relationships/image" Target="../media/image95.png"/><Relationship Id="rId28" Type="http://schemas.openxmlformats.org/officeDocument/2006/relationships/customXml" Target="../ink/ink104.xml"/><Relationship Id="rId49" Type="http://schemas.openxmlformats.org/officeDocument/2006/relationships/image" Target="../media/image108.png"/><Relationship Id="rId114" Type="http://schemas.openxmlformats.org/officeDocument/2006/relationships/customXml" Target="../ink/ink147.xml"/><Relationship Id="rId119" Type="http://schemas.openxmlformats.org/officeDocument/2006/relationships/image" Target="../media/image79.png"/><Relationship Id="rId44" Type="http://schemas.openxmlformats.org/officeDocument/2006/relationships/customXml" Target="../ink/ink112.xml"/><Relationship Id="rId60" Type="http://schemas.openxmlformats.org/officeDocument/2006/relationships/customXml" Target="../ink/ink120.xml"/><Relationship Id="rId65" Type="http://schemas.openxmlformats.org/officeDocument/2006/relationships/image" Target="../media/image116.png"/><Relationship Id="rId81" Type="http://schemas.openxmlformats.org/officeDocument/2006/relationships/image" Target="../media/image124.png"/><Relationship Id="rId86" Type="http://schemas.openxmlformats.org/officeDocument/2006/relationships/customXml" Target="../ink/ink133.xml"/><Relationship Id="rId13" Type="http://schemas.openxmlformats.org/officeDocument/2006/relationships/image" Target="../media/image89.png"/><Relationship Id="rId18" Type="http://schemas.openxmlformats.org/officeDocument/2006/relationships/customXml" Target="../ink/ink99.xml"/><Relationship Id="rId39" Type="http://schemas.openxmlformats.org/officeDocument/2006/relationships/image" Target="../media/image103.png"/><Relationship Id="rId109" Type="http://schemas.openxmlformats.org/officeDocument/2006/relationships/image" Target="../media/image74.png"/><Relationship Id="rId34" Type="http://schemas.openxmlformats.org/officeDocument/2006/relationships/customXml" Target="../ink/ink107.xml"/><Relationship Id="rId50" Type="http://schemas.openxmlformats.org/officeDocument/2006/relationships/customXml" Target="../ink/ink115.xml"/><Relationship Id="rId55" Type="http://schemas.openxmlformats.org/officeDocument/2006/relationships/image" Target="../media/image111.png"/><Relationship Id="rId76" Type="http://schemas.openxmlformats.org/officeDocument/2006/relationships/customXml" Target="../ink/ink128.xml"/><Relationship Id="rId97" Type="http://schemas.openxmlformats.org/officeDocument/2006/relationships/image" Target="../media/image67.png"/><Relationship Id="rId104" Type="http://schemas.openxmlformats.org/officeDocument/2006/relationships/customXml" Target="../ink/ink142.xml"/><Relationship Id="rId120" Type="http://schemas.openxmlformats.org/officeDocument/2006/relationships/customXml" Target="../ink/ink150.xml"/><Relationship Id="rId125" Type="http://schemas.openxmlformats.org/officeDocument/2006/relationships/image" Target="../media/image83.png"/><Relationship Id="rId7" Type="http://schemas.openxmlformats.org/officeDocument/2006/relationships/image" Target="../media/image86.png"/><Relationship Id="rId71" Type="http://schemas.openxmlformats.org/officeDocument/2006/relationships/image" Target="../media/image119.png"/><Relationship Id="rId92" Type="http://schemas.openxmlformats.org/officeDocument/2006/relationships/customXml" Target="../ink/ink136.xml"/><Relationship Id="rId2" Type="http://schemas.openxmlformats.org/officeDocument/2006/relationships/customXml" Target="../ink/ink91.xml"/><Relationship Id="rId29" Type="http://schemas.openxmlformats.org/officeDocument/2006/relationships/image" Target="../media/image98.png"/><Relationship Id="rId24" Type="http://schemas.openxmlformats.org/officeDocument/2006/relationships/customXml" Target="../ink/ink102.xml"/><Relationship Id="rId40" Type="http://schemas.openxmlformats.org/officeDocument/2006/relationships/customXml" Target="../ink/ink110.xml"/><Relationship Id="rId45" Type="http://schemas.openxmlformats.org/officeDocument/2006/relationships/image" Target="../media/image106.png"/><Relationship Id="rId66" Type="http://schemas.openxmlformats.org/officeDocument/2006/relationships/customXml" Target="../ink/ink123.xml"/><Relationship Id="rId87" Type="http://schemas.openxmlformats.org/officeDocument/2006/relationships/image" Target="../media/image127.png"/><Relationship Id="rId110" Type="http://schemas.openxmlformats.org/officeDocument/2006/relationships/customXml" Target="../ink/ink145.xml"/><Relationship Id="rId115" Type="http://schemas.openxmlformats.org/officeDocument/2006/relationships/image" Target="../media/image77.png"/><Relationship Id="rId61" Type="http://schemas.openxmlformats.org/officeDocument/2006/relationships/image" Target="../media/image114.png"/><Relationship Id="rId82" Type="http://schemas.openxmlformats.org/officeDocument/2006/relationships/customXml" Target="../ink/ink131.xml"/><Relationship Id="rId19" Type="http://schemas.openxmlformats.org/officeDocument/2006/relationships/image" Target="../media/image93.png"/><Relationship Id="rId14" Type="http://schemas.openxmlformats.org/officeDocument/2006/relationships/customXml" Target="../ink/ink97.xml"/><Relationship Id="rId30" Type="http://schemas.openxmlformats.org/officeDocument/2006/relationships/customXml" Target="../ink/ink105.xml"/><Relationship Id="rId35" Type="http://schemas.openxmlformats.org/officeDocument/2006/relationships/image" Target="../media/image101.png"/><Relationship Id="rId56" Type="http://schemas.openxmlformats.org/officeDocument/2006/relationships/customXml" Target="../ink/ink118.xml"/><Relationship Id="rId77" Type="http://schemas.openxmlformats.org/officeDocument/2006/relationships/image" Target="../media/image122.png"/><Relationship Id="rId100" Type="http://schemas.openxmlformats.org/officeDocument/2006/relationships/customXml" Target="../ink/ink140.xml"/><Relationship Id="rId105" Type="http://schemas.openxmlformats.org/officeDocument/2006/relationships/image" Target="../media/image72.png"/><Relationship Id="rId8" Type="http://schemas.openxmlformats.org/officeDocument/2006/relationships/customXml" Target="../ink/ink94.xml"/><Relationship Id="rId51" Type="http://schemas.openxmlformats.org/officeDocument/2006/relationships/image" Target="../media/image109.png"/><Relationship Id="rId72" Type="http://schemas.openxmlformats.org/officeDocument/2006/relationships/customXml" Target="../ink/ink126.xml"/><Relationship Id="rId93" Type="http://schemas.openxmlformats.org/officeDocument/2006/relationships/image" Target="../media/image65.png"/><Relationship Id="rId98" Type="http://schemas.openxmlformats.org/officeDocument/2006/relationships/customXml" Target="../ink/ink139.xml"/><Relationship Id="rId121" Type="http://schemas.openxmlformats.org/officeDocument/2006/relationships/image" Target="../media/image81.png"/><Relationship Id="rId3" Type="http://schemas.openxmlformats.org/officeDocument/2006/relationships/image" Target="../media/image84.png"/><Relationship Id="rId25" Type="http://schemas.openxmlformats.org/officeDocument/2006/relationships/image" Target="../media/image96.png"/><Relationship Id="rId46" Type="http://schemas.openxmlformats.org/officeDocument/2006/relationships/customXml" Target="../ink/ink113.xml"/><Relationship Id="rId67" Type="http://schemas.openxmlformats.org/officeDocument/2006/relationships/image" Target="../media/image117.png"/><Relationship Id="rId116" Type="http://schemas.openxmlformats.org/officeDocument/2006/relationships/customXml" Target="../ink/ink148.xml"/><Relationship Id="rId20" Type="http://schemas.openxmlformats.org/officeDocument/2006/relationships/customXml" Target="../ink/ink100.xml"/><Relationship Id="rId41" Type="http://schemas.openxmlformats.org/officeDocument/2006/relationships/image" Target="../media/image104.png"/><Relationship Id="rId62" Type="http://schemas.openxmlformats.org/officeDocument/2006/relationships/customXml" Target="../ink/ink121.xml"/><Relationship Id="rId83" Type="http://schemas.openxmlformats.org/officeDocument/2006/relationships/image" Target="../media/image125.png"/><Relationship Id="rId88" Type="http://schemas.openxmlformats.org/officeDocument/2006/relationships/customXml" Target="../ink/ink134.xml"/><Relationship Id="rId111" Type="http://schemas.openxmlformats.org/officeDocument/2006/relationships/image" Target="../media/image75.png"/><Relationship Id="rId15" Type="http://schemas.openxmlformats.org/officeDocument/2006/relationships/image" Target="../media/image91.png"/><Relationship Id="rId36" Type="http://schemas.openxmlformats.org/officeDocument/2006/relationships/customXml" Target="../ink/ink108.xml"/><Relationship Id="rId57" Type="http://schemas.openxmlformats.org/officeDocument/2006/relationships/image" Target="../media/image112.png"/><Relationship Id="rId106" Type="http://schemas.openxmlformats.org/officeDocument/2006/relationships/customXml" Target="../ink/ink143.xml"/><Relationship Id="rId10" Type="http://schemas.openxmlformats.org/officeDocument/2006/relationships/customXml" Target="../ink/ink95.xml"/><Relationship Id="rId31" Type="http://schemas.openxmlformats.org/officeDocument/2006/relationships/image" Target="../media/image99.png"/><Relationship Id="rId52" Type="http://schemas.openxmlformats.org/officeDocument/2006/relationships/customXml" Target="../ink/ink116.xml"/><Relationship Id="rId73" Type="http://schemas.openxmlformats.org/officeDocument/2006/relationships/image" Target="../media/image120.png"/><Relationship Id="rId78" Type="http://schemas.openxmlformats.org/officeDocument/2006/relationships/customXml" Target="../ink/ink129.xml"/><Relationship Id="rId94" Type="http://schemas.openxmlformats.org/officeDocument/2006/relationships/customXml" Target="../ink/ink137.xml"/><Relationship Id="rId99" Type="http://schemas.openxmlformats.org/officeDocument/2006/relationships/image" Target="../media/image68.png"/><Relationship Id="rId101" Type="http://schemas.openxmlformats.org/officeDocument/2006/relationships/image" Target="../media/image69.png"/><Relationship Id="rId122" Type="http://schemas.openxmlformats.org/officeDocument/2006/relationships/customXml" Target="../ink/ink151.xml"/><Relationship Id="rId4" Type="http://schemas.openxmlformats.org/officeDocument/2006/relationships/customXml" Target="../ink/ink92.xml"/><Relationship Id="rId9" Type="http://schemas.openxmlformats.org/officeDocument/2006/relationships/image" Target="../media/image87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5.xml"/><Relationship Id="rId117" Type="http://schemas.openxmlformats.org/officeDocument/2006/relationships/image" Target="../media/image142.png"/><Relationship Id="rId21" Type="http://schemas.openxmlformats.org/officeDocument/2006/relationships/image" Target="../media/image94.png"/><Relationship Id="rId42" Type="http://schemas.openxmlformats.org/officeDocument/2006/relationships/customXml" Target="../ink/ink173.xml"/><Relationship Id="rId47" Type="http://schemas.openxmlformats.org/officeDocument/2006/relationships/image" Target="../media/image107.png"/><Relationship Id="rId63" Type="http://schemas.openxmlformats.org/officeDocument/2006/relationships/image" Target="../media/image115.png"/><Relationship Id="rId68" Type="http://schemas.openxmlformats.org/officeDocument/2006/relationships/customXml" Target="../ink/ink186.xml"/><Relationship Id="rId84" Type="http://schemas.openxmlformats.org/officeDocument/2006/relationships/customXml" Target="../ink/ink194.xml"/><Relationship Id="rId89" Type="http://schemas.openxmlformats.org/officeDocument/2006/relationships/image" Target="../media/image128.png"/><Relationship Id="rId112" Type="http://schemas.openxmlformats.org/officeDocument/2006/relationships/customXml" Target="../ink/ink208.xml"/><Relationship Id="rId16" Type="http://schemas.openxmlformats.org/officeDocument/2006/relationships/customXml" Target="../ink/ink160.xml"/><Relationship Id="rId107" Type="http://schemas.openxmlformats.org/officeDocument/2006/relationships/image" Target="../media/image137.png"/><Relationship Id="rId11" Type="http://schemas.openxmlformats.org/officeDocument/2006/relationships/image" Target="../media/image88.png"/><Relationship Id="rId32" Type="http://schemas.openxmlformats.org/officeDocument/2006/relationships/customXml" Target="../ink/ink168.xml"/><Relationship Id="rId37" Type="http://schemas.openxmlformats.org/officeDocument/2006/relationships/image" Target="../media/image102.png"/><Relationship Id="rId53" Type="http://schemas.openxmlformats.org/officeDocument/2006/relationships/image" Target="../media/image110.png"/><Relationship Id="rId58" Type="http://schemas.openxmlformats.org/officeDocument/2006/relationships/customXml" Target="../ink/ink181.xml"/><Relationship Id="rId74" Type="http://schemas.openxmlformats.org/officeDocument/2006/relationships/customXml" Target="../ink/ink189.xml"/><Relationship Id="rId79" Type="http://schemas.openxmlformats.org/officeDocument/2006/relationships/image" Target="../media/image123.png"/><Relationship Id="rId102" Type="http://schemas.openxmlformats.org/officeDocument/2006/relationships/customXml" Target="../ink/ink203.xml"/><Relationship Id="rId123" Type="http://schemas.openxmlformats.org/officeDocument/2006/relationships/image" Target="../media/image145.png"/><Relationship Id="rId5" Type="http://schemas.openxmlformats.org/officeDocument/2006/relationships/image" Target="../media/image85.png"/><Relationship Id="rId90" Type="http://schemas.openxmlformats.org/officeDocument/2006/relationships/customXml" Target="../ink/ink197.xml"/><Relationship Id="rId95" Type="http://schemas.openxmlformats.org/officeDocument/2006/relationships/image" Target="../media/image131.png"/><Relationship Id="rId22" Type="http://schemas.openxmlformats.org/officeDocument/2006/relationships/customXml" Target="../ink/ink163.xml"/><Relationship Id="rId27" Type="http://schemas.openxmlformats.org/officeDocument/2006/relationships/image" Target="../media/image97.png"/><Relationship Id="rId43" Type="http://schemas.openxmlformats.org/officeDocument/2006/relationships/image" Target="../media/image105.png"/><Relationship Id="rId48" Type="http://schemas.openxmlformats.org/officeDocument/2006/relationships/customXml" Target="../ink/ink176.xml"/><Relationship Id="rId64" Type="http://schemas.openxmlformats.org/officeDocument/2006/relationships/customXml" Target="../ink/ink184.xml"/><Relationship Id="rId69" Type="http://schemas.openxmlformats.org/officeDocument/2006/relationships/image" Target="../media/image118.png"/><Relationship Id="rId113" Type="http://schemas.openxmlformats.org/officeDocument/2006/relationships/image" Target="../media/image140.png"/><Relationship Id="rId118" Type="http://schemas.openxmlformats.org/officeDocument/2006/relationships/customXml" Target="../ink/ink211.xml"/><Relationship Id="rId80" Type="http://schemas.openxmlformats.org/officeDocument/2006/relationships/customXml" Target="../ink/ink192.xml"/><Relationship Id="rId85" Type="http://schemas.openxmlformats.org/officeDocument/2006/relationships/image" Target="../media/image126.png"/><Relationship Id="rId12" Type="http://schemas.openxmlformats.org/officeDocument/2006/relationships/customXml" Target="../ink/ink158.xml"/><Relationship Id="rId17" Type="http://schemas.openxmlformats.org/officeDocument/2006/relationships/image" Target="../media/image92.png"/><Relationship Id="rId33" Type="http://schemas.openxmlformats.org/officeDocument/2006/relationships/image" Target="../media/image100.png"/><Relationship Id="rId38" Type="http://schemas.openxmlformats.org/officeDocument/2006/relationships/customXml" Target="../ink/ink171.xml"/><Relationship Id="rId59" Type="http://schemas.openxmlformats.org/officeDocument/2006/relationships/image" Target="../media/image113.png"/><Relationship Id="rId103" Type="http://schemas.openxmlformats.org/officeDocument/2006/relationships/image" Target="../media/image135.png"/><Relationship Id="rId108" Type="http://schemas.openxmlformats.org/officeDocument/2006/relationships/customXml" Target="../ink/ink206.xml"/><Relationship Id="rId124" Type="http://schemas.openxmlformats.org/officeDocument/2006/relationships/customXml" Target="../ink/ink214.xml"/><Relationship Id="rId54" Type="http://schemas.openxmlformats.org/officeDocument/2006/relationships/customXml" Target="../ink/ink179.xml"/><Relationship Id="rId70" Type="http://schemas.openxmlformats.org/officeDocument/2006/relationships/customXml" Target="../ink/ink187.xml"/><Relationship Id="rId75" Type="http://schemas.openxmlformats.org/officeDocument/2006/relationships/image" Target="../media/image121.png"/><Relationship Id="rId91" Type="http://schemas.openxmlformats.org/officeDocument/2006/relationships/image" Target="../media/image129.png"/><Relationship Id="rId96" Type="http://schemas.openxmlformats.org/officeDocument/2006/relationships/customXml" Target="../ink/ink20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5.xml"/><Relationship Id="rId23" Type="http://schemas.openxmlformats.org/officeDocument/2006/relationships/image" Target="../media/image95.png"/><Relationship Id="rId28" Type="http://schemas.openxmlformats.org/officeDocument/2006/relationships/customXml" Target="../ink/ink166.xml"/><Relationship Id="rId49" Type="http://schemas.openxmlformats.org/officeDocument/2006/relationships/image" Target="../media/image108.png"/><Relationship Id="rId114" Type="http://schemas.openxmlformats.org/officeDocument/2006/relationships/customXml" Target="../ink/ink209.xml"/><Relationship Id="rId119" Type="http://schemas.openxmlformats.org/officeDocument/2006/relationships/image" Target="../media/image143.png"/><Relationship Id="rId44" Type="http://schemas.openxmlformats.org/officeDocument/2006/relationships/customXml" Target="../ink/ink174.xml"/><Relationship Id="rId60" Type="http://schemas.openxmlformats.org/officeDocument/2006/relationships/customXml" Target="../ink/ink182.xml"/><Relationship Id="rId65" Type="http://schemas.openxmlformats.org/officeDocument/2006/relationships/image" Target="../media/image116.png"/><Relationship Id="rId81" Type="http://schemas.openxmlformats.org/officeDocument/2006/relationships/image" Target="../media/image124.png"/><Relationship Id="rId86" Type="http://schemas.openxmlformats.org/officeDocument/2006/relationships/customXml" Target="../ink/ink195.xml"/><Relationship Id="rId13" Type="http://schemas.openxmlformats.org/officeDocument/2006/relationships/image" Target="../media/image89.png"/><Relationship Id="rId18" Type="http://schemas.openxmlformats.org/officeDocument/2006/relationships/customXml" Target="../ink/ink161.xml"/><Relationship Id="rId39" Type="http://schemas.openxmlformats.org/officeDocument/2006/relationships/image" Target="../media/image103.png"/><Relationship Id="rId109" Type="http://schemas.openxmlformats.org/officeDocument/2006/relationships/image" Target="../media/image138.png"/><Relationship Id="rId34" Type="http://schemas.openxmlformats.org/officeDocument/2006/relationships/customXml" Target="../ink/ink169.xml"/><Relationship Id="rId50" Type="http://schemas.openxmlformats.org/officeDocument/2006/relationships/customXml" Target="../ink/ink177.xml"/><Relationship Id="rId55" Type="http://schemas.openxmlformats.org/officeDocument/2006/relationships/image" Target="../media/image111.png"/><Relationship Id="rId76" Type="http://schemas.openxmlformats.org/officeDocument/2006/relationships/customXml" Target="../ink/ink190.xml"/><Relationship Id="rId97" Type="http://schemas.openxmlformats.org/officeDocument/2006/relationships/image" Target="../media/image132.png"/><Relationship Id="rId104" Type="http://schemas.openxmlformats.org/officeDocument/2006/relationships/customXml" Target="../ink/ink204.xml"/><Relationship Id="rId120" Type="http://schemas.openxmlformats.org/officeDocument/2006/relationships/customXml" Target="../ink/ink212.xml"/><Relationship Id="rId125" Type="http://schemas.openxmlformats.org/officeDocument/2006/relationships/image" Target="../media/image146.png"/><Relationship Id="rId7" Type="http://schemas.openxmlformats.org/officeDocument/2006/relationships/image" Target="../media/image86.png"/><Relationship Id="rId71" Type="http://schemas.openxmlformats.org/officeDocument/2006/relationships/image" Target="../media/image119.png"/><Relationship Id="rId92" Type="http://schemas.openxmlformats.org/officeDocument/2006/relationships/customXml" Target="../ink/ink198.xml"/><Relationship Id="rId2" Type="http://schemas.openxmlformats.org/officeDocument/2006/relationships/customXml" Target="../ink/ink153.xml"/><Relationship Id="rId29" Type="http://schemas.openxmlformats.org/officeDocument/2006/relationships/image" Target="../media/image98.png"/><Relationship Id="rId24" Type="http://schemas.openxmlformats.org/officeDocument/2006/relationships/customXml" Target="../ink/ink164.xml"/><Relationship Id="rId40" Type="http://schemas.openxmlformats.org/officeDocument/2006/relationships/customXml" Target="../ink/ink172.xml"/><Relationship Id="rId45" Type="http://schemas.openxmlformats.org/officeDocument/2006/relationships/image" Target="../media/image106.png"/><Relationship Id="rId66" Type="http://schemas.openxmlformats.org/officeDocument/2006/relationships/customXml" Target="../ink/ink185.xml"/><Relationship Id="rId87" Type="http://schemas.openxmlformats.org/officeDocument/2006/relationships/image" Target="../media/image127.png"/><Relationship Id="rId110" Type="http://schemas.openxmlformats.org/officeDocument/2006/relationships/customXml" Target="../ink/ink207.xml"/><Relationship Id="rId115" Type="http://schemas.openxmlformats.org/officeDocument/2006/relationships/image" Target="../media/image141.png"/><Relationship Id="rId61" Type="http://schemas.openxmlformats.org/officeDocument/2006/relationships/image" Target="../media/image114.png"/><Relationship Id="rId82" Type="http://schemas.openxmlformats.org/officeDocument/2006/relationships/customXml" Target="../ink/ink193.xml"/><Relationship Id="rId19" Type="http://schemas.openxmlformats.org/officeDocument/2006/relationships/image" Target="../media/image93.png"/><Relationship Id="rId14" Type="http://schemas.openxmlformats.org/officeDocument/2006/relationships/customXml" Target="../ink/ink159.xml"/><Relationship Id="rId30" Type="http://schemas.openxmlformats.org/officeDocument/2006/relationships/customXml" Target="../ink/ink167.xml"/><Relationship Id="rId35" Type="http://schemas.openxmlformats.org/officeDocument/2006/relationships/image" Target="../media/image101.png"/><Relationship Id="rId56" Type="http://schemas.openxmlformats.org/officeDocument/2006/relationships/customXml" Target="../ink/ink180.xml"/><Relationship Id="rId77" Type="http://schemas.openxmlformats.org/officeDocument/2006/relationships/image" Target="../media/image122.png"/><Relationship Id="rId100" Type="http://schemas.openxmlformats.org/officeDocument/2006/relationships/customXml" Target="../ink/ink202.xml"/><Relationship Id="rId105" Type="http://schemas.openxmlformats.org/officeDocument/2006/relationships/image" Target="../media/image136.png"/><Relationship Id="rId8" Type="http://schemas.openxmlformats.org/officeDocument/2006/relationships/customXml" Target="../ink/ink156.xml"/><Relationship Id="rId51" Type="http://schemas.openxmlformats.org/officeDocument/2006/relationships/image" Target="../media/image109.png"/><Relationship Id="rId72" Type="http://schemas.openxmlformats.org/officeDocument/2006/relationships/customXml" Target="../ink/ink188.xml"/><Relationship Id="rId93" Type="http://schemas.openxmlformats.org/officeDocument/2006/relationships/image" Target="../media/image130.png"/><Relationship Id="rId98" Type="http://schemas.openxmlformats.org/officeDocument/2006/relationships/customXml" Target="../ink/ink201.xml"/><Relationship Id="rId121" Type="http://schemas.openxmlformats.org/officeDocument/2006/relationships/image" Target="../media/image144.png"/><Relationship Id="rId3" Type="http://schemas.openxmlformats.org/officeDocument/2006/relationships/image" Target="../media/image84.png"/><Relationship Id="rId25" Type="http://schemas.openxmlformats.org/officeDocument/2006/relationships/image" Target="../media/image96.png"/><Relationship Id="rId46" Type="http://schemas.openxmlformats.org/officeDocument/2006/relationships/customXml" Target="../ink/ink175.xml"/><Relationship Id="rId67" Type="http://schemas.openxmlformats.org/officeDocument/2006/relationships/image" Target="../media/image117.png"/><Relationship Id="rId116" Type="http://schemas.openxmlformats.org/officeDocument/2006/relationships/customXml" Target="../ink/ink210.xml"/><Relationship Id="rId20" Type="http://schemas.openxmlformats.org/officeDocument/2006/relationships/customXml" Target="../ink/ink162.xml"/><Relationship Id="rId41" Type="http://schemas.openxmlformats.org/officeDocument/2006/relationships/image" Target="../media/image104.png"/><Relationship Id="rId62" Type="http://schemas.openxmlformats.org/officeDocument/2006/relationships/customXml" Target="../ink/ink183.xml"/><Relationship Id="rId83" Type="http://schemas.openxmlformats.org/officeDocument/2006/relationships/image" Target="../media/image125.png"/><Relationship Id="rId88" Type="http://schemas.openxmlformats.org/officeDocument/2006/relationships/customXml" Target="../ink/ink196.xml"/><Relationship Id="rId111" Type="http://schemas.openxmlformats.org/officeDocument/2006/relationships/image" Target="../media/image139.png"/><Relationship Id="rId15" Type="http://schemas.openxmlformats.org/officeDocument/2006/relationships/image" Target="../media/image91.png"/><Relationship Id="rId36" Type="http://schemas.openxmlformats.org/officeDocument/2006/relationships/customXml" Target="../ink/ink170.xml"/><Relationship Id="rId57" Type="http://schemas.openxmlformats.org/officeDocument/2006/relationships/image" Target="../media/image112.png"/><Relationship Id="rId106" Type="http://schemas.openxmlformats.org/officeDocument/2006/relationships/customXml" Target="../ink/ink205.xml"/><Relationship Id="rId10" Type="http://schemas.openxmlformats.org/officeDocument/2006/relationships/customXml" Target="../ink/ink157.xml"/><Relationship Id="rId31" Type="http://schemas.openxmlformats.org/officeDocument/2006/relationships/image" Target="../media/image99.png"/><Relationship Id="rId52" Type="http://schemas.openxmlformats.org/officeDocument/2006/relationships/customXml" Target="../ink/ink178.xml"/><Relationship Id="rId73" Type="http://schemas.openxmlformats.org/officeDocument/2006/relationships/image" Target="../media/image120.png"/><Relationship Id="rId78" Type="http://schemas.openxmlformats.org/officeDocument/2006/relationships/customXml" Target="../ink/ink191.xml"/><Relationship Id="rId94" Type="http://schemas.openxmlformats.org/officeDocument/2006/relationships/customXml" Target="../ink/ink199.xml"/><Relationship Id="rId99" Type="http://schemas.openxmlformats.org/officeDocument/2006/relationships/image" Target="../media/image133.png"/><Relationship Id="rId101" Type="http://schemas.openxmlformats.org/officeDocument/2006/relationships/image" Target="../media/image134.png"/><Relationship Id="rId122" Type="http://schemas.openxmlformats.org/officeDocument/2006/relationships/customXml" Target="../ink/ink213.xml"/><Relationship Id="rId4" Type="http://schemas.openxmlformats.org/officeDocument/2006/relationships/customXml" Target="../ink/ink154.xml"/><Relationship Id="rId9" Type="http://schemas.openxmlformats.org/officeDocument/2006/relationships/image" Target="../media/image87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7.xml"/><Relationship Id="rId117" Type="http://schemas.openxmlformats.org/officeDocument/2006/relationships/image" Target="../media/image142.png"/><Relationship Id="rId21" Type="http://schemas.openxmlformats.org/officeDocument/2006/relationships/image" Target="../media/image94.png"/><Relationship Id="rId42" Type="http://schemas.openxmlformats.org/officeDocument/2006/relationships/customXml" Target="../ink/ink235.xml"/><Relationship Id="rId47" Type="http://schemas.openxmlformats.org/officeDocument/2006/relationships/image" Target="../media/image107.png"/><Relationship Id="rId63" Type="http://schemas.openxmlformats.org/officeDocument/2006/relationships/image" Target="../media/image115.png"/><Relationship Id="rId68" Type="http://schemas.openxmlformats.org/officeDocument/2006/relationships/customXml" Target="../ink/ink248.xml"/><Relationship Id="rId84" Type="http://schemas.openxmlformats.org/officeDocument/2006/relationships/customXml" Target="../ink/ink256.xml"/><Relationship Id="rId89" Type="http://schemas.openxmlformats.org/officeDocument/2006/relationships/image" Target="../media/image128.png"/><Relationship Id="rId112" Type="http://schemas.openxmlformats.org/officeDocument/2006/relationships/customXml" Target="../ink/ink270.xml"/><Relationship Id="rId16" Type="http://schemas.openxmlformats.org/officeDocument/2006/relationships/customXml" Target="../ink/ink222.xml"/><Relationship Id="rId107" Type="http://schemas.openxmlformats.org/officeDocument/2006/relationships/image" Target="../media/image137.png"/><Relationship Id="rId11" Type="http://schemas.openxmlformats.org/officeDocument/2006/relationships/image" Target="../media/image88.png"/><Relationship Id="rId32" Type="http://schemas.openxmlformats.org/officeDocument/2006/relationships/customXml" Target="../ink/ink230.xml"/><Relationship Id="rId37" Type="http://schemas.openxmlformats.org/officeDocument/2006/relationships/image" Target="../media/image102.png"/><Relationship Id="rId53" Type="http://schemas.openxmlformats.org/officeDocument/2006/relationships/image" Target="../media/image110.png"/><Relationship Id="rId58" Type="http://schemas.openxmlformats.org/officeDocument/2006/relationships/customXml" Target="../ink/ink243.xml"/><Relationship Id="rId74" Type="http://schemas.openxmlformats.org/officeDocument/2006/relationships/customXml" Target="../ink/ink251.xml"/><Relationship Id="rId79" Type="http://schemas.openxmlformats.org/officeDocument/2006/relationships/image" Target="../media/image123.png"/><Relationship Id="rId102" Type="http://schemas.openxmlformats.org/officeDocument/2006/relationships/customXml" Target="../ink/ink265.xml"/><Relationship Id="rId123" Type="http://schemas.openxmlformats.org/officeDocument/2006/relationships/image" Target="../media/image145.png"/><Relationship Id="rId5" Type="http://schemas.openxmlformats.org/officeDocument/2006/relationships/image" Target="../media/image85.png"/><Relationship Id="rId90" Type="http://schemas.openxmlformats.org/officeDocument/2006/relationships/customXml" Target="../ink/ink259.xml"/><Relationship Id="rId95" Type="http://schemas.openxmlformats.org/officeDocument/2006/relationships/image" Target="../media/image131.png"/><Relationship Id="rId22" Type="http://schemas.openxmlformats.org/officeDocument/2006/relationships/customXml" Target="../ink/ink225.xml"/><Relationship Id="rId27" Type="http://schemas.openxmlformats.org/officeDocument/2006/relationships/image" Target="../media/image97.png"/><Relationship Id="rId43" Type="http://schemas.openxmlformats.org/officeDocument/2006/relationships/image" Target="../media/image105.png"/><Relationship Id="rId48" Type="http://schemas.openxmlformats.org/officeDocument/2006/relationships/customXml" Target="../ink/ink238.xml"/><Relationship Id="rId64" Type="http://schemas.openxmlformats.org/officeDocument/2006/relationships/customXml" Target="../ink/ink246.xml"/><Relationship Id="rId69" Type="http://schemas.openxmlformats.org/officeDocument/2006/relationships/image" Target="../media/image118.png"/><Relationship Id="rId113" Type="http://schemas.openxmlformats.org/officeDocument/2006/relationships/image" Target="../media/image140.png"/><Relationship Id="rId118" Type="http://schemas.openxmlformats.org/officeDocument/2006/relationships/customXml" Target="../ink/ink273.xml"/><Relationship Id="rId80" Type="http://schemas.openxmlformats.org/officeDocument/2006/relationships/customXml" Target="../ink/ink254.xml"/><Relationship Id="rId85" Type="http://schemas.openxmlformats.org/officeDocument/2006/relationships/image" Target="../media/image126.png"/><Relationship Id="rId12" Type="http://schemas.openxmlformats.org/officeDocument/2006/relationships/customXml" Target="../ink/ink220.xml"/><Relationship Id="rId17" Type="http://schemas.openxmlformats.org/officeDocument/2006/relationships/image" Target="../media/image92.png"/><Relationship Id="rId33" Type="http://schemas.openxmlformats.org/officeDocument/2006/relationships/image" Target="../media/image100.png"/><Relationship Id="rId38" Type="http://schemas.openxmlformats.org/officeDocument/2006/relationships/customXml" Target="../ink/ink233.xml"/><Relationship Id="rId59" Type="http://schemas.openxmlformats.org/officeDocument/2006/relationships/image" Target="../media/image113.png"/><Relationship Id="rId103" Type="http://schemas.openxmlformats.org/officeDocument/2006/relationships/image" Target="../media/image135.png"/><Relationship Id="rId108" Type="http://schemas.openxmlformats.org/officeDocument/2006/relationships/customXml" Target="../ink/ink268.xml"/><Relationship Id="rId124" Type="http://schemas.openxmlformats.org/officeDocument/2006/relationships/customXml" Target="../ink/ink276.xml"/><Relationship Id="rId54" Type="http://schemas.openxmlformats.org/officeDocument/2006/relationships/customXml" Target="../ink/ink241.xml"/><Relationship Id="rId70" Type="http://schemas.openxmlformats.org/officeDocument/2006/relationships/customXml" Target="../ink/ink249.xml"/><Relationship Id="rId75" Type="http://schemas.openxmlformats.org/officeDocument/2006/relationships/image" Target="../media/image121.png"/><Relationship Id="rId91" Type="http://schemas.openxmlformats.org/officeDocument/2006/relationships/image" Target="../media/image129.png"/><Relationship Id="rId96" Type="http://schemas.openxmlformats.org/officeDocument/2006/relationships/customXml" Target="../ink/ink26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7.xml"/><Relationship Id="rId23" Type="http://schemas.openxmlformats.org/officeDocument/2006/relationships/image" Target="../media/image95.png"/><Relationship Id="rId28" Type="http://schemas.openxmlformats.org/officeDocument/2006/relationships/customXml" Target="../ink/ink228.xml"/><Relationship Id="rId49" Type="http://schemas.openxmlformats.org/officeDocument/2006/relationships/image" Target="../media/image108.png"/><Relationship Id="rId114" Type="http://schemas.openxmlformats.org/officeDocument/2006/relationships/customXml" Target="../ink/ink271.xml"/><Relationship Id="rId119" Type="http://schemas.openxmlformats.org/officeDocument/2006/relationships/image" Target="../media/image143.png"/><Relationship Id="rId44" Type="http://schemas.openxmlformats.org/officeDocument/2006/relationships/customXml" Target="../ink/ink236.xml"/><Relationship Id="rId60" Type="http://schemas.openxmlformats.org/officeDocument/2006/relationships/customXml" Target="../ink/ink244.xml"/><Relationship Id="rId65" Type="http://schemas.openxmlformats.org/officeDocument/2006/relationships/image" Target="../media/image116.png"/><Relationship Id="rId81" Type="http://schemas.openxmlformats.org/officeDocument/2006/relationships/image" Target="../media/image124.png"/><Relationship Id="rId86" Type="http://schemas.openxmlformats.org/officeDocument/2006/relationships/customXml" Target="../ink/ink257.xml"/><Relationship Id="rId13" Type="http://schemas.openxmlformats.org/officeDocument/2006/relationships/image" Target="../media/image89.png"/><Relationship Id="rId18" Type="http://schemas.openxmlformats.org/officeDocument/2006/relationships/customXml" Target="../ink/ink223.xml"/><Relationship Id="rId39" Type="http://schemas.openxmlformats.org/officeDocument/2006/relationships/image" Target="../media/image103.png"/><Relationship Id="rId109" Type="http://schemas.openxmlformats.org/officeDocument/2006/relationships/image" Target="../media/image138.png"/><Relationship Id="rId34" Type="http://schemas.openxmlformats.org/officeDocument/2006/relationships/customXml" Target="../ink/ink231.xml"/><Relationship Id="rId50" Type="http://schemas.openxmlformats.org/officeDocument/2006/relationships/customXml" Target="../ink/ink239.xml"/><Relationship Id="rId55" Type="http://schemas.openxmlformats.org/officeDocument/2006/relationships/image" Target="../media/image111.png"/><Relationship Id="rId76" Type="http://schemas.openxmlformats.org/officeDocument/2006/relationships/customXml" Target="../ink/ink252.xml"/><Relationship Id="rId97" Type="http://schemas.openxmlformats.org/officeDocument/2006/relationships/image" Target="../media/image132.png"/><Relationship Id="rId104" Type="http://schemas.openxmlformats.org/officeDocument/2006/relationships/customXml" Target="../ink/ink266.xml"/><Relationship Id="rId120" Type="http://schemas.openxmlformats.org/officeDocument/2006/relationships/customXml" Target="../ink/ink274.xml"/><Relationship Id="rId125" Type="http://schemas.openxmlformats.org/officeDocument/2006/relationships/image" Target="../media/image146.png"/><Relationship Id="rId7" Type="http://schemas.openxmlformats.org/officeDocument/2006/relationships/image" Target="../media/image86.png"/><Relationship Id="rId71" Type="http://schemas.openxmlformats.org/officeDocument/2006/relationships/image" Target="../media/image119.png"/><Relationship Id="rId92" Type="http://schemas.openxmlformats.org/officeDocument/2006/relationships/customXml" Target="../ink/ink260.xml"/><Relationship Id="rId2" Type="http://schemas.openxmlformats.org/officeDocument/2006/relationships/customXml" Target="../ink/ink215.xml"/><Relationship Id="rId29" Type="http://schemas.openxmlformats.org/officeDocument/2006/relationships/image" Target="../media/image98.png"/><Relationship Id="rId24" Type="http://schemas.openxmlformats.org/officeDocument/2006/relationships/customXml" Target="../ink/ink226.xml"/><Relationship Id="rId40" Type="http://schemas.openxmlformats.org/officeDocument/2006/relationships/customXml" Target="../ink/ink234.xml"/><Relationship Id="rId45" Type="http://schemas.openxmlformats.org/officeDocument/2006/relationships/image" Target="../media/image106.png"/><Relationship Id="rId66" Type="http://schemas.openxmlformats.org/officeDocument/2006/relationships/customXml" Target="../ink/ink247.xml"/><Relationship Id="rId87" Type="http://schemas.openxmlformats.org/officeDocument/2006/relationships/image" Target="../media/image127.png"/><Relationship Id="rId110" Type="http://schemas.openxmlformats.org/officeDocument/2006/relationships/customXml" Target="../ink/ink269.xml"/><Relationship Id="rId115" Type="http://schemas.openxmlformats.org/officeDocument/2006/relationships/image" Target="../media/image141.png"/><Relationship Id="rId61" Type="http://schemas.openxmlformats.org/officeDocument/2006/relationships/image" Target="../media/image114.png"/><Relationship Id="rId82" Type="http://schemas.openxmlformats.org/officeDocument/2006/relationships/customXml" Target="../ink/ink255.xml"/><Relationship Id="rId19" Type="http://schemas.openxmlformats.org/officeDocument/2006/relationships/image" Target="../media/image93.png"/><Relationship Id="rId14" Type="http://schemas.openxmlformats.org/officeDocument/2006/relationships/customXml" Target="../ink/ink221.xml"/><Relationship Id="rId30" Type="http://schemas.openxmlformats.org/officeDocument/2006/relationships/customXml" Target="../ink/ink229.xml"/><Relationship Id="rId35" Type="http://schemas.openxmlformats.org/officeDocument/2006/relationships/image" Target="../media/image101.png"/><Relationship Id="rId56" Type="http://schemas.openxmlformats.org/officeDocument/2006/relationships/customXml" Target="../ink/ink242.xml"/><Relationship Id="rId77" Type="http://schemas.openxmlformats.org/officeDocument/2006/relationships/image" Target="../media/image122.png"/><Relationship Id="rId100" Type="http://schemas.openxmlformats.org/officeDocument/2006/relationships/customXml" Target="../ink/ink264.xml"/><Relationship Id="rId105" Type="http://schemas.openxmlformats.org/officeDocument/2006/relationships/image" Target="../media/image136.png"/><Relationship Id="rId8" Type="http://schemas.openxmlformats.org/officeDocument/2006/relationships/customXml" Target="../ink/ink218.xml"/><Relationship Id="rId51" Type="http://schemas.openxmlformats.org/officeDocument/2006/relationships/image" Target="../media/image109.png"/><Relationship Id="rId72" Type="http://schemas.openxmlformats.org/officeDocument/2006/relationships/customXml" Target="../ink/ink250.xml"/><Relationship Id="rId93" Type="http://schemas.openxmlformats.org/officeDocument/2006/relationships/image" Target="../media/image130.png"/><Relationship Id="rId98" Type="http://schemas.openxmlformats.org/officeDocument/2006/relationships/customXml" Target="../ink/ink263.xml"/><Relationship Id="rId121" Type="http://schemas.openxmlformats.org/officeDocument/2006/relationships/image" Target="../media/image144.png"/><Relationship Id="rId3" Type="http://schemas.openxmlformats.org/officeDocument/2006/relationships/image" Target="../media/image84.png"/><Relationship Id="rId25" Type="http://schemas.openxmlformats.org/officeDocument/2006/relationships/image" Target="../media/image96.png"/><Relationship Id="rId46" Type="http://schemas.openxmlformats.org/officeDocument/2006/relationships/customXml" Target="../ink/ink237.xml"/><Relationship Id="rId67" Type="http://schemas.openxmlformats.org/officeDocument/2006/relationships/image" Target="../media/image117.png"/><Relationship Id="rId116" Type="http://schemas.openxmlformats.org/officeDocument/2006/relationships/customXml" Target="../ink/ink272.xml"/><Relationship Id="rId20" Type="http://schemas.openxmlformats.org/officeDocument/2006/relationships/customXml" Target="../ink/ink224.xml"/><Relationship Id="rId41" Type="http://schemas.openxmlformats.org/officeDocument/2006/relationships/image" Target="../media/image104.png"/><Relationship Id="rId62" Type="http://schemas.openxmlformats.org/officeDocument/2006/relationships/customXml" Target="../ink/ink245.xml"/><Relationship Id="rId83" Type="http://schemas.openxmlformats.org/officeDocument/2006/relationships/image" Target="../media/image125.png"/><Relationship Id="rId88" Type="http://schemas.openxmlformats.org/officeDocument/2006/relationships/customXml" Target="../ink/ink258.xml"/><Relationship Id="rId111" Type="http://schemas.openxmlformats.org/officeDocument/2006/relationships/image" Target="../media/image139.png"/><Relationship Id="rId15" Type="http://schemas.openxmlformats.org/officeDocument/2006/relationships/image" Target="../media/image91.png"/><Relationship Id="rId36" Type="http://schemas.openxmlformats.org/officeDocument/2006/relationships/customXml" Target="../ink/ink232.xml"/><Relationship Id="rId57" Type="http://schemas.openxmlformats.org/officeDocument/2006/relationships/image" Target="../media/image112.png"/><Relationship Id="rId106" Type="http://schemas.openxmlformats.org/officeDocument/2006/relationships/customXml" Target="../ink/ink267.xml"/><Relationship Id="rId10" Type="http://schemas.openxmlformats.org/officeDocument/2006/relationships/customXml" Target="../ink/ink219.xml"/><Relationship Id="rId31" Type="http://schemas.openxmlformats.org/officeDocument/2006/relationships/image" Target="../media/image99.png"/><Relationship Id="rId52" Type="http://schemas.openxmlformats.org/officeDocument/2006/relationships/customXml" Target="../ink/ink240.xml"/><Relationship Id="rId73" Type="http://schemas.openxmlformats.org/officeDocument/2006/relationships/image" Target="../media/image120.png"/><Relationship Id="rId78" Type="http://schemas.openxmlformats.org/officeDocument/2006/relationships/customXml" Target="../ink/ink253.xml"/><Relationship Id="rId94" Type="http://schemas.openxmlformats.org/officeDocument/2006/relationships/customXml" Target="../ink/ink261.xml"/><Relationship Id="rId99" Type="http://schemas.openxmlformats.org/officeDocument/2006/relationships/image" Target="../media/image133.png"/><Relationship Id="rId101" Type="http://schemas.openxmlformats.org/officeDocument/2006/relationships/image" Target="../media/image134.png"/><Relationship Id="rId122" Type="http://schemas.openxmlformats.org/officeDocument/2006/relationships/customXml" Target="../ink/ink275.xml"/><Relationship Id="rId4" Type="http://schemas.openxmlformats.org/officeDocument/2006/relationships/customXml" Target="../ink/ink216.xml"/><Relationship Id="rId9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RAG</a:t>
            </a:r>
          </a:p>
          <a:p>
            <a:pPr algn="ctr"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Compare With Fine Tuning</a:t>
            </a:r>
          </a:p>
          <a:p>
            <a:pPr algn="ctr">
              <a:buNone/>
            </a:pP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>
              <a:buNone/>
            </a:pP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  <a:p>
            <a:pPr algn="ctr">
              <a:buNone/>
            </a:pP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A9C63-97C4-1F94-EB50-33748CC39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E28986C-705E-D7D7-B60A-D9A732184ADD}"/>
              </a:ext>
            </a:extLst>
          </p:cNvPr>
          <p:cNvSpPr txBox="1"/>
          <p:nvPr/>
        </p:nvSpPr>
        <p:spPr>
          <a:xfrm>
            <a:off x="148336" y="199104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 Tuning LLM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8F0F28-0694-5672-76B7-A31CE5C04877}"/>
              </a:ext>
            </a:extLst>
          </p:cNvPr>
          <p:cNvSpPr/>
          <p:nvPr/>
        </p:nvSpPr>
        <p:spPr>
          <a:xfrm>
            <a:off x="2597404" y="2178749"/>
            <a:ext cx="2221992" cy="13847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 </a:t>
            </a:r>
          </a:p>
          <a:p>
            <a:pPr algn="ctr"/>
            <a:r>
              <a:rPr lang="en-US" dirty="0"/>
              <a:t>Model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1A85B3-4B86-0A8A-4A30-A131637BC8C8}"/>
              </a:ext>
            </a:extLst>
          </p:cNvPr>
          <p:cNvSpPr txBox="1"/>
          <p:nvPr/>
        </p:nvSpPr>
        <p:spPr>
          <a:xfrm>
            <a:off x="191516" y="2326161"/>
            <a:ext cx="19110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Trained on a large dataset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D2F7ACD-4B29-1C0B-7DDE-86EDB04CEC2F}"/>
              </a:ext>
            </a:extLst>
          </p:cNvPr>
          <p:cNvSpPr/>
          <p:nvPr/>
        </p:nvSpPr>
        <p:spPr>
          <a:xfrm>
            <a:off x="2176272" y="2551176"/>
            <a:ext cx="347472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80F1DB-8B87-B89E-8FF7-861A4E8A9D88}"/>
              </a:ext>
            </a:extLst>
          </p:cNvPr>
          <p:cNvSpPr txBox="1"/>
          <p:nvPr/>
        </p:nvSpPr>
        <p:spPr>
          <a:xfrm>
            <a:off x="3370580" y="522946"/>
            <a:ext cx="26461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 a smaller custom dataset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F639C7-0FE5-5017-E541-0AAF02C285DD}"/>
              </a:ext>
            </a:extLst>
          </p:cNvPr>
          <p:cNvSpPr/>
          <p:nvPr/>
        </p:nvSpPr>
        <p:spPr>
          <a:xfrm>
            <a:off x="6543548" y="2294157"/>
            <a:ext cx="1911096" cy="9509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 Tuned</a:t>
            </a:r>
          </a:p>
          <a:p>
            <a:pPr algn="ctr"/>
            <a:r>
              <a:rPr lang="en-US" dirty="0"/>
              <a:t> Model</a:t>
            </a:r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3519C8A8-8AE3-142C-94AF-72BABACC13A1}"/>
              </a:ext>
            </a:extLst>
          </p:cNvPr>
          <p:cNvSpPr/>
          <p:nvPr/>
        </p:nvSpPr>
        <p:spPr>
          <a:xfrm rot="5400000">
            <a:off x="3385777" y="1578894"/>
            <a:ext cx="736066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EB7D247-6D79-87F3-F90B-AE20395AF8A9}"/>
              </a:ext>
            </a:extLst>
          </p:cNvPr>
          <p:cNvSpPr/>
          <p:nvPr/>
        </p:nvSpPr>
        <p:spPr>
          <a:xfrm>
            <a:off x="5091744" y="2502228"/>
            <a:ext cx="1080456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0FEABD-3531-E0F5-0338-916878A4E6D2}"/>
              </a:ext>
            </a:extLst>
          </p:cNvPr>
          <p:cNvSpPr txBox="1"/>
          <p:nvPr/>
        </p:nvSpPr>
        <p:spPr>
          <a:xfrm>
            <a:off x="2103213" y="2174508"/>
            <a:ext cx="3574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CFCBF3-9A21-49EC-CC7F-9F5BB83623EC}"/>
              </a:ext>
            </a:extLst>
          </p:cNvPr>
          <p:cNvSpPr txBox="1"/>
          <p:nvPr/>
        </p:nvSpPr>
        <p:spPr>
          <a:xfrm>
            <a:off x="3843601" y="1432782"/>
            <a:ext cx="3574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A6A318-D458-5096-6F04-B1DFEB62A521}"/>
              </a:ext>
            </a:extLst>
          </p:cNvPr>
          <p:cNvSpPr txBox="1"/>
          <p:nvPr/>
        </p:nvSpPr>
        <p:spPr>
          <a:xfrm>
            <a:off x="5469729" y="2738628"/>
            <a:ext cx="3574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19858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E5F1B-AB4C-7878-F267-EC5B284AF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B086805-28FD-4144-5054-74C862062E46}"/>
              </a:ext>
            </a:extLst>
          </p:cNvPr>
          <p:cNvSpPr txBox="1"/>
          <p:nvPr/>
        </p:nvSpPr>
        <p:spPr>
          <a:xfrm>
            <a:off x="111759" y="1423541"/>
            <a:ext cx="438505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lungs are hyperexpanded. There is patchy, ill-defined airspace opacity noted in the right lower lung zone. No focal consolidation is identified in the left lung. </a:t>
            </a:r>
          </a:p>
          <a:p>
            <a:endParaRPr lang="en-IN" sz="20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IN" sz="2000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cardiomediastinal</a:t>
            </a:r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silhouette is stable and within normal limits of size. </a:t>
            </a:r>
          </a:p>
          <a:p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a small blunting of the right costophrenic angle. </a:t>
            </a:r>
          </a:p>
          <a:p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left costophrenic angle is sharp. No pneumothorax is seen. </a:t>
            </a:r>
          </a:p>
          <a:p>
            <a:endParaRPr lang="en-IN" sz="20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Visualized osseous structures are intact.</a:t>
            </a:r>
          </a:p>
          <a:p>
            <a:endParaRPr lang="en-IN" sz="20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Date: 9/4/2002   Time: 1:45 PM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6E4A9C5-AAFD-1E10-DE49-611D4C185A26}"/>
              </a:ext>
            </a:extLst>
          </p:cNvPr>
          <p:cNvSpPr/>
          <p:nvPr/>
        </p:nvSpPr>
        <p:spPr>
          <a:xfrm>
            <a:off x="4783329" y="2621070"/>
            <a:ext cx="2267712" cy="1137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 Tuned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C6AFF7-6CA8-40B9-3D65-ED02D5F0D966}"/>
              </a:ext>
            </a:extLst>
          </p:cNvPr>
          <p:cNvSpPr txBox="1"/>
          <p:nvPr/>
        </p:nvSpPr>
        <p:spPr>
          <a:xfrm>
            <a:off x="7695184" y="2135492"/>
            <a:ext cx="4496816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spcBef>
                <a:spcPts val="300"/>
              </a:spcBef>
              <a:buAutoNum type="arabicPeriod"/>
            </a:pPr>
            <a:r>
              <a:rPr lang="en-IN" sz="1800" b="0" i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Patchy right lower lung airspace opacity and a small right pleural effusion. Findings are highly suspicious for right lower lobe pneumonia.</a:t>
            </a:r>
          </a:p>
          <a:p>
            <a:pPr marL="342900" marR="0" indent="-342900">
              <a:spcBef>
                <a:spcPts val="300"/>
              </a:spcBef>
              <a:buAutoNum type="arabicPeriod"/>
            </a:pPr>
            <a:endParaRPr lang="en-IN" sz="1800" b="0" i="1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</a:endParaRPr>
          </a:p>
          <a:p>
            <a:pPr marL="342900" marR="0" indent="-342900">
              <a:spcBef>
                <a:spcPts val="300"/>
              </a:spcBef>
              <a:buAutoNum type="arabicPeriod"/>
            </a:pPr>
            <a:r>
              <a:rPr lang="en-IN" sz="1800" b="0" i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Emphysematous changes (lung </a:t>
            </a:r>
            <a:r>
              <a:rPr lang="en-IN" sz="1800" b="0" i="1" u="none" strike="noStrike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hyperexpansion</a:t>
            </a:r>
            <a:r>
              <a:rPr lang="en-IN" sz="1800" b="0" i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).</a:t>
            </a:r>
            <a:endParaRPr lang="en-IN" sz="1200" b="0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Google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E187E8-3694-CAFE-BD90-78A239924E57}"/>
              </a:ext>
            </a:extLst>
          </p:cNvPr>
          <p:cNvSpPr txBox="1"/>
          <p:nvPr/>
        </p:nvSpPr>
        <p:spPr>
          <a:xfrm>
            <a:off x="2061972" y="172230"/>
            <a:ext cx="83164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 Fine tuned a model that takes input a </a:t>
            </a:r>
            <a:r>
              <a:rPr lang="en-US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detailed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radiologist notes and outputs </a:t>
            </a:r>
            <a:r>
              <a:rPr lang="en-US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concise + structured text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containing only necessary information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BF78EA4-F9AA-322E-9F66-0A2762C5123B}"/>
              </a:ext>
            </a:extLst>
          </p:cNvPr>
          <p:cNvSpPr/>
          <p:nvPr/>
        </p:nvSpPr>
        <p:spPr>
          <a:xfrm>
            <a:off x="4270248" y="2926080"/>
            <a:ext cx="438912" cy="502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6D4D06F-D80E-5940-CED3-14173970E115}"/>
              </a:ext>
            </a:extLst>
          </p:cNvPr>
          <p:cNvSpPr/>
          <p:nvPr/>
        </p:nvSpPr>
        <p:spPr>
          <a:xfrm>
            <a:off x="7125210" y="2926080"/>
            <a:ext cx="438912" cy="502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598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92ABF-2F4D-CBA1-3B9D-CD8FBA2FD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E3F620D-1F38-1642-FD00-5541F1A08EE1}"/>
              </a:ext>
            </a:extLst>
          </p:cNvPr>
          <p:cNvSpPr txBox="1"/>
          <p:nvPr/>
        </p:nvSpPr>
        <p:spPr>
          <a:xfrm>
            <a:off x="148336" y="199104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 Tuning LLM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EF3A1-9BCC-9550-3AF3-0732F2F2D395}"/>
              </a:ext>
            </a:extLst>
          </p:cNvPr>
          <p:cNvSpPr txBox="1"/>
          <p:nvPr/>
        </p:nvSpPr>
        <p:spPr>
          <a:xfrm>
            <a:off x="694436" y="1787175"/>
            <a:ext cx="10292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FT is expensive. Not many companies can afford that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documents change frequently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then fine-tuning is not practical because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FT is expensive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42691C-C83F-3490-1B26-987FEE814A0D}"/>
              </a:ext>
            </a:extLst>
          </p:cNvPr>
          <p:cNvSpPr txBox="1"/>
          <p:nvPr/>
        </p:nvSpPr>
        <p:spPr>
          <a:xfrm>
            <a:off x="978154" y="4931297"/>
            <a:ext cx="97246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solution is RAG system - cheaper alternative</a:t>
            </a:r>
          </a:p>
        </p:txBody>
      </p:sp>
    </p:spTree>
    <p:extLst>
      <p:ext uri="{BB962C8B-B14F-4D97-AF65-F5344CB8AC3E}">
        <p14:creationId xmlns:p14="http://schemas.microsoft.com/office/powerpoint/2010/main" val="1708995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876CD-79A7-54E4-981D-2F94F8EF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6DDDEA2-3EA5-BBB1-82DB-8787366C81FB}"/>
              </a:ext>
            </a:extLst>
          </p:cNvPr>
          <p:cNvSpPr txBox="1"/>
          <p:nvPr/>
        </p:nvSpPr>
        <p:spPr>
          <a:xfrm>
            <a:off x="148336" y="199104"/>
            <a:ext cx="102920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without RAG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User asks: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“What is the notice period of employee in a company XYZ ?”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Regular LLM: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do not know the answer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notice period is 90 days (Hallucination)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4E06E64-2BAD-CB49-F418-EEC904645F4D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011818-563F-D9FB-E9F3-4F652DCB583E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7286D2-5F53-6A13-D382-C24F6B7D603D}"/>
              </a:ext>
            </a:extLst>
          </p:cNvPr>
          <p:cNvGrpSpPr/>
          <p:nvPr/>
        </p:nvGrpSpPr>
        <p:grpSpPr>
          <a:xfrm>
            <a:off x="9455904" y="3291696"/>
            <a:ext cx="337680" cy="907560"/>
            <a:chOff x="9455904" y="3291696"/>
            <a:chExt cx="337680" cy="90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8426E6E-3230-67F4-43DE-62D9D2CB0666}"/>
                    </a:ext>
                  </a:extLst>
                </p14:cNvPr>
                <p14:cNvContentPartPr/>
                <p14:nvPr/>
              </p14:nvContentPartPr>
              <p14:xfrm>
                <a:off x="9455904" y="3291696"/>
                <a:ext cx="234720" cy="85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8426E6E-3230-67F4-43DE-62D9D2CB066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37904" y="3273696"/>
                  <a:ext cx="27036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899B411-75FA-99E7-D2AF-15C51AAE7A6C}"/>
                    </a:ext>
                  </a:extLst>
                </p14:cNvPr>
                <p14:cNvContentPartPr/>
                <p14:nvPr/>
              </p14:nvContentPartPr>
              <p14:xfrm>
                <a:off x="9515664" y="4010976"/>
                <a:ext cx="277920" cy="188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99B411-75FA-99E7-D2AF-15C51AAE7A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664" y="3993336"/>
                  <a:ext cx="313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08EBFBC-B12C-6BBE-F185-EF96921A268E}"/>
              </a:ext>
            </a:extLst>
          </p:cNvPr>
          <p:cNvGrpSpPr/>
          <p:nvPr/>
        </p:nvGrpSpPr>
        <p:grpSpPr>
          <a:xfrm>
            <a:off x="8273664" y="3241296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F432866-E2DD-21C0-213C-E528F2E45B0D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432866-E2DD-21C0-213C-E528F2E45B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926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3ECEBC8-7A1A-BBA0-B233-11937321D795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ECEBC8-7A1A-BBA0-B233-11937321D7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744" y="3438216"/>
                  <a:ext cx="389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B8F780-5473-A123-8886-14FDB0BAD76D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B8F780-5473-A123-8886-14FDB0BAD7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6024" y="3266496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349F2BA-B32B-92E4-31D4-F73206289EE1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49F2BA-B32B-92E4-31D4-F73206289E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3936"/>
                  <a:ext cx="106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ADADBC0-1287-633C-4540-786952FF53FB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ADADBC0-1287-633C-4540-786952FF53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864" y="3319056"/>
                  <a:ext cx="179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132E71D-4D5E-4FA4-78C8-6A8D017BFD11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32E71D-4D5E-4FA4-78C8-6A8D017BFD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424" y="3223296"/>
                  <a:ext cx="110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3F36F5-E3CC-23E3-985C-A9A698CD7922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3F36F5-E3CC-23E3-985C-A9A698CD79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914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0CD522A-DB0C-2138-5CC2-93A723F85761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CD522A-DB0C-2138-5CC2-93A723F857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9224" y="3292056"/>
                  <a:ext cx="14472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720D8C6-5A26-04CE-BAD7-201795DCC581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720D8C6-5A26-04CE-BAD7-201795DCC58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8176"/>
                <a:ext cx="340560" cy="8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4446189-62EA-CC1B-4560-E05CA83E4637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4446189-62EA-CC1B-4560-E05CA83E463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49664" y="2338416"/>
                <a:ext cx="961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DDA8256-AC7A-5DD6-374F-7A5DAC3862EC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DDA8256-AC7A-5DD6-374F-7A5DAC3862E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322784" y="237081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7B75E350-3089-2A90-FF5D-0BB8BCE93146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51581A7-6284-89DA-3365-1C060C962501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1581A7-6284-89DA-3365-1C060C9625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51254D-881E-D11D-2245-ADEF168194B2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51254D-881E-D11D-2245-ADEF168194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944" y="2786616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87A8007-C872-ED75-9F29-A0D2D116C65B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7A8007-C872-ED75-9F29-A0D2D116C65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5E4451B-F3DC-6488-5BC9-7BE98F3548E0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E4451B-F3DC-6488-5BC9-7BE98F3548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41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AE539F5-1814-F360-E50D-DDCA801CDAED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AE539F5-1814-F360-E50D-DDCA801CDAE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510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C841379-515F-EBF3-5CD8-636904F768F6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C841379-515F-EBF3-5CD8-636904F768F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66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E130F179-A181-DB36-6016-F80EAF274744}"/>
              </a:ext>
            </a:extLst>
          </p:cNvPr>
          <p:cNvGrpSpPr/>
          <p:nvPr/>
        </p:nvGrpSpPr>
        <p:grpSpPr>
          <a:xfrm>
            <a:off x="10608264" y="3508416"/>
            <a:ext cx="1744920" cy="316800"/>
            <a:chOff x="10608264" y="3508416"/>
            <a:chExt cx="174492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4140DFB-C1AF-D8EE-3B20-4889A7C8BB42}"/>
                    </a:ext>
                  </a:extLst>
                </p14:cNvPr>
                <p14:cNvContentPartPr/>
                <p14:nvPr/>
              </p14:nvContentPartPr>
              <p14:xfrm>
                <a:off x="10663704" y="3612816"/>
                <a:ext cx="149760" cy="108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4140DFB-C1AF-D8EE-3B20-4889A7C8BB4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28064" y="3577176"/>
                  <a:ext cx="221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C14CA81-2512-BD1E-E280-4CA60EEA9907}"/>
                    </a:ext>
                  </a:extLst>
                </p14:cNvPr>
                <p14:cNvContentPartPr/>
                <p14:nvPr/>
              </p14:nvContentPartPr>
              <p14:xfrm>
                <a:off x="10608264" y="3546576"/>
                <a:ext cx="320400" cy="236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C14CA81-2512-BD1E-E280-4CA60EEA990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72624" y="3510936"/>
                  <a:ext cx="3920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7A2088F-E77E-2723-4790-36F648A9CD91}"/>
                    </a:ext>
                  </a:extLst>
                </p14:cNvPr>
                <p14:cNvContentPartPr/>
                <p14:nvPr/>
              </p14:nvContentPartPr>
              <p14:xfrm>
                <a:off x="11034144" y="3556656"/>
                <a:ext cx="37800" cy="158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A2088F-E77E-2723-4790-36F648A9CD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98144" y="3521016"/>
                  <a:ext cx="109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50603D0-127D-6AF3-BA6C-245150B6E7F5}"/>
                    </a:ext>
                  </a:extLst>
                </p14:cNvPr>
                <p14:cNvContentPartPr/>
                <p14:nvPr/>
              </p14:nvContentPartPr>
              <p14:xfrm>
                <a:off x="11026224" y="3508416"/>
                <a:ext cx="245520" cy="192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0603D0-127D-6AF3-BA6C-245150B6E7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90224" y="3472416"/>
                  <a:ext cx="3171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FF3EFE9-4980-62FF-69AF-F4D7CD5123FA}"/>
                    </a:ext>
                  </a:extLst>
                </p14:cNvPr>
                <p14:cNvContentPartPr/>
                <p14:nvPr/>
              </p14:nvContentPartPr>
              <p14:xfrm>
                <a:off x="11274624" y="3601296"/>
                <a:ext cx="88560" cy="110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F3EFE9-4980-62FF-69AF-F4D7CD5123F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38624" y="3565656"/>
                  <a:ext cx="160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FD4DB7B-352C-51BB-4322-A96B25F72E92}"/>
                    </a:ext>
                  </a:extLst>
                </p14:cNvPr>
                <p14:cNvContentPartPr/>
                <p14:nvPr/>
              </p14:nvContentPartPr>
              <p14:xfrm>
                <a:off x="11354904" y="3573576"/>
                <a:ext cx="133920" cy="156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D4DB7B-352C-51BB-4322-A96B25F72E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18904" y="3537576"/>
                  <a:ext cx="205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3D22931-BCD6-43E6-72EB-4D2A5CD8201C}"/>
                    </a:ext>
                  </a:extLst>
                </p14:cNvPr>
                <p14:cNvContentPartPr/>
                <p14:nvPr/>
              </p14:nvContentPartPr>
              <p14:xfrm>
                <a:off x="11520144" y="3576816"/>
                <a:ext cx="155520" cy="248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D22931-BCD6-43E6-72EB-4D2A5CD820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84504" y="3541176"/>
                  <a:ext cx="2271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9CE6871-2A5A-9219-4276-C1F4A1A02ED4}"/>
                    </a:ext>
                  </a:extLst>
                </p14:cNvPr>
                <p14:cNvContentPartPr/>
                <p14:nvPr/>
              </p14:nvContentPartPr>
              <p14:xfrm>
                <a:off x="11661984" y="3562776"/>
                <a:ext cx="239400" cy="14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CE6871-2A5A-9219-4276-C1F4A1A02ED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625984" y="3526776"/>
                  <a:ext cx="311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9E593D5-F3F3-A9F1-A259-159B56F159EA}"/>
                    </a:ext>
                  </a:extLst>
                </p14:cNvPr>
                <p14:cNvContentPartPr/>
                <p14:nvPr/>
              </p14:nvContentPartPr>
              <p14:xfrm>
                <a:off x="11928744" y="3561696"/>
                <a:ext cx="424440" cy="179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E593D5-F3F3-A9F1-A259-159B56F159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93104" y="3525696"/>
                  <a:ext cx="496080" cy="250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821D6D48-4F10-42ED-8736-7720FE31BE03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</p:spTree>
    <p:extLst>
      <p:ext uri="{BB962C8B-B14F-4D97-AF65-F5344CB8AC3E}">
        <p14:creationId xmlns:p14="http://schemas.microsoft.com/office/powerpoint/2010/main" val="545105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AD85E-81EB-7A2C-49AA-000A420A1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B87C816-4415-F0A7-0B90-55C375306F2C}"/>
              </a:ext>
            </a:extLst>
          </p:cNvPr>
          <p:cNvSpPr txBox="1"/>
          <p:nvPr/>
        </p:nvSpPr>
        <p:spPr>
          <a:xfrm>
            <a:off x="148336" y="199104"/>
            <a:ext cx="102920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Definition: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means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fetches external data at runtime and uses it to answer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No training required.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actually happens?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asks question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searches your data (PDFs, DB, etc.)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Relevant chunks are retrieved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generates answer using that context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688B27D-5939-C881-6CE3-E22526A2CEEE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CC4B6E6-8BCE-C182-AB0F-AEBF970FABFD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E9052F-179B-73A3-9D44-A7541BCB99DF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4FB312A-3A87-50D3-DB6C-99C260A6594A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18329E9-92F4-4DDE-51C8-1E48A49E31E0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8329E9-92F4-4DDE-51C8-1E48A49E31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408450C-FC5C-BFC1-AC21-4441900A6718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08450C-FC5C-BFC1-AC21-4441900A67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7102A8-5F1A-F587-7366-6A19D88BB182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7102A8-5F1A-F587-7366-6A19D88BB1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BDFA906-6501-1AEB-F402-7CB7E13991E8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DFA906-6501-1AEB-F402-7CB7E13991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B17624F-2848-DFA0-AB8F-D14269BA947F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17624F-2848-DFA0-AB8F-D14269BA94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0D44D9-A798-FE14-9077-F24FD4519A72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0D44D9-A798-FE14-9077-F24FD4519A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54EFDDB-398D-B7D5-C561-71B91B1820C2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4EFDDB-398D-B7D5-C561-71B91B1820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81536E5-D9CD-9FA4-F6CF-2B08A101BDAC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1536E5-D9CD-9FA4-F6CF-2B08A101BD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5FA308-B19D-05F2-DE4F-E35E358F9CB7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6088388-7A43-B9D0-77AE-BB1F908D7703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6088388-7A43-B9D0-77AE-BB1F908D770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01A4E89F-99C3-9618-C3A1-E548964DA0C9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784F9E-90C7-BB7D-9217-B9C92A34434B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784F9E-90C7-BB7D-9217-B9C92A34434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A8CB541-4DC3-80C4-D24E-2BA0BD1B5BA0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8CB541-4DC3-80C4-D24E-2BA0BD1B5B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23A3DCF-DF5C-0269-06C5-49962E563A98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23A3DCF-DF5C-0269-06C5-49962E563A9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49556" y="2338056"/>
                <a:ext cx="96333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6350142-038C-ECE8-B003-397B800239AF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6350142-038C-ECE8-B003-397B800239A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322424" y="237045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C84E4624-149A-97BC-8ED7-1447C0B21977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57DB247-2CA8-B57C-DE74-7EF1045AB619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57DB247-2CA8-B57C-DE74-7EF1045AB61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812AC28-CED7-2756-0B01-B5AE8B152FDA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812AC28-CED7-2756-0B01-B5AE8B152FD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F5E3CBF-730E-44A1-3913-29976EA7E245}"/>
                  </a:ext>
                </a:extLst>
              </p14:cNvPr>
              <p14:cNvContentPartPr/>
              <p14:nvPr/>
            </p14:nvContentPartPr>
            <p14:xfrm>
              <a:off x="624024" y="4074696"/>
              <a:ext cx="12240" cy="15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F5E3CBF-730E-44A1-3913-29976EA7E24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06384" y="4057056"/>
                <a:ext cx="4788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26A6BB72-0C31-CCA2-B4B1-2F9470AF3FEA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620E1EA-DA7D-FCF8-32F6-BEC3A5ECD1A4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20E1EA-DA7D-FCF8-32F6-BEC3A5ECD1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71384" y="4118976"/>
                  <a:ext cx="425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E923899-9902-4BA6-D24A-2A670E36966F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923899-9902-4BA6-D24A-2A670E3696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98224" y="4037256"/>
                  <a:ext cx="7149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E32E208-F794-72C2-0A78-1E824EB99E80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32E208-F794-72C2-0A78-1E824EB99E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9662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B2C1629-8275-2777-1181-1F7CA7F51D44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B2C1629-8275-2777-1181-1F7CA7F51D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25584" y="3854736"/>
                  <a:ext cx="246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E928D73-D69E-0DD2-B43B-E888E17234F6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928D73-D69E-0DD2-B43B-E888E17234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80744" y="386049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BE304B4-6DB2-FA07-5BC0-685A9952704D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E304B4-6DB2-FA07-5BC0-685A995270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73704" y="379101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5C7D235-918E-AE7E-0244-8B7E1F6E0167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C7D235-918E-AE7E-0244-8B7E1F6E01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17064" y="364161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6807872-103C-BFE1-F4E1-D5EBCDA05D57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53AEC48-8D3C-255C-B95A-2F1CA9F61538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3AEC48-8D3C-255C-B95A-2F1CA9F615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8697" y="4387879"/>
                  <a:ext cx="141501" cy="250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263B41F-708F-4F99-5C71-68E3A993CFD0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63B41F-708F-4F99-5C71-68E3A993CF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63491" y="4347522"/>
                  <a:ext cx="293953" cy="263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7678666-2053-0D63-F8F4-72737DDF2C6C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678666-2053-0D63-F8F4-72737DDF2C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898DE48-297A-F0C6-9932-4973629AB89D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898DE48-297A-F0C6-9932-4973629AB8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11620" y="4283497"/>
                  <a:ext cx="149561" cy="32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8E9DE43-4D18-E61A-68B5-C5ED2FD1B3C3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E9DE43-4D18-E61A-68B5-C5ED2FD1B3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79633" y="4393899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9881CDD-5E5F-D2BD-D611-A12A46CB168B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881CDD-5E5F-D2BD-D611-A12A46CB168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08808" y="4414065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32C5622-88DB-AB0C-F7FA-33DC9004312D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32C5622-88DB-AB0C-F7FA-33DC900431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F15B3F3-EDAE-97FB-F57E-E191247FB726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F15B3F3-EDAE-97FB-F57E-E191247FB7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86384" y="4299453"/>
                  <a:ext cx="79920" cy="76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FCAC0FE-93B8-4F8F-797E-C8B99154F34A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CAC0FE-93B8-4F8F-797E-C8B99154F3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03686" y="4399334"/>
                  <a:ext cx="165348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02AE0B7-0594-F58E-96F3-F1798E1D45E2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2AE0B7-0594-F58E-96F3-F1798E1D45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21716" y="4340312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42C4142-0F0D-4910-60B7-D3C0AD535D55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2C4142-0F0D-4910-60B7-D3C0AD535D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0A93139-6DFD-8F4E-1485-55B11D5BBB0E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A93139-6DFD-8F4E-1485-55B11D5BBB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23192" y="4663979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9149BE5-9703-4DDB-3BC3-73054CE5CBE0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149BE5-9703-4DDB-3BC3-73054CE5CB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62334" y="4585551"/>
                  <a:ext cx="353346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82F9524-27DC-526B-F655-8BCA0F2CE8E2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2F9524-27DC-526B-F655-8BCA0F2CE8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63324" y="3054717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8643829-88A7-2C37-E2C7-59DAF996CFA4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6C0B681-0837-0694-9344-86025271C966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6C0B681-0837-0694-9344-86025271C96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83744" y="5442336"/>
                  <a:ext cx="373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1A8422F-66DD-FC3E-275A-C105BBE2009A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A8422F-66DD-FC3E-275A-C105BBE2009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D45EB8C-4C54-4BF8-EC82-6F21DC9538C6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45EB8C-4C54-4BF8-EC82-6F21DC9538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28424" y="551361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5ADCF41-6BD4-760B-48BB-FA6DF0617296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ADCF41-6BD4-760B-48BB-FA6DF061729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75744" y="5516856"/>
                  <a:ext cx="189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5406D78-4170-F6D3-722F-B05F0E206C47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406D78-4170-F6D3-722F-B05F0E206C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18304" y="5397696"/>
                  <a:ext cx="326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AB11C08-1F37-8B28-98CE-DEE125F4A972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AB11C08-1F37-8B28-98CE-DEE125F4A9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31664" y="5747976"/>
                  <a:ext cx="107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49A7DE4-0200-B797-914B-2AF69CB60F95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49A7DE4-0200-B797-914B-2AF69CB60F9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53544" y="5817096"/>
                  <a:ext cx="371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72B3709-F884-4060-A919-41FD4D7F5851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2B3709-F884-4060-A919-41FD4D7F585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61504" y="605361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D244EE3-1B02-0D0F-B3BE-0200A54531C9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244EE3-1B02-0D0F-B3BE-0200A54531C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7E787E8-AD97-70D5-187F-BF9B061D3FD2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E787E8-AD97-70D5-187F-BF9B061D3FD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81624" y="6156216"/>
                  <a:ext cx="267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59B2762-13DF-B2ED-4352-3F77A9A318D7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9B2762-13DF-B2ED-4352-3F77A9A318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9186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AE19060-ABBB-2AC2-9ECF-33ABDCEAA152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E19060-ABBB-2AC2-9ECF-33ABDCEAA1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57104" y="613821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63FC121-581D-800F-6957-4741D863E2A4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63FC121-581D-800F-6957-4741D863E2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84544" y="602301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F6CED19-D80F-C578-2221-78F897A0C4E5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6CED19-D80F-C578-2221-78F897A0C4E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14784" y="615369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549F182-0411-AC94-EFEF-0A8D1D6096BC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549F182-0411-AC94-EFEF-0A8D1D6096B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2677B14-EFBB-4382-FC1E-39F8E3CEA50D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2677B14-EFBB-4382-FC1E-39F8E3CEA50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43664" y="601725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4F4FB61-7134-5934-2720-0B83DDF93CA0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4F4FB61-7134-5934-2720-0B83DDF93C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394C84F-3F5D-E31A-2F43-D95A9F94B251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394C84F-3F5D-E31A-2F43-D95A9F94B25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11944" y="5367816"/>
                  <a:ext cx="209268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8BA2CAA-A11E-01E6-5168-139DCA4D54EC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8BA2CAA-A11E-01E6-5168-139DCA4D54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96624" y="5169456"/>
                  <a:ext cx="67752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6154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ACC09-65D2-94D6-7EC8-60DB9EC8F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3801E07-9CC6-1376-81C3-2C24D3840E2F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42B9D1-BC59-26B5-A726-24CFCC55109D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7C0CCD-7A10-4F3A-CA02-69163DE3521D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5FF9910-F6C7-6D55-47F6-8A4BE9A3C608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58FCCB0-3E5B-4D3B-8BA4-C01CCEF92C4B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58FCCB0-3E5B-4D3B-8BA4-C01CCEF92C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D55ABCD-00F3-D19C-B8E5-FB3AC8BEC4A7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D55ABCD-00F3-D19C-B8E5-FB3AC8BEC4A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AF9F7D8-F4D2-EC7B-C0CA-9E821860DE96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AF9F7D8-F4D2-EC7B-C0CA-9E821860DE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A833DDF-9403-F9DF-08FA-8059CD0BBC01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A833DDF-9403-F9DF-08FA-8059CD0BBC0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3AE2C5-22E3-2C84-F96D-D3FEC503EB2C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3AE2C5-22E3-2C84-F96D-D3FEC503EB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2CCC6E0-5953-5B2A-97FA-2AB8B918C485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2CCC6E0-5953-5B2A-97FA-2AB8B918C48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E43C143-1203-A310-0C80-82285DC7A40B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E43C143-1203-A310-0C80-82285DC7A40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92396A9-7EFD-24D9-3474-8BEC23E8EA30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92396A9-7EFD-24D9-3474-8BEC23E8EA3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501A872-CC33-1697-0EF1-05BD30161DCF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D159204-FE58-D098-88AE-BDAF6AA94C4F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D159204-FE58-D098-88AE-BDAF6AA94C4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06204" y="4860652"/>
                  <a:ext cx="519088" cy="371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E16C184-8DC7-93E5-FECD-60EDA6732A2C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E16C184-8DC7-93E5-FECD-60EDA6732A2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79883" y="4812544"/>
                  <a:ext cx="188969" cy="13735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96DBD38-7965-8052-1933-65951396074F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96DBD38-7965-8052-1933-65951396074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0C885D70-E216-E223-5B58-79EEF0030927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F2CC74E-02B1-A514-3A50-CFE43B441712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F2CC74E-02B1-A514-3A50-CFE43B44171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A603FCC-9293-F15F-90AE-E83CB25A1FB8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A603FCC-9293-F15F-90AE-E83CB25A1FB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8DF2ACE-28A8-E9C8-79C6-0A2A06414673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8DF2ACE-28A8-E9C8-79C6-0A2A0641467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749556" y="2338056"/>
                <a:ext cx="96333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48E1098-E95F-7413-D1D4-26A048E05A7A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48E1098-E95F-7413-D1D4-26A048E05A7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322424" y="237045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53AF90AD-C047-02C4-3BA7-A190AD02DF63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F81919B-C011-2919-059D-9CCDE21D86FA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F81919B-C011-2919-059D-9CCDE21D86F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52B32C0-72C7-2D46-BB5D-9ABD8334C799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52B32C0-72C7-2D46-BB5D-9ABD8334C79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3F87E49-04BD-D889-96B8-4CCFFA5ED3BC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3F87E49-04BD-D889-96B8-4CCFFA5ED3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5974D1E-4004-C53F-1F90-14326D164933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974D1E-4004-C53F-1F90-14326D16493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3C303D1-2087-58A3-4831-94607DF6276A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3C303D1-2087-58A3-4831-94607DF6276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CBD3F85-2FA6-27ED-BE56-0444FBD2DD11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CBD3F85-2FA6-27ED-BE56-0444FBD2DD1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1707FE6-0277-65A0-FC74-5232FF23E94B}"/>
                  </a:ext>
                </a:extLst>
              </p14:cNvPr>
              <p14:cNvContentPartPr/>
              <p14:nvPr/>
            </p14:nvContentPartPr>
            <p14:xfrm>
              <a:off x="624024" y="4074696"/>
              <a:ext cx="12240" cy="15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1707FE6-0277-65A0-FC74-5232FF23E94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06024" y="4056696"/>
                <a:ext cx="4788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30E46451-4001-19B9-7023-6448059F3C15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C2BF4AF-9378-10B1-52F8-A023363F99D4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C2BF4AF-9378-10B1-52F8-A023363F99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71024" y="4118539"/>
                  <a:ext cx="425520" cy="2395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8EA47E0-EF13-E913-DAC6-55729334E6FE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8EA47E0-EF13-E913-DAC6-55729334E6F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98244" y="4037256"/>
                  <a:ext cx="71492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FD6BDA7-CBA1-CBF0-12E4-6B3FFE372122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FD6BDA7-CBA1-CBF0-12E4-6B3FFE37212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9626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C967C82-1ACB-F988-CF37-27A830AE17FB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C967C82-1ACB-F988-CF37-27A830AE17F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25658" y="3854278"/>
                  <a:ext cx="246813" cy="2046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85815A1-ECDB-B00D-D1B1-7C3866E3E908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85815A1-ECDB-B00D-D1B1-7C3866E3E90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80744" y="386013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33833EF-B12C-7DFC-1B6B-6EBEB856774C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33833EF-B12C-7DFC-1B6B-6EBEB856774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73344" y="379065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649178C-296C-2895-E6DC-A19E2713FEFE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649178C-296C-2895-E6DC-A19E2713FEF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16704" y="364125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D8B4362-B8D4-0986-48B3-FE116B2DEA37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3E8D48D-C1BC-FCDB-27DA-5E3115D0480E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3E8D48D-C1BC-FCDB-27DA-5E3115D0480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78697" y="4387456"/>
                  <a:ext cx="141501" cy="2501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8144B42-66AB-9A14-8DC4-1CFC9305D21D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8144B42-66AB-9A14-8DC4-1CFC9305D21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63546" y="4347587"/>
                  <a:ext cx="293842" cy="2632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8869AB6-C503-102B-671A-3A05E5111AF3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8869AB6-C503-102B-671A-3A05E5111AF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AC279A8-0B20-F784-D81C-05637E607F81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AC279A8-0B20-F784-D81C-05637E607F8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11267" y="4283094"/>
                  <a:ext cx="149561" cy="3227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3F92A50-03E9-D117-94D6-FC1B1AAF51CE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3F92A50-03E9-D117-94D6-FC1B1AAF51C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79633" y="4393548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C7F86BA-79E8-67E7-F684-CCA94E3B8AC5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C7F86BA-79E8-67E7-F684-CCA94E3B8AC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08808" y="4413710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FC2946B-8AF0-1A02-63BC-4CECFC5952E2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FC2946B-8AF0-1A02-63BC-4CECFC5952E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86F8359-F234-64EA-0CE8-020C62B01F75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86F8359-F234-64EA-0CE8-020C62B01F7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86024" y="4297608"/>
                  <a:ext cx="79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3A35331-0FF5-402B-D684-F4664BDB19E1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3A35331-0FF5-402B-D684-F4664BDB19E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03201" y="4398979"/>
                  <a:ext cx="165611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6DC2CFD-B0E1-14F9-0B30-E2777F7F299D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6DC2CFD-B0E1-14F9-0B30-E2777F7F29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21716" y="4339958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175F7E2-CC13-A4EB-C55A-FE9B65644511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175F7E2-CC13-A4EB-C55A-FE9B6564451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94E4B41-54FF-D43F-1F66-6B921C0EA514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94E4B41-54FF-D43F-1F66-6B921C0EA51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23192" y="4663626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9E347CD-3D1F-4A0F-F4B5-EB808D0FFF8D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9E347CD-3D1F-4A0F-F4B5-EB808D0FFF8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62378" y="4585551"/>
                  <a:ext cx="353258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A22C0D2-6710-095D-4981-2B3F4DC8437F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A22C0D2-6710-095D-4981-2B3F4DC8437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62971" y="3054363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657C1F7-05AB-B434-D926-3753CAF7F464}"/>
              </a:ext>
            </a:extLst>
          </p:cNvPr>
          <p:cNvSpPr txBox="1"/>
          <p:nvPr/>
        </p:nvSpPr>
        <p:spPr>
          <a:xfrm>
            <a:off x="148336" y="199104"/>
            <a:ext cx="641447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asks: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“What is refund policy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Academy?”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system: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Searches company docs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Finds policy text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Sends it to model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answers using that info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“The refund policy of Loxford Academy is 7 days.”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D23E2D8-6768-DD86-274A-423B33951935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F48D883-D8C9-7BBF-54F4-5554897C8162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F48D883-D8C9-7BBF-54F4-5554897C816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83744" y="5442336"/>
                  <a:ext cx="373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B137BBC-CB46-39F7-FC0F-17E04E2F466B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B137BBC-CB46-39F7-FC0F-17E04E2F46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B416D0-DEF1-9162-E8FB-F5BBEE886E5D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B416D0-DEF1-9162-E8FB-F5BBEE886E5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28424" y="551361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D787025-E234-F9C1-FF5B-3E2EDD045552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D787025-E234-F9C1-FF5B-3E2EDD04555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75744" y="5516856"/>
                  <a:ext cx="189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903588C-D4CF-12C8-138A-72B00F8EC78D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903588C-D4CF-12C8-138A-72B00F8EC78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18304" y="5397696"/>
                  <a:ext cx="326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5F8AD65-905A-B1FC-1ACA-ED111CB17CD8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5F8AD65-905A-B1FC-1ACA-ED111CB17CD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31664" y="5747976"/>
                  <a:ext cx="107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FADCD9D-A67F-A75D-32F7-DE44CCD2061A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FADCD9D-A67F-A75D-32F7-DE44CCD2061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53544" y="5817096"/>
                  <a:ext cx="371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1AA62AC-55F1-6BD0-DFAB-0A84F3540DAA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1AA62AC-55F1-6BD0-DFAB-0A84F3540DA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61504" y="605361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C7F4E52-31A4-575B-4A37-64D5B81532A1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C7F4E52-31A4-575B-4A37-64D5B81532A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5E5C3DC-0115-F586-1E9D-3742F3DC2D75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5E5C3DC-0115-F586-1E9D-3742F3DC2D7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81624" y="6156216"/>
                  <a:ext cx="267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A6E2418-D6E8-67DC-EDA5-484A21651A01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A6E2418-D6E8-67DC-EDA5-484A21651A0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09186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9F3095F-15B0-8F66-9233-6BF178C380D8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9F3095F-15B0-8F66-9233-6BF178C380D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57104" y="613821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E500D5E-166F-D5B5-0D45-ACDE50012B53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E500D5E-166F-D5B5-0D45-ACDE50012B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384544" y="602301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4E2FEBD-4B87-F7EB-0395-3E7F087F2E9D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4E2FEBD-4B87-F7EB-0395-3E7F087F2E9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14784" y="615369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68AB143-534C-4F32-B505-90315AD2B1D4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68AB143-534C-4F32-B505-90315AD2B1D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89C3DA3-1E53-0839-0A24-32329FE9B1F0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89C3DA3-1E53-0839-0A24-32329FE9B1F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43664" y="601725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5CCB929-299E-97D2-D460-91D9D9822999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5CCB929-299E-97D2-D460-91D9D982299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0C86C8A-4947-CB43-24B1-3CBB5B3397E5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0C86C8A-4947-CB43-24B1-3CBB5B3397E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111944" y="5367816"/>
                  <a:ext cx="209268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4828B93-AC9B-4C3D-AA20-4440B468FF99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4828B93-AC9B-4C3D-AA20-4440B468FF9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96624" y="5169456"/>
                  <a:ext cx="67752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17177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10935-3BFD-DDEF-17EB-929CFF8D4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6B4A440-8EA5-695E-4DB3-624F2CB02140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2D34AD-BCCB-CE41-6985-2FBF9F455CBA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9C77AC-2F5A-CADA-3E61-8DE5EEB8F9CD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54982D-E1AF-8993-022A-1D047365AB7A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A04C939-B888-7CD3-E398-9457DC9D2275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A04C939-B888-7CD3-E398-9457DC9D227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64CA13A-B49F-C881-26E6-16DB4E269CE8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64CA13A-B49F-C881-26E6-16DB4E269C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A577BA2-3964-5089-DA23-349C17D72976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A577BA2-3964-5089-DA23-349C17D7297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08440BE-398E-5439-5CD0-60777DEEBFCE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08440BE-398E-5439-5CD0-60777DEEBFC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A5E35E6-BE7F-5113-747A-BD87D4683A87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A5E35E6-BE7F-5113-747A-BD87D4683A8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17C4915-8F00-AC75-C463-C60892D8947F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17C4915-8F00-AC75-C463-C60892D8947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9E886A1-37CC-FA1C-FFD8-152D35FD58CA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9E886A1-37CC-FA1C-FFD8-152D35FD58C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D6A6B51-1C68-2939-0A1D-60E463B1DDB7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D6A6B51-1C68-2939-0A1D-60E463B1DDB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486B3CB-6E6B-E748-534A-E3E341570695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947FE4B-86DA-9189-C704-FC58E8DEE4B9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947FE4B-86DA-9189-C704-FC58E8DEE4B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06204" y="4860652"/>
                  <a:ext cx="519088" cy="371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C060E7E-DFAD-8169-F660-DDC132A99220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C060E7E-DFAD-8169-F660-DDC132A9922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79883" y="4812544"/>
                  <a:ext cx="188969" cy="13735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8E9FE2A-03F3-9839-5DF6-D2284082756D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8E9FE2A-03F3-9839-5DF6-D2284082756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F33FC123-C0D0-0210-928B-8EC6B6198354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50AB076-8911-D6D8-FA91-55730976D274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50AB076-8911-D6D8-FA91-55730976D27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5F40CC9-860B-1F5C-67B7-7AD5F54FA57F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5F40CC9-860B-1F5C-67B7-7AD5F54FA5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F9754A0-5601-CFCB-8AEE-9BDAF3515C8A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F9754A0-5601-CFCB-8AEE-9BDAF3515C8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749556" y="2338056"/>
                <a:ext cx="96333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E5B8923-592B-8DCC-6E0C-5EDCAC1EBDD0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E5B8923-592B-8DCC-6E0C-5EDCAC1EBDD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322424" y="237045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FFDC9A62-23DF-54B7-1551-DEA2AAE64CD7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D6236A9-BAE3-25F6-9EFE-D56D33A4A876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D6236A9-BAE3-25F6-9EFE-D56D33A4A87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CA313B3-A4AD-F487-F283-39CECBF533D8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CA313B3-A4AD-F487-F283-39CECBF533D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5B4CF4-C581-DDC2-D80F-5B4494DF562F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5B4CF4-C581-DDC2-D80F-5B4494DF562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A835473-7288-A420-0040-C8EBA472C8FC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A835473-7288-A420-0040-C8EBA472C8F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5EE7530-9B8D-5403-F511-F55121A9602A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5EE7530-9B8D-5403-F511-F55121A9602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B14D174-23CC-6F2A-7618-725A6EF868AB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B14D174-23CC-6F2A-7618-725A6EF868A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A513F0F-904C-E230-A5A6-5337BC229AE9}"/>
                  </a:ext>
                </a:extLst>
              </p14:cNvPr>
              <p14:cNvContentPartPr/>
              <p14:nvPr/>
            </p14:nvContentPartPr>
            <p14:xfrm>
              <a:off x="624024" y="4074696"/>
              <a:ext cx="12240" cy="15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A513F0F-904C-E230-A5A6-5337BC229AE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06024" y="4056696"/>
                <a:ext cx="4788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B72C0686-13BB-934B-61A0-6FC7AADBED1A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BCAC487-40EE-E222-A6E8-D9015B606398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BCAC487-40EE-E222-A6E8-D9015B60639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71024" y="4118539"/>
                  <a:ext cx="425520" cy="2395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B90E65F-967D-0EEE-9191-53C14A1802E8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B90E65F-967D-0EEE-9191-53C14A1802E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98244" y="4037256"/>
                  <a:ext cx="71492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BC7F5CB-1057-0C7C-8818-5BA212A4850E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BC7F5CB-1057-0C7C-8818-5BA212A485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9626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86E70E8-7BDD-BE37-6106-8C147D549C43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86E70E8-7BDD-BE37-6106-8C147D549C4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25658" y="3854278"/>
                  <a:ext cx="246813" cy="2046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AF65CEC-D697-AD57-243D-F1941414BF51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AF65CEC-D697-AD57-243D-F1941414BF5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80744" y="386013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F441A05-EFD1-D211-C9F2-37156C55B5BA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F441A05-EFD1-D211-C9F2-37156C55B5B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73344" y="379065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95A8BBF-099C-67B3-6614-62D47D9A8C88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95A8BBF-099C-67B3-6614-62D47D9A8C8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16704" y="364125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F79691F-7180-EEBA-6DC9-2F871150CCC3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7D50973-02EF-D312-471E-DBD5FE13D486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7D50973-02EF-D312-471E-DBD5FE13D48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78697" y="4387456"/>
                  <a:ext cx="141501" cy="2501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84510F0-6369-FF07-583C-FE4CA0772063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84510F0-6369-FF07-583C-FE4CA077206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63546" y="4347587"/>
                  <a:ext cx="293842" cy="2632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6A3000B-1417-9A16-FB6C-874E1D7F6502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6A3000B-1417-9A16-FB6C-874E1D7F650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6716DE5-6DB2-F85B-89E5-92AFE431E7A6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6716DE5-6DB2-F85B-89E5-92AFE431E7A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11267" y="4283094"/>
                  <a:ext cx="149561" cy="3227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23A1875-1F65-DC62-5A39-21C3B54411C7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23A1875-1F65-DC62-5A39-21C3B54411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79633" y="4393548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F62FE18-1118-FACB-4D37-31A82EA4FA25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F62FE18-1118-FACB-4D37-31A82EA4FA2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08808" y="4413710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5204B71-35EE-C4A0-B29F-CBCAF4E9509B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5204B71-35EE-C4A0-B29F-CBCAF4E9509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FB9C19A-9924-9CDB-85F1-284E80855C21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FB9C19A-9924-9CDB-85F1-284E80855C2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86024" y="4297608"/>
                  <a:ext cx="79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2C7784B-D548-3F38-FC78-E2F734DE660D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2C7784B-D548-3F38-FC78-E2F734DE660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03201" y="4398979"/>
                  <a:ext cx="165611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D1E1517-F4E7-AF94-9809-7F130BFABF86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D1E1517-F4E7-AF94-9809-7F130BFABF8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21716" y="4339958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9D2671D-23FD-EFF3-6739-C83B6C79CC00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9D2671D-23FD-EFF3-6739-C83B6C79CC0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956708-BEF1-71BC-0CA1-C8580E20AABD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956708-BEF1-71BC-0CA1-C8580E20AAB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23192" y="4663626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26D7772-7C02-CB73-117B-47A91206E3D5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26D7772-7C02-CB73-117B-47A91206E3D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62378" y="4585551"/>
                  <a:ext cx="353258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CEBD13E-1B5D-C5FC-EEDC-33E0DB492CFF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CEBD13E-1B5D-C5FC-EEDC-33E0DB492CF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62971" y="3054363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726C1AC-B462-6632-ECD1-90E83BBD1689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15D0FD0-B72D-B986-D81F-F816DC1201AB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15D0FD0-B72D-B986-D81F-F816DC1201A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83744" y="5441921"/>
                  <a:ext cx="373680" cy="3064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8A06D38-768A-697E-A1BF-AC7C929BFFD2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8A06D38-768A-697E-A1BF-AC7C929BFFD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DB2658F-4CC0-0E47-ED27-C37386006102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DB2658F-4CC0-0E47-ED27-C3738600610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28424" y="551325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719FE17-2215-9410-1752-6270F942B65A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719FE17-2215-9410-1752-6270F942B65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75744" y="5516405"/>
                  <a:ext cx="189000" cy="214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26EFA36-E345-A17A-512C-21ED2DA863AF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26EFA36-E345-A17A-512C-21ED2DA863A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18355" y="5397284"/>
                  <a:ext cx="326419" cy="3230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5EF33E8-D077-D4E1-1F2E-FC4EC6022BB1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5EF33E8-D077-D4E1-1F2E-FC4EC6022BB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31304" y="5747535"/>
                  <a:ext cx="107280" cy="2327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E0AE2CF-4C0C-E980-F7CE-67B997116F5C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E0AE2CF-4C0C-E980-F7CE-67B997116F5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53141" y="5816736"/>
                  <a:ext cx="371246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9DC32B7-81D8-7E76-E79D-4B9937D51EC0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9DC32B7-81D8-7E76-E79D-4B9937D51E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61504" y="605325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DDB84E0-2D10-EAF2-03B3-A969D426C871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DDB84E0-2D10-EAF2-03B3-A969D426C87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AEA6BAE-DCC5-937C-F958-99D5076D369D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AEA6BAE-DCC5-937C-F958-99D5076D369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81264" y="6155718"/>
                  <a:ext cx="267840" cy="1658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FA15090-C0ED-EDD6-3D8D-FD6CFF6D5F91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FA15090-C0ED-EDD6-3D8D-FD6CFF6D5F9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09150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5237241-38F4-BA1D-4E5A-D7CCDB80144C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5237241-38F4-BA1D-4E5A-D7CCDB80144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57104" y="613785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C9191FE-0118-BF42-5F03-89A34FE6E428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C9191FE-0118-BF42-5F03-89A34FE6E42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384544" y="602265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6456B71-C22A-69A5-F28B-52AC32F040CD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6456B71-C22A-69A5-F28B-52AC32F040C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14424" y="615333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C23D812-E6C3-AD73-B266-49E8A87D7B01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C23D812-E6C3-AD73-B266-49E8A87D7B0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8D6EC7F-5CB1-AA26-FA01-2BDDB4FE911D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8D6EC7F-5CB1-AA26-FA01-2BDDB4FE911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43304" y="601689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3D6D2F8-6D40-3FF0-2884-3B30CB8CE6B8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3D6D2F8-6D40-3FF0-2884-3B30CB8CE6B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BF10FDC-09F2-9132-F8E3-F32AD24B6EAE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BF10FDC-09F2-9132-F8E3-F32AD24B6EA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111944" y="5367829"/>
                  <a:ext cx="2092680" cy="1080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95D28C1-A853-06D3-21F5-DE1340C62A00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95D28C1-A853-06D3-21F5-DE1340C62A0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96264" y="5169503"/>
                  <a:ext cx="677520" cy="348747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EAC46C7-810C-A037-58DC-B8CA956A3F09}"/>
              </a:ext>
            </a:extLst>
          </p:cNvPr>
          <p:cNvSpPr txBox="1"/>
          <p:nvPr/>
        </p:nvSpPr>
        <p:spPr>
          <a:xfrm>
            <a:off x="149640" y="798636"/>
            <a:ext cx="73863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When to use RAG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dynamic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(docs change often)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source-based answers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 that are relevant to your domain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53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F5478-DF8D-3240-82F2-3CE26650B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2DBD3E9-909F-D923-A362-2FBE60410B3C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023783A-3321-C08E-EDA9-2F71686C5AD6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62D146-E227-C6D3-BB69-530990E87220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B7FBBFB-EE16-5BE3-4696-7194EEA24D47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0EC9414-C678-A582-BCBC-DC412306840F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0EC9414-C678-A582-BCBC-DC412306840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D982C69-0FF3-B406-F229-C3A008FD7511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D982C69-0FF3-B406-F229-C3A008FD751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553F7F3-FD66-8459-78D1-4674A1D0F447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553F7F3-FD66-8459-78D1-4674A1D0F44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33B4DA8-C7E9-856F-6D3A-043750796023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33B4DA8-C7E9-856F-6D3A-04375079602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9ADEE3B-9872-B3ED-E57A-FBAC48C4B32D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9ADEE3B-9872-B3ED-E57A-FBAC48C4B32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95F8B4-931B-3FD7-A1AD-EF7FAD6FA0A3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95F8B4-931B-3FD7-A1AD-EF7FAD6FA0A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DAE443E-FB8F-1551-9E5B-FB10CB3E45D8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DAE443E-FB8F-1551-9E5B-FB10CB3E45D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8DC824C-9107-4618-809E-BAA96C49A074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8DC824C-9107-4618-809E-BAA96C49A0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26ECD5-9DA1-1849-EAC4-DB730F69D33B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488BB59-F7B3-2363-0FDB-CB0644DCCB5F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488BB59-F7B3-2363-0FDB-CB0644DCCB5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06204" y="4860652"/>
                  <a:ext cx="519088" cy="371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4B026D8-F804-BF9E-7D29-F46B59B5AA48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4B026D8-F804-BF9E-7D29-F46B59B5AA4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79883" y="4812544"/>
                  <a:ext cx="188969" cy="13735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63E7BC1-2275-F08E-2D3B-5F44CCB3BE67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63E7BC1-2275-F08E-2D3B-5F44CCB3BE6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DDFE1C40-5D4C-42BC-AB82-DD13565F87B9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94F69A6-4A0B-39AB-8D6C-33DA23C35F36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94F69A6-4A0B-39AB-8D6C-33DA23C35F3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C04C050-17DD-7262-968E-E9B1075C1247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C04C050-17DD-7262-968E-E9B1075C12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9577920-5DA5-A6E9-FB26-B1DDD790528A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9577920-5DA5-A6E9-FB26-B1DDD790528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749556" y="2338056"/>
                <a:ext cx="96333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91E2A19-0CDA-6397-CEFE-99E606025FF8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91E2A19-0CDA-6397-CEFE-99E606025FF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322424" y="237045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4753D0D7-6753-3AC1-41D3-77A199FA51B7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8B65B5-4A4D-5C96-8F97-59B0D7D9213C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8B65B5-4A4D-5C96-8F97-59B0D7D9213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82894B3-CF59-4DEF-BE6B-C90B9662C5E6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82894B3-CF59-4DEF-BE6B-C90B9662C5E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1495970-3225-8B4D-70B9-A3D833482053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1495970-3225-8B4D-70B9-A3D83348205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84BD76B-426C-E59B-FA26-9BD1340B1B73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84BD76B-426C-E59B-FA26-9BD1340B1B7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71B32EF-B1FE-B948-D3EF-1C8E4CF91B4D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71B32EF-B1FE-B948-D3EF-1C8E4CF91B4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46B4141-36E8-CEEA-EB84-AE33E11BA858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46B4141-36E8-CEEA-EB84-AE33E11BA85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DFF6E82-9774-6C7B-0987-A0EE0F399A4A}"/>
                  </a:ext>
                </a:extLst>
              </p14:cNvPr>
              <p14:cNvContentPartPr/>
              <p14:nvPr/>
            </p14:nvContentPartPr>
            <p14:xfrm>
              <a:off x="624024" y="4074696"/>
              <a:ext cx="12240" cy="15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DFF6E82-9774-6C7B-0987-A0EE0F399A4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06024" y="4056696"/>
                <a:ext cx="4788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320CADC0-C873-2F5E-E81D-2E8A745B7201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B6524E7-BB6F-629B-7878-84DEFD07AA64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B6524E7-BB6F-629B-7878-84DEFD07AA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71024" y="4118539"/>
                  <a:ext cx="425520" cy="2395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0CBD344-2C28-979F-13B7-95C9AFCC933F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0CBD344-2C28-979F-13B7-95C9AFCC933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98244" y="4037256"/>
                  <a:ext cx="71492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2C3DEDE-55C9-E2CF-6688-FE84C8D8E5F6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2C3DEDE-55C9-E2CF-6688-FE84C8D8E5F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9626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EB26273-C551-492B-0A44-BF40657ED27B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EB26273-C551-492B-0A44-BF40657ED27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25658" y="3854278"/>
                  <a:ext cx="246813" cy="2046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D516EBD-7558-CCBC-C5E0-27BAC5B5927C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D516EBD-7558-CCBC-C5E0-27BAC5B5927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80744" y="386013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DEE8B06-A610-D611-649F-532818F463DD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DEE8B06-A610-D611-649F-532818F463D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73344" y="379065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1C04AAA-4AEB-D1B3-A41B-4CFB41867EA6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1C04AAA-4AEB-D1B3-A41B-4CFB41867EA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16704" y="364125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6DF5C20-D041-EAA9-F360-789A80C06959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9ED1EE3-3227-9862-AD82-1AB99408A235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9ED1EE3-3227-9862-AD82-1AB99408A23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78697" y="4387456"/>
                  <a:ext cx="141501" cy="2501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8C7F4D2-0EFF-6167-42B5-069B1DEA37C6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8C7F4D2-0EFF-6167-42B5-069B1DEA37C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63546" y="4347587"/>
                  <a:ext cx="293842" cy="2632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4BB0DC1-6D9E-019C-2D46-0188409F0E38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4BB0DC1-6D9E-019C-2D46-0188409F0E3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74835D1-A876-7378-343C-D0EC417A9D6A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74835D1-A876-7378-343C-D0EC417A9D6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11267" y="4283094"/>
                  <a:ext cx="149561" cy="3227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5C8AE99-3B35-14BF-B177-7D3F04B8678D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5C8AE99-3B35-14BF-B177-7D3F04B8678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79633" y="4393548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0E218AB-2F6D-3692-D5B0-3FF34E4C56B6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0E218AB-2F6D-3692-D5B0-3FF34E4C56B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08808" y="4413710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DFBA0DF-D7E1-1BD6-AB75-B987A2324722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DFBA0DF-D7E1-1BD6-AB75-B987A232472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AE0A485-7CD2-C66C-BC4B-E043C5D49E69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AE0A485-7CD2-C66C-BC4B-E043C5D49E6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86024" y="4297608"/>
                  <a:ext cx="79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53F4A70-D889-2A81-9FB7-4864C52766BC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53F4A70-D889-2A81-9FB7-4864C52766B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03201" y="4398979"/>
                  <a:ext cx="165611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97B799E-1D00-92EC-1200-F635FC35D80B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97B799E-1D00-92EC-1200-F635FC35D80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21716" y="4339958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AEA960C-DA8D-6D95-FD61-073D27B28CDC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AEA960C-DA8D-6D95-FD61-073D27B28CD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6060F31-BD14-3E9C-ACCE-F36D0BC94ABF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6060F31-BD14-3E9C-ACCE-F36D0BC94AB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23192" y="4663626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C950E36-B58E-77D3-7F9B-E1920301E4FB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C950E36-B58E-77D3-7F9B-E1920301E4F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62378" y="4585551"/>
                  <a:ext cx="353258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EDD6B1C-7D8E-AB67-4DDA-33B676B8ED5C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EDD6B1C-7D8E-AB67-4DDA-33B676B8ED5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62971" y="3054363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614DFB1-1031-5129-036C-629A81F9EAC9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0D81609-E995-5C11-91A9-ED5168A82D03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0D81609-E995-5C11-91A9-ED5168A82D0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83744" y="5441921"/>
                  <a:ext cx="373680" cy="3064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B45645A-06C5-2C56-3A08-A3B87DF9D71D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B45645A-06C5-2C56-3A08-A3B87DF9D71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40B7152-54ED-3C43-1038-20C61FF66A16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40B7152-54ED-3C43-1038-20C61FF66A1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28424" y="551325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DB46BD0-D883-2A27-8AC6-6E9582231636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DB46BD0-D883-2A27-8AC6-6E958223163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75744" y="5516405"/>
                  <a:ext cx="189000" cy="214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04CFA6A-6413-B2BC-18FC-3BC2FDB1BC25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04CFA6A-6413-B2BC-18FC-3BC2FDB1BC2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18355" y="5397284"/>
                  <a:ext cx="326419" cy="3230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C5B0CD8-D5FD-3BB8-915A-C50F44550FE6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C5B0CD8-D5FD-3BB8-915A-C50F44550FE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31304" y="5747535"/>
                  <a:ext cx="107280" cy="2327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A6AD15F-D4E9-3CB6-0B55-15F5C2E1108F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A6AD15F-D4E9-3CB6-0B55-15F5C2E1108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53141" y="5816736"/>
                  <a:ext cx="371246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C32766E-6DED-9FBF-5B7F-2C82D11C5816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C32766E-6DED-9FBF-5B7F-2C82D11C58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61504" y="605325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C9FB537-91FC-098D-7A7C-5E7BA3F45B4B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C9FB537-91FC-098D-7A7C-5E7BA3F45B4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5CF47DA-5ED7-7C7D-9175-3F01CF895D24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5CF47DA-5ED7-7C7D-9175-3F01CF895D2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81264" y="6155718"/>
                  <a:ext cx="267840" cy="1658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B22E7D7-3CDC-1225-EB90-0EFDFAD3A6CA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B22E7D7-3CDC-1225-EB90-0EFDFAD3A6C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09150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2E0F672-26DA-37AB-141F-8FCFA05A6496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2E0F672-26DA-37AB-141F-8FCFA05A649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57104" y="613785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741ECAB-9A49-4739-6554-5B37479BC996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741ECAB-9A49-4739-6554-5B37479BC99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384544" y="602265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CA6A803-3229-5308-F6B2-DB353CD84DCC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CA6A803-3229-5308-F6B2-DB353CD84DC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14424" y="615333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C4AA62C-6104-A434-9A3D-79ED052DAA63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C4AA62C-6104-A434-9A3D-79ED052DAA6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D46D41B-734F-B67B-5153-C4C6F445920B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D46D41B-734F-B67B-5153-C4C6F445920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43304" y="601689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E6D675-D161-DBD9-E55F-CA70F45D95EA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E6D675-D161-DBD9-E55F-CA70F45D95E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9F016AD-3508-640A-9EE4-70D23AE864E0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9F016AD-3508-640A-9EE4-70D23AE864E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111944" y="5367829"/>
                  <a:ext cx="2092680" cy="1080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42C18A3-1AA4-3CE3-EC0D-0C25FCF56F82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42C18A3-1AA4-3CE3-EC0D-0C25FCF56F8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96264" y="5169503"/>
                  <a:ext cx="677520" cy="348747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3C98302-9B30-3B07-183F-81401101C394}"/>
              </a:ext>
            </a:extLst>
          </p:cNvPr>
          <p:cNvSpPr txBox="1"/>
          <p:nvPr/>
        </p:nvSpPr>
        <p:spPr>
          <a:xfrm>
            <a:off x="202672" y="610584"/>
            <a:ext cx="65059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❌ 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Depends on retrieval quality (step 2 and step 3)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Slightly more complex pipeline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Latency (search + generation)</a:t>
            </a:r>
          </a:p>
        </p:txBody>
      </p:sp>
    </p:spTree>
    <p:extLst>
      <p:ext uri="{BB962C8B-B14F-4D97-AF65-F5344CB8AC3E}">
        <p14:creationId xmlns:p14="http://schemas.microsoft.com/office/powerpoint/2010/main" val="1060770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1219D-1642-70C9-0325-770D033EC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81EF893-A675-7537-B691-8B2D98CE53B2}"/>
              </a:ext>
            </a:extLst>
          </p:cNvPr>
          <p:cNvSpPr txBox="1"/>
          <p:nvPr/>
        </p:nvSpPr>
        <p:spPr>
          <a:xfrm>
            <a:off x="148336" y="199104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Differences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0BBFF1-7598-DB71-45FB-B163ECA19E93}"/>
              </a:ext>
            </a:extLst>
          </p:cNvPr>
          <p:cNvGraphicFramePr>
            <a:graphicFrameLocks noGrp="1"/>
          </p:cNvGraphicFramePr>
          <p:nvPr/>
        </p:nvGraphicFramePr>
        <p:xfrm>
          <a:off x="408432" y="1221518"/>
          <a:ext cx="10515600" cy="3200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333376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140924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70241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Fine-Tuning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3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Training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56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Updates knowledge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 Hard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 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53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💰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💰 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612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Behavior/style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Knowledge retrieval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747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 freshness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Dynamic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72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Implementation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Simple after 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Pipeline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3205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5B8A2CB-4330-5950-BD0E-5BA156410230}"/>
              </a:ext>
            </a:extLst>
          </p:cNvPr>
          <p:cNvSpPr txBox="1"/>
          <p:nvPr/>
        </p:nvSpPr>
        <p:spPr>
          <a:xfrm>
            <a:off x="520192" y="5174817"/>
            <a:ext cx="10292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If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documents change frequently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then fine-tuning is not practical because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FT is expensive.  Here RAG system is cheaper alternative</a:t>
            </a:r>
          </a:p>
        </p:txBody>
      </p:sp>
    </p:spTree>
    <p:extLst>
      <p:ext uri="{BB962C8B-B14F-4D97-AF65-F5344CB8AC3E}">
        <p14:creationId xmlns:p14="http://schemas.microsoft.com/office/powerpoint/2010/main" val="965077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1551</TotalTime>
  <Words>540</Words>
  <Application>Microsoft Office PowerPoint</Application>
  <PresentationFormat>Widescreen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289</cp:revision>
  <dcterms:created xsi:type="dcterms:W3CDTF">2025-09-22T02:44:38Z</dcterms:created>
  <dcterms:modified xsi:type="dcterms:W3CDTF">2026-09-17T18:28:05Z</dcterms:modified>
</cp:coreProperties>
</file>