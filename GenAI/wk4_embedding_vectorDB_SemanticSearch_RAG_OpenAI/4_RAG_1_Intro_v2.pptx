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282" r:id="rId3"/>
    <p:sldId id="277" r:id="rId4"/>
    <p:sldId id="276" r:id="rId5"/>
    <p:sldId id="278" r:id="rId6"/>
    <p:sldId id="284" r:id="rId7"/>
    <p:sldId id="287" r:id="rId8"/>
    <p:sldId id="288" r:id="rId9"/>
    <p:sldId id="279" r:id="rId10"/>
    <p:sldId id="289" r:id="rId11"/>
    <p:sldId id="290" r:id="rId12"/>
    <p:sldId id="280" r:id="rId13"/>
    <p:sldId id="286" r:id="rId14"/>
    <p:sldId id="285" r:id="rId15"/>
    <p:sldId id="281" r:id="rId16"/>
    <p:sldId id="283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252 0 24575,'-5'1'0,"1"0"0,-1 0 0,1 0 0,0 0 0,-1 1 0,1 0 0,0-1 0,0 2 0,0-1 0,0 0 0,0 1 0,1 0 0,-1-1 0,1 2 0,0-1 0,0 0 0,-4 6 0,-6 8 0,0 1 0,-12 23 0,21-34 0,-8 18 0,1 1 0,1 0 0,1 1 0,2 0 0,-8 49 0,-6 24 0,9-48 0,-5 68 0,10-64 0,6-34 0,0 0 0,2 1 0,0-1 0,8 37 0,-3-28 0,0 44 0,-6-44 0,0 14 0,2-1 0,11 65 0,-4-61 0,2-1 0,3 0 0,1 0 0,3-2 0,1 0 0,2-1 0,43 65 0,2-3 0,72 162 0,-46-84 0,-75-152 0,5 11 0,2-1 0,36 50 0,-36-70-1365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9 263 24575,'-5'-20'0,"1"-4"0,8 21 0,9 10 0,91 89 0,-74-65 0,58 45 0,-74-66 0,4 4 0,1-1 0,0 0 0,0-2 0,35 15 0,-50-24 0,1 0 0,0-1 0,0 0 0,-1 0 0,1 0 0,0 0 0,0-1 0,0 1 0,0-1 0,0-1 0,0 1 0,0-1 0,0 0 0,0 0 0,-1 0 0,1 0 0,0-1 0,-1 0 0,1 0 0,-1 0 0,1-1 0,-1 0 0,0 1 0,0-2 0,0 1 0,6-7 0,17-23 0,-2-2 0,-1-1 0,36-73 0,-2 3 0,-48 91-195,-1-2 0,0 1 0,-1-1 0,-1 0 0,-1-1 0,5-22 0,-7 16-6631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34 24575,'0'-1'0,"0"0"0,0-1 0,0 1 0,-1-1 0,1 1 0,0 0 0,-1-1 0,1 1 0,-1 0 0,1-1 0,-1 1 0,1 0 0,-1 0 0,0-1 0,0 1 0,0 0 0,0 0 0,0 0 0,0 0 0,0 0 0,0 0 0,0 1 0,0-1 0,0 0 0,-1 0 0,1 1 0,0-1 0,-1 1 0,1-1 0,0 1 0,-1 0 0,1-1 0,0 1 0,-1 0 0,1 0 0,-1 0 0,-1 0 0,-1 0 0,0 0 0,1 1 0,-1-1 0,1 1 0,-1-1 0,0 1 0,1 0 0,-1 1 0,1-1 0,0 1 0,0-1 0,-1 1 0,-3 3 0,4-2 0,0 0 0,0 1 0,0-1 0,1 1 0,-1 0 0,1 0 0,0 0 0,0 0 0,0 0 0,0 0 0,1 1 0,0-1 0,0 0 0,0 1 0,0-1 0,1 6 0,0-8 0,0 0 0,0 0 0,0-1 0,0 1 0,0 0 0,1-1 0,-1 1 0,1 0 0,0-1 0,-1 1 0,1-1 0,0 1 0,0-1 0,0 1 0,0-1 0,0 0 0,0 1 0,0-1 0,0 0 0,1 0 0,-1 0 0,0 0 0,1 0 0,-1 0 0,1 0 0,-1 0 0,1-1 0,-1 1 0,1-1 0,0 1 0,-1-1 0,1 1 0,0-1 0,-1 0 0,1 0 0,0 0 0,0 0 0,-1 0 0,1 0 0,0 0 0,-1-1 0,1 1 0,0-1 0,2 0 0,8-2 0,1 0 0,0-1 0,16-8 0,-27 12 0,1-1 0,0 0 0,-1 0 0,1-1 0,-1 1 0,0-1 0,1 1 0,-1-1 0,0 0 0,0 0 0,0 1 0,0-2 0,0 1 0,0 0 0,-1 0 0,1 0 0,-1-1 0,1 1 0,-1-1 0,0 1 0,1-6 0,-2 7 0,0 1 0,0-1 0,0 0 0,0 1 0,0-1 0,0 0 0,0 1 0,0-1 0,0 0 0,-1 1 0,1-1 0,0 1 0,-1-1 0,1 0 0,0 1 0,-1-1 0,1 1 0,0-1 0,-1 1 0,1-1 0,-1 1 0,1-1 0,-1 1 0,0 0 0,1-1 0,-1 1 0,1 0 0,-1-1 0,0 1 0,0-1 0,-27 2 0,24 0 0,-1 1 0,1-1 0,-1 1 0,1-1 0,-1 1 0,1 1 0,0-1 0,0 1 0,-5 3 0,-16 19-1365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182 20 24575,'0'-1'0,"0"0"0,-1 0 0,1 0 0,-1 0 0,1 0 0,-1 0 0,1 0 0,-1 0 0,0 0 0,1 0 0,-1 1 0,0-1 0,0 0 0,0 0 0,0 1 0,0-1 0,1 0 0,-1 1 0,0-1 0,0 1 0,0-1 0,-1 1 0,1 0 0,0-1 0,0 1 0,0 0 0,0 0 0,0 0 0,0 0 0,0 0 0,0 0 0,-1 0 0,1 0 0,-1 0 0,-40 5 0,35-3 0,0 1 0,1-1 0,-1 1 0,1 1 0,-8 4 0,12-7 0,1 0 0,-1 0 0,0 0 0,1 0 0,-1 1 0,1-1 0,-1 1 0,1-1 0,0 1 0,0-1 0,-1 1 0,1 0 0,0 0 0,0 0 0,1-1 0,-1 1 0,0 0 0,1 0 0,-1 0 0,1 0 0,0 0 0,-1 3 0,1-4 0,0 0 0,1-1 0,-1 1 0,0 0 0,0-1 0,0 1 0,1 0 0,-1-1 0,0 1 0,1-1 0,-1 1 0,0 0 0,1-1 0,-1 1 0,1-1 0,-1 1 0,1-1 0,-1 1 0,1-1 0,-1 0 0,1 1 0,-1-1 0,1 1 0,0-1 0,-1 0 0,1 0 0,0 1 0,-1-1 0,1 0 0,1 0 0,27-3 0,-26 2 0,1 0 0,-1 0 0,0 0 0,0 0 0,0-1 0,0 1 0,0-1 0,0 0 0,-1 0 0,1 0 0,-1 0 0,1 0 0,-1 0 0,4-5 0,-6 7 0,0 0 0,0 0 0,0 0 0,0-1 0,0 1 0,0 0 0,0 0 0,0 0 0,0 0 0,0 0 0,0-1 0,0 1 0,0 0 0,0 0 0,0 0 0,0 0 0,0 0 0,0-1 0,0 1 0,0 0 0,0 0 0,-1 0 0,1 0 0,0 0 0,0 0 0,0 0 0,0-1 0,0 1 0,0 0 0,0 0 0,0 0 0,-1 0 0,1 0 0,0 0 0,0 0 0,0 0 0,0 0 0,0 0 0,-1 0 0,1 0 0,0 0 0,0 0 0,0-1 0,0 1 0,0 0 0,-1 0 0,1 1 0,0-1 0,0 0 0,0 0 0,0 0 0,-1 0 0,-12 3 0,-10 9 0,13 1 0,13-5 0,-1-7 0,0-1 0,0 1 0,0-1 0,0 1 0,0-1 0,0 0 0,0 0 0,0 0 0,0 0 0,0 0 0,0-1 0,2 0 0,-3 1 0,1 0 0,-1 0 0,0-1 0,1 1 0,-1 0 0,0-1 0,0 1 0,1-1 0,-1 0 0,0 1 0,0-1 0,0 0 0,0 0 0,0 1 0,0-1 0,0 0 0,1-2 0,-6-6 0,-16-1 0,14 8-114,0 1 1,0 0-1,-1 0 0,1 0 0,0 1 1,0 0-1,0 0 0,-1 0 0,1 1 1,0 0-1,-12 4 0,0 0-6712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43.1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80 39 3856 0 0,'-18'-3'238'0'0,"2"-1"2605"0"0,29-10-2005 0 0,-9 11-846 0 0,0 1 1 0 0,1 0-1 0 0,-1 1 1 0 0,0-1 0 0 0,1 1-1 0 0,-1-1 1 0 0,1 1-1 0 0,0 1 1 0 0,-1-1 0 0 0,1 1-1 0 0,0 0 1 0 0,-1 0-1 0 0,6 0 1 0 0,14 0-47 0 0,-21-1 42 0 0,0 0 0 0 0,1 1 0 0 0,-1 0 0 0 0,0 0 1 0 0,0 0-1 0 0,1 0 0 0 0,-1 0 0 0 0,0 1 0 0 0,0 0 0 0 0,1-1 1 0 0,-1 1-1 0 0,0 0 0 0 0,0 0 0 0 0,0 1 0 0 0,0-1 0 0 0,0 1 1 0 0,4 2-1 0 0,-6-2 11 0 0,0-1-1 0 0,0 1 1 0 0,0-1 0 0 0,-1 1 0 0 0,1-1 0 0 0,0 1 0 0 0,-1-1-1 0 0,1 1 1 0 0,-1 0 0 0 0,1-1 0 0 0,-1 1 0 0 0,0 0-1 0 0,1-1 1 0 0,-1 1 0 0 0,0 0 0 0 0,0 0 0 0 0,0-1-1 0 0,-1 1 1 0 0,1 0 0 0 0,0-1 0 0 0,-1 1 0 0 0,1 0 0 0 0,-1-1-1 0 0,1 1 1 0 0,-1 0 0 0 0,0-1 0 0 0,0 1 0 0 0,1-1-1 0 0,-1 0 1 0 0,0 1 0 0 0,-1-1 0 0 0,0 2 0 0 0,-19 27 21 0 0,-2 0 0 0 0,-1-2 0 0 0,-1 0 1 0 0,-1-2-1 0 0,-53 42 0 0 0,79-68-19 0 0,-1 0 1 0 0,0 0-1 0 0,1 0 1 0 0,-1 1-1 0 0,1-1 0 0 0,-1 0 1 0 0,1 0-1 0 0,-1 1 1 0 0,1-1-1 0 0,-1 0 0 0 0,1 1 1 0 0,0-1-1 0 0,-1 1 1 0 0,1-1-1 0 0,-1 0 0 0 0,1 1 1 0 0,0-1-1 0 0,-1 1 1 0 0,1-1-1 0 0,0 1 0 0 0,0-1 1 0 0,-1 1-1 0 0,1-1 1 0 0,0 1-1 0 0,0-1 0 0 0,0 1 1 0 0,0 0-1 0 0,0-1 1 0 0,0 1-1 0 0,0-1 0 0 0,0 1 1 0 0,0-1-1 0 0,0 1 1 0 0,0 0-1 0 0,0-1 0 0 0,0 1 1 0 0,24 6 101 0 0,58-11 101 0 0,-59 2-178 0 0,245 4-76 0 0,-265-2 56 0 0,-3 1-23 0 0,1-1 1 0 0,-1 0-1 0 0,1 0 1 0 0,-1 1-1 0 0,0-1 1 0 0,1 0-1 0 0,-1 0 1 0 0,1 0-1 0 0,-1 0 1 0 0,1 0-1 0 0,-1 0 1 0 0,1 0-1 0 0,-1 0 1 0 0,1 0-1 0 0,-1 0 1 0 0,1 0-1 0 0,-1 0 1 0 0,1 0-1 0 0,-1 0 0 0 0,0 0 1 0 0,1 0-1 0 0,-1 0 1 0 0,1-1-1 0 0,-1 1 1 0 0,1 0-1 0 0,-1 0 1 0 0,0 0-1 0 0,1-1 1 0 0,-1 1-1 0 0,1-1 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560 127 5072 0 0,'-20'-29'-527'0'0,"17"25"566"0"0,0 0 0 0 0,0 1-1 0 0,0 0 1 0 0,-1-1 0 0 0,1 1-1 0 0,-1 0 1 0 0,0 1 0 0 0,1-1 0 0 0,-2 1-1 0 0,1-1 1 0 0,0 1 0 0 0,0 1 0 0 0,0-1-1 0 0,-7-1 1 0 0,-1 0 62 0 0,1 1 1 0 0,-1 0-1 0 0,0 1 0 0 0,-16 0 1 0 0,5 3-54 0 0,1 2 1 0 0,-1 0 0 0 0,1 2 0 0 0,0 0 0 0 0,0 1-1 0 0,1 1 1 0 0,0 1 0 0 0,0 1 0 0 0,-27 19 0 0 0,33-20-39 0 0,0 1 0 0 0,1 1 0 0 0,0 1 0 0 0,1 0 1 0 0,-14 15-1 0 0,21-20-8 0 0,0 0 1 0 0,0 1-1 0 0,1-1 0 0 0,0 1 1 0 0,1 0-1 0 0,0 1 1 0 0,0-1-1 0 0,1 1 0 0 0,0-1 1 0 0,0 1-1 0 0,-2 14 1 0 0,3-14 9 0 0,1 0 0 0 0,0 0 0 0 0,0 0 0 0 0,1 0 0 0 0,0 0 0 0 0,1 0 1 0 0,0 0-1 0 0,0 0 0 0 0,1 0 0 0 0,0 0 0 0 0,0 0 0 0 0,1-1 0 0 0,0 1 0 0 0,1-1 1 0 0,0 0-1 0 0,0 0 0 0 0,1 0 0 0 0,0 0 0 0 0,8 8 0 0 0,1-2 8 0 0,0 0 0 0 0,1-1 0 0 0,0-1 0 0 0,2 0 0 0 0,-1-1 0 0 0,1-1 0 0 0,0-1 0 0 0,1 0 0 0 0,0-1 0 0 0,1-1-1 0 0,0-1 1 0 0,28 6 0 0 0,-22-7 88 0 0,1-1 0 0 0,1-1-1 0 0,-1-1 1 0 0,0-1 0 0 0,0-2-1 0 0,1 0 1 0 0,-1-2 0 0 0,51-12-1 0 0,-57 9 9 0 0,-1-1-1 0 0,0-1 0 0 0,0-1 0 0 0,-1 0 0 0 0,0-2 0 0 0,0 0 0 0 0,-1-1 1 0 0,-1-1-1 0 0,29-27 0 0 0,-35 30-20 0 0,-1-1 0 0 0,0 0 0 0 0,-1 0 0 0 0,0 0 0 0 0,0-1 0 0 0,-1 0 0 0 0,-1-1 0 0 0,0 1 0 0 0,-1-1 0 0 0,0 0-1 0 0,-1-1 1 0 0,0 1 0 0 0,-1-1 0 0 0,-1 0 0 0 0,2-21 0 0 0,-5 25-58 0 0,-1 0 0 0 0,1 0 1 0 0,-2 0-1 0 0,1 1 0 0 0,-1-1 0 0 0,-1 1 0 0 0,0-1 0 0 0,0 1 0 0 0,-1 0 0 0 0,0 0 0 0 0,0 1 0 0 0,-1-1 1 0 0,0 1-1 0 0,-1 1 0 0 0,1-1 0 0 0,-2 1 0 0 0,1 0 0 0 0,-1 1 0 0 0,-9-7 0 0 0,-2 0-18 0 0,0 0 0 0 0,-1 2 0 0 0,0 0 0 0 0,-1 1 0 0 0,0 1 0 0 0,0 1 0 0 0,-33-8 0 0 0,14 8-559 0 0,-1 2 0 0 0,1 2 0 0 0,-50 0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 42 6205 0 0,'0'0'-194'0'0,"-27"-41"3220"0"0,30 71-3064 0 0,1 0-1 0 0,2 1 1 0 0,1-2 0 0 0,16 45-1 0 0,3 10 60 0 0,-14-43-31 0 0,-7-25-41 0 0,0 0 0 0 0,-1 0-1 0 0,-1 1 1 0 0,0-1 0 0 0,0 24-1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8 134 6081 0 0,'-8'-38'-1581'0'0,"14"-30"2685"0"0,-5 67-1097 0 0,-1-1 1 0 0,2 1 0 0 0,-1 0-1 0 0,0 0 1 0 0,0 0-1 0 0,0 0 1 0 0,0 0 0 0 0,1 0-1 0 0,-1 0 1 0 0,0 0-1 0 0,1 1 1 0 0,-1-1-1 0 0,1 1 1 0 0,-1-1 0 0 0,1 1-1 0 0,-1-1 1 0 0,1 1-1 0 0,-1 0 1 0 0,3-1 0 0 0,27-5-24 0 0,0 3-9 0 0,0 1 0 0 0,-1 1 0 0 0,1 2 0 0 0,0 1 0 0 0,-1 1 1 0 0,0 2-1 0 0,0 1 0 0 0,0 1 0 0 0,0 2 0 0 0,-1 1 0 0 0,31 15 0 0 0,-56-23 23 0 0,-1 0-1 0 0,1 0 0 0 0,-1 0 1 0 0,1 1-1 0 0,-1-1 0 0 0,1 1 1 0 0,-1 0-1 0 0,0 0 1 0 0,-1 0-1 0 0,1 0 0 0 0,0 0 1 0 0,-1 1-1 0 0,0-1 1 0 0,1 1-1 0 0,-2 0 0 0 0,1 0 1 0 0,2 6-1 0 0,-3-7 11 0 0,-1 0-1 0 0,1 0 1 0 0,-1 0-1 0 0,0 0 1 0 0,0 0 0 0 0,-1 0-1 0 0,1 0 1 0 0,0 0 0 0 0,-1 0-1 0 0,0-1 1 0 0,1 1-1 0 0,-1 0 1 0 0,0 0 0 0 0,-1-1-1 0 0,1 1 1 0 0,0 0-1 0 0,-1-1 1 0 0,0 1 0 0 0,1-1-1 0 0,-1 0 1 0 0,0 0-1 0 0,0 1 1 0 0,0-1 0 0 0,0-1-1 0 0,-4 4 1 0 0,-6 4 18 0 0,-1-1 0 0 0,1-1 0 0 0,-1 1 0 0 0,-1-2 0 0 0,1 0 0 0 0,-1 0 0 0 0,-18 3 0 0 0,-11 1 239 0 0,-47 5 0 0 0,74-13-116 0 0,-30 3 891 0 0,43-5-880 0 0,-30 2 347 0 0,43-1-547 0 0,25 4-12 0 0,0 1 0 0 0,0 2 0 0 0,-1 2 0 0 0,0 0 0 0 0,35 18 0 0 0,-5 2-88 0 0,105 65-1 0 0,-109-52 88 0 0,-59-42 30 0 0,2 2 22 0 0,0-1-437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78 175 4672 0 0,'0'0'-191'0'0,"45"-19"-522"0"0,-41 17 766 0 0,1-1 1 0 0,-1 1-1 0 0,0-1 1 0 0,0 0-1 0 0,0 0 1 0 0,0 0-1 0 0,-1 0 1 0 0,1-1 0 0 0,-1 0-1 0 0,0 0 1 0 0,0 0-1 0 0,0 0 1 0 0,-1 0-1 0 0,1 0 1 0 0,-1-1-1 0 0,0 1 1 0 0,2-7-1 0 0,-3 8-3 0 0,0 0-1 0 0,-1 0 0 0 0,1 0 1 0 0,0-1-1 0 0,-1 1 0 0 0,0 0 0 0 0,0 0 1 0 0,0-1-1 0 0,0 1 0 0 0,-1 0 1 0 0,1-1-1 0 0,-1 1 0 0 0,1 0 1 0 0,-1 0-1 0 0,0 0 0 0 0,-1 0 0 0 0,1 0 1 0 0,-1 0-1 0 0,1 0 0 0 0,-1 0 1 0 0,0 0-1 0 0,0 1 0 0 0,0-1 1 0 0,-4-3-1 0 0,5 5-40 0 0,0 0-7 0 0,0 0 0 0 0,0 1 0 0 0,-1-1-1 0 0,1 1 1 0 0,0 0 0 0 0,0-1 0 0 0,-1 1 0 0 0,1 0-1 0 0,0 0 1 0 0,-1 0 0 0 0,1 0 0 0 0,0 0 0 0 0,0 0-1 0 0,-1 0 1 0 0,1 0 0 0 0,0 1 0 0 0,-1-1 0 0 0,1 0 0 0 0,0 1-1 0 0,0-1 1 0 0,-2 1 0 0 0,-31 10-23 0 0,26-6 11 0 0,1 0 0 0 0,-1 1 0 0 0,1 0 0 0 0,1 0 0 0 0,-1 1 0 0 0,1-1 0 0 0,0 2 0 0 0,1-1 0 0 0,-1 0 1 0 0,1 1-1 0 0,1 0 0 0 0,0 0 0 0 0,0 0 0 0 0,0 1 0 0 0,1 0 0 0 0,0-1 0 0 0,-2 16 0 0 0,4-19 10 0 0,1 0-1 0 0,-1 0 1 0 0,1 0-1 0 0,0 1 1 0 0,1-1-1 0 0,-1 0 1 0 0,1 0-1 0 0,0 0 1 0 0,1 1-1 0 0,-1-1 1 0 0,1-1-1 0 0,0 1 1 0 0,0 0-1 0 0,0 0 1 0 0,1-1-1 0 0,-1 1 1 0 0,1-1-1 0 0,0 0 1 0 0,1 1-1 0 0,-1-2 1 0 0,1 1-1 0 0,0 0 1 0 0,0-1-1 0 0,0 1 1 0 0,0-1-1 0 0,0 0 1 0 0,1-1-1 0 0,-1 1 1 0 0,1-1-1 0 0,0 0 1 0 0,9 3-1 0 0,-8-3-120 0 0,-1 0 0 0 0,1 0 0 0 0,-1-1 0 0 0,1 0 0 0 0,0 0 0 0 0,0 0 0 0 0,0-1 0 0 0,0 0-1 0 0,-1 0 1 0 0,1 0 0 0 0,0-1 0 0 0,0 0 0 0 0,0 0 0 0 0,-1 0 0 0 0,1-1 0 0 0,0 0 0 0 0,-1 0 0 0 0,1 0 0 0 0,-1-1 0 0 0,0 0-1 0 0,0 0 1 0 0,8-6 0 0 0,6-6-1035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242 27 4004 0 0,'-19'-18'-446'0'0,"11"16"446"0"0,-1 0 1 0 0,0 0 0 0 0,0 1 0 0 0,1 0 0 0 0,-1 0 0 0 0,0 1-1 0 0,0 1 1 0 0,0-1 0 0 0,1 1 0 0 0,-1 1 0 0 0,0 0 0 0 0,1 0-1 0 0,-1 0 1 0 0,1 1 0 0 0,0 1 0 0 0,-1-1 0 0 0,2 1 0 0 0,-1 1-1 0 0,0-1 1 0 0,1 1 0 0 0,0 0 0 0 0,0 1 0 0 0,-10 11 0 0 0,16-16 8 0 0,0 1 0 0 0,-1 0-1 0 0,1-1 1 0 0,0 1 0 0 0,0 0 0 0 0,1 0 0 0 0,-1 0 0 0 0,0 0 0 0 0,1 0 0 0 0,-1 0 0 0 0,1 0 0 0 0,-1 0 0 0 0,1 0 0 0 0,0 0 0 0 0,0 0 0 0 0,0 0 0 0 0,0 0 0 0 0,1 0 0 0 0,-1 0 0 0 0,0 0 0 0 0,2 3-1 0 0,-1-1 7 0 0,1 0-1 0 0,0-1 1 0 0,0 1-1 0 0,1 0 1 0 0,-1-1-1 0 0,1 0 1 0 0,0 1-1 0 0,0-1 1 0 0,6 5-1 0 0,6 3 17 0 0,0 0-1 0 0,1-2 1 0 0,28 14-1 0 0,-44-23-30 0 0,67 35 50 0 0,87 58-1 0 0,-153-92-38 0 0,1 0 0 0 0,-1-1 0 0 0,0 1 0 0 0,1 0-1 0 0,-1 0 1 0 0,0 0 0 0 0,0-1 0 0 0,1 1 0 0 0,-1 1-1 0 0,0-1 1 0 0,0 0 0 0 0,0 0 0 0 0,0 0 0 0 0,-1 0 0 0 0,1 1-1 0 0,0-1 1 0 0,0 0 0 0 0,-1 1 0 0 0,1-1 0 0 0,-1 1-1 0 0,1-1 1 0 0,-1 1 0 0 0,0-1 0 0 0,1 1 0 0 0,-1-1-1 0 0,0 1 1 0 0,0-1 0 0 0,0 3 0 0 0,-2-1 9 0 0,1-1 0 0 0,0 0 1 0 0,-1 0-1 0 0,1 0 0 0 0,-1 0 1 0 0,0-1-1 0 0,0 1 0 0 0,0 0 1 0 0,0-1-1 0 0,0 1 0 0 0,0-1 1 0 0,0 0-1 0 0,0 1 0 0 0,-1-1 0 0 0,-2 1 1 0 0,-12 4 73 0 0,-1 0 1 0 0,0-1 0 0 0,-26 4-1 0 0,16-4 242 0 0,-56 0-1 0 0,74-5-250 0 0,0 0 0 0 0,0-1 0 0 0,0 0 0 0 0,0-1 0 0 0,0 0 0 0 0,0-1 0 0 0,1 0-1 0 0,-1 0 1 0 0,-10-6 0 0 0,18 7-170 0 0,1 1-1 0 0,-1 0 0 0 0,1 0 0 0 0,-1-1 1 0 0,1 1-1 0 0,0 0 0 0 0,0-1 0 0 0,0 1 1 0 0,-1-1-1 0 0,2 0 0 0 0,-1 1 1 0 0,0-1-1 0 0,0 0 0 0 0,0 0 0 0 0,1 0 1 0 0,-1 1-1 0 0,1-1 0 0 0,0 0 1 0 0,-1 0-1 0 0,1 0 0 0 0,0 0 0 0 0,0 0 1 0 0,0 0-1 0 0,0 0 0 0 0,1 1 0 0 0,-1-1 1 0 0,0 0-1 0 0,1 0 0 0 0,-1 0 1 0 0,1 0-1 0 0,0 1 0 0 0,-1-1 0 0 0,1 0 1 0 0,0 0-1 0 0,0 1 0 0 0,0-1 0 0 0,1 1 1 0 0,-1-1-1 0 0,2-1 0 0 0,8-10-1306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48 4320 0 0,'11'-47'2771'0'0,"-10"51"-2763"0"0,1 16-10 0 0,1 30-9 0 0,3 0-1 0 0,2-1 1 0 0,2 0-1 0 0,2 0 1 0 0,20 50 0 0 0,-8-49 4 0 0,52 80 0 0 0,-14-28 35 0 0,-60-98 20 0 0,0-2 21 0 0,-1 1 0 0 0,1 0 0 0 0,-1-1 0 0 0,0 1 0 0 0,0 0 0 0 0,0 0 0 0 0,0 0 0 0 0,0-1 0 0 0,0 7 866 0 0,-6-12-730 0 0,-6-3-128 0 0,0-1-1 0 0,1 0 0 0 0,0-1 1 0 0,0 0-1 0 0,1-1 0 0 0,1 0 1 0 0,-1-1-1 0 0,1 1 0 0 0,1-1 1 0 0,0-1-1 0 0,0 0 0 0 0,1 0 1 0 0,-6-14-1 0 0,-13-31-3 0 0,-24-83 0 0 0,41 115-44 0 0,-26-125 12 0 0,14 53-110 0 0,19 93 54 0 0,0 0-1 0 0,0 0 1 0 0,1 0 0 0 0,-1 0-1 0 0,1 0 1 0 0,0-1-1 0 0,0 1 1 0 0,0 0 0 0 0,0 0-1 0 0,1 0 1 0 0,-1 0-1 0 0,1 0 1 0 0,-1-1 0 0 0,1 1-1 0 0,2-3 1 0 0,-2 5 3 0 0,0-1-1 0 0,1 0 1 0 0,-1 0 0 0 0,1 1-1 0 0,0-1 1 0 0,0 0 0 0 0,0 1-1 0 0,0 0 1 0 0,0-1 0 0 0,0 1-1 0 0,0 0 1 0 0,0 0 0 0 0,0 0-1 0 0,0 1 1 0 0,0-1 0 0 0,1 0-1 0 0,-1 1 1 0 0,0-1 0 0 0,3 1 0 0 0,12-2-29 0 0,-1 1 0 0 0,0 1 0 0 0,0 1 0 0 0,0 0 0 0 0,0 1 0 0 0,0 1 1 0 0,0 0-1 0 0,0 1 0 0 0,0 1 0 0 0,15 7 0 0 0,-11-4 1 0 0,0 1 0 0 0,-1 1 1 0 0,0 1-1 0 0,-1 1 0 0 0,-1 0 0 0 0,0 1 0 0 0,17 18 0 0 0,-31-29 33 0 0,-1 0 1 0 0,1 0-1 0 0,-1 0 0 0 0,0 1 0 0 0,0-1 0 0 0,0 1 0 0 0,-1 0 0 0 0,1-1 0 0 0,-1 1 0 0 0,1 0 0 0 0,-1 0 0 0 0,0 0 0 0 0,0 0 0 0 0,0 0 0 0 0,0 0 0 0 0,-1 0 0 0 0,1 0 0 0 0,-1 1 0 0 0,0-1 0 0 0,0 0 0 0 0,0 4 0 0 0,-2-3 8 0 0,1-1 0 0 0,-1 1 0 0 0,1-1 1 0 0,-1 0-1 0 0,0 0 0 0 0,0 0 0 0 0,-1 0 0 0 0,1 0 0 0 0,-1 0 1 0 0,1-1-1 0 0,-1 1 0 0 0,0-1 0 0 0,0 0 0 0 0,0 0 0 0 0,0 0 1 0 0,0 0-1 0 0,-1 0 0 0 0,-4 1 0 0 0,-20 9 20 0 0,-1-2 0 0 0,-1-2 0 0 0,1 0 0 0 0,-1-2 0 0 0,-1-1 0 0 0,1-2 0 0 0,-41 0 0 0 0,37-8-188 0 0,33 4-24 0 0,-1 1 0 0 0,1 0 0 0 0,0-1 0 0 0,0 0 0 0 0,-1 1 0 0 0,1-1 0 0 0,0 0 0 0 0,0 1 0 0 0,0-1 0 0 0,0 0 0 0 0,0 0 0 0 0,0 0 0 0 0,0 0 0 0 0,0 0 0 0 0,0 0 0 0 0,1 0 0 0 0,-1 0 0 0 0,0 0 0 0 0,1 0 0 0 0,-1-1 0 0 0,1 1 0 0 0,-1-2 0 0 0,-2-9-2237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179 116 5637 0 0,'0'0'-152'0'0,"-6"0"-375"0"0,-18-2 510 0 0,18 2-11 0 0,2 2 0 0 0,-2 0 18 0 0,-5 2-8 0 0,-1 1 0 0 0,2 0-1 0 0,-1 1 1 0 0,-16 11-1 0 0,24-14 15 0 0,0-1 0 0 0,0 0 0 0 0,0 1 0 0 0,1 0 0 0 0,-1-1 0 0 0,1 1 0 0 0,0 0 0 0 0,0 1 0 0 0,0-1 0 0 0,0 0 0 0 0,0 0 0 0 0,1 1 0 0 0,-1-1 0 0 0,1 1 0 0 0,0-1 0 0 0,0 1 0 0 0,0 0 0 0 0,1-1 0 0 0,-1 1 0 0 0,1 0 0 0 0,0 0 0 0 0,1 4 0 0 0,-1-2 9 0 0,2 1 0 0 0,-1-1-1 0 0,1 0 1 0 0,0 0 0 0 0,0 0 0 0 0,0 0 0 0 0,1 0-1 0 0,0 0 1 0 0,0-1 0 0 0,1 1 0 0 0,-1-1 0 0 0,1 0-1 0 0,1 0 1 0 0,-1 0 0 0 0,0-1 0 0 0,10 8-1 0 0,-6-6 58 0 0,0-1-1 0 0,0 0 0 0 0,1 0 1 0 0,0-1-1 0 0,0 0 0 0 0,0 0 1 0 0,0-1-1 0 0,0-1 0 0 0,1 1 1 0 0,10 0-1 0 0,-17-3-35 0 0,-1 1 0 0 0,1-2 0 0 0,0 1-1 0 0,-1 0 1 0 0,1 0 0 0 0,-1-1 0 0 0,1 0 0 0 0,-1 1-1 0 0,1-1 1 0 0,-1 0 0 0 0,1 0 0 0 0,-1 0 0 0 0,1-1-1 0 0,-1 1 1 0 0,0 0 0 0 0,0-1 0 0 0,0 0-1 0 0,0 1 1 0 0,0-1 0 0 0,0 0 0 0 0,0 0 0 0 0,-1 0-1 0 0,1 0 1 0 0,-1-1 0 0 0,1 1 0 0 0,-1 0 0 0 0,0 0-1 0 0,0-1 1 0 0,0 1 0 0 0,0-1 0 0 0,0 1 0 0 0,-1-1-1 0 0,1 0 1 0 0,0-2 0 0 0,0-3 7 0 0,1 1 0 0 0,-1 0-1 0 0,-1-1 1 0 0,1 1 0 0 0,-1-1 0 0 0,0 1-1 0 0,-1 0 1 0 0,0-1 0 0 0,0 1 0 0 0,-4-11 0 0 0,3 11-20 0 0,-2 0 0 0 0,1 1 0 0 0,-1-1 0 0 0,0 1 0 0 0,0 0 0 0 0,-1 0 0 0 0,0 1 0 0 0,0-1 0 0 0,0 1 0 0 0,0 0 0 0 0,-10-6 0 0 0,-2 0-7 0 0,-1 1-1 0 0,-33-14 0 0 0,25 13-9 0 0,-54-19-10 0 0,78 30-27 0 0,50-20-217 0 0,179-19-95 0 0,-225 38 366 0 0,51-9 200 0 0,-52 11-221 0 0,0-1-1 0 0,0 1 0 0 0,0-1 1 0 0,0 1-1 0 0,0-1 0 0 0,0 1 1 0 0,0 0-1 0 0,0-1 1 0 0,0 1-1 0 0,0 0 0 0 0,-1 0 1 0 0,1-1-1 0 0,0 1 0 0 0,0 0 1 0 0,-1 0-1 0 0,1 0 0 0 0,0 0 1 0 0,-1 0-1 0 0,1 0 1 0 0,-1 0-1 0 0,1 1 0 0 0,-1-1 1 0 0,0 0-1 0 0,0 0 0 0 0,1 0 1 0 0,-1 0-1 0 0,0 0 1 0 0,0 1-1 0 0,0-1 0 0 0,0 0 1 0 0,0 0-1 0 0,0 0 0 0 0,0 1 1 0 0,-1 1-1 0 0,-7 65-115 0 0,3-24 81 0 0,6-22 31 0 0,1 0 0 0 0,2 0 0 0 0,9 36 1 0 0,2 14 11 0 0,-10-23 2848 0 0,-5-49-2812 0 0,-10-9 78 0 0,1-1 1 0 0,0 0-1 0 0,0-1 1 0 0,1 0 0 0 0,0 0-1 0 0,1-1 1 0 0,1 0-1 0 0,0 0 1 0 0,0 0-1 0 0,-4-17 1 0 0,4 13-106 0 0,1-1-1 0 0,1 0 1 0 0,1 0 0 0 0,0 0 0 0 0,1 0 0 0 0,1 0 0 0 0,1-1-1 0 0,1-17 1 0 0,-1 32-30 0 0,1 0 0 0 0,-1 1 0 0 0,1-1 0 0 0,0 0 0 0 0,-1 1 0 0 0,1-1 0 0 0,0 1 0 0 0,0-1 0 0 0,1 1 0 0 0,-1 0 0 0 0,0-1 0 0 0,1 1 0 0 0,0 0 0 0 0,-1 0 0 0 0,1 0 0 0 0,0 0 0 0 0,0 0 0 0 0,0 0 0 0 0,0 1 0 0 0,3-2 0 0 0,-1 1-13 0 0,0 0 1 0 0,1 0-1 0 0,-1 1 1 0 0,1-1 0 0 0,-1 1-1 0 0,1 0 1 0 0,-1 1-1 0 0,1-1 1 0 0,0 1-1 0 0,8 0 1 0 0,1 1-31 0 0,0 1 1 0 0,1 1 0 0 0,-1 0-1 0 0,0 1 1 0 0,-1 0-1 0 0,23 11 1 0 0,-20-7 7 0 0,0 1 1 0 0,0 1 0 0 0,-1 1-1 0 0,-1 0 1 0 0,1 1 0 0 0,22 25-1 0 0,-30-29 42 0 0,-1-1-1 0 0,0 1 0 0 0,0 0 0 0 0,-1 0 0 0 0,0 1 0 0 0,0-1 0 0 0,-1 1 0 0 0,0 0 0 0 0,-1 1 1 0 0,0-1-1 0 0,0 1 0 0 0,-1-1 0 0 0,0 1 0 0 0,0 12 0 0 0,-2-19-4 0 0,0 0 0 0 0,0 0 0 0 0,-1 0 0 0 0,1 0 0 0 0,-1 0 0 0 0,0 0 0 0 0,1 0 1 0 0,-1-1-1 0 0,-1 1 0 0 0,1 0 0 0 0,0-1 0 0 0,-1 1 0 0 0,1-1 0 0 0,-1 1 0 0 0,0-1 0 0 0,-3 4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43.2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271 21 5677 0 0,'0'0'-267'0'0,"-16"-13"-701"0"0,5 10 947 0 0,1 1 1 0 0,0 1 0 0 0,-1 0 0 0 0,1 0-1 0 0,-1 1 1 0 0,1 1 0 0 0,-1 0 0 0 0,1 0-1 0 0,0 1 1 0 0,-1 0 0 0 0,1 0-1 0 0,0 2 1 0 0,0-1 0 0 0,1 1 0 0 0,-1 0-1 0 0,1 1 1 0 0,0 0 0 0 0,0 1-1 0 0,0 0 1 0 0,1 0 0 0 0,0 1 0 0 0,0 0-1 0 0,-9 11 1 0 0,15-16 26 0 0,1-1-1 0 0,0 1 1 0 0,0 0 0 0 0,0-1 0 0 0,-1 1-1 0 0,2 0 1 0 0,-1 0 0 0 0,0 0 0 0 0,0 0-1 0 0,1 0 1 0 0,-1 0 0 0 0,1 0-1 0 0,-1 0 1 0 0,1 0 0 0 0,0 0 0 0 0,0 0-1 0 0,0 0 1 0 0,0 0 0 0 0,0 0 0 0 0,1 0-1 0 0,0 4 1 0 0,0-2 0 0 0,1 0 1 0 0,0 0-1 0 0,0 0 0 0 0,1 0 1 0 0,-1-1-1 0 0,1 1 0 0 0,0-1 1 0 0,-1 1-1 0 0,7 5 0 0 0,7 4 6 0 0,1-1 0 0 0,0 0 0 0 0,26 13 0 0 0,-37-22-7 0 0,44 24 3 0 0,-28-18-20 0 0,0 2 1 0 0,-1 1-1 0 0,-1 1 0 0 0,0 0 1 0 0,-1 2-1 0 0,-1 0 0 0 0,21 21 1 0 0,-38-35 19 0 0,0 1 1 0 0,0-1 0 0 0,1 0-1 0 0,-1 1 1 0 0,0-1-1 0 0,0 1 1 0 0,0 0 0 0 0,-1-1-1 0 0,1 1 1 0 0,0 0-1 0 0,0 0 1 0 0,-1-1 0 0 0,1 1-1 0 0,-1 0 1 0 0,0 0 0 0 0,0 0-1 0 0,1-1 1 0 0,-1 1-1 0 0,0 0 1 0 0,0 0 0 0 0,-1 0-1 0 0,1 0 1 0 0,0 0-1 0 0,-1-1 1 0 0,1 1 0 0 0,-1 0-1 0 0,0 2 1 0 0,-2-1 17 0 0,1-1-1 0 0,0 1 1 0 0,-1 0 0 0 0,0-1-1 0 0,0 0 1 0 0,1 1 0 0 0,-1-1-1 0 0,0 0 1 0 0,-1-1 0 0 0,1 1-1 0 0,0 0 1 0 0,-1-1 0 0 0,-3 1-1 0 0,-14 5 116 0 0,-1-2 1 0 0,-1 0-1 0 0,-30 1 0 0 0,52-6-136 0 0,-11 2 198 0 0,1 0 0 0 0,-1-1-1 0 0,1-1 1 0 0,-1 0 0 0 0,0 0 0 0 0,1-1 0 0 0,-1-1 0 0 0,1 0-1 0 0,0 0 1 0 0,-1-1 0 0 0,-14-6 0 0 0,25 8-184 0 0,0 0-1 0 0,-1 1 1 0 0,1-1 0 0 0,0 0-1 0 0,0 0 1 0 0,0 0 0 0 0,0 1-1 0 0,-1-1 1 0 0,1 0 0 0 0,0 0-1 0 0,1-1 1 0 0,-1 1 0 0 0,0 0-1 0 0,0 0 1 0 0,0 0 0 0 0,1-1-1 0 0,-1 1 1 0 0,0 0 0 0 0,1-1-1 0 0,0 1 1 0 0,-1 0 0 0 0,1-1-1 0 0,0 1 1 0 0,-1-1 0 0 0,1 1-1 0 0,0-1 1 0 0,0 1 0 0 0,0-2-1 0 0,1 0-14 0 0,0 0-1 0 0,1 1 0 0 0,-1-1 0 0 0,0 0 0 0 0,1 1 0 0 0,0-1 0 0 0,-1 1 0 0 0,1-1 0 0 0,0 1 0 0 0,0 0 0 0 0,1 0 0 0 0,3-3 0 0 0,8-6-91 0 0,1 1 0 0 0,0 1 0 0 0,22-10 0 0 0,35-14-32 0 0,91-48-415 0 0,-146 71 766 0 0,0-1 0 0 0,-1-1 0 0 0,-1 0 0 0 0,0-2 1 0 0,0 1-1 0 0,24-32 0 0 0,-27 15 486 0 0,-12 29-535 0 0,-4 2-188 0 0,0 0 0 0 0,-1 0 1 0 0,1 0-1 0 0,0 0 0 0 0,0 1 0 0 0,0 0 1 0 0,1 0-1 0 0,-1 0 0 0 0,0 0 0 0 0,1 0 1 0 0,-1 1-1 0 0,1-1 0 0 0,0 1 0 0 0,0 0 1 0 0,0 0-1 0 0,0 1 0 0 0,0-1 0 0 0,1 0 1 0 0,-1 1-1 0 0,1 0 0 0 0,0-1 0 0 0,0 1 1 0 0,-1 5-1 0 0,1-6-7 0 0,0 1 0 0 0,0 0 1 0 0,1 0-1 0 0,-1 0 0 0 0,1 0 0 0 0,0 0 1 0 0,0 0-1 0 0,1 0 0 0 0,-1 0 0 0 0,1 0 1 0 0,0 0-1 0 0,0 1 0 0 0,0-1 0 0 0,1 0 1 0 0,-1 0-1 0 0,1 0 0 0 0,0 0 0 0 0,0 0 1 0 0,1 0-1 0 0,-1 0 0 0 0,1 0 0 0 0,0-1 1 0 0,4 7-1 0 0,2-3 9 0 0,0 0 0 0 0,0 0 0 0 0,1-1 1 0 0,0 0-1 0 0,1 0 0 0 0,-1-1 0 0 0,1-1 0 0 0,0 1 1 0 0,20 4-1 0 0,104 20-23 0 0,-95-22 5 0 0,24 4-359 0 0,103 3 1 0 0,-117-13-1457 0 0,56-8-1 0 0,-39-2-1146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252 0 24575,'-5'1'0,"1"0"0,-1 0 0,1 0 0,0 0 0,-1 1 0,1 0 0,0-1 0,0 2 0,0-1 0,0 0 0,0 1 0,1 0 0,-1-1 0,1 2 0,0-1 0,0 0 0,-4 6 0,-6 8 0,0 1 0,-12 23 0,21-34 0,-8 18 0,1 1 0,1 0 0,1 1 0,2 0 0,-8 49 0,-6 24 0,9-48 0,-5 68 0,10-64 0,6-34 0,0 0 0,2 1 0,0-1 0,8 37 0,-3-28 0,0 44 0,-6-44 0,0 14 0,2-1 0,11 65 0,-4-61 0,2-1 0,3 0 0,1 0 0,3-2 0,1 0 0,2-1 0,43 65 0,2-3 0,72 162 0,-46-84 0,-75-152 0,5 11 0,2-1 0,36 50 0,-36-70-1365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9 263 24575,'-5'-20'0,"1"-4"0,8 21 0,9 10 0,91 89 0,-74-65 0,58 45 0,-74-66 0,4 4 0,1-1 0,0 0 0,0-2 0,35 15 0,-50-24 0,1 0 0,0-1 0,0 0 0,-1 0 0,1 0 0,0 0 0,0-1 0,0 1 0,0-1 0,0-1 0,0 1 0,0-1 0,0 0 0,0 0 0,-1 0 0,1 0 0,0-1 0,-1 0 0,1 0 0,-1 0 0,1-1 0,-1 0 0,0 1 0,0-2 0,0 1 0,6-7 0,17-23 0,-2-2 0,-1-1 0,36-73 0,-2 3 0,-48 91-195,-1-2 0,0 1 0,-1-1 0,-1 0 0,-1-1 0,5-22 0,-7 16-6631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7:12.8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80 39 3856 0 0,'-18'-3'238'0'0,"2"-1"2605"0"0,29-10-2005 0 0,-9 11-846 0 0,0 1 1 0 0,1 0-1 0 0,-1 1 1 0 0,0-1 0 0 0,1 1-1 0 0,-1-1 1 0 0,1 1-1 0 0,0 1 1 0 0,-1-1 0 0 0,1 1-1 0 0,0 0 1 0 0,-1 0-1 0 0,6 0 1 0 0,14 0-47 0 0,-21-1 42 0 0,0 0 0 0 0,1 1 0 0 0,-1 0 0 0 0,0 0 1 0 0,0 0-1 0 0,1 0 0 0 0,-1 0 0 0 0,0 1 0 0 0,0 0 0 0 0,1-1 1 0 0,-1 1-1 0 0,0 0 0 0 0,0 0 0 0 0,0 1 0 0 0,0-1 0 0 0,0 1 1 0 0,4 2-1 0 0,-6-2 11 0 0,0-1-1 0 0,0 1 1 0 0,0-1 0 0 0,-1 1 0 0 0,1-1 0 0 0,0 1 0 0 0,-1-1-1 0 0,1 1 1 0 0,-1 0 0 0 0,1-1 0 0 0,-1 1 0 0 0,0 0-1 0 0,1-1 1 0 0,-1 1 0 0 0,0 0 0 0 0,0 0 0 0 0,0-1-1 0 0,-1 1 1 0 0,1 0 0 0 0,0-1 0 0 0,-1 1 0 0 0,1 0 0 0 0,-1-1-1 0 0,1 1 1 0 0,-1 0 0 0 0,0-1 0 0 0,0 1 0 0 0,1-1-1 0 0,-1 0 1 0 0,0 1 0 0 0,-1-1 0 0 0,0 2 0 0 0,-19 27 21 0 0,-2 0 0 0 0,-1-2 0 0 0,-1 0 1 0 0,-1-2-1 0 0,-53 42 0 0 0,79-68-19 0 0,-1 0 1 0 0,0 0-1 0 0,1 0 1 0 0,-1 1-1 0 0,1-1 0 0 0,-1 0 1 0 0,1 0-1 0 0,-1 1 1 0 0,1-1-1 0 0,-1 0 0 0 0,1 1 1 0 0,0-1-1 0 0,-1 1 1 0 0,1-1-1 0 0,-1 0 0 0 0,1 1 1 0 0,0-1-1 0 0,-1 1 1 0 0,1-1-1 0 0,0 1 0 0 0,0-1 1 0 0,-1 1-1 0 0,1-1 1 0 0,0 1-1 0 0,0-1 0 0 0,0 1 1 0 0,0 0-1 0 0,0-1 1 0 0,0 1-1 0 0,0-1 0 0 0,0 1 1 0 0,0-1-1 0 0,0 1 1 0 0,0 0-1 0 0,0-1 0 0 0,0 1 1 0 0,24 6 101 0 0,58-11 101 0 0,-59 2-178 0 0,245 4-76 0 0,-265-2 56 0 0,-3 1-23 0 0,1-1 1 0 0,-1 0-1 0 0,1 0 1 0 0,-1 1-1 0 0,0-1 1 0 0,1 0-1 0 0,-1 0 1 0 0,1 0-1 0 0,-1 0 1 0 0,1 0-1 0 0,-1 0 1 0 0,1 0-1 0 0,-1 0 1 0 0,1 0-1 0 0,-1 0 1 0 0,1 0-1 0 0,-1 0 1 0 0,1 0-1 0 0,-1 0 0 0 0,0 0 1 0 0,1 0-1 0 0,-1 0 1 0 0,1-1-1 0 0,-1 1 1 0 0,1 0-1 0 0,-1 0 1 0 0,0 0-1 0 0,1-1 1 0 0,-1 1-1 0 0,1-1 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560 127 5072 0 0,'-20'-29'-527'0'0,"17"25"566"0"0,0 0 0 0 0,0 1-1 0 0,0 0 1 0 0,-1-1 0 0 0,1 1-1 0 0,-1 0 1 0 0,0 1 0 0 0,1-1 0 0 0,-2 1-1 0 0,1-1 1 0 0,0 1 0 0 0,0 1 0 0 0,0-1-1 0 0,-7-1 1 0 0,-1 0 62 0 0,1 1 1 0 0,-1 0-1 0 0,0 1 0 0 0,-16 0 1 0 0,5 3-54 0 0,1 2 1 0 0,-1 0 0 0 0,1 2 0 0 0,0 0 0 0 0,0 1-1 0 0,1 1 1 0 0,0 1 0 0 0,0 1 0 0 0,-27 19 0 0 0,33-20-39 0 0,0 1 0 0 0,1 1 0 0 0,0 1 0 0 0,1 0 1 0 0,-14 15-1 0 0,21-20-8 0 0,0 0 1 0 0,0 1-1 0 0,1-1 0 0 0,0 1 1 0 0,1 0-1 0 0,0 1 1 0 0,0-1-1 0 0,1 1 0 0 0,0-1 1 0 0,0 1-1 0 0,-2 14 1 0 0,3-14 9 0 0,1 0 0 0 0,0 0 0 0 0,0 0 0 0 0,1 0 0 0 0,0 0 0 0 0,1 0 1 0 0,0 0-1 0 0,0 0 0 0 0,1 0 0 0 0,0 0 0 0 0,0 0 0 0 0,1-1 0 0 0,0 1 0 0 0,1-1 1 0 0,0 0-1 0 0,0 0 0 0 0,1 0 0 0 0,0 0 0 0 0,8 8 0 0 0,1-2 8 0 0,0 0 0 0 0,1-1 0 0 0,0-1 0 0 0,2 0 0 0 0,-1-1 0 0 0,1-1 0 0 0,0-1 0 0 0,1 0 0 0 0,0-1 0 0 0,1-1-1 0 0,0-1 1 0 0,28 6 0 0 0,-22-7 88 0 0,1-1 0 0 0,1-1-1 0 0,-1-1 1 0 0,0-1 0 0 0,0-2-1 0 0,1 0 1 0 0,-1-2 0 0 0,51-12-1 0 0,-57 9 9 0 0,-1-1-1 0 0,0-1 0 0 0,0-1 0 0 0,-1 0 0 0 0,0-2 0 0 0,0 0 0 0 0,-1-1 1 0 0,-1-1-1 0 0,29-27 0 0 0,-35 30-20 0 0,-1-1 0 0 0,0 0 0 0 0,-1 0 0 0 0,0 0 0 0 0,0-1 0 0 0,-1 0 0 0 0,-1-1 0 0 0,0 1 0 0 0,-1-1 0 0 0,0 0-1 0 0,-1-1 1 0 0,0 1 0 0 0,-1-1 0 0 0,-1 0 0 0 0,2-21 0 0 0,-5 25-58 0 0,-1 0 0 0 0,1 0 1 0 0,-2 0-1 0 0,1 1 0 0 0,-1-1 0 0 0,-1 1 0 0 0,0-1 0 0 0,0 1 0 0 0,-1 0 0 0 0,0 0 0 0 0,0 1 0 0 0,-1-1 1 0 0,0 1-1 0 0,-1 1 0 0 0,1-1 0 0 0,-2 1 0 0 0,1 0 0 0 0,-1 1 0 0 0,-9-7 0 0 0,-2 0-18 0 0,0 0 0 0 0,-1 2 0 0 0,0 0 0 0 0,-1 1 0 0 0,0 1 0 0 0,0 1 0 0 0,-33-8 0 0 0,14 8-559 0 0,-1 2 0 0 0,1 2 0 0 0,-50 0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 42 6205 0 0,'0'0'-194'0'0,"-27"-41"3220"0"0,30 71-3064 0 0,1 0-1 0 0,2 1 1 0 0,1-2 0 0 0,16 45-1 0 0,3 10 60 0 0,-14-43-31 0 0,-7-25-41 0 0,0 0 0 0 0,-1 0-1 0 0,-1 1 1 0 0,0-1 0 0 0,0 24-1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8 134 6081 0 0,'-8'-38'-1581'0'0,"14"-30"2685"0"0,-5 67-1097 0 0,-1-1 1 0 0,2 1 0 0 0,-1 0-1 0 0,0 0 1 0 0,0 0-1 0 0,0 0 1 0 0,0 0 0 0 0,1 0-1 0 0,-1 0 1 0 0,0 0-1 0 0,1 1 1 0 0,-1-1-1 0 0,1 1 1 0 0,-1-1 0 0 0,1 1-1 0 0,-1-1 1 0 0,1 1-1 0 0,-1 0 1 0 0,3-1 0 0 0,27-5-24 0 0,0 3-9 0 0,0 1 0 0 0,-1 1 0 0 0,1 2 0 0 0,0 1 0 0 0,-1 1 1 0 0,0 2-1 0 0,0 1 0 0 0,0 1 0 0 0,0 2 0 0 0,-1 1 0 0 0,31 15 0 0 0,-56-23 23 0 0,-1 0-1 0 0,1 0 0 0 0,-1 0 1 0 0,1 1-1 0 0,-1-1 0 0 0,1 1 1 0 0,-1 0-1 0 0,0 0 1 0 0,-1 0-1 0 0,1 0 0 0 0,0 0 1 0 0,-1 1-1 0 0,0-1 1 0 0,1 1-1 0 0,-2 0 0 0 0,1 0 1 0 0,2 6-1 0 0,-3-7 11 0 0,-1 0-1 0 0,1 0 1 0 0,-1 0-1 0 0,0 0 1 0 0,0 0 0 0 0,-1 0-1 0 0,1 0 1 0 0,0 0 0 0 0,-1 0-1 0 0,0-1 1 0 0,1 1-1 0 0,-1 0 1 0 0,0 0 0 0 0,-1-1-1 0 0,1 1 1 0 0,0 0-1 0 0,-1-1 1 0 0,0 1 0 0 0,1-1-1 0 0,-1 0 1 0 0,0 0-1 0 0,0 1 1 0 0,0-1 0 0 0,0-1-1 0 0,-4 4 1 0 0,-6 4 18 0 0,-1-1 0 0 0,1-1 0 0 0,-1 1 0 0 0,-1-2 0 0 0,1 0 0 0 0,-1 0 0 0 0,-18 3 0 0 0,-11 1 239 0 0,-47 5 0 0 0,74-13-116 0 0,-30 3 891 0 0,43-5-880 0 0,-30 2 347 0 0,43-1-547 0 0,25 4-12 0 0,0 1 0 0 0,0 2 0 0 0,-1 2 0 0 0,0 0 0 0 0,35 18 0 0 0,-5 2-88 0 0,105 65-1 0 0,-109-52 88 0 0,-59-42 30 0 0,2 2 22 0 0,0-1-437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78 175 4672 0 0,'0'0'-191'0'0,"45"-19"-522"0"0,-41 17 766 0 0,1-1 1 0 0,-1 1-1 0 0,0-1 1 0 0,0 0-1 0 0,0 0 1 0 0,0 0-1 0 0,-1 0 1 0 0,1-1 0 0 0,-1 0-1 0 0,0 0 1 0 0,0 0-1 0 0,0 0 1 0 0,-1 0-1 0 0,1 0 1 0 0,-1-1-1 0 0,0 1 1 0 0,2-7-1 0 0,-3 8-3 0 0,0 0-1 0 0,-1 0 0 0 0,1 0 1 0 0,0-1-1 0 0,-1 1 0 0 0,0 0 0 0 0,0 0 1 0 0,0-1-1 0 0,0 1 0 0 0,-1 0 1 0 0,1-1-1 0 0,-1 1 0 0 0,1 0 1 0 0,-1 0-1 0 0,0 0 0 0 0,-1 0 0 0 0,1 0 1 0 0,-1 0-1 0 0,1 0 0 0 0,-1 0 1 0 0,0 0-1 0 0,0 1 0 0 0,0-1 1 0 0,-4-3-1 0 0,5 5-40 0 0,0 0-7 0 0,0 0 0 0 0,0 1 0 0 0,-1-1-1 0 0,1 1 1 0 0,0 0 0 0 0,0-1 0 0 0,-1 1 0 0 0,1 0-1 0 0,0 0 1 0 0,-1 0 0 0 0,1 0 0 0 0,0 0 0 0 0,0 0-1 0 0,-1 0 1 0 0,1 0 0 0 0,0 1 0 0 0,-1-1 0 0 0,1 0 0 0 0,0 1-1 0 0,0-1 1 0 0,-2 1 0 0 0,-31 10-23 0 0,26-6 11 0 0,1 0 0 0 0,-1 1 0 0 0,1 0 0 0 0,1 0 0 0 0,-1 1 0 0 0,1-1 0 0 0,0 2 0 0 0,1-1 0 0 0,-1 0 1 0 0,1 1-1 0 0,1 0 0 0 0,0 0 0 0 0,0 0 0 0 0,0 1 0 0 0,1 0 0 0 0,0-1 0 0 0,-2 16 0 0 0,4-19 10 0 0,1 0-1 0 0,-1 0 1 0 0,1 0-1 0 0,0 1 1 0 0,1-1-1 0 0,-1 0 1 0 0,1 0-1 0 0,0 0 1 0 0,1 1-1 0 0,-1-1 1 0 0,1-1-1 0 0,0 1 1 0 0,0 0-1 0 0,0 0 1 0 0,1-1-1 0 0,-1 1 1 0 0,1-1-1 0 0,0 0 1 0 0,1 1-1 0 0,-1-2 1 0 0,1 1-1 0 0,0 0 1 0 0,0-1-1 0 0,0 1 1 0 0,0-1-1 0 0,0 0 1 0 0,1-1-1 0 0,-1 1 1 0 0,1-1-1 0 0,0 0 1 0 0,9 3-1 0 0,-8-3-120 0 0,-1 0 0 0 0,1 0 0 0 0,-1-1 0 0 0,1 0 0 0 0,0 0 0 0 0,0 0 0 0 0,0-1 0 0 0,0 0-1 0 0,-1 0 1 0 0,1 0 0 0 0,0-1 0 0 0,0 0 0 0 0,0 0 0 0 0,-1 0 0 0 0,1-1 0 0 0,0 0 0 0 0,-1 0 0 0 0,1 0 0 0 0,-1-1 0 0 0,0 0-1 0 0,0 0 1 0 0,8-6 0 0 0,6-6-1035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242 27 4004 0 0,'-19'-18'-446'0'0,"11"16"446"0"0,-1 0 1 0 0,0 0 0 0 0,0 1 0 0 0,1 0 0 0 0,-1 0 0 0 0,0 1-1 0 0,0 1 1 0 0,0-1 0 0 0,1 1 0 0 0,-1 1 0 0 0,0 0 0 0 0,1 0-1 0 0,-1 0 1 0 0,1 1 0 0 0,0 1 0 0 0,-1-1 0 0 0,2 1 0 0 0,-1 1-1 0 0,0-1 1 0 0,1 1 0 0 0,0 0 0 0 0,0 1 0 0 0,-10 11 0 0 0,16-16 8 0 0,0 1 0 0 0,-1 0-1 0 0,1-1 1 0 0,0 1 0 0 0,0 0 0 0 0,1 0 0 0 0,-1 0 0 0 0,0 0 0 0 0,1 0 0 0 0,-1 0 0 0 0,1 0 0 0 0,-1 0 0 0 0,1 0 0 0 0,0 0 0 0 0,0 0 0 0 0,0 0 0 0 0,0 0 0 0 0,1 0 0 0 0,-1 0 0 0 0,0 0 0 0 0,2 3-1 0 0,-1-1 7 0 0,1 0-1 0 0,0-1 1 0 0,0 1-1 0 0,1 0 1 0 0,-1-1-1 0 0,1 0 1 0 0,0 1-1 0 0,0-1 1 0 0,6 5-1 0 0,6 3 17 0 0,0 0-1 0 0,1-2 1 0 0,28 14-1 0 0,-44-23-30 0 0,67 35 50 0 0,87 58-1 0 0,-153-92-38 0 0,1 0 0 0 0,-1-1 0 0 0,0 1 0 0 0,1 0-1 0 0,-1 0 1 0 0,0 0 0 0 0,0-1 0 0 0,1 1 0 0 0,-1 1-1 0 0,0-1 1 0 0,0 0 0 0 0,0 0 0 0 0,0 0 0 0 0,-1 0 0 0 0,1 1-1 0 0,0-1 1 0 0,0 0 0 0 0,-1 1 0 0 0,1-1 0 0 0,-1 1-1 0 0,1-1 1 0 0,-1 1 0 0 0,0-1 0 0 0,1 1 0 0 0,-1-1-1 0 0,0 1 1 0 0,0-1 0 0 0,0 3 0 0 0,-2-1 9 0 0,1-1 0 0 0,0 0 1 0 0,-1 0-1 0 0,1 0 0 0 0,-1 0 1 0 0,0-1-1 0 0,0 1 0 0 0,0 0 1 0 0,0-1-1 0 0,0 1 0 0 0,0-1 1 0 0,0 0-1 0 0,0 1 0 0 0,-1-1 0 0 0,-2 1 1 0 0,-12 4 73 0 0,-1 0 1 0 0,0-1 0 0 0,-26 4-1 0 0,16-4 242 0 0,-56 0-1 0 0,74-5-250 0 0,0 0 0 0 0,0-1 0 0 0,0 0 0 0 0,0-1 0 0 0,0 0 0 0 0,0-1 0 0 0,1 0-1 0 0,-1 0 1 0 0,-10-6 0 0 0,18 7-170 0 0,1 1-1 0 0,-1 0 0 0 0,1 0 0 0 0,-1-1 1 0 0,1 1-1 0 0,0 0 0 0 0,0-1 0 0 0,0 1 1 0 0,-1-1-1 0 0,2 0 0 0 0,-1 1 1 0 0,0-1-1 0 0,0 0 0 0 0,0 0 0 0 0,1 0 1 0 0,-1 1-1 0 0,1-1 0 0 0,0 0 1 0 0,-1 0-1 0 0,1 0 0 0 0,0 0 0 0 0,0 0 1 0 0,0 0-1 0 0,0 0 0 0 0,1 1 0 0 0,-1-1 1 0 0,0 0-1 0 0,1 0 0 0 0,-1 0 1 0 0,1 0-1 0 0,0 1 0 0 0,-1-1 0 0 0,1 0 1 0 0,0 0-1 0 0,0 1 0 0 0,0-1 0 0 0,1 1 1 0 0,-1-1-1 0 0,2-1 0 0 0,8-10-1306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48 4320 0 0,'11'-47'2771'0'0,"-10"51"-2763"0"0,1 16-10 0 0,1 30-9 0 0,3 0-1 0 0,2-1 1 0 0,2 0-1 0 0,2 0 1 0 0,20 50 0 0 0,-8-49 4 0 0,52 80 0 0 0,-14-28 35 0 0,-60-98 20 0 0,0-2 21 0 0,-1 1 0 0 0,1 0 0 0 0,-1-1 0 0 0,0 1 0 0 0,0 0 0 0 0,0 0 0 0 0,0 0 0 0 0,0-1 0 0 0,0 7 866 0 0,-6-12-730 0 0,-6-3-128 0 0,0-1-1 0 0,1 0 0 0 0,0-1 1 0 0,0 0-1 0 0,1-1 0 0 0,1 0 1 0 0,-1-1-1 0 0,1 1 0 0 0,1-1 1 0 0,0-1-1 0 0,0 0 0 0 0,1 0 1 0 0,-6-14-1 0 0,-13-31-3 0 0,-24-83 0 0 0,41 115-44 0 0,-26-125 12 0 0,14 53-110 0 0,19 93 54 0 0,0 0-1 0 0,0 0 1 0 0,1 0 0 0 0,-1 0-1 0 0,1 0 1 0 0,0-1-1 0 0,0 1 1 0 0,0 0 0 0 0,0 0-1 0 0,1 0 1 0 0,-1 0-1 0 0,1 0 1 0 0,-1-1 0 0 0,1 1-1 0 0,2-3 1 0 0,-2 5 3 0 0,0-1-1 0 0,1 0 1 0 0,-1 0 0 0 0,1 1-1 0 0,0-1 1 0 0,0 0 0 0 0,0 1-1 0 0,0 0 1 0 0,0-1 0 0 0,0 1-1 0 0,0 0 1 0 0,0 0 0 0 0,0 0-1 0 0,0 1 1 0 0,0-1 0 0 0,1 0-1 0 0,-1 1 1 0 0,0-1 0 0 0,3 1 0 0 0,12-2-29 0 0,-1 1 0 0 0,0 1 0 0 0,0 1 0 0 0,0 0 0 0 0,0 1 0 0 0,0 1 1 0 0,0 0-1 0 0,0 1 0 0 0,0 1 0 0 0,15 7 0 0 0,-11-4 1 0 0,0 1 0 0 0,-1 1 1 0 0,0 1-1 0 0,-1 1 0 0 0,-1 0 0 0 0,0 1 0 0 0,17 18 0 0 0,-31-29 33 0 0,-1 0 1 0 0,1 0-1 0 0,-1 0 0 0 0,0 1 0 0 0,0-1 0 0 0,0 1 0 0 0,-1 0 0 0 0,1-1 0 0 0,-1 1 0 0 0,1 0 0 0 0,-1 0 0 0 0,0 0 0 0 0,0 0 0 0 0,0 0 0 0 0,0 0 0 0 0,-1 0 0 0 0,1 0 0 0 0,-1 1 0 0 0,0-1 0 0 0,0 0 0 0 0,0 4 0 0 0,-2-3 8 0 0,1-1 0 0 0,-1 1 0 0 0,1-1 1 0 0,-1 0-1 0 0,0 0 0 0 0,0 0 0 0 0,-1 0 0 0 0,1 0 0 0 0,-1 0 1 0 0,1-1-1 0 0,-1 1 0 0 0,0-1 0 0 0,0 0 0 0 0,0 0 0 0 0,0 0 1 0 0,0 0-1 0 0,-1 0 0 0 0,-4 1 0 0 0,-20 9 20 0 0,-1-2 0 0 0,-1-2 0 0 0,1 0 0 0 0,-1-2 0 0 0,-1-1 0 0 0,1-2 0 0 0,-41 0 0 0 0,37-8-188 0 0,33 4-24 0 0,-1 1 0 0 0,1 0 0 0 0,0-1 0 0 0,0 0 0 0 0,-1 1 0 0 0,1-1 0 0 0,0 0 0 0 0,0 1 0 0 0,0-1 0 0 0,0 0 0 0 0,0 0 0 0 0,0 0 0 0 0,0 0 0 0 0,0 0 0 0 0,0 0 0 0 0,1 0 0 0 0,-1 0 0 0 0,0 0 0 0 0,1 0 0 0 0,-1-1 0 0 0,1 1 0 0 0,-1-2 0 0 0,-2-9-2237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179 116 5637 0 0,'0'0'-152'0'0,"-6"0"-375"0"0,-18-2 510 0 0,18 2-11 0 0,2 2 0 0 0,-2 0 18 0 0,-5 2-8 0 0,-1 1 0 0 0,2 0-1 0 0,-1 1 1 0 0,-16 11-1 0 0,24-14 15 0 0,0-1 0 0 0,0 0 0 0 0,0 1 0 0 0,1 0 0 0 0,-1-1 0 0 0,1 1 0 0 0,0 0 0 0 0,0 1 0 0 0,0-1 0 0 0,0 0 0 0 0,0 0 0 0 0,1 1 0 0 0,-1-1 0 0 0,1 1 0 0 0,0-1 0 0 0,0 1 0 0 0,0 0 0 0 0,1-1 0 0 0,-1 1 0 0 0,1 0 0 0 0,0 0 0 0 0,1 4 0 0 0,-1-2 9 0 0,2 1 0 0 0,-1-1-1 0 0,1 0 1 0 0,0 0 0 0 0,0 0 0 0 0,0 0 0 0 0,1 0-1 0 0,0 0 1 0 0,0-1 0 0 0,1 1 0 0 0,-1-1 0 0 0,1 0-1 0 0,1 0 1 0 0,-1 0 0 0 0,0-1 0 0 0,10 8-1 0 0,-6-6 58 0 0,0-1-1 0 0,0 0 0 0 0,1 0 1 0 0,0-1-1 0 0,0 0 0 0 0,0 0 1 0 0,0-1-1 0 0,0-1 0 0 0,1 1 1 0 0,10 0-1 0 0,-17-3-35 0 0,-1 1 0 0 0,1-2 0 0 0,0 1-1 0 0,-1 0 1 0 0,1 0 0 0 0,-1-1 0 0 0,1 0 0 0 0,-1 1-1 0 0,1-1 1 0 0,-1 0 0 0 0,1 0 0 0 0,-1 0 0 0 0,1-1-1 0 0,-1 1 1 0 0,0 0 0 0 0,0-1 0 0 0,0 0-1 0 0,0 1 1 0 0,0-1 0 0 0,0 0 0 0 0,0 0 0 0 0,-1 0-1 0 0,1 0 1 0 0,-1-1 0 0 0,1 1 0 0 0,-1 0 0 0 0,0 0-1 0 0,0-1 1 0 0,0 1 0 0 0,0-1 0 0 0,0 1 0 0 0,-1-1-1 0 0,1 0 1 0 0,0-2 0 0 0,0-3 7 0 0,1 1 0 0 0,-1 0-1 0 0,-1-1 1 0 0,1 1 0 0 0,-1-1 0 0 0,0 1-1 0 0,-1 0 1 0 0,0-1 0 0 0,0 1 0 0 0,-4-11 0 0 0,3 11-20 0 0,-2 0 0 0 0,1 1 0 0 0,-1-1 0 0 0,0 1 0 0 0,0 0 0 0 0,-1 0 0 0 0,0 1 0 0 0,0-1 0 0 0,0 1 0 0 0,0 0 0 0 0,-10-6 0 0 0,-2 0-7 0 0,-1 1-1 0 0,-33-14 0 0 0,25 13-9 0 0,-54-19-10 0 0,78 30-27 0 0,50-20-217 0 0,179-19-95 0 0,-225 38 366 0 0,51-9 200 0 0,-52 11-221 0 0,0-1-1 0 0,0 1 0 0 0,0-1 1 0 0,0 1-1 0 0,0-1 0 0 0,0 1 1 0 0,0 0-1 0 0,0-1 1 0 0,0 1-1 0 0,0 0 0 0 0,-1 0 1 0 0,1-1-1 0 0,0 1 0 0 0,0 0 1 0 0,-1 0-1 0 0,1 0 0 0 0,0 0 1 0 0,-1 0-1 0 0,1 0 1 0 0,-1 0-1 0 0,1 1 0 0 0,-1-1 1 0 0,0 0-1 0 0,0 0 0 0 0,1 0 1 0 0,-1 0-1 0 0,0 0 1 0 0,0 1-1 0 0,0-1 0 0 0,0 0 1 0 0,0 0-1 0 0,0 0 0 0 0,0 1 1 0 0,-1 1-1 0 0,-7 65-115 0 0,3-24 81 0 0,6-22 31 0 0,1 0 0 0 0,2 0 0 0 0,9 36 1 0 0,2 14 11 0 0,-10-23 2848 0 0,-5-49-2812 0 0,-10-9 78 0 0,1-1 1 0 0,0 0-1 0 0,0-1 1 0 0,1 0 0 0 0,0 0-1 0 0,1-1 1 0 0,1 0-1 0 0,0 0 1 0 0,0 0-1 0 0,-4-17 1 0 0,4 13-106 0 0,1-1-1 0 0,1 0 1 0 0,1 0 0 0 0,0 0 0 0 0,1 0 0 0 0,1 0 0 0 0,1-1-1 0 0,1-17 1 0 0,-1 32-30 0 0,1 0 0 0 0,-1 1 0 0 0,1-1 0 0 0,0 0 0 0 0,-1 1 0 0 0,1-1 0 0 0,0 1 0 0 0,0-1 0 0 0,1 1 0 0 0,-1 0 0 0 0,0-1 0 0 0,1 1 0 0 0,0 0 0 0 0,-1 0 0 0 0,1 0 0 0 0,0 0 0 0 0,0 0 0 0 0,0 0 0 0 0,0 1 0 0 0,3-2 0 0 0,-1 1-13 0 0,0 0 1 0 0,1 0-1 0 0,-1 1 1 0 0,1-1 0 0 0,-1 1-1 0 0,1 0 1 0 0,-1 1-1 0 0,1-1 1 0 0,0 1-1 0 0,8 0 1 0 0,1 1-31 0 0,0 1 1 0 0,1 1 0 0 0,-1 0-1 0 0,0 1 1 0 0,-1 0-1 0 0,23 11 1 0 0,-20-7 7 0 0,0 1 1 0 0,0 1 0 0 0,-1 1-1 0 0,-1 0 1 0 0,1 1 0 0 0,22 25-1 0 0,-30-29 42 0 0,-1-1-1 0 0,0 1 0 0 0,0 0 0 0 0,-1 0 0 0 0,0 1 0 0 0,0-1 0 0 0,-1 1 0 0 0,0 0 0 0 0,-1 1 1 0 0,0-1-1 0 0,0 1 0 0 0,-1-1 0 0 0,0 1 0 0 0,0 12 0 0 0,-2-19-4 0 0,0 0 0 0 0,0 0 0 0 0,-1 0 0 0 0,1 0 0 0 0,-1 0 0 0 0,0 0 0 0 0,1 0 1 0 0,-1-1-1 0 0,-1 1 0 0 0,1 0 0 0 0,0-1 0 0 0,-1 1 0 0 0,1-1 0 0 0,-1 1 0 0 0,0-1 0 0 0,-3 4 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7:12.8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271 21 5677 0 0,'0'0'-267'0'0,"-16"-13"-701"0"0,5 10 947 0 0,1 1 1 0 0,0 1 0 0 0,-1 0 0 0 0,1 0-1 0 0,-1 1 1 0 0,1 1 0 0 0,-1 0 0 0 0,1 0-1 0 0,0 1 1 0 0,-1 0 0 0 0,1 0-1 0 0,0 2 1 0 0,0-1 0 0 0,1 1 0 0 0,-1 0-1 0 0,1 1 1 0 0,0 0 0 0 0,0 1-1 0 0,0 0 1 0 0,1 0 0 0 0,0 1 0 0 0,0 0-1 0 0,-9 11 1 0 0,15-16 26 0 0,1-1-1 0 0,0 1 1 0 0,0 0 0 0 0,0-1 0 0 0,-1 1-1 0 0,2 0 1 0 0,-1 0 0 0 0,0 0 0 0 0,0 0-1 0 0,1 0 1 0 0,-1 0 0 0 0,1 0-1 0 0,-1 0 1 0 0,1 0 0 0 0,0 0 0 0 0,0 0-1 0 0,0 0 1 0 0,0 0 0 0 0,0 0 0 0 0,1 0-1 0 0,0 4 1 0 0,0-2 0 0 0,1 0 1 0 0,0 0-1 0 0,0 0 0 0 0,1 0 1 0 0,-1-1-1 0 0,1 1 0 0 0,0-1 1 0 0,-1 1-1 0 0,7 5 0 0 0,7 4 6 0 0,1-1 0 0 0,0 0 0 0 0,26 13 0 0 0,-37-22-7 0 0,44 24 3 0 0,-28-18-20 0 0,0 2 1 0 0,-1 1-1 0 0,-1 1 0 0 0,0 0 1 0 0,-1 2-1 0 0,-1 0 0 0 0,21 21 1 0 0,-38-35 19 0 0,0 1 1 0 0,0-1 0 0 0,1 0-1 0 0,-1 1 1 0 0,0-1-1 0 0,0 1 1 0 0,0 0 0 0 0,-1-1-1 0 0,1 1 1 0 0,0 0-1 0 0,0 0 1 0 0,-1-1 0 0 0,1 1-1 0 0,-1 0 1 0 0,0 0 0 0 0,0 0-1 0 0,1-1 1 0 0,-1 1-1 0 0,0 0 1 0 0,0 0 0 0 0,-1 0-1 0 0,1 0 1 0 0,0 0-1 0 0,-1-1 1 0 0,1 1 0 0 0,-1 0-1 0 0,0 2 1 0 0,-2-1 17 0 0,1-1-1 0 0,0 1 1 0 0,-1 0 0 0 0,0-1-1 0 0,0 0 1 0 0,1 1 0 0 0,-1-1-1 0 0,0 0 1 0 0,-1-1 0 0 0,1 1-1 0 0,0 0 1 0 0,-1-1 0 0 0,-3 1-1 0 0,-14 5 116 0 0,-1-2 1 0 0,-1 0-1 0 0,-30 1 0 0 0,52-6-136 0 0,-11 2 198 0 0,1 0 0 0 0,-1-1-1 0 0,1-1 1 0 0,-1 0 0 0 0,0 0 0 0 0,1-1 0 0 0,-1-1 0 0 0,1 0-1 0 0,0 0 1 0 0,-1-1 0 0 0,-14-6 0 0 0,25 8-184 0 0,0 0-1 0 0,-1 1 1 0 0,1-1 0 0 0,0 0-1 0 0,0 0 1 0 0,0 0 0 0 0,0 1-1 0 0,-1-1 1 0 0,1 0 0 0 0,0 0-1 0 0,1-1 1 0 0,-1 1 0 0 0,0 0-1 0 0,0 0 1 0 0,0 0 0 0 0,1-1-1 0 0,-1 1 1 0 0,0 0 0 0 0,1-1-1 0 0,0 1 1 0 0,-1 0 0 0 0,1-1-1 0 0,0 1 1 0 0,-1-1 0 0 0,1 1-1 0 0,0-1 1 0 0,0 1 0 0 0,0-2-1 0 0,1 0-14 0 0,0 0-1 0 0,1 1 0 0 0,-1-1 0 0 0,0 0 0 0 0,1 1 0 0 0,0-1 0 0 0,-1 1 0 0 0,1-1 0 0 0,0 1 0 0 0,0 0 0 0 0,1 0 0 0 0,3-3 0 0 0,8-6-91 0 0,1 1 0 0 0,0 1 0 0 0,22-10 0 0 0,35-14-32 0 0,91-48-415 0 0,-146 71 766 0 0,0-1 0 0 0,-1-1 0 0 0,-1 0 0 0 0,0-2 1 0 0,0 1-1 0 0,24-32 0 0 0,-27 15 486 0 0,-12 29-535 0 0,-4 2-188 0 0,0 0 0 0 0,-1 0 1 0 0,1 0-1 0 0,0 0 0 0 0,0 1 0 0 0,0 0 1 0 0,1 0-1 0 0,-1 0 0 0 0,0 0 0 0 0,1 0 1 0 0,-1 1-1 0 0,1-1 0 0 0,0 1 0 0 0,0 0 1 0 0,0 0-1 0 0,0 1 0 0 0,0-1 0 0 0,1 0 1 0 0,-1 1-1 0 0,1 0 0 0 0,0-1 0 0 0,0 1 1 0 0,-1 5-1 0 0,1-6-7 0 0,0 1 0 0 0,0 0 1 0 0,1 0-1 0 0,-1 0 0 0 0,1 0 0 0 0,0 0 1 0 0,0 0-1 0 0,1 0 0 0 0,-1 0 0 0 0,1 0 1 0 0,0 0-1 0 0,0 1 0 0 0,0-1 0 0 0,1 0 1 0 0,-1 0-1 0 0,1 0 0 0 0,0 0 0 0 0,0 0 1 0 0,1 0-1 0 0,-1 0 0 0 0,1 0 0 0 0,0-1 1 0 0,4 7-1 0 0,2-3 9 0 0,0 0 0 0 0,0 0 0 0 0,1-1 1 0 0,0 0-1 0 0,1 0 0 0 0,-1-1 0 0 0,1-1 0 0 0,0 1 1 0 0,20 4-1 0 0,104 20-23 0 0,-95-22 5 0 0,24 4-359 0 0,103 3 1 0 0,-117-13-1457 0 0,56-8-1 0 0,-39-2-1146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4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4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4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4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1 228 24575,'22'0'0,"4"-3"0,0 0 0,-1-4 0,49-15 0,77-14 0,2058-120 0,-644 224 0,-1437-42-34,32 10 155,-153-36-212,2 0 1,-2 3-1,2-3 0,-2 0 0,-1-3 1,4 3-1,-4 0 0,4-3 0,-4-1 1,1 4-1,2-3 0,-2 0 0,-1 0 0,0-1 1,14-9-1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4 24575,'-35'-3'0,"47"3"0,85 6 0,265 85 0,-150-42 0,-4 10 0,254 103 0,-456-162 0,1 3 0,-4 1 0,3-4 0,1 3 0,-4 0 0,3 0 0,-3 1 0,4-1 0,-4 0 0,0 0 0,4 4 0,-4-4 0,0 0 0,0 4 0,0-4 0,1 4 0,-1-4 0,0 3 0,0-2 0,4 12 0,-7-13 0,0 4 0,-4-4 0,4 0 0,0 4 0,0-4 0,-3 3 0,3-2 0,-3-1 0,3 3 0,-3-2 0,0-1 0,3 3 0,-4-2 0,1-1 0,0 0 0,0 0 0,0 4 0,-1-4 0,-2 4 0,-23 15 0,-3 1 0,3-3 0,-3-1 0,-64 30 0,-786 269 7,514-201-1379,297-91-5454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1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3:40.5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1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22 174 5701 0 0,'0'0'189'0'0,"-3"0"-60"0"0,-15 0 1467 0 0,24-15-1398 0 0,-2 10-193 0 0,0 0 0 0 0,0 1-1 0 0,0-1 1 0 0,0 1-1 0 0,1 0 1 0 0,0 0 0 0 0,0 1-1 0 0,0-1 1 0 0,0 1 0 0 0,10-4-1 0 0,68-27-6 0 0,-59 25-15 0 0,23-9-59 0 0,1 2 0 0 0,89-17 0 0 0,-134 33 54 0 0,1 1-4 0 0,-1-1 19 0 0,1 1-1 0 0,-1 0 1 0 0,0 0-1 0 0,1 0 1 0 0,-1 1-1 0 0,0-1 1 0 0,0 1-1 0 0,0-1 1 0 0,0 1-1 0 0,0 0 1 0 0,-1 0-1 0 0,1 1 1 0 0,0-1-1 0 0,-1 0 1 0 0,0 1-1 0 0,1-1 1 0 0,-1 1-1 0 0,0 0 1 0 0,-1 0-1 0 0,4 5 1 0 0,-4-4 7 0 0,0 1 1 0 0,0-1-1 0 0,0 0 1 0 0,0 1-1 0 0,-1-1 1 0 0,0 1-1 0 0,0-1 1 0 0,0 1-1 0 0,0-1 1 0 0,-1 1-1 0 0,0-1 1 0 0,0 1 0 0 0,0-1-1 0 0,0 1 1 0 0,-1-1-1 0 0,-2 5 1 0 0,-4 8 5 0 0,-2 0 0 0 0,0 0 1 0 0,-1-2-1 0 0,0 1 1 0 0,-2-1-1 0 0,1-1 0 0 0,-2 0 1 0 0,-24 19-1 0 0,-133 87 71 0 0,147-105-65 0 0,22-14-15 0 0,-6 3 8 0 0,1-1 0 0 0,0 1 0 0 0,0 0 0 0 0,0 0 0 0 0,1 1 0 0 0,-9 7 0 0 0,15-11-25 0 0,1 0-11 0 0,0 0 26 0 0,1-1 0 0 0,-1 1 0 0 0,1 0 0 0 0,-1 0 0 0 0,1-1 0 0 0,-1 1 0 0 0,1-1 0 0 0,-1 1 0 0 0,1-1 0 0 0,0 0 0 0 0,-1 0 0 0 0,1 0 0 0 0,0 0 0 0 0,-1 0 0 0 0,1 0 0 0 0,0 0 0 0 0,-1 0 0 0 0,1 0 0 0 0,2-1 0 0 0,56-7 4 0 0,-48 7-12 0 0,667-85-49 0 0,-571 74 574 0 0,-106 11-448 0 0,-1 0-185 0 0,-1 0 0 0 0,0 0 0 0 0,0-1 1 0 0,-1 1-1 0 0,1 0 0 0 0,0 0 0 0 0,0-1 0 0 0,-1 1 0 0 0,1 0 0 0 0,0 0 1 0 0,-1 0-1 0 0,1-1 0 0 0,-1 1 0 0 0,0 0 0 0 0,1 0 0 0 0,-1 0 0 0 0,0 0 1 0 0,0 0-1 0 0,0 0 0 0 0,1 0 0 0 0,-3-1 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1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1281 69 5408 0 0,'0'0'-166'0'0,"-39"-28"302"0"0,28 23-58 0 0,1 0 1 0 0,-1 0-1 0 0,0 1 1 0 0,0 1-1 0 0,0 0 1 0 0,-22-3-1 0 0,-77-2 39 0 0,66 6-60 0 0,-1 3-34 0 0,-1 2 0 0 0,1 1 0 0 0,0 3 0 0 0,-56 15 0 0 0,47-10-29 0 0,-18 6 4 0 0,1 3 0 0 0,-121 54 1 0 0,163-60-12 0 0,2 1 0 0 0,0 2 1 0 0,1 0-1 0 0,0 2 1 0 0,2 1-1 0 0,0 0 0 0 0,2 2 1 0 0,-26 32-1 0 0,41-46 1 0 0,0-1 1 0 0,1 1-1 0 0,0 0 0 0 0,0 1 0 0 0,1-1 1 0 0,0 1-1 0 0,1 0 0 0 0,0 0 0 0 0,0 1 0 0 0,1-1 1 0 0,0 1-1 0 0,1 0 0 0 0,1-1 0 0 0,-1 1 0 0 0,2 0 1 0 0,-1 0-1 0 0,2 0 0 0 0,-1 0 0 0 0,2 0 0 0 0,-1 0 1 0 0,1 0-1 0 0,1-1 0 0 0,0 1 0 0 0,1-1 1 0 0,0 0-1 0 0,0 0 0 0 0,1 0 0 0 0,0 0 0 0 0,1-1 1 0 0,9 12-1 0 0,-2-4 11 0 0,2-1 0 0 0,-1-1 0 0 0,2-1 0 0 0,0 0 0 0 0,0-1 0 0 0,2 0 0 0 0,-1-2 0 0 0,2 0 0 0 0,-1-1 0 0 0,1-1 0 0 0,1 0 0 0 0,0-2 0 0 0,28 8 0 0 0,18-2 38 0 0,1-2 1 0 0,124 4-1 0 0,-159-14-31 0 0,70 2 25 0 0,140-16 1 0 0,-177 7 79 0 0,1-4 0 0 0,-1-2 1 0 0,-1-3-1 0 0,-1-3 0 0 0,0-3 1 0 0,-1-2-1 0 0,77-42 0 0 0,-126 57 31 0 0,-1-1 1 0 0,0 0-1 0 0,-1-1 0 0 0,1 0 0 0 0,-2 0 0 0 0,0-2 0 0 0,0 1 1 0 0,-1-1-1 0 0,0-1 0 0 0,-1 1 0 0 0,-1-1 0 0 0,0-1 0 0 0,-1 1 0 0 0,0-1 1 0 0,4-15-1 0 0,-4 7-27 0 0,0 0-1 0 0,-2 0 1 0 0,-1-1 0 0 0,0 1-1 0 0,-2-1 1 0 0,0 0 0 0 0,-2 1-1 0 0,0-1 1 0 0,-7-33 0 0 0,6 47-93 0 0,-1 0 0 0 0,1-1 1 0 0,-2 1-1 0 0,1 0 0 0 0,-2 0 0 0 0,1 1 0 0 0,-1-1 1 0 0,0 1-1 0 0,0 0 0 0 0,-1 0 0 0 0,-1 1 1 0 0,-7-8-1 0 0,3 5-11 0 0,0 1 1 0 0,-1 0 0 0 0,-1 1 0 0 0,1 0-1 0 0,-1 1 1 0 0,-1 0 0 0 0,-15-5 0 0 0,-13-1-14 0 0,-1 1 1 0 0,0 3-1 0 0,-1 1 1 0 0,-56-2-1 0 0,-3 4-16 0 0,-161 14-1 0 0,165-1-1691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1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490 0 6645 0 0,'13'0'-566'0'0,"-10"0"272"0"0,-11 1-1509 0 0,-64 8 1712 0 0,-89 21 1 0 0,135-24 71 0 0,-1 2-1 0 0,2 0 1 0 0,-1 1 0 0 0,1 2 0 0 0,1 1-1 0 0,0 0 1 0 0,1 2 0 0 0,-28 21 0 0 0,48-33 2 0 0,-3 9-4 0 0,8-2 27 0 0,8 0 1 0 0,-2-5-1 0 0,1 1-1 0 0,0-2 1 0 0,0 1 0 0 0,0-1-1 0 0,0-1 1 0 0,0 0-1 0 0,12 2 1 0 0,77 4 3 0 0,-39-4-7 0 0,273 56-54 0 0,-328-59 53 0 0,-3-1 7 0 0,0 0-1 0 0,-1 0 0 0 0,1 0 0 0 0,0 0 0 0 0,0 0 1 0 0,0 1-1 0 0,0-1 0 0 0,0 0 0 0 0,0 0 0 0 0,0 1 0 0 0,0-1 1 0 0,0 0-1 0 0,-1 1 0 0 0,1-1 0 0 0,0 1 0 0 0,0-1 1 0 0,0 1-1 0 0,-1-1 0 0 0,1 1 0 0 0,0 0 0 0 0,-1-1 1 0 0,1 1-1 0 0,-1 0 0 0 0,1 0 0 0 0,-1-1 0 0 0,1 1 1 0 0,-1 0-1 0 0,1 0 0 0 0,-1 0 0 0 0,0 0 0 0 0,1 0 1 0 0,-1 0-1 0 0,0-1 0 0 0,0 1 0 0 0,1 0 0 0 0,-1 0 1 0 0,0 0-1 0 0,0 0 0 0 0,0 0 0 0 0,0 0 0 0 0,-1 0 1 0 0,1 0-1 0 0,0 0 0 0 0,0 0 0 0 0,0 0 0 0 0,-1-1 1 0 0,1 1-1 0 0,-1 0 0 0 0,1 0 0 0 0,0 0 0 0 0,-1 0 0 0 0,1-1 1 0 0,-1 1-1 0 0,0 0 0 0 0,1 0 0 0 0,-1-1 0 0 0,0 1 1 0 0,1-1-1 0 0,-3 2 0 0 0,-3 5 54 0 0,-1-1 0 0 0,0 0-1 0 0,0 0 1 0 0,-11 7 0 0 0,-9 2 89 0 0,0-2 0 0 0,-1 0-1 0 0,-1-2 1 0 0,-59 16 0 0 0,-124 12 1017 0 0,108-29-534 0 0,101-10-569 0 0,-14 0 68 0 0,16 1-142 0 0,0-1 1 0 0,0 1 0 0 0,0-1-1 0 0,0 0 1 0 0,0 1 0 0 0,-1-1-1 0 0,1 0 1 0 0,0 0 0 0 0,0 0 0 0 0,0 0-1 0 0,0 0 1 0 0,0 0 0 0 0,0 0-1 0 0,0 0 1 0 0,0-1 0 0 0,0 1 0 0 0,0 0-1 0 0,0-1 1 0 0,-2 0 0 0 0,3 1-42 0 0,0-1 0 0 0,-1 1 0 0 0,1-1 0 0 0,0 1 0 0 0,0-1 0 0 0,-1 1 0 0 0,1-1 0 0 0,0 1 0 0 0,0-1 0 0 0,0 1 0 0 0,0-1 0 0 0,0 0 0 0 0,0 1 0 0 0,0-1 0 0 0,0 1 0 0 0,0-1 0 0 0,0 0 0 0 0,0 1 0 0 0,0-1 0 0 0,0 1 0 0 0,0-1 0 0 0,0 1 0 0 0,1-1 0 0 0,-1 1 0 0 0,0-1 0 0 0,0 1 0 0 0,1-1-1 0 0,-1 1 1 0 0,0-1 0 0 0,1 1 0 0 0,-1-1 0 0 0,1 1 0 0 0,-1-1 0 0 0,1 0 0 0 0,21-16-1230 0 0,-13 10 531 0 0,11-10-480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97 182 3964 0 0,'0'0'-12'0'0,"36"-6"18"0"0,-7-5 10 0 0,-4 3 101 0 0,-1-2 1 0 0,24-13-1 0 0,-42 20-51 0 0,-1 0 1 0 0,0-1 0 0 0,1 1 0 0 0,-1-1-1 0 0,-1 0 1 0 0,1-1 0 0 0,0 1-1 0 0,-1-1 1 0 0,0 0 0 0 0,0 0 0 0 0,-1 0-1 0 0,1 0 1 0 0,4-12 0 0 0,-7 16-47 0 0,0-1 0 0 0,-1 1 0 0 0,1-1 0 0 0,0 1 0 0 0,-1-1 1 0 0,1 1-1 0 0,-1-1 0 0 0,0 0 0 0 0,0 1 0 0 0,0-1 0 0 0,0 1 0 0 0,0-1 0 0 0,0 0 0 0 0,0 1 1 0 0,0-1-1 0 0,0 1 0 0 0,-1-1 0 0 0,1 0 0 0 0,-1 1 0 0 0,1-1 0 0 0,-1 1 0 0 0,0-1 0 0 0,1 1 1 0 0,-3-3-1 0 0,1 3-11 0 0,1 0 1 0 0,-1-1 0 0 0,0 1-1 0 0,0 0 1 0 0,0 1-1 0 0,0-1 1 0 0,0 0 0 0 0,0 0-1 0 0,0 1 1 0 0,0-1 0 0 0,-1 1-1 0 0,1 0 1 0 0,0 0 0 0 0,0 0-1 0 0,-4 0 1 0 0,-7 1-4 0 0,1 1-1 0 0,-1 0 1 0 0,1 1 0 0 0,0 1-1 0 0,-14 5 1 0 0,10-2-9 0 0,0 1 0 0 0,1 0 0 0 0,0 2-1 0 0,0-1 1 0 0,1 2 0 0 0,-21 20 0 0 0,28-24-11 0 0,-1 0-1 0 0,2 1 1 0 0,-1 0 0 0 0,1 0 0 0 0,0 1-1 0 0,1 0 1 0 0,0 0 0 0 0,0 0 0 0 0,1 0 0 0 0,0 1-1 0 0,1 0 1 0 0,-4 17 0 0 0,6-23 7 0 0,1-1 1 0 0,0 1-1 0 0,-1-1 0 0 0,2 1 1 0 0,-1-1-1 0 0,0 1 0 0 0,1-1 1 0 0,-1 1-1 0 0,1-1 1 0 0,0 0-1 0 0,0 1 0 0 0,0-1 1 0 0,1 0-1 0 0,-1 1 0 0 0,1-1 1 0 0,0 0-1 0 0,3 4 0 0 0,-1-3 5 0 0,0 0 0 0 0,1 0-1 0 0,-1 0 1 0 0,1-1-1 0 0,-1 1 1 0 0,1-1-1 0 0,0-1 1 0 0,0 1 0 0 0,0-1-1 0 0,6 2 1 0 0,13 3 12 0 0,0-1 0 0 0,0-1 0 0 0,1-2 0 0 0,25 1 0 0 0,-35-2-7 0 0,103 1 224 0 0,-107-3-345 0 0,-1-1 0 0 0,1 0 0 0 0,0-1 0 0 0,-1 0 0 0 0,0-1 0 0 0,1 0 0 0 0,-1 0 0 0 0,17-9 0 0 0,-13 0-2130 0 0,-7 6 1536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305 62 3368 0 0,'1'-2'38'0'0,"0"0"-1"0"0,-1 0 1 0 0,1-1-1 0 0,-1 1 0 0 0,0 0 1 0 0,0 0-1 0 0,0-1 1 0 0,0 1-1 0 0,0 0 1 0 0,0 0-1 0 0,-1-1 0 0 0,1 1 1 0 0,-1 0-1 0 0,1 0 1 0 0,-1 0-1 0 0,0 0 1 0 0,0 0-1 0 0,0-1 1 0 0,0 2-1 0 0,-2-4 0 0 0,2 4 48 0 0,-2-1-45 0 0,-1 0 1 0 0,1 1-1 0 0,-1-1 0 0 0,1 1 1 0 0,-1 0-1 0 0,0 0 0 0 0,1 0 1 0 0,-1 1-1 0 0,0-1 0 0 0,0 1 0 0 0,0 0 1 0 0,-5 0-1 0 0,-6 4-19 0 0,0 0-1 0 0,0 2 1 0 0,1-1-1 0 0,0 2 1 0 0,0 0-1 0 0,0 0 1 0 0,1 1-1 0 0,-19 15 1 0 0,23-16-30 0 0,1 1 1 0 0,-1 0 0 0 0,1 0 0 0 0,1 0 0 0 0,-1 1 0 0 0,1 0 0 0 0,1 1-1 0 0,0-1 1 0 0,0 1 0 0 0,1 0 0 0 0,0 1 0 0 0,-5 17 0 0 0,9-25 7 0 0,0 0 1 0 0,0 0 0 0 0,1 1 0 0 0,-1-1-1 0 0,1 0 1 0 0,0 0 0 0 0,0 0-1 0 0,0 0 1 0 0,0 0 0 0 0,1 0 0 0 0,-1 0-1 0 0,1 1 1 0 0,0-1 0 0 0,0 0-1 0 0,0-1 1 0 0,0 1 0 0 0,1 0 0 0 0,-1 0-1 0 0,1 0 1 0 0,-1-1 0 0 0,1 1-1 0 0,0-1 1 0 0,0 1 0 0 0,0-1 0 0 0,0 0-1 0 0,1 0 1 0 0,-1 0 0 0 0,1 0-1 0 0,-1 0 1 0 0,1 0 0 0 0,-1-1 0 0 0,1 1-1 0 0,0-1 1 0 0,0 0 0 0 0,0 0-1 0 0,0 0 1 0 0,4 1 0 0 0,0-1 33 0 0,-1 1 1 0 0,0-2-1 0 0,0 1 1 0 0,1-1-1 0 0,-1 1 0 0 0,0-2 1 0 0,1 1-1 0 0,-1-1 1 0 0,0 0-1 0 0,0 0 0 0 0,0-1 1 0 0,1 1-1 0 0,-1-2 1 0 0,-1 1-1 0 0,1 0 1 0 0,0-1-1 0 0,-1 0 0 0 0,8-6 1 0 0,2-5 129 0 0,-1-1 0 0 0,-1-1-1 0 0,0 0 1 0 0,-1-1 0 0 0,-1 0 0 0 0,0 0 0 0 0,-2-1 0 0 0,0-1 0 0 0,-1 0-1 0 0,10-35 1 0 0,-8 15 543 0 0,-14 41-711 0 0,1 1-1 0 0,0 0 1 0 0,-1 0-1 0 0,1 0 1 0 0,0 0-1 0 0,1 0 0 0 0,-1 1 1 0 0,0 0-1 0 0,1-1 1 0 0,0 1-1 0 0,0 0 0 0 0,0 0 1 0 0,0 0-1 0 0,1 0 1 0 0,0 0-1 0 0,-1 1 1 0 0,1-1-1 0 0,1 0 0 0 0,-1 1 1 0 0,1-1-1 0 0,0 7 1 0 0,0-4-11 0 0,0 0 0 0 0,1-1 0 0 0,0 1 0 0 0,0 0 0 0 0,0-1 0 0 0,1 1 0 0 0,0-1 0 0 0,0 0 0 0 0,1 0 0 0 0,0 0 0 0 0,0 0 1 0 0,0 0-1 0 0,1 0 0 0 0,0-1 0 0 0,8 9 0 0 0,-6-7 48 0 0,1-1 1 0 0,1 0-1 0 0,-1 0 0 0 0,1-1 1 0 0,0 0-1 0 0,1-1 1 0 0,-1 1-1 0 0,1-2 0 0 0,0 1 1 0 0,13 3-1 0 0,-10-4-287 0 0,1 0 0 0 0,-1-1 0 0 0,1 0-1 0 0,0-1 1 0 0,0-1 0 0 0,-1 0 0 0 0,1-1 0 0 0,0 0 0 0 0,0 0-1 0 0,-1-2 1 0 0,1 0 0 0 0,-1 0 0 0 0,1-1 0 0 0,-1 0 0 0 0,0-1-1 0 0,19-12 1 0 0,-9 1-1493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31 117 4528 0 0,'0'0'-268'0'0,"-16"-6"185"0"0,2 1 939 0 0,14 2-375 0 0,25 3-286 0 0,38 6-349 0 0,-58-5 151 0 0,211 37-72 0 0,-177-29 59 0 0,0 1-1 0 0,-1 3 1 0 0,49 23-1 0 0,-83-35 22 0 0,-1 1 1 0 0,1 0-1 0 0,-1 0 0 0 0,1 0 0 0 0,-1 1 1 0 0,0-1-1 0 0,0 1 0 0 0,0 0 1 0 0,-1-1-1 0 0,1 1 0 0 0,-1 1 0 0 0,1-1 1 0 0,-1 0-1 0 0,0 1 0 0 0,0-1 0 0 0,0 1 1 0 0,-1-1-1 0 0,1 1 0 0 0,0 6 0 0 0,-1-7 5 0 0,-1-1-1 0 0,0 1 1 0 0,0 0-1 0 0,-1 0 1 0 0,1 0-1 0 0,0-1 0 0 0,-1 1 1 0 0,0 0-1 0 0,0 0 1 0 0,0-1-1 0 0,0 1 1 0 0,0-1-1 0 0,0 1 0 0 0,-1-1 1 0 0,1 1-1 0 0,-1-1 1 0 0,0 0-1 0 0,0 1 1 0 0,1-1-1 0 0,-1 0 0 0 0,-1 0 1 0 0,1-1-1 0 0,0 1 1 0 0,0 0-1 0 0,-1-1 1 0 0,1 1-1 0 0,-1-1 0 0 0,-3 1 1 0 0,2 1 70 0 0,-1-1 0 0 0,1 0 0 0 0,-1 0-1 0 0,0-1 1 0 0,1 1 0 0 0,-1-1 0 0 0,0 0 0 0 0,0 0 0 0 0,0-1 0 0 0,0 0 0 0 0,0 1 0 0 0,0-2-1 0 0,0 1 1 0 0,0 0 0 0 0,-5-2 0 0 0,7 1-50 0 0,-1-1 0 0 0,1 1 0 0 0,0-1 0 0 0,0 1 0 0 0,0-1 0 0 0,0 0 1 0 0,0 0-1 0 0,0 0 0 0 0,1-1 0 0 0,-1 1 0 0 0,1 0 0 0 0,0-1 0 0 0,-1 0 0 0 0,1 0 0 0 0,0 1 0 0 0,0-1 0 0 0,1 0 0 0 0,-1-1 0 0 0,1 1 0 0 0,-1 0 0 0 0,0-7 0 0 0,0 1-35 0 0,0 0-1 0 0,2 0 0 0 0,-1-1 0 0 0,1 1 0 0 0,0 0 0 0 0,1 0 0 0 0,0 0 0 0 0,0-1 1 0 0,1 1-1 0 0,1 0 0 0 0,-1 1 0 0 0,1-1 0 0 0,1 0 0 0 0,5-9 0 0 0,-3 4-42 0 0,2 1 0 0 0,0 0-1 0 0,0 0 1 0 0,1 1 0 0 0,0 0-1 0 0,1 1 1 0 0,23-20 0 0 0,14 1-150 0 0,-28 25-3905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161 475 3736 0 0,'-46'37'-616'0'0,"36"-30"593"0"0,0 0 0 0 0,0 0 1 0 0,1 1-1 0 0,0 0 1 0 0,0 1-1 0 0,1-1 0 0 0,0 2 1 0 0,1-1-1 0 0,0 1 0 0 0,0 0 1 0 0,1 1-1 0 0,-5 11 1 0 0,10-19 21 0 0,1-1 0 0 0,-1 0 0 0 0,1 0 0 0 0,-1 0 0 0 0,1 1 0 0 0,0-1 0 0 0,0 0 0 0 0,0 1 0 0 0,0-1 0 0 0,0 0 0 0 0,1 0 0 0 0,-1 1 0 0 0,1-1 0 0 0,-1 0 0 0 0,1 0 0 0 0,0 0 0 0 0,0 0 0 0 0,0 1 0 0 0,0-1 0 0 0,0 0 0 0 0,0-1 0 0 0,0 1 0 0 0,1 0 0 0 0,-1 0 0 0 0,3 2 0 0 0,1 0 7 0 0,0 0 0 0 0,0-1 0 0 0,0 1 0 0 0,1-1 0 0 0,-1 0-1 0 0,7 2 1 0 0,-8-3 1 0 0,16 5 111 0 0,0 0 1 0 0,1-1-1 0 0,0-1 1 0 0,0-1-1 0 0,0-1 1 0 0,0 0-1 0 0,0-2 1 0 0,0 0-1 0 0,1-2 1 0 0,-1 0-1 0 0,31-7 1 0 0,-46 6-20 0 0,0 0 0 0 0,-1 0 0 0 0,1-1 0 0 0,-1 1 0 0 0,0-1 0 0 0,0-1 0 0 0,0 1 0 0 0,0-1 0 0 0,-1 0 0 0 0,1 0 0 0 0,-1 0 0 0 0,0 0 0 0 0,0-1 0 0 0,-1 0 1 0 0,1 0-1 0 0,-1 0 0 0 0,0 0 0 0 0,-1 0 0 0 0,1-1 0 0 0,-1 1 0 0 0,0-1 0 0 0,0 1 0 0 0,0-1 0 0 0,-1 0 0 0 0,1-8 0 0 0,2-16 65 0 0,-1-1 1 0 0,-2 0-1 0 0,-3-50 0 0 0,1 55-68 0 0,-1-15-5 0 0,1-18 84 0 0,-3 1 0 0 0,-17-88 1 0 0,-1 34 93 0 0,22 111-266 0 0,-4-14-223 0 0,-1 34 202 0 0,1 2 0 0 0,1-1 0 0 0,1 0-1 0 0,1 1 1 0 0,1-1 0 0 0,0 0-1 0 0,2 1 1 0 0,6 31 0 0 0,49 167-195 0 0,-39-161 197 0 0,47 126 85 0 0,-60-160 1013 0 0,-15-33-294 0 0,6 5-716 0 0,1 0 1 0 0,0-1-1 0 0,0 0 1 0 0,1 0 0 0 0,0 0-1 0 0,0 0 1 0 0,-3-10 0 0 0,4 9-81 0 0,1 0 1 0 0,0 0-1 0 0,0-1 0 0 0,0 1 1 0 0,1 0-1 0 0,0 0 1 0 0,0 0-1 0 0,1 0 1 0 0,-1 0-1 0 0,1 1 1 0 0,1-1-1 0 0,-1 0 1 0 0,1 1-1 0 0,0-1 0 0 0,0 1 1 0 0,0 0-1 0 0,1 0 1 0 0,0 0-1 0 0,0 1 1 0 0,0-1-1 0 0,1 1 1 0 0,-1 0-1 0 0,1 0 1 0 0,0 1-1 0 0,0-1 1 0 0,0 1-1 0 0,1 0 0 0 0,-1 1 1 0 0,1-1-1 0 0,0 1 1 0 0,-1 0-1 0 0,1 0 1 0 0,0 1-1 0 0,0 0 1 0 0,0 0-1 0 0,0 0 1 0 0,0 1-1 0 0,1 0 0 0 0,-1 0 1 0 0,0 0-1 0 0,0 1 1 0 0,0 0-1 0 0,0 0 1 0 0,10 4-1 0 0,24 10-164 0 0,62 33-1 0 0,-62-28-102 0 0,61 22 1 0 0,-96-41-75 0 0,1 0-1 0 0,-1-1 1 0 0,1 1-1 0 0,-1-1 0 0 0,1-1 1 0 0,0 1-1 0 0,-1-1 1 0 0,0 0-1 0 0,1 0 1 0 0,-1-1-1 0 0,1 1 1 0 0,-1-1-1 0 0,9-5 0 0 0,10-4-2060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57 5477 0 0,'3'-22'-695'0'0,"-4"1"1456"0"0,2 8 234 0 0,9 29-996 0 0,65 160-155 0 0,-46-103 122 0 0,-22-58 34 0 0,7 19 11 0 0,-1 0 1 0 0,-2 1 0 0 0,8 38-1 0 0,-7-24 207 0 0,-12-48-253 0 0,5-28-3606 0 0,-2 4 2562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25 3700 0 0,'0'0'-183'0'0,"-9"1"-414"0"0,6 0 558 0 0,9-3-207 0 0,6-3 249 0 0,58-8-5 0 0,-55 10-13 0 0,0 1 0 0 0,1 1 1 0 0,-1 0-1 0 0,0 2 0 0 0,1-1 1 0 0,-1 2-1 0 0,0 0 0 0 0,1 1 1 0 0,-1 0-1 0 0,21 9 0 0 0,-18-7 1 0 0,-1 1-1 0 0,0 1 0 0 0,-1 1 1 0 0,0 0-1 0 0,27 18 0 0 0,-39-22 17 0 0,1 1-1 0 0,0-1 1 0 0,-1 1-1 0 0,0 0 0 0 0,0 0 1 0 0,-1 0-1 0 0,1 0 1 0 0,-1 1-1 0 0,0-1 1 0 0,0 1-1 0 0,-1 0 0 0 0,0 0 1 0 0,0 0-1 0 0,0 0 1 0 0,-1 0-1 0 0,0 0 1 0 0,0 1-1 0 0,0 11 1 0 0,-1-13 17 0 0,0 0 0 0 0,-1-1 0 0 0,1 1 1 0 0,-1 0-1 0 0,-1 0 0 0 0,1-1 0 0 0,0 1 1 0 0,-1-1-1 0 0,0 1 0 0 0,0-1 0 0 0,0 1 1 0 0,-1-1-1 0 0,0 0 0 0 0,1 0 0 0 0,-1-1 1 0 0,-1 1-1 0 0,1 0 0 0 0,0-1 0 0 0,-1 0 1 0 0,0 0-1 0 0,0 0 0 0 0,0 0 0 0 0,0-1 1 0 0,0 1-1 0 0,-9 3 0 0 0,-7 1 112 0 0,0 0-1 0 0,0-1 1 0 0,-1-1 0 0 0,1 0-1 0 0,-1-2 1 0 0,-41 1-1 0 0,59-4-62 0 0,-25 0 443 0 0,28 0-484 0 0,-1 0-1 0 0,0 0 1 0 0,0 1-1 0 0,0-1 1 0 0,0 0-1 0 0,0 0 1 0 0,0 0-1 0 0,1 0 1 0 0,-1-1-1 0 0,0 1 1 0 0,0 0-1 0 0,0 0 1 0 0,0-1-1 0 0,0 1 1 0 0,1 0-1 0 0,-1-1 1 0 0,0 1-1 0 0,0 0 1 0 0,1-1-1 0 0,-1 1 1 0 0,0-1-1 0 0,0 0 1 0 0,1 1-1 0 0,-1-1 1 0 0,0 0-1 0 0,6-2-31 0 0,1 1 0 0 0,-1 0 0 0 0,1 0 0 0 0,0 0 0 0 0,0 1 0 0 0,-1-1 0 0 0,1 2 0 0 0,0-1 0 0 0,0 1 0 0 0,9 0-1 0 0,-13 0-4 0 0,3 0-8 0 0,10 2-6 0 0,0 0 1 0 0,0 1-1 0 0,-1 1 1 0 0,1 0 0 0 0,-1 1-1 0 0,0 0 1 0 0,13 8-1 0 0,10 8-43 0 0,41 32 0 0 0,-55-38 67 0 0,16 10 2 0 0,-16-10-3 0 0,36 28 0 0 0,-58-42 23 0 0,13 14-1795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0 139 3776 0 0,'29'5'-751'0'0,"-20"-5"669"0"0,12 0 67 0 0,1 0 0 0 0,0-2 0 0 0,40-8 0 0 0,-56 9 88 0 0,0 0 1 0 0,-1-1-1 0 0,0 0 1 0 0,1 0-1 0 0,-1-1 1 0 0,0 1-1 0 0,0-1 1 0 0,0 0-1 0 0,0 0 1 0 0,-1-1-1 0 0,0 1 1 0 0,1-1-1 0 0,-1 0 1 0 0,0-1-1 0 0,-1 1 1 0 0,1 0-1 0 0,-1-1 1 0 0,0 0-1 0 0,0 0 1 0 0,4-10-1 0 0,-6 14-57 0 0,-1 0 0 0 0,1-1 0 0 0,-1 1 0 0 0,1 0 0 0 0,-1 0 0 0 0,0 0 0 0 0,0-1 0 0 0,1 1 0 0 0,-1 0 0 0 0,0-1 0 0 0,0 1 0 0 0,0 0 0 0 0,0 0 0 0 0,-1-1 0 0 0,1 1 0 0 0,0 0 0 0 0,-1 0 0 0 0,1 0 0 0 0,0-1 0 0 0,-1 1 0 0 0,1 0 0 0 0,-1 0-1 0 0,0 0 1 0 0,1 0 0 0 0,-1 0 0 0 0,0 0 0 0 0,0 0 0 0 0,0 0 0 0 0,1 0 0 0 0,-1 0 0 0 0,0 0 0 0 0,0 1 0 0 0,0-1 0 0 0,-2-1 0 0 0,-36-9 106 0 0,35 11-108 0 0,1-1-3 0 0,-20 6-17 0 0,14-3 7 0 0,0 0 1 0 0,1 1-1 0 0,-1 0 1 0 0,1 0-1 0 0,0 1 0 0 0,0 0 1 0 0,0 1-1 0 0,0 0 1 0 0,1 0-1 0 0,0 0 1 0 0,0 1-1 0 0,-7 7 0 0 0,10-9-11 0 0,0 1 1 0 0,0-1-1 0 0,0 1 0 0 0,1 0 0 0 0,0 0 0 0 0,0 0 0 0 0,0 1 0 0 0,0-1 0 0 0,1 1 0 0 0,0-1 0 0 0,0 1 0 0 0,1 0 0 0 0,-1 0 0 0 0,1 0 1 0 0,0 0-1 0 0,1 0 0 0 0,0 11 0 0 0,1-13 8 0 0,0-1 1 0 0,0 1-1 0 0,0-1 1 0 0,0 1-1 0 0,1-1 1 0 0,0 0-1 0 0,0 0 1 0 0,0 1-1 0 0,0-1 1 0 0,0-1-1 0 0,0 1 1 0 0,1 0-1 0 0,-1 0 0 0 0,1-1 1 0 0,0 0-1 0 0,0 1 1 0 0,0-1-1 0 0,0 0 1 0 0,0 0-1 0 0,1-1 1 0 0,-1 1-1 0 0,6 1 1 0 0,10 4 26 0 0,0-1 0 0 0,38 7 0 0 0,-38-9-5 0 0,-8-2-234 0 0,1-1-1 0 0,-1 0 0 0 0,1-1 0 0 0,0 0 0 0 0,-1-1 0 0 0,1 0 0 0 0,-1-1 1 0 0,1 0-1 0 0,-1-1 0 0 0,22-8 0 0 0,-5-1-592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6 101 3352 0 0,'-5'-98'3058'0'0,"5"96"-2805"0"0,1 7-248 0 0,37 97-26 0 0,76 197-24 0 0,-101-267 67 0 0,-1-1 0 0 0,-2 1 0 0 0,-1 1 0 0 0,-1 0 0 0 0,-2 0 0 0 0,-2 1 0 0 0,1 34 0 0 0,-5-67 11 0 0,0 6 228 0 0,0-5-562 0 0,1-37-3193 0 0,1 14 2073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79 4196 0 0,'-9'1'-227'0'0,"6"-2"179"0"0,8-2-263 0 0,32-8 339 0 0,0 1 0 0 0,1 2 1 0 0,70-6-1 0 0,-53 8-1136 0 0,64-15 0 0 0,-101 16 565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1 2068 0 0,'0'0'266'0'0,"-7"6"1091"0"0,7-6-1336 0 0,79 26-21 0 0,71 29-40 0 0,-133-48 26 0 0,-1 2 1 0 0,1 0-1 0 0,-2 1 0 0 0,1 1 0 0 0,-1 0 0 0 0,21 21 1 0 0,-32-28 11 0 0,0 1 1 0 0,0-1-1 0 0,0 1 1 0 0,-1 1 0 0 0,0-1-1 0 0,0 0 1 0 0,0 1-1 0 0,0-1 1 0 0,2 10 0 0 0,-4-12 14 0 0,-1 0 1 0 0,1 0-1 0 0,-1-1 0 0 0,0 1 1 0 0,1 0-1 0 0,-1 0 1 0 0,0 0-1 0 0,-1-1 1 0 0,1 1-1 0 0,0 0 1 0 0,-1 0-1 0 0,0 0 1 0 0,0-1-1 0 0,1 1 0 0 0,-1 0 1 0 0,-1-1-1 0 0,1 1 1 0 0,0-1-1 0 0,-1 0 1 0 0,1 1-1 0 0,-1-1 1 0 0,-3 3-1 0 0,3-2 43 0 0,0 0 0 0 0,0-1 0 0 0,-1 0 0 0 0,1 1-1 0 0,-1-1 1 0 0,1 0 0 0 0,-1 0 0 0 0,0-1 0 0 0,0 1 0 0 0,0-1 0 0 0,0 1 0 0 0,0-1-1 0 0,0 0 1 0 0,0 0 0 0 0,-1 0 0 0 0,1 0 0 0 0,0-1 0 0 0,0 1 0 0 0,-1-1 0 0 0,1 0 0 0 0,0 0-1 0 0,-1 0 1 0 0,1 0 0 0 0,0-1 0 0 0,-1 0 0 0 0,1 1 0 0 0,0-1 0 0 0,0 0 0 0 0,0 0-1 0 0,0-1 1 0 0,0 1 0 0 0,0-1 0 0 0,0 1 0 0 0,0-1 0 0 0,0 0 0 0 0,1 0 0 0 0,-1 0 0 0 0,1-1-1 0 0,-1 1 1 0 0,1-1 0 0 0,0 1 0 0 0,0-1 0 0 0,0 0 0 0 0,0 1 0 0 0,1-1 0 0 0,-1 0-1 0 0,1 0 1 0 0,0 0 0 0 0,-1 0 0 0 0,1-1 0 0 0,1 1 0 0 0,-1 0 0 0 0,0-5 0 0 0,1-1-38 0 0,-1 1 1 0 0,2-1 0 0 0,0 1-1 0 0,0-1 1 0 0,0 1 0 0 0,1-1-1 0 0,0 1 1 0 0,1-1 0 0 0,0 1-1 0 0,0 0 1 0 0,1 1 0 0 0,-1-1-1 0 0,2 0 1 0 0,-1 1 0 0 0,8-9-1 0 0,6-7-101 0 0,0 1 1 0 0,2 1-1 0 0,23-21 0 0 0,-27 31-203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4684 0 0,'0'0'-127'0'0,"16"-1"-631"0"0,-9 13 703 0 0,0 0-1 0 0,0 0 1 0 0,-2 1-1 0 0,1-1 1 0 0,-2 1-1 0 0,0 1 1 0 0,5 22-1 0 0,6 20-1 0 0,22 75 177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2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23 2248 0 0,'-22'-22'500'0'0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123 156 3544 0 0,'4'1'57'0'0,"0"-1"-1"0"0,-1 1 0 0 0,1 0 0 0 0,0-1 0 0 0,0 0 1 0 0,-1 0-1 0 0,1 0 0 0 0,0 0 0 0 0,0 0 0 0 0,-1-1 1 0 0,1 0-1 0 0,0 0 0 0 0,0 0 0 0 0,-1 0 0 0 0,1 0 1 0 0,-1-1-1 0 0,0 0 0 0 0,1 0 0 0 0,-1 0 0 0 0,0 0 1 0 0,0 0-1 0 0,0 0 0 0 0,0-1 0 0 0,0 1 0 0 0,-1-1 1 0 0,5-5-1 0 0,-4 3-2 0 0,0 0 1 0 0,1 1-1 0 0,-2-1 1 0 0,1 0-1 0 0,-1-1 1 0 0,0 1-1 0 0,0 0 1 0 0,0-1-1 0 0,-1 1 1 0 0,1-1-1 0 0,-1 0 1 0 0,-1 1-1 0 0,1-1 0 0 0,-1 0 1 0 0,0 0-1 0 0,-2-9 1 0 0,2 14-51 0 0,0 0 0 0 0,-1 0 0 0 0,0-1 0 0 0,1 1 0 0 0,-1 0 0 0 0,0 0 0 0 0,0 0 0 0 0,1 0 0 0 0,-1 0 0 0 0,0 0 0 0 0,0 0 0 0 0,0 0 0 0 0,0 0 0 0 0,0 0 0 0 0,0 1 0 0 0,-1-1 0 0 0,1 0 0 0 0,0 1 0 0 0,0-1-1 0 0,-1 1 1 0 0,1-1 0 0 0,0 1 0 0 0,0 0 0 0 0,-1-1 0 0 0,1 1 0 0 0,0 0 0 0 0,-1 0 0 0 0,1 0 0 0 0,0 0 0 0 0,-1 0 0 0 0,1 0 0 0 0,-2 1 0 0 0,-43 7-1 0 0,44-8-4 0 0,-9 4-9 0 0,0 1-1 0 0,0 1 1 0 0,1-1-1 0 0,-1 1 1 0 0,1 1-1 0 0,1 0 1 0 0,-1 1-1 0 0,1 0 1 0 0,0 0-1 0 0,1 0 1 0 0,0 1-1 0 0,1 1 1 0 0,-1-1-1 0 0,2 1 1 0 0,-10 18-1 0 0,15-26 5 0 0,0 0 0 0 0,0 0 0 0 0,0 0-1 0 0,0 0 1 0 0,1 1 0 0 0,-1-1 0 0 0,1 0-1 0 0,-1 1 1 0 0,1-1 0 0 0,0 1 0 0 0,0-1-1 0 0,0 0 1 0 0,0 1 0 0 0,0-1 0 0 0,1 1-1 0 0,-1-1 1 0 0,1 0 0 0 0,-1 1 0 0 0,1-1 0 0 0,0 0-1 0 0,2 4 1 0 0,-1-3 11 0 0,0 0 0 0 0,1 0 1 0 0,0 0-1 0 0,-1-1 0 0 0,1 1 0 0 0,0-1 0 0 0,0 1 0 0 0,1-1 1 0 0,-1 0-1 0 0,0 0 0 0 0,1 0 0 0 0,4 1 0 0 0,2 1-66 0 0,1-1 0 0 0,-1 0 0 0 0,1-1 0 0 0,0 0 0 0 0,-1 0 0 0 0,1-2 0 0 0,0 1 0 0 0,21-2 0 0 0,-21-2-493 0 0,1 1 0 0 0,-1-2 0 0 0,1 1 0 0 0,19-11 0 0 0,-8 0-154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84 3560 0 0,'0'0'30'0'0,"3"-20"536"0"0,-4 19-517 0 0,1 1 1 0 0,0 0 0 0 0,0-1-1 0 0,0 1 1 0 0,0-1-1 0 0,0 1 1 0 0,0 0-1 0 0,0-1 1 0 0,0 1-1 0 0,-1-1 1 0 0,1 1-1 0 0,1 0 1 0 0,-1-1-1 0 0,0 1 1 0 0,0-1-1 0 0,0 1 1 0 0,0 0-1 0 0,0-1 1 0 0,0 1-1 0 0,0-1 1 0 0,1 1 0 0 0,-1 0-1 0 0,0-1 1 0 0,0 1-1 0 0,0 0 1 0 0,1-1-1 0 0,-1 1 1 0 0,0 0-1 0 0,0-1 1 0 0,1 1-1 0 0,-1 0 1 0 0,0 0-1 0 0,1-1 1 0 0,-1 1-1 0 0,0 0 1 0 0,1 0-1 0 0,-1 0 1 0 0,1 0 0 0 0,-1-1-1 0 0,1 1 1 0 0,136 187-140 0 0,-32-65 235 0 0,-104-121-66 0 0,15 5 2937 0 0,-16-6-2969 0 0,4-40 81 0 0,1 1 0 0 0,2 0 0 0 0,1 0 0 0 0,3 1 0 0 0,27-68 0 0 0,-36 100-236 0 0,0-1 0 0 0,0 1 0 0 0,0-1 0 0 0,-1 0 0 0 0,1-13 0 0 0,-2 19-122 0 0,0-9-1219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0 144 5465 0 0,'2'1'-65'0'0,"-1"0"0"0"0,0 0 1 0 0,1 0-1 0 0,-1 0 0 0 0,1 0 1 0 0,-1-1-1 0 0,1 1 0 0 0,-1 0 1 0 0,1-1-1 0 0,-1 1 1 0 0,1-1-1 0 0,0 1 0 0 0,-1-1 1 0 0,1 0-1 0 0,0 0 0 0 0,-1 0 1 0 0,1 0-1 0 0,0 0 1 0 0,-1 0-1 0 0,1 0 0 0 0,0 0 1 0 0,-1-1-1 0 0,3 0 0 0 0,43-15-32 0 0,-38 11 224 0 0,0 0 0 0 0,0 0 1 0 0,-1-1-1 0 0,0 0 1 0 0,0 0-1 0 0,0-1 0 0 0,-1 0 1 0 0,0-1-1 0 0,-1 0 1 0 0,1 0-1 0 0,-1 0 0 0 0,-1 0 1 0 0,0-1-1 0 0,6-14 1 0 0,-10 23-117 0 0,-1 0 1 0 0,0-1-1 0 0,1 1 1 0 0,-1-1-1 0 0,0 1 1 0 0,0 0 0 0 0,1-1-1 0 0,-1 1 1 0 0,0-1-1 0 0,0 1 1 0 0,0-1-1 0 0,0 1 1 0 0,0-1 0 0 0,1 1-1 0 0,-1-1 1 0 0,0 1-1 0 0,0-1 1 0 0,0 1 0 0 0,0-1-1 0 0,-1 1 1 0 0,1-1-1 0 0,0 1 1 0 0,0-1-1 0 0,0 1 1 0 0,0-1 0 0 0,0 1-1 0 0,-1-1 1 0 0,1 1-1 0 0,0-1 1 0 0,0 1 0 0 0,-1 0-1 0 0,1-1 1 0 0,0 1-1 0 0,-1-1 1 0 0,1 1-1 0 0,-1-1 1 0 0,-19 3 128 0 0,-22 17-102 0 0,30-10-46 0 0,0 0 0 0 0,1 1 0 0 0,0 1 0 0 0,1-1-1 0 0,0 2 1 0 0,0 0 0 0 0,2 0 0 0 0,-1 0 0 0 0,1 1-1 0 0,-10 24 1 0 0,17-35 4 0 0,1 0-1 0 0,-1 0 1 0 0,1 0 0 0 0,-1 0-1 0 0,1 0 1 0 0,0 0-1 0 0,0 1 1 0 0,0-1-1 0 0,0 0 1 0 0,0 0 0 0 0,0 0-1 0 0,1 0 1 0 0,-1 0-1 0 0,1 0 1 0 0,-1 0-1 0 0,1 0 1 0 0,0 0 0 0 0,0 0-1 0 0,0 0 1 0 0,2 3-1 0 0,0-2 8 0 0,-1-1-1 0 0,1 1 0 0 0,0 0 1 0 0,0-1-1 0 0,0 0 0 0 0,0 0 1 0 0,1 0-1 0 0,-1 0 0 0 0,1 0 1 0 0,5 2-1 0 0,6 0-12 0 0,0 0 0 0 0,1 0 0 0 0,0-1 0 0 0,21 0 1 0 0,4-2-690 0 0,0-2 0 0 0,0-1 1 0 0,44-9-1 0 0,-23-1-777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36 4124 0 0,'0'0'-300'0'0,"-9"3"-743"0"0,6-2 1037 0 0,7-2-14 0 0,71-19 259 0 0,-72 19-219 0 0,-2 0-12 0 0,7-2-16 0 0,-1 0 9 0 0,1 1 0 0 0,-1-1 1 0 0,1 2-1 0 0,0-1 0 0 0,0 1 0 0 0,0 0 0 0 0,15 1 0 0 0,-20 0-3 0 0,1 0-7 0 0,4 1-7 0 0,1 0 0 0 0,-1 1-1 0 0,0 0 1 0 0,0 1 0 0 0,1-1-1 0 0,-1 2 1 0 0,8 4 0 0 0,-14-7 19 0 0,0 0 0 0 0,1 0 0 0 0,-1 0 0 0 0,0 1 0 0 0,-1-1 0 0 0,1 1 0 0 0,0 0 1 0 0,0-1-1 0 0,-1 1 0 0 0,1 0 0 0 0,-1 0 0 0 0,1 0 0 0 0,-1 0 0 0 0,0 0 0 0 0,0 0 0 0 0,0 1 1 0 0,0-1-1 0 0,0 0 0 0 0,0 1 0 0 0,-1-1 0 0 0,1 0 0 0 0,-1 1 0 0 0,0-1 0 0 0,1 1 0 0 0,-1-1 1 0 0,0 0-1 0 0,-1 1 0 0 0,1-1 0 0 0,-1 3 0 0 0,-1 0 16 0 0,-1 0 1 0 0,0-1-1 0 0,-1 1 1 0 0,1-1-1 0 0,-1 0 1 0 0,0 0-1 0 0,0 0 0 0 0,0 0 1 0 0,0-1-1 0 0,-1 0 1 0 0,1 0-1 0 0,-1 0 1 0 0,0 0-1 0 0,-8 3 1 0 0,7-3-1 0 0,-143 64 829 0 0,147-66-760 0 0,-12 3 99 0 0,7-2-45 0 0,10-2 47 0 0,32-6-209 0 0,-1 1-1 0 0,61 0 1 0 0,-81 6 14 0 0,-1-1 0 0 0,1 2 0 0 0,-1 0 0 0 0,0 0 0 0 0,0 2 1 0 0,0-1-1 0 0,0 2 0 0 0,0 0 0 0 0,-1 0 0 0 0,17 10 0 0 0,-27-14 8 0 0,-1 0 1 0 0,1-1-1 0 0,-1 1 1 0 0,1 0-1 0 0,-1 0 1 0 0,0 0 0 0 0,1 0-1 0 0,-1 0 1 0 0,0 0-1 0 0,0 0 1 0 0,1 1-1 0 0,-1-1 1 0 0,0 0-1 0 0,0 1 1 0 0,0-1-1 0 0,-1 1 1 0 0,1-1 0 0 0,0 1-1 0 0,-1-1 1 0 0,1 1-1 0 0,-1-1 1 0 0,1 1-1 0 0,-1 0 1 0 0,1-1-1 0 0,-1 1 1 0 0,0 0-1 0 0,0-1 1 0 0,0 1 0 0 0,0 0-1 0 0,0-1 1 0 0,-1 1-1 0 0,1 0 1 0 0,0-1-1 0 0,-1 1 1 0 0,1-1-1 0 0,-1 1 1 0 0,1 0-1 0 0,-1-1 1 0 0,0 1 0 0 0,0-1-1 0 0,0 0 1 0 0,0 1-1 0 0,0-1 1 0 0,0 0-1 0 0,0 1 1 0 0,0-1-1 0 0,0 0 1 0 0,-3 1-1 0 0,-3 5 27 0 0,-1-1-1 0 0,1-1 0 0 0,-1 0 0 0 0,-1 0 0 0 0,-16 7 0 0 0,-7 0 263 0 0,-1-3 0 0 0,0-1 1 0 0,-1-1-1 0 0,1-1 0 0 0,-69 1 0 0 0,101-7-318 0 0,0 0 0 0 0,0 0 0 0 0,0 0 0 0 0,0 0 0 0 0,0 0 0 0 0,0-1 0 0 0,0 1 0 0 0,0 0 0 0 0,1 0 1 0 0,-1 0-1 0 0,0-1 0 0 0,0 1 0 0 0,0-1 0 0 0,0 1 0 0 0,1-1 0 0 0,-1 1 0 0 0,0-1 0 0 0,0 1 0 0 0,1-1 0 0 0,-1 1 0 0 0,0-1 0 0 0,1 0 0 0 0,-1 1 0 0 0,1-1 0 0 0,-1 0 1 0 0,1 0-1 0 0,-1 0 0 0 0,1 1 0 0 0,-1-1 0 0 0,1 0 0 0 0,-1-1 0 0 0,1 0-198 0 0,0-1 0 0 0,0 1 0 0 0,0-1 0 0 0,0 1 1 0 0,0-1-1 0 0,0 1 0 0 0,0 0 0 0 0,1-1 0 0 0,0 1 0 0 0,-1-1 0 0 0,3-3 1 0 0,5-13-1014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600 53 4000 0 0,'0'-2'-14'0'0,"-1"0"0"0"0,1 1 0 0 0,-1-1 0 0 0,1 0 0 0 0,-1 0 0 0 0,1 1 0 0 0,-1-1 0 0 0,0 0 0 0 0,0 1 0 0 0,0-1 0 0 0,0 1 0 0 0,0-1 0 0 0,0 1 0 0 0,0-1-1 0 0,0 1 1 0 0,-1 0 0 0 0,1 0 0 0 0,0-1 0 0 0,-1 1 0 0 0,1 0 0 0 0,-4-1 0 0 0,4 1 46 0 0,-59-6 215 0 0,34 10-247 0 0,1 2 0 0 0,-1 1 0 0 0,1 1 0 0 0,1 1 0 0 0,0 1 1 0 0,0 1-1 0 0,0 1 0 0 0,2 1 0 0 0,-1 1 0 0 0,2 1 0 0 0,0 1 0 0 0,0 1 1 0 0,-21 22-1 0 0,19-15-16 0 0,0 1 1 0 0,2 1 0 0 0,0 0-1 0 0,-28 49 1 0 0,44-65 11 0 0,1-1 0 0 0,0 1 0 0 0,1 0 0 0 0,0 0 0 0 0,0 0 0 0 0,1 0 0 0 0,0 0 0 0 0,0 1 0 0 0,1-1 0 0 0,1 0 0 0 0,-1 1 0 0 0,2-1 0 0 0,-1 1 0 0 0,1-1 0 0 0,1 1 1 0 0,-1-1-1 0 0,2 0 0 0 0,-1 0 0 0 0,1 0 0 0 0,8 17 0 0 0,-4-13 11 0 0,0-1 0 0 0,0 1 0 0 0,1-1 1 0 0,0 0-1 0 0,2-1 0 0 0,-1 0 0 0 0,1 0 0 0 0,0-1 1 0 0,1-1-1 0 0,1 0 0 0 0,-1 0 0 0 0,1-1 0 0 0,1 0 1 0 0,-1-1-1 0 0,1-1 0 0 0,0 0 0 0 0,1-1 0 0 0,0 0 1 0 0,0-1-1 0 0,18 3 0 0 0,-9-2 79 0 0,1-2 0 0 0,-1 0 0 0 0,1-2 0 0 0,0 0 0 0 0,0-2 0 0 0,-1 0 1 0 0,1-2-1 0 0,-1-1 0 0 0,26-7 0 0 0,-35 7 56 0 0,0-1 1 0 0,0 0 0 0 0,0-1 0 0 0,0-1-1 0 0,-1 0 1 0 0,0-1 0 0 0,-1 0-1 0 0,0-1 1 0 0,0-1 0 0 0,-1 0-1 0 0,0 0 1 0 0,-1-1 0 0 0,0 0-1 0 0,0-1 1 0 0,10-18 0 0 0,-11 17 6 0 0,-1-1 1 0 0,0 0-1 0 0,-2-1 1 0 0,1 0 0 0 0,-2 0-1 0 0,0 0 1 0 0,0-1-1 0 0,-2 0 1 0 0,0 1 0 0 0,-1-1-1 0 0,0 0 1 0 0,-1-1-1 0 0,-3-27 1 0 0,1 31-98 0 0,-1 0-1 0 0,0 0 1 0 0,-1 0 0 0 0,-1 1 0 0 0,0-1 0 0 0,-1 1-1 0 0,0 0 1 0 0,-1 1 0 0 0,0-1 0 0 0,-1 1-1 0 0,0 0 1 0 0,0 1 0 0 0,-2 0 0 0 0,1 0 0 0 0,-1 0-1 0 0,-11-8 1 0 0,1 2-30 0 0,-2 1 1 0 0,0 1-1 0 0,-1 1 0 0 0,0 1 1 0 0,-1 1-1 0 0,0 1 0 0 0,-30-10 1 0 0,22 10-75 0 0,-5-3-578 0 0,10 6-4108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8560 1 3940 0 0,'0'0'4756'0'0,"-4"2"-4720"0"0,-20 6 17 0 0,-1-1 0 0 0,1-2 0 0 0,-2 0 0 0 0,-48 2 0 0 0,2 2-39 0 0,-533 79 192 0 0,317-38-132 0 0,176-28-54 0 0,-438 101 146 0 0,433-95-109 0 0,-634 156 381 0 0,398-91-330 0 0,160-40-67 0 0,-282 103-8 0 0,257-62-8 0 0,-41 15 10 0 0,-44-7 7 0 0,70-25 8 0 0,-44 14 17 0 0,-169 64 10 0 0,-175 114-1 0 0,519-228-83 0 0,-184 104 1 0 0,140-63-2 0 0,-37 23-28 0 0,-123 90 17 0 0,256-156 4 0 0,3 2-1 0 0,1 1 1 0 0,2 3-1 0 0,-39 53 1 0 0,2-16 11 0 0,57-61 1 0 0,1 2 1 0 0,-26 33-1 0 0,24-29-27 0 0,-9 15-7 0 0,-43 82-28 0 0,30-51 85 0 0,-2-3 1 0 0,-101 110-1 0 0,108-131-15 0 0,-34 30 33 0 0,-112 93 1 0 0,87-84-36 0 0,3 5 5 0 0,69-61-6 0 0,1-3 1361 0 0,26-33-1339 0 0,0 1 1 0 0,0 0-1 0 0,0-1 1 0 0,0 0-1 0 0,1 1 1 0 0,0-1-1 0 0,0 0 0 0 0,0 0 1 0 0,0 0-1 0 0,0 0 1 0 0,1-6-1 0 0,-2 2 12 0 0,-8-40 49 0 0,-25-97 52 0 0,22 80-112 0 0,-3-7-135 0 0,16 71 76 0 0,-3-10-736 0 0,3 29 486 0 0,45 267-76 0 0,-39-249 365 0 0,0-6 4 0 0,-1-1 1 0 0,0 33 0 0 0,-5-61-12 0 0,0 0 1 0 0,-1 0-1 0 0,1 1 1 0 0,0-1-1 0 0,0 0 1 0 0,0 0-1 0 0,1 1 1 0 0,-1-1 0 0 0,0 0-1 0 0,0 0 1 0 0,1 1-1 0 0,-1-1 1 0 0,0 0-1 0 0,1 0 1 0 0,-1 0-1 0 0,1 0 1 0 0,0 0-1 0 0,-1 0 1 0 0,1 1 0 0 0,0-2-1 0 0,0 1 1 0 0,-1 0-1 0 0,1 0 1 0 0,0 0-1 0 0,0 0 1 0 0,0 0-1 0 0,0-1 1 0 0,0 1-1 0 0,0 0 1 0 0,1-1 0 0 0,-1 1-1 0 0,0-1 1 0 0,0 1-1 0 0,0-1 1 0 0,0 0-1 0 0,1 1 1 0 0,-1-1-1 0 0,0 0 1 0 0,0 0-1 0 0,1 0 1 0 0,-1 0 0 0 0,0 0-1 0 0,0 0 1 0 0,1 0-1 0 0,1-1 1 0 0,7-2-27 0 0,0 0 1 0 0,0 0 0 0 0,-1-1-1 0 0,17-8 1 0 0,-8 3 57 0 0,67-23-93 0 0,155-36 0 0 0,-64 22-87 0 0,-173 45 144 0 0,13-2-9 0 0,-7 1 120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517 83 1104 0 0,'1'-1'46'0'0,"-1"0"100"0"0,1 0 0 0 0,0 0-1 0 0,-1 0 1 0 0,1 0 0 0 0,-1 0 0 0 0,1 0 0 0 0,-1-1 0 0 0,1 1 0 0 0,-1 0 0 0 0,0 0-1 0 0,0-1 1 0 0,1 1 0 0 0,-1 0 0 0 0,0-1 0 0 0,0 1 0 0 0,0 0 0 0 0,-1-1 0 0 0,1 1-1 0 0,0 0 1 0 0,0 0 0 0 0,-1-1 0 0 0,1 1 0 0 0,-1 0 0 0 0,1 0 0 0 0,-1 0 0 0 0,1-1-1 0 0,-1 1 1 0 0,0 0 0 0 0,1 0 0 0 0,-1 0 0 0 0,0 0 0 0 0,0 0 0 0 0,0 0 0 0 0,0 1-1 0 0,-1-2 1 0 0,0 0 21 0 0,0 0-98 0 0,-1-1 1 0 0,0 1-1 0 0,0 0 1 0 0,0 0-1 0 0,0 0 0 0 0,0 0 1 0 0,-1 1-1 0 0,1-1 1 0 0,0 1-1 0 0,-1-1 0 0 0,1 1 1 0 0,-1 0-1 0 0,-3 0 1 0 0,0-1 33 0 0,0 0-64 0 0,0-1 1 0 0,0 1-1 0 0,0 1 0 0 0,0 0 0 0 0,0 0 0 0 0,-1 0 0 0 0,-10 1 0 0 0,3 1-33 0 0,-1 2 0 0 0,1 0 0 0 0,-23 7 0 0 0,20-2-22 0 0,0 1 0 0 0,0 0 0 0 0,1 1 0 0 0,0 1-1 0 0,1 0 1 0 0,0 2 0 0 0,1 0 0 0 0,0 0 0 0 0,1 1 0 0 0,-12 16 0 0 0,12-12-15 0 0,0 0 1 0 0,1 0 0 0 0,1 1-1 0 0,1 1 1 0 0,-16 36 0 0 0,23-46 6 0 0,0 0 0 0 0,1 0 1 0 0,0 1-1 0 0,1-1 0 0 0,0 1 1 0 0,1 0-1 0 0,0-1 0 0 0,0 1 1 0 0,1 0-1 0 0,2 15 1 0 0,0-17 10 0 0,0-1 1 0 0,0 0 0 0 0,1 0-1 0 0,0 0 1 0 0,0 0 0 0 0,1 0 0 0 0,0-1-1 0 0,0 0 1 0 0,1 0 0 0 0,0 0-1 0 0,0 0 1 0 0,1-1 0 0 0,12 11 0 0 0,-6-6 11 0 0,1-1 1 0 0,1 0-1 0 0,0-1 1 0 0,0 0-1 0 0,1-2 1 0 0,0 1-1 0 0,0-2 1 0 0,0 0-1 0 0,1-1 1 0 0,0-1-1 0 0,0 0 1 0 0,1-1-1 0 0,-1 0 1 0 0,1-2-1 0 0,-1 0 1 0 0,1-1-1 0 0,-1 0 1 0 0,1-2-1 0 0,0 0 0 0 0,17-5 1 0 0,317-73 212 0 0,-281 63-131 0 0,-68 16 59 0 0,3-18-3654 0 0,-7 9 1273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86 5657 0 0,'-11'-65'875'0'0,"11"63"-598"0"0,-1-10 52 0 0,2 5-197 0 0,0 10-297 0 0,44 144 105 0 0,57 167-86 0 0,-56-175 234 0 0,-40-120 2486 0 0,-17-81-1415 0 0,13 56-1215 0 0,-1 0-1 0 0,1-1 0 0 0,0 1 0 0 0,0 0 1 0 0,1 0-1 0 0,0 0 0 0 0,0 1 1 0 0,0-1-1 0 0,1 0 0 0 0,0 1 1 0 0,0 0-1 0 0,0 0 0 0 0,0 0 0 0 0,1 1 1 0 0,0 0-1 0 0,0 0 0 0 0,0 0 1 0 0,1 0-1 0 0,-1 1 0 0 0,1-1 0 0 0,0 2 1 0 0,0-1-1 0 0,8-2 0 0 0,-9 3-3 0 0,0 0-1 0 0,0 1 0 0 0,1-1 0 0 0,-1 1 0 0 0,1 0 1 0 0,-1 1-1 0 0,1-1 0 0 0,-1 1 0 0 0,0 1 1 0 0,1-1-1 0 0,-1 1 0 0 0,1-1 0 0 0,-1 1 0 0 0,0 1 1 0 0,1-1-1 0 0,-1 1 0 0 0,0 0 0 0 0,0 0 0 0 0,0 1 1 0 0,0-1-1 0 0,-1 1 0 0 0,1 0 0 0 0,-1 1 1 0 0,1-1-1 0 0,-1 1 0 0 0,0-1 0 0 0,5 8 0 0 0,1 4 22 0 0,-2 0-1 0 0,1 0 0 0 0,-2 1 0 0 0,0 0 0 0 0,-1 0 0 0 0,-1 1 0 0 0,-1-1 1 0 0,0 1-1 0 0,-1 0 0 0 0,0 0 0 0 0,-2 1 0 0 0,0 25 0 0 0,-1-42-11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41 105 4812 0 0,'0'0'-136'0'0,"-11"-43"800"0"0,11 41-479 0 0,-2-4 414 0 0,2 6-567 0 0,1 0 0 0 0,-1-1 1 0 0,0 1-1 0 0,0 0 0 0 0,0 0 1 0 0,0-1-1 0 0,0 1 0 0 0,0 0 0 0 0,0 0 1 0 0,0-1-1 0 0,0 1 0 0 0,0 0 1 0 0,0 0-1 0 0,0-1 0 0 0,0 1 1 0 0,0 0-1 0 0,0-1 0 0 0,0 1 1 0 0,0 0-1 0 0,0 0 0 0 0,0-1 0 0 0,0 1 1 0 0,0 0-1 0 0,0 0 0 0 0,-1-1 1 0 0,1 1-1 0 0,0 0 0 0 0,0 0 1 0 0,0 0-1 0 0,0-1 0 0 0,-1 1 1 0 0,1 0-1 0 0,0 0 0 0 0,0 0 0 0 0,0 0 1 0 0,-1-1-1 0 0,1 1 0 0 0,0 0 1 0 0,0 0-1 0 0,-1 0 0 0 0,1 0 1 0 0,0 0-1 0 0,0 0 0 0 0,-1 0 1 0 0,1 0-1 0 0,0-1 0 0 0,0 1 1 0 0,-1 0-1 0 0,1 0 0 0 0,0 0 0 0 0,-1 0 1 0 0,1 1-1 0 0,-4 6-47 0 0,1 1 0 0 0,0-1 0 0 0,0 1 0 0 0,1 0 1 0 0,0 0-1 0 0,0 0 0 0 0,1 0 0 0 0,0 1 0 0 0,0-1 0 0 0,1 0 0 0 0,0 0 0 0 0,1 1 0 0 0,0-1 0 0 0,0 0 1 0 0,0 0-1 0 0,1 0 0 0 0,1 0 0 0 0,-1 0 0 0 0,7 13 0 0 0,-5-11 8 0 0,1 0 1 0 0,-1 0-1 0 0,2-1 0 0 0,-1 0 0 0 0,1 0 1 0 0,1 0-1 0 0,0-1 0 0 0,0 0 1 0 0,0 0-1 0 0,1-1 0 0 0,0 0 1 0 0,1 0-1 0 0,-1-1 0 0 0,1 0 0 0 0,14 7 1 0 0,-20-12 10 0 0,0 0 1 0 0,0 0 0 0 0,0 0 0 0 0,0 0-1 0 0,0-1 1 0 0,0 1 0 0 0,0-1-1 0 0,0 0 1 0 0,0 0 0 0 0,0 0 0 0 0,0 0-1 0 0,0 0 1 0 0,1-1 0 0 0,-1 1-1 0 0,0-1 1 0 0,0 0 0 0 0,-1 0 0 0 0,1 0-1 0 0,4-3 1 0 0,-2 1 3 0 0,0-1 0 0 0,0 1 1 0 0,-1-1-1 0 0,0 0 0 0 0,0 0 0 0 0,0-1 0 0 0,0 1 0 0 0,-1-1 1 0 0,6-9-1 0 0,2-8 28 0 0,-1 0-1 0 0,-1-1 1 0 0,11-42 0 0 0,-19 62-33 0 0,34-160 1663 0 0,-35 161-1594 0 0,-1 7-127 0 0,0 6 31 0 0,0 0-1 0 0,1 0 1 0 0,0 1-1 0 0,1-1 1 0 0,0 0-1 0 0,0 0 0 0 0,1 0 1 0 0,1-1-1 0 0,0 1 1 0 0,0 0-1 0 0,1-1 1 0 0,1 0-1 0 0,-1 0 1 0 0,2 0-1 0 0,7 10 1 0 0,0-1-110 0 0,1-1 0 0 0,0-1 0 0 0,1 0 0 0 0,1-1 0 0 0,1-1 0 0 0,32 22 0 0 0,-47-35-94 0 0,1 0-1 0 0,0-1 1 0 0,0 0-1 0 0,-1 0 1 0 0,1 0 0 0 0,0 0-1 0 0,0 0 1 0 0,0 0-1 0 0,0-1 1 0 0,0 0 0 0 0,0 1-1 0 0,1-1 1 0 0,-1 0-1 0 0,0-1 1 0 0,0 1 0 0 0,0 0-1 0 0,0-1 1 0 0,4-1-1 0 0,7-5-1681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31 5200 0 0,'-7'-14'-50'0'0,"10"41"-10"0"0,10 49-44 0 0,38 89-4 0 0,-26-88 153 0 0,-21-63-495 0 0,2 6 2824 0 0,-15-34-696 0 0,-1-8-1618 0 0,1 0-1 0 0,0 0 1 0 0,2-1-1 0 0,0 0 1 0 0,2 0-1 0 0,0-1 1 0 0,2 1-1 0 0,1-1 1 0 0,0 0-1 0 0,3-25 1 0 0,-1 44-95 0 0,1 0 1 0 0,0-1 0 0 0,0 1 0 0 0,1 0 0 0 0,-1 0 0 0 0,1 0 0 0 0,0 0-1 0 0,1 0 1 0 0,-1 0 0 0 0,1 0 0 0 0,0 1 0 0 0,0-1 0 0 0,7-7 0 0 0,-7 9-11 0 0,0 1 0 0 0,0-1 1 0 0,0 1-1 0 0,0 0 0 0 0,1 0 0 0 0,-1 0 1 0 0,1 1-1 0 0,-1-1 0 0 0,1 1 1 0 0,-1-1-1 0 0,1 1 0 0 0,0 1 0 0 0,0-1 1 0 0,0 0-1 0 0,-1 1 0 0 0,1 0 0 0 0,0 0 1 0 0,7 0-1 0 0,-7 1 22 0 0,0 0 0 0 0,-1 0-1 0 0,1 1 1 0 0,-1-1 0 0 0,1 1 0 0 0,-1 0 0 0 0,0 0-1 0 0,1 0 1 0 0,-1 0 0 0 0,0 0 0 0 0,0 1 0 0 0,-1-1-1 0 0,1 1 1 0 0,0 0 0 0 0,-1 0 0 0 0,0 0 0 0 0,0 0-1 0 0,3 5 1 0 0,3 6-50 0 0,-1 0 1 0 0,10 26-1 0 0,5 44-52 0 0,-17-61 1 0 0,1-1-1 0 0,12 30 0 0 0,-10-44-143 0 0,23-29-4302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0 419 4860 0 0,'14'-14'83'0'0,"-1"-1"0"0"0,-1 0-1 0 0,-1-1 1 0 0,0 0-1 0 0,9-19 1 0 0,-18 27-13 0 0,1-1-1 0 0,-2 1 1 0 0,1-1 0 0 0,-1 1 0 0 0,0-1 0 0 0,-1 0-1 0 0,0 1 1 0 0,0-1 0 0 0,-3-12 0 0 0,-22-79 1509 0 0,15 66-777 0 0,-9-38 928 0 0,18 70-1673 0 0,1 2-77 0 0,0 0 0 0 0,0 0 0 0 0,0 0-1 0 0,0 0 1 0 0,0 1 0 0 0,0-1 0 0 0,-1 0 0 0 0,1 0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0,0 0 0 0 0,-1 0 0 0 0,1-1 0 0 0,0 1-1 0 0,0 0 1 0 0,0 0 0 0 0,0 0 0 0 0,0 0 0 0 0,0 0 0 0 0,0 0 0 0 0,0 0 0 0 0,0-1 0 0 0,-1 1 0 0 0,1 0 0 0 0,0 0 0 0 0,1 41-103 0 0,2 0 0 0 0,2-1 0 0 0,2 1 0 0 0,15 53 0 0 0,-9-39 65 0 0,18 64 16 0 0,54 126-1 0 0,-82-235 50 0 0,-1 0 1228 0 0,-14-27-962 0 0,-16-34-337 0 0,21 31-11 0 0,0-1-1 0 0,1 0 1 0 0,1 0 0 0 0,1-1 0 0 0,0 1 0 0 0,2-1-1 0 0,1 0 1 0 0,1 0 0 0 0,0 1 0 0 0,2-1 0 0 0,0 0-1 0 0,2 1 1 0 0,0-1 0 0 0,9-26 0 0 0,-9 41 21 0 0,-1 1 1 0 0,1-1-1 0 0,0 0 1 0 0,1 1-1 0 0,-1 0 1 0 0,1 0-1 0 0,0 0 1 0 0,1 1 0 0 0,-1 0-1 0 0,1 0 1 0 0,0 0-1 0 0,1 0 1 0 0,-1 1-1 0 0,1 0 1 0 0,12-5-1 0 0,-14 7 17 0 0,1 0-1 0 0,0 0 1 0 0,0 0-1 0 0,0 0 0 0 0,0 1 1 0 0,1 0-1 0 0,-1 1 1 0 0,0-1-1 0 0,1 1 1 0 0,-1 0-1 0 0,0 1 0 0 0,0-1 1 0 0,1 1-1 0 0,-1 1 1 0 0,0-1-1 0 0,0 1 1 0 0,0 0-1 0 0,0 0 1 0 0,9 6-1 0 0,-13-7 30 0 0,-1-1 1 0 0,1 1-1 0 0,0 1 0 0 0,0-1 1 0 0,-1 0-1 0 0,1 0 1 0 0,-1 1-1 0 0,1-1 0 0 0,-1 1 1 0 0,1-1-1 0 0,-1 1 0 0 0,0-1 1 0 0,0 1-1 0 0,0 0 0 0 0,0 0 1 0 0,0-1-1 0 0,0 1 1 0 0,0 0-1 0 0,-1 0 0 0 0,1 0 1 0 0,-1 0-1 0 0,1 0 0 0 0,-1 3 1 0 0,0-2 3 0 0,-1-1 0 0 0,1 1-1 0 0,-1 0 1 0 0,0 0 0 0 0,0-1 0 0 0,0 1 0 0 0,-1 0 0 0 0,1-1 0 0 0,0 1-1 0 0,-1-1 1 0 0,0 1 0 0 0,0-1 0 0 0,1 0 0 0 0,-4 3 0 0 0,-9 7 1 0 0,0-1 0 0 0,0 0 0 0 0,-1-1 0 0 0,-17 9 0 0 0,27-16-3 0 0,-139 79-183 0 0,143-81 150 0 0,1 0 4 0 0,1 0 33 0 0,-1 0 1 0 0,1 0-1 0 0,0 0 0 0 0,-1 0 0 0 0,1 0 0 0 0,0 0 0 0 0,0 0 0 0 0,-1-1 0 0 0,1 1 0 0 0,0 0 0 0 0,0-1 0 0 0,0 1 0 0 0,0 0 1 0 0,0-1-1 0 0,0 1 0 0 0,0-1 0 0 0,0 0 0 0 0,0 1 0 0 0,0-1 0 0 0,0 0 0 0 0,0 1 0 0 0,2-1 0 0 0,32 8-30 0 0,-28-7 22 0 0,55 12-53 0 0,43 8-13 0 0,179 61 0 0 0,-281-81 61 0 0,1 0 0 0 0,-1 1 1 0 0,0-1-1 0 0,1 1 0 0 0,-1 0 0 0 0,0-1 1 0 0,0 2-1 0 0,0-1 0 0 0,0 0 0 0 0,0 1 1 0 0,-1-1-1 0 0,1 1 0 0 0,-1 0 0 0 0,0-1 1 0 0,4 6-1 0 0,-7-6-201 0 0,0 0 0 0 0,0 0 1 0 0,0-1-1 0 0,0 1 0 0 0,0-1 0 0 0,0 1 1 0 0,0 0-1 0 0,-1-1 0 0 0,1 0 1 0 0,0 1-1 0 0,-1-1 0 0 0,1 0 0 0 0,-4 2 1 0 0,-5 3-1001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49 4396 0 0,'-3'-20'13'0'0,"-1"-8"1279"0"0,4 45-874 0 0,5 29-424 0 0,3 0 1 0 0,1 0-1 0 0,22 59 0 0 0,-10-33 29 0 0,-15-52-247 0 0,8 36 654 0 0,-10-19-3393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99 4748 0 0,'-19'3'1393'0'0,"398"-70"-1158"0"0,-255 52-163 0 0,144 0-1 0 0,-209 11-1905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315 66 4288 0 0,'0'0'-190'0'0,"-6"-33"3183"0"0,1 31-2910 0 0,1 0 0 0 0,-1 0 0 0 0,1 0 0 0 0,-1 0 1 0 0,0 0-1 0 0,0 1 0 0 0,0 0 0 0 0,-8-1 0 0 0,10 2-51 0 0,-1 0-8 0 0,-6 0-28 0 0,1 1 1 0 0,-1 0-1 0 0,1 1 0 0 0,0-1 1 0 0,0 2-1 0 0,0-1 1 0 0,0 2-1 0 0,0-1 0 0 0,0 1 1 0 0,1 0-1 0 0,0 1 1 0 0,0 0-1 0 0,0 0 0 0 0,0 1 1 0 0,1 0-1 0 0,0 0 1 0 0,0 0-1 0 0,1 1 1 0 0,-1 0-1 0 0,-6 12 0 0 0,4-7-23 0 0,1 0 0 0 0,0 1-1 0 0,1 0 1 0 0,0 0-1 0 0,1 1 1 0 0,0 0 0 0 0,2 0-1 0 0,-1 1 1 0 0,2-1 0 0 0,0 1-1 0 0,0 0 1 0 0,2 0-1 0 0,0-1 1 0 0,0 1 0 0 0,2 0-1 0 0,0 0 1 0 0,0 0-1 0 0,1 0 1 0 0,1 0 0 0 0,1-1-1 0 0,0 1 1 0 0,1-1 0 0 0,0 0-1 0 0,1 0 1 0 0,1-1-1 0 0,0 0 1 0 0,13 19 0 0 0,-10-22 14 0 0,-1-1 0 0 0,1 0 1 0 0,1-1-1 0 0,-1 0 0 0 0,2-1 1 0 0,-1 0-1 0 0,1-1 1 0 0,0 0-1 0 0,0-1 0 0 0,0 0 1 0 0,1 0-1 0 0,0-2 0 0 0,0 0 1 0 0,0 0-1 0 0,0-1 0 0 0,23 0 1 0 0,9 0 19 0 0,0-3 0 0 0,-1-1 0 0 0,74-14 0 0 0,-90 11 43 0 0,1-2 1 0 0,-2 0-1 0 0,1-2 1 0 0,-1-1-1 0 0,-1-1 0 0 0,1-1 1 0 0,-2-2-1 0 0,24-16 1 0 0,-40 24 28 0 0,0 0 1 0 0,0-1 0 0 0,-1 0-1 0 0,0 0 1 0 0,-1-1 0 0 0,1 0-1 0 0,-2-1 1 0 0,1 1 0 0 0,-1-1-1 0 0,0-1 1 0 0,-1 1 0 0 0,0-1-1 0 0,-1 0 1 0 0,0 0 0 0 0,0 0-1 0 0,-1 0 1 0 0,0-1 0 0 0,-1 1-1 0 0,0-1 1 0 0,-1 0 0 0 0,0 0-1 0 0,-1 0 1 0 0,0 1 0 0 0,-3-17 0 0 0,2 19-66 0 0,-1-1 0 0 0,0 1 1 0 0,-1 0-1 0 0,1 0 0 0 0,-2 0 1 0 0,1 0-1 0 0,-1 1 1 0 0,0-1-1 0 0,-1 1 0 0 0,0 0 1 0 0,0 0-1 0 0,-8-8 0 0 0,3 5 33 0 0,-1 1 0 0 0,0 0 0 0 0,0 0 0 0 0,-1 1 0 0 0,0 1-1 0 0,-23-10 1 0 0,-7 1 66 0 0,0 1 0 0 0,-1 3-1 0 0,-71-12 1 0 0,87 20-525 0 0,-1 0-1 0 0,0 2 1 0 0,0 1 0 0 0,-53 4-1 0 0,76 4-693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 64 5128 0 0,'-71'-64'2644'0'0,"83"81"-2504"0"0,25 19-174 0 0,3-1 0 0 0,76 51 0 0 0,8 6 17 0 0,1 9-1033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46 115 4972 0 0,'0'0'-226'0'0,"-26"-34"-316"0"0,8-11 3461 0 0,18 49-3041 0 0,-1 5 115 0 0,1 0 1 0 0,0 0-1 0 0,1 0 1 0 0,0-1-1 0 0,0 1 1 0 0,1 0 0 0 0,0-1-1 0 0,1 1 1 0 0,-1-1-1 0 0,2 1 1 0 0,-1-1-1 0 0,1 0 1 0 0,0-1-1 0 0,1 1 1 0 0,0-1 0 0 0,0 0-1 0 0,1 0 1 0 0,0 0-1 0 0,0-1 1 0 0,0 0-1 0 0,1 0 1 0 0,0 0-1 0 0,0-1 1 0 0,0 0 0 0 0,1 0-1 0 0,0-1 1 0 0,0 0-1 0 0,0-1 1 0 0,0 0-1 0 0,1 0 1 0 0,-1 0-1 0 0,1-1 1 0 0,-1-1 0 0 0,1 1-1 0 0,17-1 1 0 0,-24-1 12 0 0,1 0 1 0 0,0-1-1 0 0,0 1 0 0 0,-1-1 1 0 0,1 0-1 0 0,0 0 1 0 0,-1 0-1 0 0,1 0 1 0 0,-1 0-1 0 0,1-1 1 0 0,-1 1-1 0 0,0-1 1 0 0,0 0-1 0 0,1 1 1 0 0,-1-1-1 0 0,0 0 1 0 0,-1 0-1 0 0,1 0 0 0 0,0-1 1 0 0,0 1-1 0 0,-1 0 1 0 0,0-1-1 0 0,1 1 1 0 0,1-5-1 0 0,2-6 18 0 0,-1 1 1 0 0,0-1-1 0 0,4-21 0 0 0,-7 27-14 0 0,5-23 219 0 0,-2-1 1 0 0,0-46 0 0 0,-4 88-278 0 0,1-1 1 0 0,0 1-1 0 0,0 0 0 0 0,2 0 1 0 0,-1-1-1 0 0,1 1 0 0 0,1-1 0 0 0,8 18 1 0 0,-5-19-46 0 0,-1 0 0 0 0,2-1 0 0 0,-1 0 0 0 0,1 0 0 0 0,1-1 0 0 0,-1 0 0 0 0,1 0 1 0 0,1-1-1 0 0,-1 0 0 0 0,1-1 0 0 0,0 0 0 0 0,0 0 0 0 0,0-1 0 0 0,1-1 0 0 0,14 4 1 0 0,-22-7-121 0 0,0 1 0 0 0,0-1 0 0 0,0 0 0 0 0,1 0 0 0 0,-1-1 0 0 0,0 1 0 0 0,0-1 0 0 0,0 1 0 0 0,0-1 0 0 0,3-1 0 0 0,3-1-489 0 0,10-2-208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93 154 3528 0 0,'0'0'-153'0'0,"31"-8"-102"0"0,-26 5 356 0 0,-1 1 0 0 0,0-1 0 0 0,0 0 0 0 0,-1 0 0 0 0,1 0 0 0 0,-1 0 0 0 0,1 0 0 0 0,-1-1 0 0 0,0 0 0 0 0,0 0 0 0 0,-1 0 0 0 0,1 0 0 0 0,-1 0 0 0 0,0 0 0 0 0,0-1 1 0 0,0 1-1 0 0,-1-1 0 0 0,1 1 0 0 0,-1-1 0 0 0,0 0 0 0 0,0 1 0 0 0,-1-1 0 0 0,0 0 0 0 0,1 0 0 0 0,-2 0 0 0 0,1 1 0 0 0,-2-10 0 0 0,1 12-71 0 0,-1 0 0 0 0,1 0 0 0 0,0 1 1 0 0,-1-1-1 0 0,0 1 0 0 0,1-1 0 0 0,-1 1 0 0 0,0-1 0 0 0,0 1 0 0 0,1 0 0 0 0,-1 0 0 0 0,0 0 0 0 0,0 0 0 0 0,-1 0 0 0 0,1 0 1 0 0,0 1-1 0 0,0-1 0 0 0,0 1 0 0 0,0-1 0 0 0,-1 1 0 0 0,-1 0 0 0 0,3 0-18 0 0,-2-1 23 0 0,-1 3-13 0 0,-4 2-25 0 0,-1 1 0 0 0,1 0 0 0 0,0 0 0 0 0,0 0 0 0 0,1 1 0 0 0,-1 1 0 0 0,1-1 0 0 0,1 1 0 0 0,-1 1 0 0 0,1-1 0 0 0,1 1 0 0 0,-1 0 0 0 0,1 0 0 0 0,1 0 0 0 0,-1 1 0 0 0,1 0 0 0 0,1 0 0 0 0,0 0 0 0 0,0 0 0 0 0,-2 16 0 0 0,3-17-7 0 0,1-1 0 0 0,0 1-1 0 0,1 0 1 0 0,0-1 0 0 0,0 1-1 0 0,1 0 1 0 0,-1-1-1 0 0,2 1 1 0 0,-1-1 0 0 0,1 1-1 0 0,0-1 1 0 0,4 8 0 0 0,-4-10 1 0 0,1 0 1 0 0,0-1 0 0 0,0 1 0 0 0,0 0 0 0 0,1-1-1 0 0,0 0 1 0 0,0 0 0 0 0,0 0 0 0 0,0 0 0 0 0,0-1 0 0 0,1 0-1 0 0,0 0 1 0 0,-1 0 0 0 0,1 0 0 0 0,0-1 0 0 0,0 0-1 0 0,11 4 1 0 0,-9-5-206 0 0,-1 0 0 0 0,0 0-1 0 0,1 0 1 0 0,-1-1-1 0 0,0 0 1 0 0,1 0 0 0 0,-1 0-1 0 0,1-1 1 0 0,-1 0 0 0 0,0 0-1 0 0,0-1 1 0 0,1 0 0 0 0,-1 0-1 0 0,0 0 1 0 0,7-4 0 0 0,8-6-836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 34 4032 0 0,'0'-1'6'0'0,"1"0"0"0"0,-1 0 0 0 0,0 1 0 0 0,1-1 0 0 0,-1 0 0 0 0,0 0-1 0 0,0 0 1 0 0,1 0 0 0 0,-1 0 0 0 0,0 1 0 0 0,0-1 0 0 0,0 0 0 0 0,0 0 0 0 0,0 0-1 0 0,0 0 1 0 0,0 0 0 0 0,-1 0 0 0 0,1 0 0 0 0,0 1 0 0 0,0-1 0 0 0,-1 0 0 0 0,1 0-1 0 0,0 0 1 0 0,-1 0 0 0 0,1 1 0 0 0,-1-1 0 0 0,1 0 0 0 0,-1 0 0 0 0,1 1-1 0 0,-1-1 1 0 0,0 1 0 0 0,1-1 0 0 0,-1 0 0 0 0,0 1 0 0 0,0-1 0 0 0,1 1 0 0 0,-1-1-1 0 0,0 1 1 0 0,0 0 0 0 0,0-1 0 0 0,1 1 0 0 0,-1 0 0 0 0,0 0 0 0 0,0-1 0 0 0,-2 1-1 0 0,1 0 29 0 0,-3 0-12 0 0,3 0-14 0 0,-4-1-6 0 0,1 1 1 0 0,-1 0 0 0 0,0 0-1 0 0,0 0 1 0 0,0 1 0 0 0,0 0-1 0 0,0 0 1 0 0,1 0 0 0 0,-1 1-1 0 0,0 0 1 0 0,1 0 0 0 0,0 1-1 0 0,-1-1 1 0 0,-5 5 0 0 0,10-6-4 0 0,1 0-1 0 0,-1 0 1 0 0,0 0 0 0 0,1 0 0 0 0,-1 0-1 0 0,0 0 1 0 0,1 0 0 0 0,0 1 0 0 0,-1-1-1 0 0,1 0 1 0 0,0 0 0 0 0,-1 1 0 0 0,1-1 0 0 0,0 0-1 0 0,0 0 1 0 0,0 1 0 0 0,0-1 0 0 0,0 0-1 0 0,0 0 1 0 0,1 1 0 0 0,-1-1 0 0 0,0 0-1 0 0,1 0 1 0 0,-1 1 0 0 0,1-1 0 0 0,-1 0 0 0 0,1 0-1 0 0,-1 0 1 0 0,1 0 0 0 0,0 0 0 0 0,0 0-1 0 0,0 1 1 0 0,31 32-1 0 0,-7-16 0 0 0,2-1 0 0 0,36 17-1 0 0,-34-19-12 0 0,0 2 0 0 0,28 20-1 0 0,-56-36 24 0 0,1 0-1 0 0,-1 0 0 0 0,1 0 0 0 0,-1 0 0 0 0,1 0 0 0 0,-1 1 1 0 0,0-1-1 0 0,1 1 0 0 0,-1-1 0 0 0,0 1 0 0 0,0-1 0 0 0,0 1 1 0 0,0-1-1 0 0,0 1 0 0 0,0 0 0 0 0,-1 0 0 0 0,1-1 0 0 0,-1 1 0 0 0,1 0 1 0 0,-1 0-1 0 0,0 0 0 0 0,1 0 0 0 0,-1 0 0 0 0,0 0 0 0 0,0-1 1 0 0,-1 4-1 0 0,0-3 20 0 0,0 0-1 0 0,0 1 1 0 0,-1-1 0 0 0,1 0 0 0 0,-1 0 0 0 0,0 0-1 0 0,1 0 1 0 0,-1 0 0 0 0,0 0 0 0 0,0 0 0 0 0,0-1-1 0 0,0 1 1 0 0,-1-1 0 0 0,1 1 0 0 0,0-1 0 0 0,-1 0 0 0 0,1 0-1 0 0,-4 1 1 0 0,-9 3 162 0 0,1-1 0 0 0,-1-1 0 0 0,-1 0 0 0 0,1-1-1 0 0,0-1 1 0 0,0 0 0 0 0,-1-1 0 0 0,1-1 0 0 0,-1 0 0 0 0,1-1-1 0 0,-22-5 1 0 0,35 7-260 0 0,1 0-1 0 0,-1-1 0 0 0,1 1 1 0 0,0 0-1 0 0,-1-1 0 0 0,1 1 1 0 0,0 0-1 0 0,-1-1 0 0 0,1 0 1 0 0,0 1-1 0 0,-1-1 0 0 0,1 0 1 0 0,0 1-1 0 0,0-1 0 0 0,0 0 1 0 0,0 0-1 0 0,0 0 0 0 0,0 0 1 0 0,0 0-1 0 0,0 0 0 0 0,0-1 1 0 0,0 1-1 0 0,1 0 0 0 0,-1 0 1 0 0,0-1-1 0 0,1 1 0 0 0,-1 0 1 0 0,1-1-1 0 0,-1 1 1 0 0,1 0-1 0 0,0-1 0 0 0,0 1 1 0 0,-1-1-1 0 0,1 1 0 0 0,0 0 1 0 0,0-1-1 0 0,0 1 0 0 0,1-1 1 0 0,-1 1-1 0 0,0-1 0 0 0,1 1 1 0 0,-1 0-1 0 0,0-1 0 0 0,1 1 1 0 0,0 0-1 0 0,-1-1 0 0 0,1 1 1 0 0,0 0-1 0 0,-1 0 0 0 0,1 0 1 0 0,0 0-1 0 0,0 0 0 0 0,2-2 1 0 0,5-6-1483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82 4548 0 0,'-8'-81'3565'0'0,"10"104"-3221"0"0,11 38-392 0 0,33 92 0 0 0,-29-102 51 0 0,-2 0 0 0 0,13 81 1 0 0,-24-95 2 0 0,11 132 221 0 0,-15-167-262 0 0,3 3-637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80 5096 0 0,'0'0'-251'0'0,"-4"-4"-614"0"0,4 3 854 0 0,0 1 0 0 0,0 0 0 0 0,0 0-1 0 0,0-1 1 0 0,0 1 0 0 0,0 0 0 0 0,0 0 0 0 0,0 0 0 0 0,0-1 0 0 0,0 1 0 0 0,0 0 0 0 0,0 0 0 0 0,0-1 0 0 0,0 1 0 0 0,1 0 0 0 0,-1 0 0 0 0,0 0 0 0 0,0-1 0 0 0,0 1 0 0 0,0 0 0 0 0,0 0 0 0 0,1 0 0 0 0,-1 0 0 0 0,0-1 0 0 0,27-11-260 0 0,1 1 0 0 0,0 1 0 0 0,1 1 0 0 0,0 1 0 0 0,0 2 0 0 0,1 1 0 0 0,31-1 0 0 0,-43 4-281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2496 0 0,'0'0'470'0'0,"3"23"85"0"0,3 13-543 0 0,1 0 0 0 0,14 40 0 0 0,8 42-78 0 0,-27-102-1584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56 3556 0 0,'-38'-47'3367'0'0,"35"45"-3123"0"0,3 2-273 0 0,-1-1-1 0 0,1 1 0 0 0,0 0 1 0 0,0-1-1 0 0,0 1 1 0 0,-1 0-1 0 0,1-1 0 0 0,0 1 1 0 0,-1 0-1 0 0,1-1 1 0 0,0 1-1 0 0,-1 0 0 0 0,1 0 1 0 0,0-1-1 0 0,-1 1 1 0 0,1 0-1 0 0,0 0 0 0 0,-1 0 1 0 0,1-1-1 0 0,-1 1 1 0 0,1 0-1 0 0,0 0 0 0 0,-1 0 1 0 0,1 0-1 0 0,-1 0 1 0 0,1 0-1 0 0,0 0 0 0 0,-1 0 1 0 0,1 0-1 0 0,-1 0 1 0 0,1 0-1 0 0,-1 0 0 0 0,1 0 1 0 0,-1 1-1 0 0,0-1-230 0 0,-1 0 118 0 0,1 0 0 0 0,-1 0 0 0 0,1 1 0 0 0,0-1 0 0 0,-1 1 0 0 0,1-1 0 0 0,0 1 0 0 0,-1-1 0 0 0,1 1 0 0 0,0 0 0 0 0,0-1 0 0 0,0 1 1 0 0,0 0-1 0 0,-1 0 0 0 0,1 0 0 0 0,-1 1 0 0 0,-2 7-1460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154 168 4668 0 0,'0'0'-102'0'0,"1"0"109"0"0,-1 0 0 0 0,0 0-1 0 0,0 0 1 0 0,0-1 0 0 0,0 1 0 0 0,1 0 0 0 0,-1 0 0 0 0,0 0 0 0 0,0 0 0 0 0,0-1 0 0 0,0 1-1 0 0,0 0 1 0 0,0 0 0 0 0,0 0 0 0 0,0 0 0 0 0,0-1 0 0 0,1 1 0 0 0,-1 0 0 0 0,0 0 0 0 0,0 0 0 0 0,0-1-1 0 0,0 1 1 0 0,0 0 0 0 0,0 0 0 0 0,0-1 0 0 0,0 1 0 0 0,0 0 0 0 0,-1 0 0 0 0,1 0 0 0 0,0-1-1 0 0,0 1 1 0 0,0 0 0 0 0,0 0 0 0 0,0 0 0 0 0,0 0 0 0 0,0-1 0 0 0,0 1 0 0 0,0 0 0 0 0,-1 0 0 0 0,1 0-1 0 0,0 0 1 0 0,0-1 0 0 0,0 1 0 0 0,0 0 0 0 0,-1 0 0 0 0,1 0 0 0 0,-4 0-10 0 0,0 0 0 0 0,-1 0 0 0 0,1 0 0 0 0,0 1 0 0 0,0 0-1 0 0,0 0 1 0 0,0 0 0 0 0,0 0 0 0 0,0 0 0 0 0,0 1 0 0 0,0 0 0 0 0,1 0 0 0 0,-1 0 0 0 0,0 0 0 0 0,1 1 0 0 0,0-1 0 0 0,-1 1 0 0 0,1 0 0 0 0,0 0 0 0 0,1 0 0 0 0,-1 0 0 0 0,-2 4 0 0 0,-5 5-20 0 0,1 0 1 0 0,0 1-1 0 0,1 0 0 0 0,0 0 1 0 0,-7 18-1 0 0,13-25 14 0 0,0 0 0 0 0,1 1 0 0 0,-1-1 0 0 0,1 1 0 0 0,1-1 0 0 0,-1 1 0 0 0,1 0 0 0 0,0-1 0 0 0,1 1 0 0 0,0-1 0 0 0,0 1 0 0 0,0-1 0 0 0,0 1 0 0 0,1-1 0 0 0,0 0 0 0 0,1 0-1 0 0,0 0 1 0 0,-1 0 0 0 0,8 10 0 0 0,-8-12 22 0 0,1 0-1 0 0,0-1 0 0 0,0 1 0 0 0,0-1 1 0 0,0 0-1 0 0,0 0 0 0 0,1 0 1 0 0,-1 0-1 0 0,1-1 0 0 0,0 1 0 0 0,0-1 1 0 0,0 0-1 0 0,0 0 0 0 0,0 0 1 0 0,0-1-1 0 0,0 0 0 0 0,1 1 0 0 0,-1-1 1 0 0,0-1-1 0 0,1 1 0 0 0,-1-1 1 0 0,1 0-1 0 0,-1 0 0 0 0,1 0 0 0 0,-1 0 1 0 0,1-1-1 0 0,-1 1 0 0 0,1-1 1 0 0,7-3-1 0 0,-7 1 5 0 0,0 1 0 0 0,0-1 1 0 0,0 0-1 0 0,-1 0 0 0 0,1-1 1 0 0,-1 1-1 0 0,0-1 0 0 0,0 0 1 0 0,0 0-1 0 0,0-1 0 0 0,-1 1 1 0 0,0-1-1 0 0,1 0 0 0 0,-2 1 1 0 0,1-1-1 0 0,-1-1 0 0 0,1 1 1 0 0,-1 0-1 0 0,-1 0 0 0 0,1-1 1 0 0,-1 1-1 0 0,0-1 0 0 0,0 0 1 0 0,0-9-1 0 0,-1 7 1 0 0,1 1 0 0 0,-1-1 0 0 0,-1 1 0 0 0,0-1-1 0 0,0 0 1 0 0,0 1 0 0 0,-1-1 0 0 0,0 1 0 0 0,0 0 0 0 0,-1-1 0 0 0,0 1 0 0 0,0 0 0 0 0,0 1 0 0 0,-1-1-1 0 0,0 1 1 0 0,-1-1 0 0 0,-9-10 0 0 0,-6 4 52 0 0,-1 0 0 0 0,0 1 0 0 0,-40-16 0 0 0,46 21-6 0 0,13 6-32 0 0,1 1-33 0 0,0 0 0 0 0,-1-1 0 0 0,1 1 0 0 0,0 0-1 0 0,0-1 1 0 0,0 1 0 0 0,0-1 0 0 0,0 0 0 0 0,0 1 0 0 0,0-1 0 0 0,0 0-1 0 0,0 0 1 0 0,0 0 0 0 0,0 0 0 0 0,0 0 0 0 0,0 0 0 0 0,-1-2 0 0 0,28-4-58 0 0,0 1 1 0 0,1 2-1 0 0,48-4 1 0 0,90 7-39 0 0,-97 2 308 0 0,-65-1-22 0 0,-2 0-164 0 0,1 0 43 0 0,0-1 0 0 0,0 1 0 0 0,0 0 0 0 0,0 0 0 0 0,0 0 0 0 0,-1 0 0 0 0,1 1 0 0 0,0-1-1 0 0,0 0 1 0 0,0 1 0 0 0,0 0 0 0 0,0-1 0 0 0,1 2 0 0 0,-2 0-65 0 0,0 0-1 0 0,0-1 1 0 0,-1 1 0 0 0,1 0 0 0 0,-1 0 0 0 0,0 0-1 0 0,1 0 1 0 0,-1 0 0 0 0,0 0 0 0 0,0 0-1 0 0,0 0 1 0 0,-1 4 0 0 0,1 1-47 0 0,2 8 16 0 0,1 0-1 0 0,0 0 1 0 0,1 0 0 0 0,0 0 0 0 0,1-1 0 0 0,1 1-1 0 0,12 21 1 0 0,8 22 46 0 0,-20-33 576 0 0,-7-25-572 0 0,1 0 0 0 0,0 1 0 0 0,0-1 0 0 0,0 0 0 0 0,0 0 0 0 0,0 0 0 0 0,-1 0 0 0 0,1 0 0 0 0,0 0 0 0 0,0 1 0 0 0,0-1 0 0 0,0 0 0 0 0,-1 0 0 0 0,1 0 0 0 0,0 0 0 0 0,0 0 0 0 0,0 0 0 0 0,-1 0 0 0 0,1 0 0 0 0,0 0 0 0 0,0 0 0 0 0,0 0 0 0 0,-1 0 0 0 0,1 0 0 0 0,0 0 1 0 0,0 0-1 0 0,0 0 0 0 0,-1 0 0 0 0,1 0 0 0 0,0 0 0 0 0,0-1 0 0 0,0 1 0 0 0,-1 0 0 0 0,1 0 0 0 0,0 0 0 0 0,0 0 0 0 0,0 0 0 0 0,0 0 0 0 0,0 0 0 0 0,-1-1 0 0 0,1 1 0 0 0,0 0 0 0 0,0 0 0 0 0,0 0 0 0 0,0 0 0 0 0,0-1 0 0 0,0 1 0 0 0,0 0 0 0 0,0 0 0 0 0,-1-1 0 0 0,-1-2 69 0 0,-1 0 0 0 0,1 0 0 0 0,0 0 0 0 0,0 0-1 0 0,0-1 1 0 0,0 1 0 0 0,1-1 0 0 0,0 1 0 0 0,-1-1-1 0 0,0-6 1 0 0,1-4-31 0 0,1 1 0 0 0,0-1-1 0 0,1 1 1 0 0,0-1-1 0 0,1 1 1 0 0,1-1 0 0 0,0 1-1 0 0,1 0 1 0 0,1 0 0 0 0,6-14-1 0 0,-5 12-47 0 0,2 1-1 0 0,0 0 0 0 0,0 0 0 0 0,1 0 0 0 0,1 1 0 0 0,0 1 0 0 0,1 0 0 0 0,16-15 0 0 0,-23 24-33 0 0,0 0-1 0 0,-1 0 1 0 0,1 1-1 0 0,0 0 0 0 0,0 0 1 0 0,0 0-1 0 0,0 0 1 0 0,1 1-1 0 0,-1-1 1 0 0,0 1-1 0 0,1 0 1 0 0,-1 0-1 0 0,1 1 0 0 0,-1-1 1 0 0,1 1-1 0 0,-1 0 1 0 0,7 1-1 0 0,-3 1 21 0 0,0-1 1 0 0,-1 2-1 0 0,1-1 0 0 0,-1 1 0 0 0,1 0 0 0 0,-1 1 1 0 0,0-1-1 0 0,0 2 0 0 0,8 5 0 0 0,3 5-313 0 0,0 1 0 0 0,0 1-1 0 0,-2 1 1 0 0,0 0-1 0 0,21 34 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2723 123 5324 0 0,'0'0'-208'0'0,"-43"-10"424"0"0,-155-29 0 0 0,-151-24 371 0 0,224 53-399 0 0,-152 9 1 0 0,125 3-85 0 0,-117 6 119 0 0,-74 26-123 0 0,307-29-112 0 0,0 2 0 0 0,1 0 1 0 0,0 3-1 0 0,0 1 1 0 0,1 1-1 0 0,1 2 0 0 0,0 1 1 0 0,1 2-1 0 0,-31 21 1 0 0,63-37 10 0 0,-65 45-87 0 0,-92 85 1 0 0,123-99 67 0 0,2 2 1 0 0,1 1-1 0 0,2 2 1 0 0,1 1-1 0 0,2 1 1 0 0,1 1-1 0 0,3 1 1 0 0,-29 70-1 0 0,24-30-26 0 0,-20 104 0 0 0,39-140 22 0 0,2-1-1 0 0,1 2 1 0 0,3-1 0 0 0,4 51-1 0 0,18 103-13 0 0,23 55-63 0 0,-33-209 65 0 0,2-1 0 0 0,3-1 0 0 0,31 68 0 0 0,-15-54 3 0 0,60 86 0 0 0,-56-96 12 0 0,2-2 1 0 0,2-1 0 0 0,2-2 0 0 0,47 36 0 0 0,-58-55 28 0 0,1-1 0 0 0,1-2 0 0 0,1-1 0 0 0,1-2 0 0 0,41 15 1 0 0,183 50-3 0 0,-133-54 33 0 0,196 20 0 0 0,-152-28-6 0 0,160 5 39 0 0,-228-20-45 0 0,230-3 32 0 0,-170-4 35 0 0,-104 0-102 0 0,25 2-20 0 0,327-7 53 0 0,-180 5-30 0 0,-121 3 9 0 0,745-43 36 0 0,-804 37-39 0 0,90-10 56 0 0,170-41 1 0 0,-254 43-13 0 0,-1-3 0 0 0,-1-1 1 0 0,0-3-1 0 0,-1-2 1 0 0,-2-3-1 0 0,75-47 1 0 0,-88 41 293 0 0,-1-1 0 0 0,-1-1 0 0 0,-2-2 0 0 0,-1-2 0 0 0,-2-1 0 0 0,25-41 0 0 0,-29 39 90 0 0,-2-1 0 0 0,-2-1 0 0 0,25-64 0 0 0,-42 93-288 0 0,-1-1 0 0 0,-1 1 0 0 0,0-1-1 0 0,-1 0 1 0 0,-1 0 0 0 0,0 0 0 0 0,-1 0-1 0 0,-2-27 1 0 0,-5 0 129 0 0,-19-66 1 0 0,7 35-153 0 0,9 41-71 0 0,-2 0 1 0 0,-1 1-1 0 0,-1 0 0 0 0,-29-43 1 0 0,-4-5-60 0 0,-4 2 1 0 0,-93-107 0 0 0,101 133-11 0 0,-2 2 1 0 0,-2 2 0 0 0,-3 3 0 0 0,-86-60 0 0 0,70 66-2 0 0,-1 4-1 0 0,-73-26 0 0 0,7 3 19 0 0,-43-12-3 0 0,121 45 14 0 0,-31-11-44 0 0,-91-34 24 0 0,120 47 36 0 0,6 2-32 0 0,-1 1 0 0 0,-1 3 0 0 0,0 2 0 0 0,-63-7-1 0 0,-16 8-27 0 0,36 2 55 0 0,-48-3-16 0 0,37 4-30 0 0,27 4 35 0 0,-13-5 15 0 0,-69-4-35 0 0,160 13 10 0 0,-40-4-28 0 0,27 5 23 0 0,3-2 8 0 0,6 1 3 0 0,-7 0 1 0 0,7 0 9 0 0,-7-1 5 0 0,-36-5-2 0 0,45 6-10 0 0,2 1 0 0 0,-9-2-2 0 0,8 2-5 0 0,-43-8 51 0 0,42 6 624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3:40.5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29 768 6493 0 0,'0'0'-446'0'0,"-16"2"1145"0"0,15-3-687 0 0,1 1 1 0 0,-1 0-1 0 0,1 0 0 0 0,-1 0 0 0 0,0-1 1 0 0,1 1-1 0 0,-1 0 0 0 0,1-1 1 0 0,-1 1-1 0 0,1 0 0 0 0,-1-1 0 0 0,1 1 1 0 0,-1-1-1 0 0,1 1 0 0 0,-1-1 1 0 0,1 1-1 0 0,0-1 0 0 0,-1 1 0 0 0,1-1 1 0 0,0 1-1 0 0,-1-1 0 0 0,1 0 1 0 0,0 1-1 0 0,0-1 0 0 0,-1 1 0 0 0,1-1 1 0 0,0 0-1 0 0,0 1 0 0 0,0-1 1 0 0,0 0-1 0 0,0 1 0 0 0,0-1 1 0 0,0 1-1 0 0,0-1 0 0 0,0 0 0 0 0,1 0 1 0 0,-1-1 33 0 0,55-56 156 0 0,-2 23-233 0 0,2 3 0 0 0,2 2 0 0 0,75-29-1 0 0,-58 26 35 0 0,46-23-15 0 0,-32 14-18 0 0,183-60 0 0 0,-76 34-30 0 0,25-3 79 0 0,-174 57-18 0 0,120-35 41 0 0,-117 32 31 0 0,-47 16-63 0 0,0 0-2 0 0,7-2 12 0 0,-7 2-1 0 0,13-2 198 0 0,-23-5-10 0 0,-30-4-98 0 0,-191-4-78 0 0,223 15-33 0 0,-64-1 7 0 0,66 2 4 0 0,1 0-5 0 0,-43-5-19 0 0,43 5 18 0 0,10-2-325 0 0,36-6 293 0 0,1 3 0 0 0,82-2 1 0 0,-4 2 24 0 0,-115 6 6 0 0,50-3 20 0 0,-29 3 0 0 0,15-4-76 0 0,-43 5 50 0 0,0-1 0 0 0,-1 1 0 0 0,1-1 0 0 0,-1 1-1 0 0,1-1 1 0 0,-1 0 0 0 0,0 1 0 0 0,1-1 0 0 0,-1 0-1 0 0,0 0 1 0 0,0 0 0 0 0,0 1 0 0 0,0-1 0 0 0,0 0 0 0 0,0 0-1 0 0,-2 1 1 0 0,2-1 3 0 0,-145 155-89 0 0,144-152 90 0 0,-179 187 11 0 0,180-190-12 0 0,-12 14 350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1 228 24575,'22'0'0,"4"-3"0,0 0 0,-1-4 0,49-15 0,77-14 0,2058-120 0,-644 224 0,-1437-42-34,32 10 155,-153-36-212,2 0 1,-2 3-1,2-3 0,-2 0 0,-1-3 1,4 3-1,-4 0 0,4-3 0,-4-1 1,1 4-1,2-3 0,-2 0 0,-1 0 0,0-1 1,14-9-1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4 24575,'-35'-3'0,"47"3"0,85 6 0,265 85 0,-150-42 0,-4 10 0,254 103 0,-456-162 0,1 3 0,-4 1 0,3-4 0,1 3 0,-4 0 0,3 0 0,-3 1 0,4-1 0,-4 0 0,0 0 0,4 4 0,-4-4 0,0 0 0,0 4 0,0-4 0,1 4 0,-1-4 0,0 3 0,0-2 0,4 12 0,-7-13 0,0 4 0,-4-4 0,4 0 0,0 4 0,0-4 0,-3 3 0,3-2 0,-3-1 0,3 3 0,-3-2 0,0-1 0,3 3 0,-4-2 0,1-1 0,0 0 0,0 0 0,0 4 0,-1-4 0,-2 4 0,-23 15 0,-3 1 0,3-3 0,-3-1 0,-64 30 0,-786 269 7,514-201-1379,297-91-5454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4:34.9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22 174 5701 0 0,'0'0'189'0'0,"-3"0"-60"0"0,-15 0 1467 0 0,24-15-1398 0 0,-2 10-193 0 0,0 0 0 0 0,0 1-1 0 0,0-1 1 0 0,0 1-1 0 0,1 0 1 0 0,0 0 0 0 0,0 1-1 0 0,0-1 1 0 0,0 1 0 0 0,10-4-1 0 0,68-27-6 0 0,-59 25-15 0 0,23-9-59 0 0,1 2 0 0 0,89-17 0 0 0,-134 33 54 0 0,1 1-4 0 0,-1-1 19 0 0,1 1-1 0 0,-1 0 1 0 0,0 0-1 0 0,1 0 1 0 0,-1 1-1 0 0,0-1 1 0 0,0 1-1 0 0,0-1 1 0 0,0 1-1 0 0,0 0 1 0 0,-1 0-1 0 0,1 1 1 0 0,0-1-1 0 0,-1 0 1 0 0,0 1-1 0 0,1-1 1 0 0,-1 1-1 0 0,0 0 1 0 0,-1 0-1 0 0,4 5 1 0 0,-4-4 7 0 0,0 1 1 0 0,0-1-1 0 0,0 0 1 0 0,0 1-1 0 0,-1-1 1 0 0,0 1-1 0 0,0-1 1 0 0,0 1-1 0 0,0-1 1 0 0,-1 1-1 0 0,0-1 1 0 0,0 1 0 0 0,0-1-1 0 0,0 1 1 0 0,-1-1-1 0 0,-2 5 1 0 0,-4 8 5 0 0,-2 0 0 0 0,0 0 1 0 0,-1-2-1 0 0,0 1 1 0 0,-2-1-1 0 0,1-1 0 0 0,-2 0 1 0 0,-24 19-1 0 0,-133 87 71 0 0,147-105-65 0 0,22-14-15 0 0,-6 3 8 0 0,1-1 0 0 0,0 1 0 0 0,0 0 0 0 0,0 0 0 0 0,1 1 0 0 0,-9 7 0 0 0,15-11-25 0 0,1 0-11 0 0,0 0 26 0 0,1-1 0 0 0,-1 1 0 0 0,1 0 0 0 0,-1 0 0 0 0,1-1 0 0 0,-1 1 0 0 0,1-1 0 0 0,-1 1 0 0 0,1-1 0 0 0,0 0 0 0 0,-1 0 0 0 0,1 0 0 0 0,0 0 0 0 0,-1 0 0 0 0,1 0 0 0 0,0 0 0 0 0,-1 0 0 0 0,1 0 0 0 0,2-1 0 0 0,56-7 4 0 0,-48 7-12 0 0,667-85-49 0 0,-571 74 574 0 0,-106 11-448 0 0,-1 0-185 0 0,-1 0 0 0 0,0 0 0 0 0,0-1 1 0 0,-1 1-1 0 0,1 0 0 0 0,0 0 0 0 0,0-1 0 0 0,-1 1 0 0 0,1 0 0 0 0,0 0 1 0 0,-1 0-1 0 0,1-1 0 0 0,-1 1 0 0 0,0 0 0 0 0,1 0 0 0 0,-1 0 0 0 0,0 0 1 0 0,0 0-1 0 0,0 0 0 0 0,1 0 0 0 0,-3-1 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1281 69 5408 0 0,'0'0'-166'0'0,"-39"-28"302"0"0,28 23-58 0 0,1 0 1 0 0,-1 0-1 0 0,0 1 1 0 0,0 1-1 0 0,0 0 1 0 0,-22-3-1 0 0,-77-2 39 0 0,66 6-60 0 0,-1 3-34 0 0,-1 2 0 0 0,1 1 0 0 0,0 3 0 0 0,-56 15 0 0 0,47-10-29 0 0,-18 6 4 0 0,1 3 0 0 0,-121 54 1 0 0,163-60-12 0 0,2 1 0 0 0,0 2 1 0 0,1 0-1 0 0,0 2 1 0 0,2 1-1 0 0,0 0 0 0 0,2 2 1 0 0,-26 32-1 0 0,41-46 1 0 0,0-1 1 0 0,1 1-1 0 0,0 0 0 0 0,0 1 0 0 0,1-1 1 0 0,0 1-1 0 0,1 0 0 0 0,0 0 0 0 0,0 1 0 0 0,1-1 1 0 0,0 1-1 0 0,1 0 0 0 0,1-1 0 0 0,-1 1 0 0 0,2 0 1 0 0,-1 0-1 0 0,2 0 0 0 0,-1 0 0 0 0,2 0 0 0 0,-1 0 1 0 0,1 0-1 0 0,1-1 0 0 0,0 1 0 0 0,1-1 1 0 0,0 0-1 0 0,0 0 0 0 0,1 0 0 0 0,0 0 0 0 0,1-1 1 0 0,9 12-1 0 0,-2-4 11 0 0,2-1 0 0 0,-1-1 0 0 0,2-1 0 0 0,0 0 0 0 0,0-1 0 0 0,2 0 0 0 0,-1-2 0 0 0,2 0 0 0 0,-1-1 0 0 0,1-1 0 0 0,1 0 0 0 0,0-2 0 0 0,28 8 0 0 0,18-2 38 0 0,1-2 1 0 0,124 4-1 0 0,-159-14-31 0 0,70 2 25 0 0,140-16 1 0 0,-177 7 79 0 0,1-4 0 0 0,-1-2 1 0 0,-1-3-1 0 0,-1-3 0 0 0,0-3 1 0 0,-1-2-1 0 0,77-42 0 0 0,-126 57 31 0 0,-1-1 1 0 0,0 0-1 0 0,-1-1 0 0 0,1 0 0 0 0,-2 0 0 0 0,0-2 0 0 0,0 1 1 0 0,-1-1-1 0 0,0-1 0 0 0,-1 1 0 0 0,-1-1 0 0 0,0-1 0 0 0,-1 1 0 0 0,0-1 1 0 0,4-15-1 0 0,-4 7-27 0 0,0 0-1 0 0,-2 0 1 0 0,-1-1 0 0 0,0 1-1 0 0,-2-1 1 0 0,0 0 0 0 0,-2 1-1 0 0,0-1 1 0 0,-7-33 0 0 0,6 47-93 0 0,-1 0 0 0 0,1-1 1 0 0,-2 1-1 0 0,1 0 0 0 0,-2 0 0 0 0,1 1 0 0 0,-1-1 1 0 0,0 1-1 0 0,0 0 0 0 0,-1 0 0 0 0,-1 1 1 0 0,-7-8-1 0 0,3 5-11 0 0,0 1 1 0 0,-1 0 0 0 0,-1 1 0 0 0,1 0-1 0 0,-1 1 1 0 0,-1 0 0 0 0,-15-5 0 0 0,-13-1-14 0 0,-1 1 1 0 0,0 3-1 0 0,-1 1 1 0 0,-56-2-1 0 0,-3 4-16 0 0,-161 14-1 0 0,165-1-1691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490 0 6645 0 0,'13'0'-566'0'0,"-10"0"272"0"0,-11 1-1509 0 0,-64 8 1712 0 0,-89 21 1 0 0,135-24 71 0 0,-1 2-1 0 0,2 0 1 0 0,-1 1 0 0 0,1 2 0 0 0,1 1-1 0 0,0 0 1 0 0,1 2 0 0 0,-28 21 0 0 0,48-33 2 0 0,-3 9-4 0 0,8-2 27 0 0,8 0 1 0 0,-2-5-1 0 0,1 1-1 0 0,0-2 1 0 0,0 1 0 0 0,0-1-1 0 0,0-1 1 0 0,0 0-1 0 0,12 2 1 0 0,77 4 3 0 0,-39-4-7 0 0,273 56-54 0 0,-328-59 53 0 0,-3-1 7 0 0,0 0-1 0 0,-1 0 0 0 0,1 0 0 0 0,0 0 0 0 0,0 0 1 0 0,0 1-1 0 0,0-1 0 0 0,0 0 0 0 0,0 0 0 0 0,0 1 0 0 0,0-1 1 0 0,0 0-1 0 0,-1 1 0 0 0,1-1 0 0 0,0 1 0 0 0,0-1 1 0 0,0 1-1 0 0,-1-1 0 0 0,1 1 0 0 0,0 0 0 0 0,-1-1 1 0 0,1 1-1 0 0,-1 0 0 0 0,1 0 0 0 0,-1-1 0 0 0,1 1 1 0 0,-1 0-1 0 0,1 0 0 0 0,-1 0 0 0 0,0 0 0 0 0,1 0 1 0 0,-1 0-1 0 0,0-1 0 0 0,0 1 0 0 0,1 0 0 0 0,-1 0 1 0 0,0 0-1 0 0,0 0 0 0 0,0 0 0 0 0,0 0 0 0 0,-1 0 1 0 0,1 0-1 0 0,0 0 0 0 0,0 0 0 0 0,0 0 0 0 0,-1-1 1 0 0,1 1-1 0 0,-1 0 0 0 0,1 0 0 0 0,0 0 0 0 0,-1 0 0 0 0,1-1 1 0 0,-1 1-1 0 0,0 0 0 0 0,1 0 0 0 0,-1-1 0 0 0,0 1 1 0 0,1-1-1 0 0,-3 2 0 0 0,-3 5 54 0 0,-1-1 0 0 0,0 0-1 0 0,0 0 1 0 0,-11 7 0 0 0,-9 2 89 0 0,0-2 0 0 0,-1 0-1 0 0,-1-2 1 0 0,-59 16 0 0 0,-124 12 1017 0 0,108-29-534 0 0,101-10-569 0 0,-14 0 68 0 0,16 1-142 0 0,0-1 1 0 0,0 1 0 0 0,0-1-1 0 0,0 0 1 0 0,0 1 0 0 0,-1-1-1 0 0,1 0 1 0 0,0 0 0 0 0,0 0 0 0 0,0 0-1 0 0,0 0 1 0 0,0 0 0 0 0,0 0-1 0 0,0 0 1 0 0,0-1 0 0 0,0 1 0 0 0,0 0-1 0 0,0-1 1 0 0,-2 0 0 0 0,3 1-42 0 0,0-1 0 0 0,-1 1 0 0 0,1-1 0 0 0,0 1 0 0 0,0-1 0 0 0,-1 1 0 0 0,1-1 0 0 0,0 1 0 0 0,0-1 0 0 0,0 1 0 0 0,0-1 0 0 0,0 0 0 0 0,0 1 0 0 0,0-1 0 0 0,0 1 0 0 0,0-1 0 0 0,0 0 0 0 0,0 1 0 0 0,0-1 0 0 0,0 1 0 0 0,0-1 0 0 0,0 1 0 0 0,1-1 0 0 0,-1 1 0 0 0,0-1 0 0 0,0 1 0 0 0,1-1-1 0 0,-1 1 1 0 0,0-1 0 0 0,1 1 0 0 0,-1-1 0 0 0,1 1 0 0 0,-1-1 0 0 0,1 0 0 0 0,21-16-1230 0 0,-13 10 531 0 0,11-10-480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97 182 3964 0 0,'0'0'-12'0'0,"36"-6"18"0"0,-7-5 10 0 0,-4 3 101 0 0,-1-2 1 0 0,24-13-1 0 0,-42 20-51 0 0,-1 0 1 0 0,0-1 0 0 0,1 1 0 0 0,-1-1-1 0 0,-1 0 1 0 0,1-1 0 0 0,0 1-1 0 0,-1-1 1 0 0,0 0 0 0 0,0 0 0 0 0,-1 0-1 0 0,1 0 1 0 0,4-12 0 0 0,-7 16-47 0 0,0-1 0 0 0,-1 1 0 0 0,1-1 0 0 0,0 1 0 0 0,-1-1 1 0 0,1 1-1 0 0,-1-1 0 0 0,0 0 0 0 0,0 1 0 0 0,0-1 0 0 0,0 1 0 0 0,0-1 0 0 0,0 0 0 0 0,0 1 1 0 0,0-1-1 0 0,0 1 0 0 0,-1-1 0 0 0,1 0 0 0 0,-1 1 0 0 0,1-1 0 0 0,-1 1 0 0 0,0-1 0 0 0,1 1 1 0 0,-3-3-1 0 0,1 3-11 0 0,1 0 1 0 0,-1-1 0 0 0,0 1-1 0 0,0 0 1 0 0,0 1-1 0 0,0-1 1 0 0,0 0 0 0 0,0 0-1 0 0,0 1 1 0 0,0-1 0 0 0,-1 1-1 0 0,1 0 1 0 0,0 0 0 0 0,0 0-1 0 0,-4 0 1 0 0,-7 1-4 0 0,1 1-1 0 0,-1 0 1 0 0,1 1 0 0 0,0 1-1 0 0,-14 5 1 0 0,10-2-9 0 0,0 1 0 0 0,1 0 0 0 0,0 2-1 0 0,0-1 1 0 0,1 2 0 0 0,-21 20 0 0 0,28-24-11 0 0,-1 0-1 0 0,2 1 1 0 0,-1 0 0 0 0,1 0 0 0 0,0 1-1 0 0,1 0 1 0 0,0 0 0 0 0,0 0 0 0 0,1 0 0 0 0,0 1-1 0 0,1 0 1 0 0,-4 17 0 0 0,6-23 7 0 0,1-1 1 0 0,0 1-1 0 0,-1-1 0 0 0,2 1 1 0 0,-1-1-1 0 0,0 1 0 0 0,1-1 1 0 0,-1 1-1 0 0,1-1 1 0 0,0 0-1 0 0,0 1 0 0 0,0-1 1 0 0,1 0-1 0 0,-1 1 0 0 0,1-1 1 0 0,0 0-1 0 0,3 4 0 0 0,-1-3 5 0 0,0 0 0 0 0,1 0-1 0 0,-1 0 1 0 0,1-1-1 0 0,-1 1 1 0 0,1-1-1 0 0,0-1 1 0 0,0 1 0 0 0,0-1-1 0 0,6 2 1 0 0,13 3 12 0 0,0-1 0 0 0,0-1 0 0 0,1-2 0 0 0,25 1 0 0 0,-35-2-7 0 0,103 1 224 0 0,-107-3-345 0 0,-1-1 0 0 0,1 0 0 0 0,0-1 0 0 0,-1 0 0 0 0,0-1 0 0 0,1 0 0 0 0,-1 0 0 0 0,17-9 0 0 0,-13 0-2130 0 0,-7 6 1536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305 62 3368 0 0,'1'-2'38'0'0,"0"0"-1"0"0,-1 0 1 0 0,1-1-1 0 0,-1 1 0 0 0,0 0 1 0 0,0 0-1 0 0,0-1 1 0 0,0 1-1 0 0,0 0 1 0 0,0 0-1 0 0,-1-1 0 0 0,1 1 1 0 0,-1 0-1 0 0,1 0 1 0 0,-1 0-1 0 0,0 0 1 0 0,0 0-1 0 0,0-1 1 0 0,0 2-1 0 0,-2-4 0 0 0,2 4 48 0 0,-2-1-45 0 0,-1 0 1 0 0,1 1-1 0 0,-1-1 0 0 0,1 1 1 0 0,-1 0-1 0 0,0 0 0 0 0,1 0 1 0 0,-1 1-1 0 0,0-1 0 0 0,0 1 0 0 0,0 0 1 0 0,-5 0-1 0 0,-6 4-19 0 0,0 0-1 0 0,0 2 1 0 0,1-1-1 0 0,0 2 1 0 0,0 0-1 0 0,0 0 1 0 0,1 1-1 0 0,-19 15 1 0 0,23-16-30 0 0,1 1 1 0 0,-1 0 0 0 0,1 0 0 0 0,1 0 0 0 0,-1 1 0 0 0,1 0 0 0 0,1 1-1 0 0,0-1 1 0 0,0 1 0 0 0,1 0 0 0 0,0 1 0 0 0,-5 17 0 0 0,9-25 7 0 0,0 0 1 0 0,0 0 0 0 0,1 1 0 0 0,-1-1-1 0 0,1 0 1 0 0,0 0 0 0 0,0 0-1 0 0,0 0 1 0 0,0 0 0 0 0,1 0 0 0 0,-1 0-1 0 0,1 1 1 0 0,0-1 0 0 0,0 0-1 0 0,0-1 1 0 0,0 1 0 0 0,1 0 0 0 0,-1 0-1 0 0,1 0 1 0 0,-1-1 0 0 0,1 1-1 0 0,0-1 1 0 0,0 1 0 0 0,0-1 0 0 0,0 0-1 0 0,1 0 1 0 0,-1 0 0 0 0,1 0-1 0 0,-1 0 1 0 0,1 0 0 0 0,-1-1 0 0 0,1 1-1 0 0,0-1 1 0 0,0 0 0 0 0,0 0-1 0 0,0 0 1 0 0,4 1 0 0 0,0-1 33 0 0,-1 1 1 0 0,0-2-1 0 0,0 1 1 0 0,1-1-1 0 0,-1 1 0 0 0,0-2 1 0 0,1 1-1 0 0,-1-1 1 0 0,0 0-1 0 0,0 0 0 0 0,0-1 1 0 0,1 1-1 0 0,-1-2 1 0 0,-1 1-1 0 0,1 0 1 0 0,0-1-1 0 0,-1 0 0 0 0,8-6 1 0 0,2-5 129 0 0,-1-1 0 0 0,-1-1-1 0 0,0 0 1 0 0,-1-1 0 0 0,-1 0 0 0 0,0 0 0 0 0,-2-1 0 0 0,0-1 0 0 0,-1 0-1 0 0,10-35 1 0 0,-8 15 543 0 0,-14 41-711 0 0,1 1-1 0 0,0 0 1 0 0,-1 0-1 0 0,1 0 1 0 0,0 0-1 0 0,1 0 0 0 0,-1 1 1 0 0,0 0-1 0 0,1-1 1 0 0,0 1-1 0 0,0 0 0 0 0,0 0 1 0 0,0 0-1 0 0,1 0 1 0 0,0 0-1 0 0,-1 1 1 0 0,1-1-1 0 0,1 0 0 0 0,-1 1 1 0 0,1-1-1 0 0,0 7 1 0 0,0-4-11 0 0,0 0 0 0 0,1-1 0 0 0,0 1 0 0 0,0 0 0 0 0,0-1 0 0 0,1 1 0 0 0,0-1 0 0 0,0 0 0 0 0,1 0 0 0 0,0 0 0 0 0,0 0 1 0 0,0 0-1 0 0,1 0 0 0 0,0-1 0 0 0,8 9 0 0 0,-6-7 48 0 0,1-1 1 0 0,1 0-1 0 0,-1 0 0 0 0,1-1 1 0 0,0 0-1 0 0,1-1 1 0 0,-1 1-1 0 0,1-2 0 0 0,0 1 1 0 0,13 3-1 0 0,-10-4-287 0 0,1 0 0 0 0,-1-1 0 0 0,1 0-1 0 0,0-1 1 0 0,0-1 0 0 0,-1 0 0 0 0,1-1 0 0 0,0 0 0 0 0,0 0-1 0 0,-1-2 1 0 0,1 0 0 0 0,-1 0 0 0 0,1-1 0 0 0,-1 0 0 0 0,0-1-1 0 0,19-12 1 0 0,-9 1-1493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31 117 4528 0 0,'0'0'-268'0'0,"-16"-6"185"0"0,2 1 939 0 0,14 2-375 0 0,25 3-286 0 0,38 6-349 0 0,-58-5 151 0 0,211 37-72 0 0,-177-29 59 0 0,0 1-1 0 0,-1 3 1 0 0,49 23-1 0 0,-83-35 22 0 0,-1 1 1 0 0,1 0-1 0 0,-1 0 0 0 0,1 0 0 0 0,-1 1 1 0 0,0-1-1 0 0,0 1 0 0 0,0 0 1 0 0,-1-1-1 0 0,1 1 0 0 0,-1 1 0 0 0,1-1 1 0 0,-1 0-1 0 0,0 1 0 0 0,0-1 0 0 0,0 1 1 0 0,-1-1-1 0 0,1 1 0 0 0,0 6 0 0 0,-1-7 5 0 0,-1-1-1 0 0,0 1 1 0 0,0 0-1 0 0,-1 0 1 0 0,1 0-1 0 0,0-1 0 0 0,-1 1 1 0 0,0 0-1 0 0,0 0 1 0 0,0-1-1 0 0,0 1 1 0 0,0-1-1 0 0,0 1 0 0 0,-1-1 1 0 0,1 1-1 0 0,-1-1 1 0 0,0 0-1 0 0,0 1 1 0 0,1-1-1 0 0,-1 0 0 0 0,-1 0 1 0 0,1-1-1 0 0,0 1 1 0 0,0 0-1 0 0,-1-1 1 0 0,1 1-1 0 0,-1-1 0 0 0,-3 1 1 0 0,2 1 70 0 0,-1-1 0 0 0,1 0 0 0 0,-1 0-1 0 0,0-1 1 0 0,1 1 0 0 0,-1-1 0 0 0,0 0 0 0 0,0 0 0 0 0,0-1 0 0 0,0 0 0 0 0,0 1 0 0 0,0-2-1 0 0,0 1 1 0 0,0 0 0 0 0,-5-2 0 0 0,7 1-50 0 0,-1-1 0 0 0,1 1 0 0 0,0-1 0 0 0,0 1 0 0 0,0-1 0 0 0,0 0 1 0 0,0 0-1 0 0,0 0 0 0 0,1-1 0 0 0,-1 1 0 0 0,1 0 0 0 0,0-1 0 0 0,-1 0 0 0 0,1 0 0 0 0,0 1 0 0 0,0-1 0 0 0,1 0 0 0 0,-1-1 0 0 0,1 1 0 0 0,-1 0 0 0 0,0-7 0 0 0,0 1-35 0 0,0 0-1 0 0,2 0 0 0 0,-1-1 0 0 0,1 1 0 0 0,0 0 0 0 0,1 0 0 0 0,0 0 0 0 0,0-1 1 0 0,1 1-1 0 0,1 0 0 0 0,-1 1 0 0 0,1-1 0 0 0,1 0 0 0 0,5-9 0 0 0,-3 4-42 0 0,2 1 0 0 0,0 0-1 0 0,0 0 1 0 0,1 1 0 0 0,0 0-1 0 0,1 1 1 0 0,23-20 0 0 0,14 1-150 0 0,-28 25-3905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161 475 3736 0 0,'-46'37'-616'0'0,"36"-30"593"0"0,0 0 0 0 0,0 0 1 0 0,1 1-1 0 0,0 0 1 0 0,0 1-1 0 0,1-1 0 0 0,0 2 1 0 0,1-1-1 0 0,0 1 0 0 0,0 0 1 0 0,1 1-1 0 0,-5 11 1 0 0,10-19 21 0 0,1-1 0 0 0,-1 0 0 0 0,1 0 0 0 0,-1 0 0 0 0,1 1 0 0 0,0-1 0 0 0,0 0 0 0 0,0 1 0 0 0,0-1 0 0 0,0 0 0 0 0,1 0 0 0 0,-1 1 0 0 0,1-1 0 0 0,-1 0 0 0 0,1 0 0 0 0,0 0 0 0 0,0 0 0 0 0,0 1 0 0 0,0-1 0 0 0,0 0 0 0 0,0-1 0 0 0,0 1 0 0 0,1 0 0 0 0,-1 0 0 0 0,3 2 0 0 0,1 0 7 0 0,0 0 0 0 0,0-1 0 0 0,0 1 0 0 0,1-1 0 0 0,-1 0-1 0 0,7 2 1 0 0,-8-3 1 0 0,16 5 111 0 0,0 0 1 0 0,1-1-1 0 0,0-1 1 0 0,0-1-1 0 0,0-1 1 0 0,0 0-1 0 0,0-2 1 0 0,0 0-1 0 0,1-2 1 0 0,-1 0-1 0 0,31-7 1 0 0,-46 6-20 0 0,0 0 0 0 0,-1 0 0 0 0,1-1 0 0 0,-1 1 0 0 0,0-1 0 0 0,0-1 0 0 0,0 1 0 0 0,0-1 0 0 0,-1 0 0 0 0,1 0 0 0 0,-1 0 0 0 0,0 0 0 0 0,0-1 0 0 0,-1 0 1 0 0,1 0-1 0 0,-1 0 0 0 0,0 0 0 0 0,-1 0 0 0 0,1-1 0 0 0,-1 1 0 0 0,0-1 0 0 0,0 1 0 0 0,0-1 0 0 0,-1 0 0 0 0,1-8 0 0 0,2-16 65 0 0,-1-1 1 0 0,-2 0-1 0 0,-3-50 0 0 0,1 55-68 0 0,-1-15-5 0 0,1-18 84 0 0,-3 1 0 0 0,-17-88 1 0 0,-1 34 93 0 0,22 111-266 0 0,-4-14-223 0 0,-1 34 202 0 0,1 2 0 0 0,1-1 0 0 0,1 0-1 0 0,1 1 1 0 0,1-1 0 0 0,0 0-1 0 0,2 1 1 0 0,6 31 0 0 0,49 167-195 0 0,-39-161 197 0 0,47 126 85 0 0,-60-160 1013 0 0,-15-33-294 0 0,6 5-716 0 0,1 0 1 0 0,0-1-1 0 0,0 0 1 0 0,1 0 0 0 0,0 0-1 0 0,0 0 1 0 0,-3-10 0 0 0,4 9-81 0 0,1 0 1 0 0,0 0-1 0 0,0-1 0 0 0,0 1 1 0 0,1 0-1 0 0,0 0 1 0 0,0 0-1 0 0,1 0 1 0 0,-1 0-1 0 0,1 1 1 0 0,1-1-1 0 0,-1 0 1 0 0,1 1-1 0 0,0-1 0 0 0,0 1 1 0 0,0 0-1 0 0,1 0 1 0 0,0 0-1 0 0,0 1 1 0 0,0-1-1 0 0,1 1 1 0 0,-1 0-1 0 0,1 0 1 0 0,0 1-1 0 0,0-1 1 0 0,0 1-1 0 0,1 0 0 0 0,-1 1 1 0 0,1-1-1 0 0,0 1 1 0 0,-1 0-1 0 0,1 0 1 0 0,0 1-1 0 0,0 0 1 0 0,0 0-1 0 0,0 0 1 0 0,0 1-1 0 0,1 0 0 0 0,-1 0 1 0 0,0 0-1 0 0,0 1 1 0 0,0 0-1 0 0,0 0 1 0 0,10 4-1 0 0,24 10-164 0 0,62 33-1 0 0,-62-28-102 0 0,61 22 1 0 0,-96-41-75 0 0,1 0-1 0 0,-1-1 1 0 0,1 1-1 0 0,-1-1 0 0 0,1-1 1 0 0,0 1-1 0 0,-1-1 1 0 0,0 0-1 0 0,1 0 1 0 0,-1-1-1 0 0,1 1 1 0 0,-1-1-1 0 0,9-5 0 0 0,10-4-2060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57 5477 0 0,'3'-22'-695'0'0,"-4"1"1456"0"0,2 8 234 0 0,9 29-996 0 0,65 160-155 0 0,-46-103 122 0 0,-22-58 34 0 0,7 19 11 0 0,-1 0 1 0 0,-2 1 0 0 0,8 38-1 0 0,-7-24 207 0 0,-12-48-253 0 0,5-28-3606 0 0,-2 4 2562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25 3700 0 0,'0'0'-183'0'0,"-9"1"-414"0"0,6 0 558 0 0,9-3-207 0 0,6-3 249 0 0,58-8-5 0 0,-55 10-13 0 0,0 1 0 0 0,1 1 1 0 0,-1 0-1 0 0,0 2 0 0 0,1-1 1 0 0,-1 2-1 0 0,0 0 0 0 0,1 1 1 0 0,-1 0-1 0 0,21 9 0 0 0,-18-7 1 0 0,-1 1-1 0 0,0 1 0 0 0,-1 1 1 0 0,0 0-1 0 0,27 18 0 0 0,-39-22 17 0 0,1 1-1 0 0,0-1 1 0 0,-1 1-1 0 0,0 0 0 0 0,0 0 1 0 0,-1 0-1 0 0,1 0 1 0 0,-1 1-1 0 0,0-1 1 0 0,0 1-1 0 0,-1 0 0 0 0,0 0 1 0 0,0 0-1 0 0,0 0 1 0 0,-1 0-1 0 0,0 0 1 0 0,0 1-1 0 0,0 11 1 0 0,-1-13 17 0 0,0 0 0 0 0,-1-1 0 0 0,1 1 1 0 0,-1 0-1 0 0,-1 0 0 0 0,1-1 0 0 0,0 1 1 0 0,-1-1-1 0 0,0 1 0 0 0,0-1 0 0 0,0 1 1 0 0,-1-1-1 0 0,0 0 0 0 0,1 0 0 0 0,-1-1 1 0 0,-1 1-1 0 0,1 0 0 0 0,0-1 0 0 0,-1 0 1 0 0,0 0-1 0 0,0 0 0 0 0,0 0 0 0 0,0-1 1 0 0,0 1-1 0 0,-9 3 0 0 0,-7 1 112 0 0,0 0-1 0 0,0-1 1 0 0,-1-1 0 0 0,1 0-1 0 0,-1-2 1 0 0,-41 1-1 0 0,59-4-62 0 0,-25 0 443 0 0,28 0-484 0 0,-1 0-1 0 0,0 0 1 0 0,0 1-1 0 0,0-1 1 0 0,0 0-1 0 0,0 0 1 0 0,0 0-1 0 0,1 0 1 0 0,-1-1-1 0 0,0 1 1 0 0,0 0-1 0 0,0 0 1 0 0,0-1-1 0 0,0 1 1 0 0,1 0-1 0 0,-1-1 1 0 0,0 1-1 0 0,0 0 1 0 0,1-1-1 0 0,-1 1 1 0 0,0-1-1 0 0,0 0 1 0 0,1 1-1 0 0,-1-1 1 0 0,0 0-1 0 0,6-2-31 0 0,1 1 0 0 0,-1 0 0 0 0,1 0 0 0 0,0 0 0 0 0,0 1 0 0 0,-1-1 0 0 0,1 2 0 0 0,0-1 0 0 0,0 1 0 0 0,9 0-1 0 0,-13 0-4 0 0,3 0-8 0 0,10 2-6 0 0,0 0 1 0 0,0 1-1 0 0,-1 1 1 0 0,1 0 0 0 0,-1 1-1 0 0,0 0 1 0 0,13 8-1 0 0,10 8-43 0 0,41 32 0 0 0,-55-38 67 0 0,16 10 2 0 0,-16-10-3 0 0,36 28 0 0 0,-58-42 23 0 0,13 14-1795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0 139 3776 0 0,'29'5'-751'0'0,"-20"-5"669"0"0,12 0 67 0 0,1 0 0 0 0,0-2 0 0 0,40-8 0 0 0,-56 9 88 0 0,0 0 1 0 0,-1-1-1 0 0,0 0 1 0 0,1 0-1 0 0,-1-1 1 0 0,0 1-1 0 0,0-1 1 0 0,0 0-1 0 0,0 0 1 0 0,-1-1-1 0 0,0 1 1 0 0,1-1-1 0 0,-1 0 1 0 0,0-1-1 0 0,-1 1 1 0 0,1 0-1 0 0,-1-1 1 0 0,0 0-1 0 0,0 0 1 0 0,4-10-1 0 0,-6 14-57 0 0,-1 0 0 0 0,1-1 0 0 0,-1 1 0 0 0,1 0 0 0 0,-1 0 0 0 0,0 0 0 0 0,0-1 0 0 0,1 1 0 0 0,-1 0 0 0 0,0-1 0 0 0,0 1 0 0 0,0 0 0 0 0,0 0 0 0 0,-1-1 0 0 0,1 1 0 0 0,0 0 0 0 0,-1 0 0 0 0,1 0 0 0 0,0-1 0 0 0,-1 1 0 0 0,1 0 0 0 0,-1 0-1 0 0,0 0 1 0 0,1 0 0 0 0,-1 0 0 0 0,0 0 0 0 0,0 0 0 0 0,0 0 0 0 0,1 0 0 0 0,-1 0 0 0 0,0 0 0 0 0,0 1 0 0 0,0-1 0 0 0,-2-1 0 0 0,-36-9 106 0 0,35 11-108 0 0,1-1-3 0 0,-20 6-17 0 0,14-3 7 0 0,0 0 1 0 0,1 1-1 0 0,-1 0 1 0 0,1 0-1 0 0,0 1 0 0 0,0 0 1 0 0,0 1-1 0 0,0 0 1 0 0,1 0-1 0 0,0 0 1 0 0,0 1-1 0 0,-7 7 0 0 0,10-9-11 0 0,0 1 1 0 0,0-1-1 0 0,0 1 0 0 0,1 0 0 0 0,0 0 0 0 0,0 0 0 0 0,0 1 0 0 0,0-1 0 0 0,1 1 0 0 0,0-1 0 0 0,0 1 0 0 0,1 0 0 0 0,-1 0 0 0 0,1 0 1 0 0,0 0-1 0 0,1 0 0 0 0,0 11 0 0 0,1-13 8 0 0,0-1 1 0 0,0 1-1 0 0,0-1 1 0 0,0 1-1 0 0,1-1 1 0 0,0 0-1 0 0,0 0 1 0 0,0 1-1 0 0,0-1 1 0 0,0-1-1 0 0,0 1 1 0 0,1 0-1 0 0,-1 0 0 0 0,1-1 1 0 0,0 0-1 0 0,0 1 1 0 0,0-1-1 0 0,0 0 1 0 0,0 0-1 0 0,1-1 1 0 0,-1 1-1 0 0,6 1 1 0 0,10 4 26 0 0,0-1 0 0 0,38 7 0 0 0,-38-9-5 0 0,-8-2-234 0 0,1-1-1 0 0,-1 0 0 0 0,1-1 0 0 0,0 0 0 0 0,-1-1 0 0 0,1 0 0 0 0,-1-1 1 0 0,1 0-1 0 0,-1-1 0 0 0,22-8 0 0 0,-5-1-592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6 101 3352 0 0,'-5'-98'3058'0'0,"5"96"-2805"0"0,1 7-248 0 0,37 97-26 0 0,76 197-24 0 0,-101-267 67 0 0,-1-1 0 0 0,-2 1 0 0 0,-1 1 0 0 0,-1 0 0 0 0,-2 0 0 0 0,-2 1 0 0 0,1 34 0 0 0,-5-67 11 0 0,0 6 228 0 0,0-5-562 0 0,1-37-3193 0 0,1 14 2073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79 4196 0 0,'-9'1'-227'0'0,"6"-2"179"0"0,8-2-263 0 0,32-8 339 0 0,0 1 0 0 0,1 2 1 0 0,70-6-1 0 0,-53 8-1136 0 0,64-15 0 0 0,-101 16 565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1 2068 0 0,'0'0'266'0'0,"-7"6"1091"0"0,7-6-1336 0 0,79 26-21 0 0,71 29-40 0 0,-133-48 26 0 0,-1 2 1 0 0,1 0-1 0 0,-2 1 0 0 0,1 1 0 0 0,-1 0 0 0 0,21 21 1 0 0,-32-28 11 0 0,0 1 1 0 0,0-1-1 0 0,0 1 1 0 0,-1 1 0 0 0,0-1-1 0 0,0 0 1 0 0,0 1-1 0 0,0-1 1 0 0,2 10 0 0 0,-4-12 14 0 0,-1 0 1 0 0,1 0-1 0 0,-1-1 0 0 0,0 1 1 0 0,1 0-1 0 0,-1 0 1 0 0,0 0-1 0 0,-1-1 1 0 0,1 1-1 0 0,0 0 1 0 0,-1 0-1 0 0,0 0 1 0 0,0-1-1 0 0,1 1 0 0 0,-1 0 1 0 0,-1-1-1 0 0,1 1 1 0 0,0-1-1 0 0,-1 0 1 0 0,1 1-1 0 0,-1-1 1 0 0,-3 3-1 0 0,3-2 43 0 0,0 0 0 0 0,0-1 0 0 0,-1 0 0 0 0,1 1-1 0 0,-1-1 1 0 0,1 0 0 0 0,-1 0 0 0 0,0-1 0 0 0,0 1 0 0 0,0-1 0 0 0,0 1 0 0 0,0-1-1 0 0,0 0 1 0 0,0 0 0 0 0,-1 0 0 0 0,1 0 0 0 0,0-1 0 0 0,0 1 0 0 0,-1-1 0 0 0,1 0 0 0 0,0 0-1 0 0,-1 0 1 0 0,1 0 0 0 0,0-1 0 0 0,-1 0 0 0 0,1 1 0 0 0,0-1 0 0 0,0 0 0 0 0,0 0-1 0 0,0-1 1 0 0,0 1 0 0 0,0-1 0 0 0,0 1 0 0 0,0-1 0 0 0,0 0 0 0 0,1 0 0 0 0,-1 0 0 0 0,1-1-1 0 0,-1 1 1 0 0,1-1 0 0 0,0 1 0 0 0,0-1 0 0 0,0 0 0 0 0,0 1 0 0 0,1-1 0 0 0,-1 0-1 0 0,1 0 1 0 0,0 0 0 0 0,-1 0 0 0 0,1-1 0 0 0,1 1 0 0 0,-1 0 0 0 0,0-5 0 0 0,1-1-38 0 0,-1 1 1 0 0,2-1 0 0 0,0 1-1 0 0,0-1 1 0 0,0 1 0 0 0,1-1-1 0 0,0 1 1 0 0,1-1 0 0 0,0 1-1 0 0,0 0 1 0 0,1 1 0 0 0,-1-1-1 0 0,2 0 1 0 0,-1 1 0 0 0,8-9-1 0 0,6-7-101 0 0,0 1 1 0 0,2 1-1 0 0,23-21 0 0 0,-27 31-203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4684 0 0,'0'0'-127'0'0,"16"-1"-631"0"0,-9 13 703 0 0,0 0-1 0 0,0 0 1 0 0,-2 1-1 0 0,1-1 1 0 0,-2 1-1 0 0,0 1 1 0 0,5 22-1 0 0,6 20-1 0 0,22 75 177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23 2248 0 0,'-22'-22'500'0'0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123 156 3544 0 0,'4'1'57'0'0,"0"-1"-1"0"0,-1 1 0 0 0,1 0 0 0 0,0-1 0 0 0,0 0 1 0 0,-1 0-1 0 0,1 0 0 0 0,0 0 0 0 0,0 0 0 0 0,-1-1 1 0 0,1 0-1 0 0,0 0 0 0 0,0 0 0 0 0,-1 0 0 0 0,1 0 1 0 0,-1-1-1 0 0,0 0 0 0 0,1 0 0 0 0,-1 0 0 0 0,0 0 1 0 0,0 0-1 0 0,0 0 0 0 0,0-1 0 0 0,0 1 0 0 0,-1-1 1 0 0,5-5-1 0 0,-4 3-2 0 0,0 0 1 0 0,1 1-1 0 0,-2-1 1 0 0,1 0-1 0 0,-1-1 1 0 0,0 1-1 0 0,0 0 1 0 0,0-1-1 0 0,-1 1 1 0 0,1-1-1 0 0,-1 0 1 0 0,-1 1-1 0 0,1-1 0 0 0,-1 0 1 0 0,0 0-1 0 0,-2-9 1 0 0,2 14-51 0 0,0 0 0 0 0,-1 0 0 0 0,0-1 0 0 0,1 1 0 0 0,-1 0 0 0 0,0 0 0 0 0,0 0 0 0 0,1 0 0 0 0,-1 0 0 0 0,0 0 0 0 0,0 0 0 0 0,0 0 0 0 0,0 0 0 0 0,0 0 0 0 0,0 1 0 0 0,-1-1 0 0 0,1 0 0 0 0,0 1 0 0 0,0-1-1 0 0,-1 1 1 0 0,1-1 0 0 0,0 1 0 0 0,0 0 0 0 0,-1-1 0 0 0,1 1 0 0 0,0 0 0 0 0,-1 0 0 0 0,1 0 0 0 0,0 0 0 0 0,-1 0 0 0 0,1 0 0 0 0,-2 1 0 0 0,-43 7-1 0 0,44-8-4 0 0,-9 4-9 0 0,0 1-1 0 0,0 1 1 0 0,1-1-1 0 0,-1 1 1 0 0,1 1-1 0 0,1 0 1 0 0,-1 1-1 0 0,1 0 1 0 0,0 0-1 0 0,1 0 1 0 0,0 1-1 0 0,1 1 1 0 0,-1-1-1 0 0,2 1 1 0 0,-10 18-1 0 0,15-26 5 0 0,0 0 0 0 0,0 0 0 0 0,0 0-1 0 0,0 0 1 0 0,1 1 0 0 0,-1-1 0 0 0,1 0-1 0 0,-1 1 1 0 0,1-1 0 0 0,0 1 0 0 0,0-1-1 0 0,0 0 1 0 0,0 1 0 0 0,0-1 0 0 0,1 1-1 0 0,-1-1 1 0 0,1 0 0 0 0,-1 1 0 0 0,1-1 0 0 0,0 0-1 0 0,2 4 1 0 0,-1-3 11 0 0,0 0 0 0 0,1 0 1 0 0,0 0-1 0 0,-1-1 0 0 0,1 1 0 0 0,0-1 0 0 0,0 1 0 0 0,1-1 1 0 0,-1 0-1 0 0,0 0 0 0 0,1 0 0 0 0,4 1 0 0 0,2 1-66 0 0,1-1 0 0 0,-1 0 0 0 0,1-1 0 0 0,0 0 0 0 0,-1 0 0 0 0,1-2 0 0 0,0 1 0 0 0,21-2 0 0 0,-21-2-493 0 0,1 1 0 0 0,-1-2 0 0 0,1 1 0 0 0,19-11 0 0 0,-8 0-154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84 3560 0 0,'0'0'30'0'0,"3"-20"536"0"0,-4 19-517 0 0,1 1 1 0 0,0 0 0 0 0,0-1-1 0 0,0 1 1 0 0,0-1-1 0 0,0 1 1 0 0,0 0-1 0 0,0-1 1 0 0,0 1-1 0 0,-1-1 1 0 0,1 1-1 0 0,1 0 1 0 0,-1-1-1 0 0,0 1 1 0 0,0-1-1 0 0,0 1 1 0 0,0 0-1 0 0,0-1 1 0 0,0 1-1 0 0,0-1 1 0 0,1 1 0 0 0,-1 0-1 0 0,0-1 1 0 0,0 1-1 0 0,0 0 1 0 0,1-1-1 0 0,-1 1 1 0 0,0 0-1 0 0,0-1 1 0 0,1 1-1 0 0,-1 0 1 0 0,0 0-1 0 0,1-1 1 0 0,-1 1-1 0 0,0 0 1 0 0,1 0-1 0 0,-1 0 1 0 0,1 0 0 0 0,-1-1-1 0 0,1 1 1 0 0,136 187-140 0 0,-32-65 235 0 0,-104-121-66 0 0,15 5 2937 0 0,-16-6-2969 0 0,4-40 81 0 0,1 1 0 0 0,2 0 0 0 0,1 0 0 0 0,3 1 0 0 0,27-68 0 0 0,-36 100-236 0 0,0-1 0 0 0,0 1 0 0 0,0-1 0 0 0,-1 0 0 0 0,1-13 0 0 0,-2 19-122 0 0,0-9-1219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0 144 5465 0 0,'2'1'-65'0'0,"-1"0"0"0"0,0 0 1 0 0,1 0-1 0 0,-1 0 0 0 0,1 0 1 0 0,-1-1-1 0 0,1 1 0 0 0,-1 0 1 0 0,1-1-1 0 0,-1 1 1 0 0,1-1-1 0 0,0 1 0 0 0,-1-1 1 0 0,1 0-1 0 0,0 0 0 0 0,-1 0 1 0 0,1 0-1 0 0,0 0 1 0 0,-1 0-1 0 0,1 0 0 0 0,0 0 1 0 0,-1-1-1 0 0,3 0 0 0 0,43-15-32 0 0,-38 11 224 0 0,0 0 0 0 0,0 0 1 0 0,-1-1-1 0 0,0 0 1 0 0,0 0-1 0 0,0-1 0 0 0,-1 0 1 0 0,0-1-1 0 0,-1 0 1 0 0,1 0-1 0 0,-1 0 0 0 0,-1 0 1 0 0,0-1-1 0 0,6-14 1 0 0,-10 23-117 0 0,-1 0 1 0 0,0-1-1 0 0,1 1 1 0 0,-1-1-1 0 0,0 1 1 0 0,0 0 0 0 0,1-1-1 0 0,-1 1 1 0 0,0-1-1 0 0,0 1 1 0 0,0-1-1 0 0,0 1 1 0 0,0-1 0 0 0,1 1-1 0 0,-1-1 1 0 0,0 1-1 0 0,0-1 1 0 0,0 1 0 0 0,0-1-1 0 0,-1 1 1 0 0,1-1-1 0 0,0 1 1 0 0,0-1-1 0 0,0 1 1 0 0,0-1 0 0 0,0 1-1 0 0,-1-1 1 0 0,1 1-1 0 0,0-1 1 0 0,0 1 0 0 0,-1 0-1 0 0,1-1 1 0 0,0 1-1 0 0,-1-1 1 0 0,1 1-1 0 0,-1-1 1 0 0,-19 3 128 0 0,-22 17-102 0 0,30-10-46 0 0,0 0 0 0 0,1 1 0 0 0,0 1 0 0 0,1-1-1 0 0,0 2 1 0 0,0 0 0 0 0,2 0 0 0 0,-1 0 0 0 0,1 1-1 0 0,-10 24 1 0 0,17-35 4 0 0,1 0-1 0 0,-1 0 1 0 0,1 0 0 0 0,-1 0-1 0 0,1 0 1 0 0,0 0-1 0 0,0 1 1 0 0,0-1-1 0 0,0 0 1 0 0,0 0 0 0 0,0 0-1 0 0,1 0 1 0 0,-1 0-1 0 0,1 0 1 0 0,-1 0-1 0 0,1 0 1 0 0,0 0 0 0 0,0 0-1 0 0,0 0 1 0 0,2 3-1 0 0,0-2 8 0 0,-1-1-1 0 0,1 1 0 0 0,0 0 1 0 0,0-1-1 0 0,0 0 0 0 0,0 0 1 0 0,1 0-1 0 0,-1 0 0 0 0,1 0 1 0 0,5 2-1 0 0,6 0-12 0 0,0 0 0 0 0,1 0 0 0 0,0-1 0 0 0,21 0 1 0 0,4-2-690 0 0,0-2 0 0 0,0-1 1 0 0,44-9-1 0 0,-23-1-777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36 4124 0 0,'0'0'-300'0'0,"-9"3"-743"0"0,6-2 1037 0 0,7-2-14 0 0,71-19 259 0 0,-72 19-219 0 0,-2 0-12 0 0,7-2-16 0 0,-1 0 9 0 0,1 1 0 0 0,-1-1 1 0 0,1 2-1 0 0,0-1 0 0 0,0 1 0 0 0,0 0 0 0 0,15 1 0 0 0,-20 0-3 0 0,1 0-7 0 0,4 1-7 0 0,1 0 0 0 0,-1 1-1 0 0,0 0 1 0 0,0 1 0 0 0,1-1-1 0 0,-1 2 1 0 0,8 4 0 0 0,-14-7 19 0 0,0 0 0 0 0,1 0 0 0 0,-1 0 0 0 0,0 1 0 0 0,-1-1 0 0 0,1 1 0 0 0,0 0 1 0 0,0-1-1 0 0,-1 1 0 0 0,1 0 0 0 0,-1 0 0 0 0,1 0 0 0 0,-1 0 0 0 0,0 0 0 0 0,0 0 0 0 0,0 1 1 0 0,0-1-1 0 0,0 0 0 0 0,0 1 0 0 0,-1-1 0 0 0,1 0 0 0 0,-1 1 0 0 0,0-1 0 0 0,1 1 0 0 0,-1-1 1 0 0,0 0-1 0 0,-1 1 0 0 0,1-1 0 0 0,-1 3 0 0 0,-1 0 16 0 0,-1 0 1 0 0,0-1-1 0 0,-1 1 1 0 0,1-1-1 0 0,-1 0 1 0 0,0 0-1 0 0,0 0 0 0 0,0 0 1 0 0,0-1-1 0 0,-1 0 1 0 0,1 0-1 0 0,-1 0 1 0 0,0 0-1 0 0,-8 3 1 0 0,7-3-1 0 0,-143 64 829 0 0,147-66-760 0 0,-12 3 99 0 0,7-2-45 0 0,10-2 47 0 0,32-6-209 0 0,-1 1-1 0 0,61 0 1 0 0,-81 6 14 0 0,-1-1 0 0 0,1 2 0 0 0,-1 0 0 0 0,0 0 0 0 0,0 2 1 0 0,0-1-1 0 0,0 2 0 0 0,0 0 0 0 0,-1 0 0 0 0,17 10 0 0 0,-27-14 8 0 0,-1 0 1 0 0,1-1-1 0 0,-1 1 1 0 0,1 0-1 0 0,-1 0 1 0 0,0 0 0 0 0,1 0-1 0 0,-1 0 1 0 0,0 0-1 0 0,0 0 1 0 0,1 1-1 0 0,-1-1 1 0 0,0 0-1 0 0,0 1 1 0 0,0-1-1 0 0,-1 1 1 0 0,1-1 0 0 0,0 1-1 0 0,-1-1 1 0 0,1 1-1 0 0,-1-1 1 0 0,1 1-1 0 0,-1 0 1 0 0,1-1-1 0 0,-1 1 1 0 0,0 0-1 0 0,0-1 1 0 0,0 1 0 0 0,0 0-1 0 0,0-1 1 0 0,-1 1-1 0 0,1 0 1 0 0,0-1-1 0 0,-1 1 1 0 0,1-1-1 0 0,-1 1 1 0 0,1 0-1 0 0,-1-1 1 0 0,0 1 0 0 0,0-1-1 0 0,0 0 1 0 0,0 1-1 0 0,0-1 1 0 0,0 0-1 0 0,0 1 1 0 0,0-1-1 0 0,0 0 1 0 0,-3 1-1 0 0,-3 5 27 0 0,-1-1-1 0 0,1-1 0 0 0,-1 0 0 0 0,-1 0 0 0 0,-16 7 0 0 0,-7 0 263 0 0,-1-3 0 0 0,0-1 1 0 0,-1-1-1 0 0,1-1 0 0 0,-69 1 0 0 0,101-7-318 0 0,0 0 0 0 0,0 0 0 0 0,0 0 0 0 0,0 0 0 0 0,0 0 0 0 0,0-1 0 0 0,0 1 0 0 0,0 0 0 0 0,1 0 1 0 0,-1 0-1 0 0,0-1 0 0 0,0 1 0 0 0,0-1 0 0 0,0 1 0 0 0,1-1 0 0 0,-1 1 0 0 0,0-1 0 0 0,0 1 0 0 0,1-1 0 0 0,-1 1 0 0 0,0-1 0 0 0,1 0 0 0 0,-1 1 0 0 0,1-1 0 0 0,-1 0 1 0 0,1 0-1 0 0,-1 0 0 0 0,1 1 0 0 0,-1-1 0 0 0,1 0 0 0 0,-1-1 0 0 0,1 0-198 0 0,0-1 0 0 0,0 1 0 0 0,0-1 0 0 0,0 1 1 0 0,0-1-1 0 0,0 1 0 0 0,0 0 0 0 0,1-1 0 0 0,0 1 0 0 0,-1-1 0 0 0,3-3 1 0 0,5-13-1014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600 53 4000 0 0,'0'-2'-14'0'0,"-1"0"0"0"0,1 1 0 0 0,-1-1 0 0 0,1 0 0 0 0,-1 0 0 0 0,1 1 0 0 0,-1-1 0 0 0,0 0 0 0 0,0 1 0 0 0,0-1 0 0 0,0 1 0 0 0,0-1 0 0 0,0 1 0 0 0,0-1-1 0 0,0 1 1 0 0,-1 0 0 0 0,1 0 0 0 0,0-1 0 0 0,-1 1 0 0 0,1 0 0 0 0,-4-1 0 0 0,4 1 46 0 0,-59-6 215 0 0,34 10-247 0 0,1 2 0 0 0,-1 1 0 0 0,1 1 0 0 0,1 1 0 0 0,0 1 1 0 0,0 1-1 0 0,0 1 0 0 0,2 1 0 0 0,-1 1 0 0 0,2 1 0 0 0,0 1 0 0 0,0 1 1 0 0,-21 22-1 0 0,19-15-16 0 0,0 1 1 0 0,2 1 0 0 0,0 0-1 0 0,-28 49 1 0 0,44-65 11 0 0,1-1 0 0 0,0 1 0 0 0,1 0 0 0 0,0 0 0 0 0,0 0 0 0 0,1 0 0 0 0,0 0 0 0 0,0 1 0 0 0,1-1 0 0 0,1 0 0 0 0,-1 1 0 0 0,2-1 0 0 0,-1 1 0 0 0,1-1 0 0 0,1 1 1 0 0,-1-1-1 0 0,2 0 0 0 0,-1 0 0 0 0,1 0 0 0 0,8 17 0 0 0,-4-13 11 0 0,0-1 0 0 0,0 1 0 0 0,1-1 1 0 0,0 0-1 0 0,2-1 0 0 0,-1 0 0 0 0,1 0 0 0 0,0-1 1 0 0,1-1-1 0 0,1 0 0 0 0,-1 0 0 0 0,1-1 0 0 0,1 0 1 0 0,-1-1-1 0 0,1-1 0 0 0,0 0 0 0 0,1-1 0 0 0,0 0 1 0 0,0-1-1 0 0,18 3 0 0 0,-9-2 79 0 0,1-2 0 0 0,-1 0 0 0 0,1-2 0 0 0,0 0 0 0 0,0-2 0 0 0,-1 0 1 0 0,1-2-1 0 0,-1-1 0 0 0,26-7 0 0 0,-35 7 56 0 0,0-1 1 0 0,0 0 0 0 0,0-1 0 0 0,0-1-1 0 0,-1 0 1 0 0,0-1 0 0 0,-1 0-1 0 0,0-1 1 0 0,0-1 0 0 0,-1 0-1 0 0,0 0 1 0 0,-1-1 0 0 0,0 0-1 0 0,0-1 1 0 0,10-18 0 0 0,-11 17 6 0 0,-1-1 1 0 0,0 0-1 0 0,-2-1 1 0 0,1 0 0 0 0,-2 0-1 0 0,0 0 1 0 0,0-1-1 0 0,-2 0 1 0 0,0 1 0 0 0,-1-1-1 0 0,0 0 1 0 0,-1-1-1 0 0,-3-27 1 0 0,1 31-98 0 0,-1 0-1 0 0,0 0 1 0 0,-1 0 0 0 0,-1 1 0 0 0,0-1 0 0 0,-1 1-1 0 0,0 0 1 0 0,-1 1 0 0 0,0-1 0 0 0,-1 1-1 0 0,0 0 1 0 0,0 1 0 0 0,-2 0 0 0 0,1 0 0 0 0,-1 0-1 0 0,-11-8 1 0 0,1 2-30 0 0,-2 1 1 0 0,0 1-1 0 0,-1 1 0 0 0,0 1 1 0 0,-1 1-1 0 0,0 1 0 0 0,-30-10 1 0 0,22 10-75 0 0,-5-3-578 0 0,10 6-4108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8560 1 3940 0 0,'0'0'4756'0'0,"-4"2"-4720"0"0,-20 6 17 0 0,-1-1 0 0 0,1-2 0 0 0,-2 0 0 0 0,-48 2 0 0 0,2 2-39 0 0,-533 79 192 0 0,317-38-132 0 0,176-28-54 0 0,-438 101 146 0 0,433-95-109 0 0,-634 156 381 0 0,398-91-330 0 0,160-40-67 0 0,-282 103-8 0 0,257-62-8 0 0,-41 15 10 0 0,-44-7 7 0 0,70-25 8 0 0,-44 14 17 0 0,-169 64 10 0 0,-175 114-1 0 0,519-228-83 0 0,-184 104 1 0 0,140-63-2 0 0,-37 23-28 0 0,-123 90 17 0 0,256-156 4 0 0,3 2-1 0 0,1 1 1 0 0,2 3-1 0 0,-39 53 1 0 0,2-16 11 0 0,57-61 1 0 0,1 2 1 0 0,-26 33-1 0 0,24-29-27 0 0,-9 15-7 0 0,-43 82-28 0 0,30-51 85 0 0,-2-3 1 0 0,-101 110-1 0 0,108-131-15 0 0,-34 30 33 0 0,-112 93 1 0 0,87-84-36 0 0,3 5 5 0 0,69-61-6 0 0,1-3 1361 0 0,26-33-1339 0 0,0 1 1 0 0,0 0-1 0 0,0-1 1 0 0,0 0-1 0 0,1 1 1 0 0,0-1-1 0 0,0 0 0 0 0,0 0 1 0 0,0 0-1 0 0,0 0 1 0 0,1-6-1 0 0,-2 2 12 0 0,-8-40 49 0 0,-25-97 52 0 0,22 80-112 0 0,-3-7-135 0 0,16 71 76 0 0,-3-10-736 0 0,3 29 486 0 0,45 267-76 0 0,-39-249 365 0 0,0-6 4 0 0,-1-1 1 0 0,0 33 0 0 0,-5-61-12 0 0,0 0 1 0 0,-1 0-1 0 0,1 1 1 0 0,0-1-1 0 0,0 0 1 0 0,0 0-1 0 0,1 1 1 0 0,-1-1 0 0 0,0 0-1 0 0,0 0 1 0 0,1 1-1 0 0,-1-1 1 0 0,0 0-1 0 0,1 0 1 0 0,-1 0-1 0 0,1 0 1 0 0,0 0-1 0 0,-1 0 1 0 0,1 1 0 0 0,0-2-1 0 0,0 1 1 0 0,-1 0-1 0 0,1 0 1 0 0,0 0-1 0 0,0 0 1 0 0,0 0-1 0 0,0-1 1 0 0,0 1-1 0 0,0 0 1 0 0,1-1 0 0 0,-1 1-1 0 0,0-1 1 0 0,0 1-1 0 0,0-1 1 0 0,0 0-1 0 0,1 1 1 0 0,-1-1-1 0 0,0 0 1 0 0,0 0-1 0 0,1 0 1 0 0,-1 0 0 0 0,0 0-1 0 0,0 0 1 0 0,1 0-1 0 0,1-1 1 0 0,7-2-27 0 0,0 0 1 0 0,0 0 0 0 0,-1-1-1 0 0,17-8 1 0 0,-8 3 57 0 0,67-23-93 0 0,155-36 0 0 0,-64 22-87 0 0,-173 45 144 0 0,13-2-9 0 0,-7 1 120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517 83 1104 0 0,'1'-1'46'0'0,"-1"0"100"0"0,1 0 0 0 0,0 0-1 0 0,-1 0 1 0 0,1 0 0 0 0,-1 0 0 0 0,1 0 0 0 0,-1-1 0 0 0,1 1 0 0 0,-1 0 0 0 0,0 0-1 0 0,0-1 1 0 0,1 1 0 0 0,-1 0 0 0 0,0-1 0 0 0,0 1 0 0 0,0 0 0 0 0,-1-1 0 0 0,1 1-1 0 0,0 0 1 0 0,0 0 0 0 0,-1-1 0 0 0,1 1 0 0 0,-1 0 0 0 0,1 0 0 0 0,-1 0 0 0 0,1-1-1 0 0,-1 1 1 0 0,0 0 0 0 0,1 0 0 0 0,-1 0 0 0 0,0 0 0 0 0,0 0 0 0 0,0 0 0 0 0,0 1-1 0 0,-1-2 1 0 0,0 0 21 0 0,0 0-98 0 0,-1-1 1 0 0,0 1-1 0 0,0 0 1 0 0,0 0-1 0 0,0 0 0 0 0,0 0 1 0 0,-1 1-1 0 0,1-1 1 0 0,0 1-1 0 0,-1-1 0 0 0,1 1 1 0 0,-1 0-1 0 0,-3 0 1 0 0,0-1 33 0 0,0 0-64 0 0,0-1 1 0 0,0 1-1 0 0,0 1 0 0 0,0 0 0 0 0,0 0 0 0 0,-1 0 0 0 0,-10 1 0 0 0,3 1-33 0 0,-1 2 0 0 0,1 0 0 0 0,-23 7 0 0 0,20-2-22 0 0,0 1 0 0 0,0 0 0 0 0,1 1 0 0 0,0 1-1 0 0,1 0 1 0 0,0 2 0 0 0,1 0 0 0 0,0 0 0 0 0,1 1 0 0 0,-12 16 0 0 0,12-12-15 0 0,0 0 1 0 0,1 0 0 0 0,1 1-1 0 0,1 1 1 0 0,-16 36 0 0 0,23-46 6 0 0,0 0 0 0 0,1 0 1 0 0,0 1-1 0 0,1-1 0 0 0,0 1 1 0 0,1 0-1 0 0,0-1 0 0 0,0 1 1 0 0,1 0-1 0 0,2 15 1 0 0,0-17 10 0 0,0-1 1 0 0,0 0 0 0 0,1 0-1 0 0,0 0 1 0 0,0 0 0 0 0,1 0 0 0 0,0-1-1 0 0,0 0 1 0 0,1 0 0 0 0,0 0-1 0 0,0 0 1 0 0,1-1 0 0 0,12 11 0 0 0,-6-6 11 0 0,1-1 1 0 0,1 0-1 0 0,0-1 1 0 0,0 0-1 0 0,1-2 1 0 0,0 1-1 0 0,0-2 1 0 0,0 0-1 0 0,1-1 1 0 0,0-1-1 0 0,0 0 1 0 0,1-1-1 0 0,-1 0 1 0 0,1-2-1 0 0,-1 0 1 0 0,1-1-1 0 0,-1 0 1 0 0,1-2-1 0 0,0 0 0 0 0,17-5 1 0 0,317-73 212 0 0,-281 63-131 0 0,-68 16 59 0 0,3-18-3654 0 0,-7 9 1273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86 5657 0 0,'-11'-65'875'0'0,"11"63"-598"0"0,-1-10 52 0 0,2 5-197 0 0,0 10-297 0 0,44 144 105 0 0,57 167-86 0 0,-56-175 234 0 0,-40-120 2486 0 0,-17-81-1415 0 0,13 56-1215 0 0,-1 0-1 0 0,1-1 0 0 0,0 1 0 0 0,0 0 1 0 0,1 0-1 0 0,0 0 0 0 0,0 1 1 0 0,0-1-1 0 0,1 0 0 0 0,0 1 1 0 0,0 0-1 0 0,0 0 0 0 0,0 0 0 0 0,1 1 1 0 0,0 0-1 0 0,0 0 0 0 0,0 0 1 0 0,1 0-1 0 0,-1 1 0 0 0,1-1 0 0 0,0 2 1 0 0,0-1-1 0 0,8-2 0 0 0,-9 3-3 0 0,0 0-1 0 0,0 1 0 0 0,1-1 0 0 0,-1 1 0 0 0,1 0 1 0 0,-1 1-1 0 0,1-1 0 0 0,-1 1 0 0 0,0 1 1 0 0,1-1-1 0 0,-1 1 0 0 0,1-1 0 0 0,-1 1 0 0 0,0 1 1 0 0,1-1-1 0 0,-1 1 0 0 0,0 0 0 0 0,0 0 0 0 0,0 1 1 0 0,0-1-1 0 0,-1 1 0 0 0,1 0 0 0 0,-1 1 1 0 0,1-1-1 0 0,-1 1 0 0 0,0-1 0 0 0,5 8 0 0 0,1 4 22 0 0,-2 0-1 0 0,1 0 0 0 0,-2 1 0 0 0,0 0 0 0 0,-1 0 0 0 0,-1 1 0 0 0,-1-1 1 0 0,0 1-1 0 0,-1 0 0 0 0,0 0 0 0 0,-2 1 0 0 0,0 25 0 0 0,-1-42-11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41 105 4812 0 0,'0'0'-136'0'0,"-11"-43"800"0"0,11 41-479 0 0,-2-4 414 0 0,2 6-567 0 0,1 0 0 0 0,-1-1 1 0 0,0 1-1 0 0,0 0 0 0 0,0 0 1 0 0,0-1-1 0 0,0 1 0 0 0,0 0 0 0 0,0 0 1 0 0,0-1-1 0 0,0 1 0 0 0,0 0 1 0 0,0 0-1 0 0,0-1 0 0 0,0 1 1 0 0,0 0-1 0 0,0-1 0 0 0,0 1 1 0 0,0 0-1 0 0,0 0 0 0 0,0-1 0 0 0,0 1 1 0 0,0 0-1 0 0,0 0 0 0 0,-1-1 1 0 0,1 1-1 0 0,0 0 0 0 0,0 0 1 0 0,0 0-1 0 0,0-1 0 0 0,-1 1 1 0 0,1 0-1 0 0,0 0 0 0 0,0 0 0 0 0,0 0 1 0 0,-1-1-1 0 0,1 1 0 0 0,0 0 1 0 0,0 0-1 0 0,-1 0 0 0 0,1 0 1 0 0,0 0-1 0 0,0 0 0 0 0,-1 0 1 0 0,1 0-1 0 0,0-1 0 0 0,0 1 1 0 0,-1 0-1 0 0,1 0 0 0 0,0 0 0 0 0,-1 0 1 0 0,1 1-1 0 0,-4 6-47 0 0,1 1 0 0 0,0-1 0 0 0,0 1 0 0 0,1 0 1 0 0,0 0-1 0 0,0 0 0 0 0,1 0 0 0 0,0 1 0 0 0,0-1 0 0 0,1 0 0 0 0,0 0 0 0 0,1 1 0 0 0,0-1 0 0 0,0 0 1 0 0,0 0-1 0 0,1 0 0 0 0,1 0 0 0 0,-1 0 0 0 0,7 13 0 0 0,-5-11 8 0 0,1 0 1 0 0,-1 0-1 0 0,2-1 0 0 0,-1 0 0 0 0,1 0 1 0 0,1 0-1 0 0,0-1 0 0 0,0 0 1 0 0,0 0-1 0 0,1-1 0 0 0,0 0 1 0 0,1 0-1 0 0,-1-1 0 0 0,1 0 0 0 0,14 7 1 0 0,-20-12 10 0 0,0 0 1 0 0,0 0 0 0 0,0 0 0 0 0,0 0-1 0 0,0-1 1 0 0,0 1 0 0 0,0-1-1 0 0,0 0 1 0 0,0 0 0 0 0,0 0 0 0 0,0 0-1 0 0,0 0 1 0 0,1-1 0 0 0,-1 1-1 0 0,0-1 1 0 0,0 0 0 0 0,-1 0 0 0 0,1 0-1 0 0,4-3 1 0 0,-2 1 3 0 0,0-1 0 0 0,0 1 1 0 0,-1-1-1 0 0,0 0 0 0 0,0 0 0 0 0,0-1 0 0 0,0 1 0 0 0,-1-1 1 0 0,6-9-1 0 0,2-8 28 0 0,-1 0-1 0 0,-1-1 1 0 0,11-42 0 0 0,-19 62-33 0 0,34-160 1663 0 0,-35 161-1594 0 0,-1 7-127 0 0,0 6 31 0 0,0 0-1 0 0,1 0 1 0 0,0 1-1 0 0,1-1 1 0 0,0 0-1 0 0,0 0 0 0 0,1 0 1 0 0,1-1-1 0 0,0 1 1 0 0,0 0-1 0 0,1-1 1 0 0,1 0-1 0 0,-1 0 1 0 0,2 0-1 0 0,7 10 1 0 0,0-1-110 0 0,1-1 0 0 0,0-1 0 0 0,1 0 0 0 0,1-1 0 0 0,1-1 0 0 0,32 22 0 0 0,-47-35-94 0 0,1 0-1 0 0,0-1 1 0 0,0 0-1 0 0,-1 0 1 0 0,1 0 0 0 0,0 0-1 0 0,0 0 1 0 0,0 0-1 0 0,0-1 1 0 0,0 0 0 0 0,0 1-1 0 0,1-1 1 0 0,-1 0-1 0 0,0-1 1 0 0,0 1 0 0 0,0 0-1 0 0,0-1 1 0 0,4-1-1 0 0,7-5-1681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31 5200 0 0,'-7'-14'-50'0'0,"10"41"-10"0"0,10 49-44 0 0,38 89-4 0 0,-26-88 153 0 0,-21-63-495 0 0,2 6 2824 0 0,-15-34-696 0 0,-1-8-1618 0 0,1 0-1 0 0,0 0 1 0 0,2-1-1 0 0,0 0 1 0 0,2 0-1 0 0,0-1 1 0 0,2 1-1 0 0,1-1 1 0 0,0 0-1 0 0,3-25 1 0 0,-1 44-95 0 0,1 0 1 0 0,0-1 0 0 0,0 1 0 0 0,1 0 0 0 0,-1 0 0 0 0,1 0 0 0 0,0 0-1 0 0,1 0 1 0 0,-1 0 0 0 0,1 0 0 0 0,0 1 0 0 0,0-1 0 0 0,7-7 0 0 0,-7 9-11 0 0,0 1 0 0 0,0-1 1 0 0,0 1-1 0 0,0 0 0 0 0,1 0 0 0 0,-1 0 1 0 0,1 1-1 0 0,-1-1 0 0 0,1 1 1 0 0,-1-1-1 0 0,1 1 0 0 0,0 1 0 0 0,0-1 1 0 0,0 0-1 0 0,-1 1 0 0 0,1 0 0 0 0,0 0 1 0 0,7 0-1 0 0,-7 1 22 0 0,0 0 0 0 0,-1 0-1 0 0,1 1 1 0 0,-1-1 0 0 0,1 1 0 0 0,-1 0 0 0 0,0 0-1 0 0,1 0 1 0 0,-1 0 0 0 0,0 0 0 0 0,0 1 0 0 0,-1-1-1 0 0,1 1 1 0 0,0 0 0 0 0,-1 0 0 0 0,0 0 0 0 0,0 0-1 0 0,3 5 1 0 0,3 6-50 0 0,-1 0 1 0 0,10 26-1 0 0,5 44-52 0 0,-17-61 1 0 0,1-1-1 0 0,12 30 0 0 0,-10-44-143 0 0,23-29-4302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0 419 4860 0 0,'14'-14'83'0'0,"-1"-1"0"0"0,-1 0-1 0 0,-1-1 1 0 0,0 0-1 0 0,9-19 1 0 0,-18 27-13 0 0,1-1-1 0 0,-2 1 1 0 0,1-1 0 0 0,-1 1 0 0 0,0-1 0 0 0,-1 0-1 0 0,0 1 1 0 0,0-1 0 0 0,-3-12 0 0 0,-22-79 1509 0 0,15 66-777 0 0,-9-38 928 0 0,18 70-1673 0 0,1 2-77 0 0,0 0 0 0 0,0 0 0 0 0,0 0-1 0 0,0 0 1 0 0,0 1 0 0 0,0-1 0 0 0,-1 0 0 0 0,1 0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0,0 0 0 0 0,-1 0 0 0 0,1-1 0 0 0,0 1-1 0 0,0 0 1 0 0,0 0 0 0 0,0 0 0 0 0,0 0 0 0 0,0 0 0 0 0,0 0 0 0 0,0 0 0 0 0,0-1 0 0 0,-1 1 0 0 0,1 0 0 0 0,0 0 0 0 0,1 41-103 0 0,2 0 0 0 0,2-1 0 0 0,2 1 0 0 0,15 53 0 0 0,-9-39 65 0 0,18 64 16 0 0,54 126-1 0 0,-82-235 50 0 0,-1 0 1228 0 0,-14-27-962 0 0,-16-34-337 0 0,21 31-11 0 0,0-1-1 0 0,1 0 1 0 0,1 0 0 0 0,1-1 0 0 0,0 1 0 0 0,2-1-1 0 0,1 0 1 0 0,1 0 0 0 0,0 1 0 0 0,2-1 0 0 0,0 0-1 0 0,2 1 1 0 0,0-1 0 0 0,9-26 0 0 0,-9 41 21 0 0,-1 1 1 0 0,1-1-1 0 0,0 0 1 0 0,1 1-1 0 0,-1 0 1 0 0,1 0-1 0 0,0 0 1 0 0,1 1 0 0 0,-1 0-1 0 0,1 0 1 0 0,0 0-1 0 0,1 0 1 0 0,-1 1-1 0 0,1 0 1 0 0,12-5-1 0 0,-14 7 17 0 0,1 0-1 0 0,0 0 1 0 0,0 0-1 0 0,0 0 0 0 0,0 1 1 0 0,1 0-1 0 0,-1 1 1 0 0,0-1-1 0 0,1 1 1 0 0,-1 0-1 0 0,0 1 0 0 0,0-1 1 0 0,1 1-1 0 0,-1 1 1 0 0,0-1-1 0 0,0 1 1 0 0,0 0-1 0 0,0 0 1 0 0,9 6-1 0 0,-13-7 30 0 0,-1-1 1 0 0,1 1-1 0 0,0 1 0 0 0,0-1 1 0 0,-1 0-1 0 0,1 0 1 0 0,-1 1-1 0 0,1-1 0 0 0,-1 1 1 0 0,1-1-1 0 0,-1 1 0 0 0,0-1 1 0 0,0 1-1 0 0,0 0 0 0 0,0 0 1 0 0,0-1-1 0 0,0 1 1 0 0,0 0-1 0 0,-1 0 0 0 0,1 0 1 0 0,-1 0-1 0 0,1 0 0 0 0,-1 3 1 0 0,0-2 3 0 0,-1-1 0 0 0,1 1-1 0 0,-1 0 1 0 0,0 0 0 0 0,0-1 0 0 0,0 1 0 0 0,-1 0 0 0 0,1-1 0 0 0,0 1-1 0 0,-1-1 1 0 0,0 1 0 0 0,0-1 0 0 0,1 0 0 0 0,-4 3 0 0 0,-9 7 1 0 0,0-1 0 0 0,0 0 0 0 0,-1-1 0 0 0,-17 9 0 0 0,27-16-3 0 0,-139 79-183 0 0,143-81 150 0 0,1 0 4 0 0,1 0 33 0 0,-1 0 1 0 0,1 0-1 0 0,0 0 0 0 0,-1 0 0 0 0,1 0 0 0 0,0 0 0 0 0,0 0 0 0 0,-1-1 0 0 0,1 1 0 0 0,0 0 0 0 0,0-1 0 0 0,0 1 0 0 0,0 0 1 0 0,0-1-1 0 0,0 1 0 0 0,0-1 0 0 0,0 0 0 0 0,0 1 0 0 0,0-1 0 0 0,0 0 0 0 0,0 1 0 0 0,2-1 0 0 0,32 8-30 0 0,-28-7 22 0 0,55 12-53 0 0,43 8-13 0 0,179 61 0 0 0,-281-81 61 0 0,1 0 0 0 0,-1 1 1 0 0,0-1-1 0 0,1 1 0 0 0,-1 0 0 0 0,0-1 1 0 0,0 2-1 0 0,0-1 0 0 0,0 0 0 0 0,0 1 1 0 0,-1-1-1 0 0,1 1 0 0 0,-1 0 0 0 0,0-1 1 0 0,4 6-1 0 0,-7-6-201 0 0,0 0 0 0 0,0 0 1 0 0,0-1-1 0 0,0 1 0 0 0,0-1 0 0 0,0 1 1 0 0,0 0-1 0 0,-1-1 0 0 0,1 0 1 0 0,0 1-1 0 0,-1-1 0 0 0,1 0 0 0 0,-4 2 1 0 0,-5 3-1001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49 4396 0 0,'-3'-20'13'0'0,"-1"-8"1279"0"0,4 45-874 0 0,5 29-424 0 0,3 0 1 0 0,1 0-1 0 0,22 59 0 0 0,-10-33 29 0 0,-15-52-247 0 0,8 36 654 0 0,-10-19-3393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99 4748 0 0,'-19'3'1393'0'0,"398"-70"-1158"0"0,-255 52-163 0 0,144 0-1 0 0,-209 11-1905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5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315 66 4288 0 0,'0'0'-190'0'0,"-6"-33"3183"0"0,1 31-2910 0 0,1 0 0 0 0,-1 0 0 0 0,1 0 0 0 0,-1 0 1 0 0,0 0-1 0 0,0 1 0 0 0,0 0 0 0 0,-8-1 0 0 0,10 2-51 0 0,-1 0-8 0 0,-6 0-28 0 0,1 1 1 0 0,-1 0-1 0 0,1 1 0 0 0,0-1 1 0 0,0 2-1 0 0,0-1 1 0 0,0 2-1 0 0,0-1 0 0 0,0 1 1 0 0,1 0-1 0 0,0 1 1 0 0,0 0-1 0 0,0 0 0 0 0,0 1 1 0 0,1 0-1 0 0,0 0 1 0 0,0 0-1 0 0,1 1 1 0 0,-1 0-1 0 0,-6 12 0 0 0,4-7-23 0 0,1 0 0 0 0,0 1-1 0 0,1 0 1 0 0,0 0-1 0 0,1 1 1 0 0,0 0 0 0 0,2 0-1 0 0,-1 1 1 0 0,2-1 0 0 0,0 1-1 0 0,0 0 1 0 0,2 0-1 0 0,0-1 1 0 0,0 1 0 0 0,2 0-1 0 0,0 0 1 0 0,0 0-1 0 0,1 0 1 0 0,1 0 0 0 0,1-1-1 0 0,0 1 1 0 0,1-1 0 0 0,0 0-1 0 0,1 0 1 0 0,1-1-1 0 0,0 0 1 0 0,13 19 0 0 0,-10-22 14 0 0,-1-1 0 0 0,1 0 1 0 0,1-1-1 0 0,-1 0 0 0 0,2-1 1 0 0,-1 0-1 0 0,1-1 1 0 0,0 0-1 0 0,0-1 0 0 0,0 0 1 0 0,1 0-1 0 0,0-2 0 0 0,0 0 1 0 0,0 0-1 0 0,0-1 0 0 0,23 0 1 0 0,9 0 19 0 0,0-3 0 0 0,-1-1 0 0 0,74-14 0 0 0,-90 11 43 0 0,1-2 1 0 0,-2 0-1 0 0,1-2 1 0 0,-1-1-1 0 0,-1-1 0 0 0,1-1 1 0 0,-2-2-1 0 0,24-16 1 0 0,-40 24 28 0 0,0 0 1 0 0,0-1 0 0 0,-1 0-1 0 0,0 0 1 0 0,-1-1 0 0 0,1 0-1 0 0,-2-1 1 0 0,1 1 0 0 0,-1-1-1 0 0,0-1 1 0 0,-1 1 0 0 0,0-1-1 0 0,-1 0 1 0 0,0 0 0 0 0,0 0-1 0 0,-1 0 1 0 0,0-1 0 0 0,-1 1-1 0 0,0-1 1 0 0,-1 0 0 0 0,0 0-1 0 0,-1 0 1 0 0,0 1 0 0 0,-3-17 0 0 0,2 19-66 0 0,-1-1 0 0 0,0 1 1 0 0,-1 0-1 0 0,1 0 0 0 0,-2 0 1 0 0,1 0-1 0 0,-1 1 1 0 0,0-1-1 0 0,-1 1 0 0 0,0 0 1 0 0,0 0-1 0 0,-8-8 0 0 0,3 5 33 0 0,-1 1 0 0 0,0 0 0 0 0,0 0 0 0 0,-1 1 0 0 0,0 1-1 0 0,-23-10 1 0 0,-7 1 66 0 0,0 1 0 0 0,-1 3-1 0 0,-71-12 1 0 0,87 20-525 0 0,-1 0-1 0 0,0 2 1 0 0,0 1 0 0 0,-53 4-1 0 0,76 4-693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 64 5128 0 0,'-71'-64'2644'0'0,"83"81"-2504"0"0,25 19-174 0 0,3-1 0 0 0,76 51 0 0 0,8 6 17 0 0,1 9-1033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46 115 4972 0 0,'0'0'-226'0'0,"-26"-34"-316"0"0,8-11 3461 0 0,18 49-3041 0 0,-1 5 115 0 0,1 0 1 0 0,0 0-1 0 0,1 0 1 0 0,0-1-1 0 0,0 1 1 0 0,1 0 0 0 0,0-1-1 0 0,1 1 1 0 0,-1-1-1 0 0,2 1 1 0 0,-1-1-1 0 0,1 0 1 0 0,0-1-1 0 0,1 1 1 0 0,0-1 0 0 0,0 0-1 0 0,1 0 1 0 0,0 0-1 0 0,0-1 1 0 0,0 0-1 0 0,1 0 1 0 0,0 0-1 0 0,0-1 1 0 0,0 0 0 0 0,1 0-1 0 0,0-1 1 0 0,0 0-1 0 0,0-1 1 0 0,0 0-1 0 0,1 0 1 0 0,-1 0-1 0 0,1-1 1 0 0,-1-1 0 0 0,1 1-1 0 0,17-1 1 0 0,-24-1 12 0 0,1 0 1 0 0,0-1-1 0 0,0 1 0 0 0,-1-1 1 0 0,1 0-1 0 0,0 0 1 0 0,-1 0-1 0 0,1 0 1 0 0,-1 0-1 0 0,1-1 1 0 0,-1 1-1 0 0,0-1 1 0 0,0 0-1 0 0,1 1 1 0 0,-1-1-1 0 0,0 0 1 0 0,-1 0-1 0 0,1 0 0 0 0,0-1 1 0 0,0 1-1 0 0,-1 0 1 0 0,0-1-1 0 0,1 1 1 0 0,1-5-1 0 0,2-6 18 0 0,-1 1 1 0 0,0-1-1 0 0,4-21 0 0 0,-7 27-14 0 0,5-23 219 0 0,-2-1 1 0 0,0-46 0 0 0,-4 88-278 0 0,1-1 1 0 0,0 1-1 0 0,0 0 0 0 0,2 0 1 0 0,-1-1-1 0 0,1 1 0 0 0,1-1 0 0 0,8 18 1 0 0,-5-19-46 0 0,-1 0 0 0 0,2-1 0 0 0,-1 0 0 0 0,1 0 0 0 0,1-1 0 0 0,-1 0 0 0 0,1 0 1 0 0,1-1-1 0 0,-1 0 0 0 0,1-1 0 0 0,0 0 0 0 0,0 0 0 0 0,0-1 0 0 0,1-1 0 0 0,14 4 1 0 0,-22-7-121 0 0,0 1 0 0 0,0-1 0 0 0,0 0 0 0 0,1 0 0 0 0,-1-1 0 0 0,0 1 0 0 0,0-1 0 0 0,0 1 0 0 0,0-1 0 0 0,3-1 0 0 0,3-1-489 0 0,10-2-208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93 154 3528 0 0,'0'0'-153'0'0,"31"-8"-102"0"0,-26 5 356 0 0,-1 1 0 0 0,0-1 0 0 0,0 0 0 0 0,-1 0 0 0 0,1 0 0 0 0,-1 0 0 0 0,1 0 0 0 0,-1-1 0 0 0,0 0 0 0 0,0 0 0 0 0,-1 0 0 0 0,1 0 0 0 0,-1 0 0 0 0,0 0 0 0 0,0-1 1 0 0,0 1-1 0 0,-1-1 0 0 0,1 1 0 0 0,-1-1 0 0 0,0 0 0 0 0,0 1 0 0 0,-1-1 0 0 0,0 0 0 0 0,1 0 0 0 0,-2 0 0 0 0,1 1 0 0 0,-2-10 0 0 0,1 12-71 0 0,-1 0 0 0 0,1 0 0 0 0,0 1 1 0 0,-1-1-1 0 0,0 1 0 0 0,1-1 0 0 0,-1 1 0 0 0,0-1 0 0 0,0 1 0 0 0,1 0 0 0 0,-1 0 0 0 0,0 0 0 0 0,0 0 0 0 0,-1 0 0 0 0,1 0 1 0 0,0 1-1 0 0,0-1 0 0 0,0 1 0 0 0,0-1 0 0 0,-1 1 0 0 0,-1 0 0 0 0,3 0-18 0 0,-2-1 23 0 0,-1 3-13 0 0,-4 2-25 0 0,-1 1 0 0 0,1 0 0 0 0,0 0 0 0 0,0 0 0 0 0,1 1 0 0 0,-1 1 0 0 0,1-1 0 0 0,1 1 0 0 0,-1 1 0 0 0,1-1 0 0 0,1 1 0 0 0,-1 0 0 0 0,1 0 0 0 0,1 0 0 0 0,-1 1 0 0 0,1 0 0 0 0,1 0 0 0 0,0 0 0 0 0,0 0 0 0 0,-2 16 0 0 0,3-17-7 0 0,1-1 0 0 0,0 1-1 0 0,1 0 1 0 0,0-1 0 0 0,0 1-1 0 0,1 0 1 0 0,-1-1-1 0 0,2 1 1 0 0,-1-1 0 0 0,1 1-1 0 0,0-1 1 0 0,4 8 0 0 0,-4-10 1 0 0,1 0 1 0 0,0-1 0 0 0,0 1 0 0 0,0 0 0 0 0,1-1-1 0 0,0 0 1 0 0,0 0 0 0 0,0 0 0 0 0,0 0 0 0 0,0-1 0 0 0,1 0-1 0 0,0 0 1 0 0,-1 0 0 0 0,1 0 0 0 0,0-1 0 0 0,0 0-1 0 0,11 4 1 0 0,-9-5-206 0 0,-1 0 0 0 0,0 0-1 0 0,1 0 1 0 0,-1-1-1 0 0,0 0 1 0 0,1 0 0 0 0,-1 0-1 0 0,1-1 1 0 0,-1 0 0 0 0,0 0-1 0 0,0-1 1 0 0,1 0 0 0 0,-1 0-1 0 0,0 0 1 0 0,7-4 0 0 0,8-6-836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 34 4032 0 0,'0'-1'6'0'0,"1"0"0"0"0,-1 0 0 0 0,0 1 0 0 0,1-1 0 0 0,-1 0 0 0 0,0 0-1 0 0,0 0 1 0 0,1 0 0 0 0,-1 0 0 0 0,0 1 0 0 0,0-1 0 0 0,0 0 0 0 0,0 0 0 0 0,0 0-1 0 0,0 0 1 0 0,0 0 0 0 0,-1 0 0 0 0,1 0 0 0 0,0 1 0 0 0,0-1 0 0 0,-1 0 0 0 0,1 0-1 0 0,0 0 1 0 0,-1 0 0 0 0,1 1 0 0 0,-1-1 0 0 0,1 0 0 0 0,-1 0 0 0 0,1 1-1 0 0,-1-1 1 0 0,0 1 0 0 0,1-1 0 0 0,-1 0 0 0 0,0 1 0 0 0,0-1 0 0 0,1 1 0 0 0,-1-1-1 0 0,0 1 1 0 0,0 0 0 0 0,0-1 0 0 0,1 1 0 0 0,-1 0 0 0 0,0 0 0 0 0,0-1 0 0 0,-2 1-1 0 0,1 0 29 0 0,-3 0-12 0 0,3 0-14 0 0,-4-1-6 0 0,1 1 1 0 0,-1 0 0 0 0,0 0-1 0 0,0 0 1 0 0,0 1 0 0 0,0 0-1 0 0,0 0 1 0 0,1 0 0 0 0,-1 1-1 0 0,0 0 1 0 0,1 0 0 0 0,0 1-1 0 0,-1-1 1 0 0,-5 5 0 0 0,10-6-4 0 0,1 0-1 0 0,-1 0 1 0 0,0 0 0 0 0,1 0 0 0 0,-1 0-1 0 0,0 0 1 0 0,1 0 0 0 0,0 1 0 0 0,-1-1-1 0 0,1 0 1 0 0,0 0 0 0 0,-1 1 0 0 0,1-1 0 0 0,0 0-1 0 0,0 0 1 0 0,0 1 0 0 0,0-1 0 0 0,0 0-1 0 0,0 0 1 0 0,1 1 0 0 0,-1-1 0 0 0,0 0-1 0 0,1 0 1 0 0,-1 1 0 0 0,1-1 0 0 0,-1 0 0 0 0,1 0-1 0 0,-1 0 1 0 0,1 0 0 0 0,0 0 0 0 0,0 0-1 0 0,0 1 1 0 0,31 32-1 0 0,-7-16 0 0 0,2-1 0 0 0,36 17-1 0 0,-34-19-12 0 0,0 2 0 0 0,28 20-1 0 0,-56-36 24 0 0,1 0-1 0 0,-1 0 0 0 0,1 0 0 0 0,-1 0 0 0 0,1 0 0 0 0,-1 1 1 0 0,0-1-1 0 0,1 1 0 0 0,-1-1 0 0 0,0 1 0 0 0,0-1 0 0 0,0 1 1 0 0,0-1-1 0 0,0 1 0 0 0,0 0 0 0 0,-1 0 0 0 0,1-1 0 0 0,-1 1 0 0 0,1 0 1 0 0,-1 0-1 0 0,0 0 0 0 0,1 0 0 0 0,-1 0 0 0 0,0 0 0 0 0,0-1 1 0 0,-1 4-1 0 0,0-3 20 0 0,0 0-1 0 0,0 1 1 0 0,-1-1 0 0 0,1 0 0 0 0,-1 0 0 0 0,0 0-1 0 0,1 0 1 0 0,-1 0 0 0 0,0 0 0 0 0,0 0 0 0 0,0-1-1 0 0,0 1 1 0 0,-1-1 0 0 0,1 1 0 0 0,0-1 0 0 0,-1 0 0 0 0,1 0-1 0 0,-4 1 1 0 0,-9 3 162 0 0,1-1 0 0 0,-1-1 0 0 0,-1 0 0 0 0,1-1-1 0 0,0-1 1 0 0,0 0 0 0 0,-1-1 0 0 0,1-1 0 0 0,-1 0 0 0 0,1-1-1 0 0,-22-5 1 0 0,35 7-260 0 0,1 0-1 0 0,-1-1 0 0 0,1 1 1 0 0,0 0-1 0 0,-1-1 0 0 0,1 1 1 0 0,0 0-1 0 0,-1-1 0 0 0,1 0 1 0 0,0 1-1 0 0,-1-1 0 0 0,1 0 1 0 0,0 1-1 0 0,0-1 0 0 0,0 0 1 0 0,0 0-1 0 0,0 0 0 0 0,0 0 1 0 0,0 0-1 0 0,0 0 0 0 0,0-1 1 0 0,0 1-1 0 0,1 0 0 0 0,-1 0 1 0 0,0-1-1 0 0,1 1 0 0 0,-1 0 1 0 0,1-1-1 0 0,-1 1 1 0 0,1 0-1 0 0,0-1 0 0 0,0 1 1 0 0,-1-1-1 0 0,1 1 0 0 0,0 0 1 0 0,0-1-1 0 0,0 1 0 0 0,1-1 1 0 0,-1 1-1 0 0,0-1 0 0 0,1 1 1 0 0,-1 0-1 0 0,0-1 0 0 0,1 1 1 0 0,0 0-1 0 0,-1-1 0 0 0,1 1 1 0 0,0 0-1 0 0,-1 0 0 0 0,1 0 1 0 0,0 0-1 0 0,0 0 0 0 0,2-2 1 0 0,5-6-1483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82 4548 0 0,'-8'-81'3565'0'0,"10"104"-3221"0"0,11 38-392 0 0,33 92 0 0 0,-29-102 51 0 0,-2 0 0 0 0,13 81 1 0 0,-24-95 2 0 0,11 132 221 0 0,-15-167-262 0 0,3 3-637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80 5096 0 0,'0'0'-251'0'0,"-4"-4"-614"0"0,4 3 854 0 0,0 1 0 0 0,0 0 0 0 0,0 0-1 0 0,0-1 1 0 0,0 1 0 0 0,0 0 0 0 0,0 0 0 0 0,0 0 0 0 0,0-1 0 0 0,0 1 0 0 0,0 0 0 0 0,0 0 0 0 0,0-1 0 0 0,0 1 0 0 0,1 0 0 0 0,-1 0 0 0 0,0 0 0 0 0,0-1 0 0 0,0 1 0 0 0,0 0 0 0 0,0 0 0 0 0,1 0 0 0 0,-1 0 0 0 0,0-1 0 0 0,27-11-260 0 0,1 1 0 0 0,0 1 0 0 0,1 1 0 0 0,0 1 0 0 0,0 2 0 0 0,1 1 0 0 0,31-1 0 0 0,-43 4-281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2496 0 0,'0'0'470'0'0,"3"23"85"0"0,3 13-543 0 0,1 0 0 0 0,14 40 0 0 0,8 42-78 0 0,-27-102-1584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56 3556 0 0,'-38'-47'3367'0'0,"35"45"-3123"0"0,3 2-273 0 0,-1-1-1 0 0,1 1 0 0 0,0 0 1 0 0,0-1-1 0 0,0 1 1 0 0,-1 0-1 0 0,1-1 0 0 0,0 1 1 0 0,-1 0-1 0 0,1-1 1 0 0,0 1-1 0 0,-1 0 0 0 0,1 0 1 0 0,0-1-1 0 0,-1 1 1 0 0,1 0-1 0 0,0 0 0 0 0,-1 0 1 0 0,1-1-1 0 0,-1 1 1 0 0,1 0-1 0 0,0 0 0 0 0,-1 0 1 0 0,1 0-1 0 0,-1 0 1 0 0,1 0-1 0 0,0 0 0 0 0,-1 0 1 0 0,1 0-1 0 0,-1 0 1 0 0,1 0-1 0 0,-1 0 0 0 0,1 0 1 0 0,-1 1-1 0 0,0-1-230 0 0,-1 0 118 0 0,1 0 0 0 0,-1 0 0 0 0,1 1 0 0 0,0-1 0 0 0,-1 1 0 0 0,1-1 0 0 0,0 1 0 0 0,-1-1 0 0 0,1 1 0 0 0,0 0 0 0 0,0-1 0 0 0,0 1 1 0 0,0 0-1 0 0,-1 0 0 0 0,1 0 0 0 0,-1 1 0 0 0,-2 7-1460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154 168 4668 0 0,'0'0'-102'0'0,"1"0"109"0"0,-1 0 0 0 0,0 0-1 0 0,0 0 1 0 0,0-1 0 0 0,0 1 0 0 0,1 0 0 0 0,-1 0 0 0 0,0 0 0 0 0,0 0 0 0 0,0-1 0 0 0,0 1-1 0 0,0 0 1 0 0,0 0 0 0 0,0 0 0 0 0,0 0 0 0 0,0-1 0 0 0,1 1 0 0 0,-1 0 0 0 0,0 0 0 0 0,0 0 0 0 0,0-1-1 0 0,0 1 1 0 0,0 0 0 0 0,0 0 0 0 0,0-1 0 0 0,0 1 0 0 0,0 0 0 0 0,-1 0 0 0 0,1 0 0 0 0,0-1-1 0 0,0 1 1 0 0,0 0 0 0 0,0 0 0 0 0,0 0 0 0 0,0 0 0 0 0,0-1 0 0 0,0 1 0 0 0,0 0 0 0 0,-1 0 0 0 0,1 0-1 0 0,0 0 1 0 0,0-1 0 0 0,0 1 0 0 0,0 0 0 0 0,-1 0 0 0 0,1 0 0 0 0,-4 0-10 0 0,0 0 0 0 0,-1 0 0 0 0,1 0 0 0 0,0 1 0 0 0,0 0-1 0 0,0 0 1 0 0,0 0 0 0 0,0 0 0 0 0,0 0 0 0 0,0 1 0 0 0,0 0 0 0 0,1 0 0 0 0,-1 0 0 0 0,0 0 0 0 0,1 1 0 0 0,0-1 0 0 0,-1 1 0 0 0,1 0 0 0 0,0 0 0 0 0,1 0 0 0 0,-1 0 0 0 0,-2 4 0 0 0,-5 5-20 0 0,1 0 1 0 0,0 1-1 0 0,1 0 0 0 0,0 0 1 0 0,-7 18-1 0 0,13-25 14 0 0,0 0 0 0 0,1 1 0 0 0,-1-1 0 0 0,1 1 0 0 0,1-1 0 0 0,-1 1 0 0 0,1 0 0 0 0,0-1 0 0 0,1 1 0 0 0,0-1 0 0 0,0 1 0 0 0,0-1 0 0 0,0 1 0 0 0,1-1 0 0 0,0 0 0 0 0,1 0-1 0 0,0 0 1 0 0,-1 0 0 0 0,8 10 0 0 0,-8-12 22 0 0,1 0-1 0 0,0-1 0 0 0,0 1 0 0 0,0-1 1 0 0,0 0-1 0 0,0 0 0 0 0,1 0 1 0 0,-1 0-1 0 0,1-1 0 0 0,0 1 0 0 0,0-1 1 0 0,0 0-1 0 0,0 0 0 0 0,0 0 1 0 0,0-1-1 0 0,0 0 0 0 0,1 1 0 0 0,-1-1 1 0 0,0-1-1 0 0,1 1 0 0 0,-1-1 1 0 0,1 0-1 0 0,-1 0 0 0 0,1 0 0 0 0,-1 0 1 0 0,1-1-1 0 0,-1 1 0 0 0,1-1 1 0 0,7-3-1 0 0,-7 1 5 0 0,0 1 0 0 0,0-1 1 0 0,0 0-1 0 0,-1 0 0 0 0,1-1 1 0 0,-1 1-1 0 0,0-1 0 0 0,0 0 1 0 0,0 0-1 0 0,0-1 0 0 0,-1 1 1 0 0,0-1-1 0 0,1 0 0 0 0,-2 1 1 0 0,1-1-1 0 0,-1-1 0 0 0,1 1 1 0 0,-1 0-1 0 0,-1 0 0 0 0,1-1 1 0 0,-1 1-1 0 0,0-1 0 0 0,0 0 1 0 0,0-9-1 0 0,-1 7 1 0 0,1 1 0 0 0,-1-1 0 0 0,-1 1 0 0 0,0-1-1 0 0,0 0 1 0 0,0 1 0 0 0,-1-1 0 0 0,0 1 0 0 0,0 0 0 0 0,-1-1 0 0 0,0 1 0 0 0,0 0 0 0 0,0 1 0 0 0,-1-1-1 0 0,0 1 1 0 0,-1-1 0 0 0,-9-10 0 0 0,-6 4 52 0 0,-1 0 0 0 0,0 1 0 0 0,-40-16 0 0 0,46 21-6 0 0,13 6-32 0 0,1 1-33 0 0,0 0 0 0 0,-1-1 0 0 0,1 1 0 0 0,0 0-1 0 0,0-1 1 0 0,0 1 0 0 0,0-1 0 0 0,0 0 0 0 0,0 1 0 0 0,0-1 0 0 0,0 0-1 0 0,0 0 1 0 0,0 0 0 0 0,0 0 0 0 0,0 0 0 0 0,0 0 0 0 0,-1-2 0 0 0,28-4-58 0 0,0 1 1 0 0,1 2-1 0 0,48-4 1 0 0,90 7-39 0 0,-97 2 308 0 0,-65-1-22 0 0,-2 0-164 0 0,1 0 43 0 0,0-1 0 0 0,0 1 0 0 0,0 0 0 0 0,0 0 0 0 0,0 0 0 0 0,-1 0 0 0 0,1 1 0 0 0,0-1-1 0 0,0 0 1 0 0,0 1 0 0 0,0 0 0 0 0,0-1 0 0 0,1 2 0 0 0,-2 0-65 0 0,0 0-1 0 0,0-1 1 0 0,-1 1 0 0 0,1 0 0 0 0,-1 0 0 0 0,0 0-1 0 0,1 0 1 0 0,-1 0 0 0 0,0 0 0 0 0,0 0-1 0 0,0 0 1 0 0,-1 4 0 0 0,1 1-47 0 0,2 8 16 0 0,1 0-1 0 0,0 0 1 0 0,1 0 0 0 0,0 0 0 0 0,1-1 0 0 0,1 1-1 0 0,12 21 1 0 0,8 22 46 0 0,-20-33 576 0 0,-7-25-572 0 0,1 0 0 0 0,0 1 0 0 0,0-1 0 0 0,0 0 0 0 0,0 0 0 0 0,0 0 0 0 0,-1 0 0 0 0,1 0 0 0 0,0 0 0 0 0,0 1 0 0 0,0-1 0 0 0,0 0 0 0 0,-1 0 0 0 0,1 0 0 0 0,0 0 0 0 0,0 0 0 0 0,0 0 0 0 0,-1 0 0 0 0,1 0 0 0 0,0 0 0 0 0,0 0 0 0 0,0 0 0 0 0,-1 0 0 0 0,1 0 0 0 0,0 0 1 0 0,0 0-1 0 0,0 0 0 0 0,-1 0 0 0 0,1 0 0 0 0,0 0 0 0 0,0-1 0 0 0,0 1 0 0 0,-1 0 0 0 0,1 0 0 0 0,0 0 0 0 0,0 0 0 0 0,0 0 0 0 0,0 0 0 0 0,0 0 0 0 0,-1-1 0 0 0,1 1 0 0 0,0 0 0 0 0,0 0 0 0 0,0 0 0 0 0,0 0 0 0 0,0-1 0 0 0,0 1 0 0 0,0 0 0 0 0,0 0 0 0 0,-1-1 0 0 0,-1-2 69 0 0,-1 0 0 0 0,1 0 0 0 0,0 0 0 0 0,0 0-1 0 0,0-1 1 0 0,0 1 0 0 0,1-1 0 0 0,0 1 0 0 0,-1-1-1 0 0,0-6 1 0 0,1-4-31 0 0,1 1 0 0 0,0-1-1 0 0,1 1 1 0 0,0-1-1 0 0,1 1 1 0 0,1-1 0 0 0,0 1-1 0 0,1 0 1 0 0,1 0 0 0 0,6-14-1 0 0,-5 12-47 0 0,2 1-1 0 0,0 0 0 0 0,0 0 0 0 0,1 0 0 0 0,1 1 0 0 0,0 1 0 0 0,1 0 0 0 0,16-15 0 0 0,-23 24-33 0 0,0 0-1 0 0,-1 0 1 0 0,1 1-1 0 0,0 0 0 0 0,0 0 1 0 0,0 0-1 0 0,0 0 1 0 0,1 1-1 0 0,-1-1 1 0 0,0 1-1 0 0,1 0 1 0 0,-1 0-1 0 0,1 1 0 0 0,-1-1 1 0 0,1 1-1 0 0,-1 0 1 0 0,7 1-1 0 0,-3 1 21 0 0,0-1 1 0 0,-1 2-1 0 0,1-1 0 0 0,-1 1 0 0 0,1 0 0 0 0,-1 1 1 0 0,0-1-1 0 0,0 2 0 0 0,8 5 0 0 0,3 5-313 0 0,0 1 0 0 0,0 1-1 0 0,-2 1 1 0 0,0 0-1 0 0,21 34 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2723 123 5324 0 0,'0'0'-208'0'0,"-43"-10"424"0"0,-155-29 0 0 0,-151-24 371 0 0,224 53-399 0 0,-152 9 1 0 0,125 3-85 0 0,-117 6 119 0 0,-74 26-123 0 0,307-29-112 0 0,0 2 0 0 0,1 0 1 0 0,0 3-1 0 0,0 1 1 0 0,1 1-1 0 0,1 2 0 0 0,0 1 1 0 0,1 2-1 0 0,-31 21 1 0 0,63-37 10 0 0,-65 45-87 0 0,-92 85 1 0 0,123-99 67 0 0,2 2 1 0 0,1 1-1 0 0,2 2 1 0 0,1 1-1 0 0,2 1 1 0 0,1 1-1 0 0,3 1 1 0 0,-29 70-1 0 0,24-30-26 0 0,-20 104 0 0 0,39-140 22 0 0,2-1-1 0 0,1 2 1 0 0,3-1 0 0 0,4 51-1 0 0,18 103-13 0 0,23 55-63 0 0,-33-209 65 0 0,2-1 0 0 0,3-1 0 0 0,31 68 0 0 0,-15-54 3 0 0,60 86 0 0 0,-56-96 12 0 0,2-2 1 0 0,2-1 0 0 0,2-2 0 0 0,47 36 0 0 0,-58-55 28 0 0,1-1 0 0 0,1-2 0 0 0,1-1 0 0 0,1-2 0 0 0,41 15 1 0 0,183 50-3 0 0,-133-54 33 0 0,196 20 0 0 0,-152-28-6 0 0,160 5 39 0 0,-228-20-45 0 0,230-3 32 0 0,-170-4 35 0 0,-104 0-102 0 0,25 2-20 0 0,327-7 53 0 0,-180 5-30 0 0,-121 3 9 0 0,745-43 36 0 0,-804 37-39 0 0,90-10 56 0 0,170-41 1 0 0,-254 43-13 0 0,-1-3 0 0 0,-1-1 1 0 0,0-3-1 0 0,-1-2 1 0 0,-2-3-1 0 0,75-47 1 0 0,-88 41 293 0 0,-1-1 0 0 0,-1-1 0 0 0,-2-2 0 0 0,-1-2 0 0 0,-2-1 0 0 0,25-41 0 0 0,-29 39 90 0 0,-2-1 0 0 0,-2-1 0 0 0,25-64 0 0 0,-42 93-288 0 0,-1-1 0 0 0,-1 1 0 0 0,0-1-1 0 0,-1 0 1 0 0,-1 0 0 0 0,0 0 0 0 0,-1 0-1 0 0,-2-27 1 0 0,-5 0 129 0 0,-19-66 1 0 0,7 35-153 0 0,9 41-71 0 0,-2 0 1 0 0,-1 1-1 0 0,-1 0 0 0 0,-29-43 1 0 0,-4-5-60 0 0,-4 2 1 0 0,-93-107 0 0 0,101 133-11 0 0,-2 2 1 0 0,-2 2 0 0 0,-3 3 0 0 0,-86-60 0 0 0,70 66-2 0 0,-1 4-1 0 0,-73-26 0 0 0,7 3 19 0 0,-43-12-3 0 0,121 45 14 0 0,-31-11-44 0 0,-91-34 24 0 0,120 47 36 0 0,6 2-32 0 0,-1 1 0 0 0,-1 3 0 0 0,0 2 0 0 0,-63-7-1 0 0,-16 8-27 0 0,36 2 55 0 0,-48-3-16 0 0,37 4-30 0 0,27 4 35 0 0,-13-5 15 0 0,-69-4-35 0 0,160 13 10 0 0,-40-4-28 0 0,27 5 23 0 0,3-2 8 0 0,6 1 3 0 0,-7 0 1 0 0,7 0 9 0 0,-7-1 5 0 0,-36-5-2 0 0,45 6-10 0 0,2 1 0 0 0,-9-2-2 0 0,8 2-5 0 0,-43-8 51 0 0,42 6 624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4:34.9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29 768 6493 0 0,'0'0'-446'0'0,"-16"2"1145"0"0,15-3-687 0 0,1 1 1 0 0,-1 0-1 0 0,1 0 0 0 0,-1 0 0 0 0,0-1 1 0 0,1 1-1 0 0,-1 0 0 0 0,1-1 1 0 0,-1 1-1 0 0,1 0 0 0 0,-1-1 0 0 0,1 1 1 0 0,-1-1-1 0 0,1 1 0 0 0,-1-1 1 0 0,1 1-1 0 0,0-1 0 0 0,-1 1 0 0 0,1-1 1 0 0,0 1-1 0 0,-1-1 0 0 0,1 0 1 0 0,0 1-1 0 0,0-1 0 0 0,-1 1 0 0 0,1-1 1 0 0,0 0-1 0 0,0 1 0 0 0,0-1 1 0 0,0 0-1 0 0,0 1 0 0 0,0-1 1 0 0,0 1-1 0 0,0-1 0 0 0,0 0 0 0 0,1 0 1 0 0,-1-1 33 0 0,55-56 156 0 0,-2 23-233 0 0,2 3 0 0 0,2 2 0 0 0,75-29-1 0 0,-58 26 35 0 0,46-23-15 0 0,-32 14-18 0 0,183-60 0 0 0,-76 34-30 0 0,25-3 79 0 0,-174 57-18 0 0,120-35 41 0 0,-117 32 31 0 0,-47 16-63 0 0,0 0-2 0 0,7-2 12 0 0,-7 2-1 0 0,13-2 198 0 0,-23-5-10 0 0,-30-4-98 0 0,-191-4-78 0 0,223 15-33 0 0,-64-1 7 0 0,66 2 4 0 0,1 0-5 0 0,-43-5-19 0 0,43 5 18 0 0,10-2-325 0 0,36-6 293 0 0,1 3 0 0 0,82-2 1 0 0,-4 2 24 0 0,-115 6 6 0 0,50-3 20 0 0,-29 3 0 0 0,15-4-76 0 0,-43 5 50 0 0,0-1 0 0 0,-1 1 0 0 0,1-1 0 0 0,-1 1-1 0 0,1-1 1 0 0,-1 0 0 0 0,0 1 0 0 0,1-1 0 0 0,-1 0-1 0 0,0 0 1 0 0,0 0 0 0 0,0 1 0 0 0,0-1 0 0 0,0 0 0 0 0,0 0-1 0 0,-2 1 1 0 0,2-1 3 0 0,-145 155-89 0 0,144-152 90 0 0,-179 187 11 0 0,180-190-12 0 0,-12 14 350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 24575,'-1'-14'0,"1"-4"0,6 28 0,1 17 0,-1 1 0,-2 0 0,0 1 0,-1 33 0,-1-22 0,8 49 0,0-16 0,-5-64-1365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611 51 24575,'-6'-5'0,"1"0"0,-1 0 0,-1 1 0,1-1 0,0 1 0,-1 1 0,0-1 0,0 1 0,0 1 0,0-1 0,-1 1 0,1 0 0,-1 1 0,1-1 0,-11 1 0,6 1 0,-1 1 0,1 0 0,-1 1 0,1 1 0,0 0 0,0 0 0,0 1 0,-19 9 0,2 3 0,1 0 0,1 2 0,0 1 0,1 2 0,1 0 0,-29 33 0,38-37 0,0 2 0,1 0 0,1 1 0,1 0 0,1 1 0,1 0 0,0 1 0,-11 36 0,18-41 0,0 0 0,1 0 0,0 0 0,2 0 0,0 0 0,1 0 0,0 1 0,2-1 0,0 0 0,1 0 0,0 0 0,11 29 0,-8-30 0,0 0 0,1 0 0,1 0 0,1-1 0,0-1 0,1 1 0,0-1 0,1-1 0,1 0 0,0 0 0,0-1 0,2-1 0,-1 0 0,1-1 0,1-1 0,0 0 0,0-1 0,1 0 0,0-1 0,0-1 0,19 5 0,-2-1 0,0-1 0,0-2 0,1-1 0,-1-1 0,56 0 0,-74-6 0,0 0 0,0 0 0,-1-2 0,1 1 0,-1-2 0,1 0 0,-1-1 0,-1 0 0,1-1 0,16-10 0,-10 2 0,0 0 0,0-2 0,-2 0 0,0-1 0,22-26 0,-29 29 0,0 0 0,-1 0 0,0 0 0,-1-2 0,-1 1 0,0-1 0,-1 0 0,-1-1 0,0 1 0,4-24 0,-4 13 0,-4 18 0,0 0 0,0 0 0,0 0 0,-1 0 0,-1 0 0,0-1 0,0 1 0,-1 0 0,-3-17 0,0 8 0,0-4 0,0 1 0,-2 0 0,-1 0 0,0 0 0,-1 1 0,-2 1 0,-20-35 0,16 36 0,-2 0 0,1 1 0,-2 0 0,0 2 0,-30-22 0,3 8 0,-63-32 0,38 36-204,51 20-957,-2-1-5665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56 325 24575,'0'-1'0,"0"0"0,0 1 0,0-1 0,0 0 0,0 0 0,0 0 0,0 1 0,0-1 0,0 0 0,0 0 0,0 1 0,-1-1 0,1 0 0,0 0 0,-1 1 0,1-1 0,0 0 0,-1 1 0,1-1 0,-1 0 0,1 1 0,-1-1 0,1 1 0,-1-1 0,1 1 0,-1-1 0,0 1 0,1-1 0,-1 1 0,0 0 0,1-1 0,-1 1 0,0 0 0,1-1 0,-1 1 0,0 0 0,0 0 0,1 0 0,-1 0 0,0 0 0,0 0 0,-1 0 0,1 0 0,-1 1 0,1-1 0,0 1 0,-1-1 0,1 1 0,0-1 0,-1 1 0,1 0 0,0 0 0,0 0 0,0 0 0,0 0 0,0 0 0,0 0 0,0 0 0,0 0 0,0 0 0,0 1 0,1-1 0,-1 0 0,0 1 0,1-1 0,-1 2 0,-2 10 0,0 0 0,1 1 0,1-1 0,0 1 0,1-1 0,2 22 0,18 81 0,-15-94 0,7 31 0,-10-46 0,-8-36 0,0 4 0,1 0 0,2 0 0,0-1 0,2 1 0,3-48 0,28-143 0,-28 205 0,0-7 0,1 0 0,1 0 0,1 0 0,8-23 0,-11 36 0,1 1 0,-1-1 0,0 1 0,1 0 0,0 0 0,0 0 0,1 0 0,-1 0 0,1 1 0,-1 0 0,1-1 0,0 1 0,0 0 0,1 1 0,-1-1 0,0 1 0,1 0 0,0 0 0,-1 0 0,1 1 0,5-1 0,-6 1 0,1 1 0,-1-1 0,0 1 0,0 1 0,0-1 0,1 0 0,-1 1 0,0 0 0,0 0 0,0 0 0,0 1 0,0-1 0,0 1 0,-1 0 0,1 0 0,0 0 0,-1 0 0,0 1 0,1 0 0,-1-1 0,0 1 0,0 0 0,-1 1 0,1-1 0,3 5 0,4 9 0,1 0 0,-2 1 0,14 36 0,-20-45 0,18 50 0,14 71 0,-32-113 0,-1-1 0,0 33 0,4 20 0,1-55-1365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73 24575,'-5'0'0,"-5"0"0,3-5 0,7 0 0,8-5 0,7 0 0,5 1 0,4 3 0,1 1 0,2-1 0,0-1 0,0 1 0,-5 2-8191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272 1 24575,'-34'0'0,"3"-1"0,-51 6 0,73-4 0,0 1 0,0 0 0,0 0 0,0 1 0,0 0 0,1 0 0,0 1 0,0 0 0,0 1 0,-9 6 0,16-10 0,-1 0 0,1 0 0,-1 0 0,1 0 0,-1 0 0,1 1 0,0-1 0,0 0 0,-1 1 0,1-1 0,0 1 0,0 0 0,1-1 0,-1 1 0,0-1 0,0 1 0,1 0 0,-1 0 0,1-1 0,0 1 0,-1 0 0,1 0 0,0 0 0,0 0 0,0 1 0,1 0 0,0-1 0,1 1 0,-1-1 0,0 0 0,1 0 0,-1 0 0,1 1 0,0-2 0,0 1 0,0 0 0,0 0 0,0 0 0,0-1 0,0 1 0,3 0 0,10 6 0,1 0 0,0-2 0,32 9 0,11 0 0,50 14 0,-99-25 0,1 0 0,0 1 0,-1 0 0,0 0 0,0 1 0,0 1 0,10 9 0,-19-16 0,0 1 0,0 0 0,0 0 0,0 0 0,0 0 0,0 0 0,0 0 0,0 0 0,0 1 0,-1-1 0,1 0 0,0 0 0,-1 1 0,1-1 0,-1 0 0,1 1 0,-1-1 0,0 0 0,0 1 0,0-1 0,1 1 0,-1-1 0,0 1 0,-1-1 0,1 0 0,0 1 0,0-1 0,-1 2 0,-1 0 0,1-1 0,-1 1 0,0-1 0,0 1 0,0-1 0,0 0 0,-1 0 0,1 0 0,0 0 0,-1 0 0,0 0 0,-3 1 0,-8 4 0,0-1 0,0-1 0,-1 0 0,-17 4 0,-4-4 0,1-1 0,0-2 0,-1-2 0,-56-5 0,90 5-52,0 0-1,0 0 1,0 0-1,0-1 1,0 1-1,1 0 1,-1-1-1,0 1 1,0-1-1,1 0 1,-1 0-1,0 0 1,1 1-1,-1-1 1,0-1-1,1 1 1,0 0-1,-1 0 1,1-1-1,0 1 0,-1 0 1,1-1-1,0 0 1,0 1-1,-1-3 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5 369 24575,'-4'-3'0,"13"-5"0,13-5 0,-4 5 0,0-1 0,-1 0 0,-1-1 0,1-1 0,-1-1 0,21-19 0,-34 27 0,1 0 0,-1 0 0,1 0 0,-1-1 0,0 1 0,-1-1 0,1 1 0,-1-1 0,0 0 0,0 0 0,-1 0 0,1 0 0,-1-1 0,0 1 0,0 0 0,-1 0 0,0-1 0,0 1 0,0 0 0,-1-1 0,1 1 0,-1 0 0,0 0 0,-1-1 0,1 1 0,-1 0 0,0 0 0,-5-8 0,2 3 0,-1-1 0,0 1 0,-1 0 0,0 1 0,-1-1 0,0 2 0,0-1 0,-16-12 0,24 21 0,-1-1 0,0 1 0,0-1 0,0 0 0,1 1 0,-1 0 0,0-1 0,0 1 0,0-1 0,0 1 0,0 0 0,0 0 0,0 0 0,0-1 0,0 1 0,0 0 0,0 0 0,0 0 0,0 1 0,0-1 0,0 0 0,0 0 0,0 0 0,0 1 0,0-1 0,0 1 0,-1 0 0,1 0 0,-1 0 0,1 1 0,0-1 0,0 1 0,0-1 0,0 1 0,0 0 0,0-1 0,0 1 0,0 0 0,1 0 0,-1-1 0,0 4 0,0 3 0,-1 0 0,1 0 0,1 0 0,0 1 0,1 12 0,32 234 0,-28-168 0,-5-65 0,1 0 0,1 0 0,6 26 0,-8-46-96,0-1 62,0-1 1,0 1 0,0-1-1,0 1 1,0 0 0,0-1-1,0 1 1,0-1-1,1 1 1,-1-1 0,0 1-1,0 0 1,0-1-1,1 1 1,-1-1 0,0 1-1,1-1 1,-1 1-1,0-1 1,1 0 0,-1 1-1,1-1 1,-1 1-1,0-1 1,1 0 0,-1 1-1,1-1 1,-1 0-1,1 1 1,-1-1 0,1 0-1,0 0 1,-1 0 0,1 0-1,-1 1 1,1-1-1,1 0 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58 24575,'0'0'0,"-1"-1"0,1 0 0,-1 1 0,1-1 0,0 0 0,-1 1 0,1-1 0,0 0 0,0 0 0,-1 1 0,1-1 0,0 0 0,0 0 0,0 1 0,0-1 0,0 0 0,0 0 0,0 1 0,0-1 0,0 0 0,0 0 0,1 1 0,-1-1 0,0 0 0,0 0 0,1 1 0,-1-1 0,1 0 0,-1 1 0,0-1 0,1 0 0,-1 1 0,1-1 0,-1 1 0,1-1 0,0 1 0,-1-1 0,1 1 0,0-1 0,-1 1 0,1 0 0,0-1 0,-1 1 0,1 0 0,0-1 0,1 1 0,35-15 0,-14 10 0,0 1 0,43 0 0,-54 3 0,0 2 0,0-1 0,0 1 0,0 1 0,0 1 0,-1-1 0,16 7 0,-25-8 0,0-1 0,0 1 0,0 0 0,0-1 0,0 1 0,-1 0 0,1 1 0,0-1 0,-1 0 0,1 0 0,-1 1 0,1-1 0,-1 1 0,0-1 0,1 1 0,-1-1 0,0 1 0,0 0 0,0 0 0,0 0 0,-1-1 0,1 1 0,0 0 0,-1 0 0,1 0 0,-1 0 0,0 0 0,0 0 0,0 0 0,0 0 0,0 0 0,0 0 0,0 0 0,0 0 0,-1 0 0,1 0 0,-1 0 0,0 0 0,0 0 0,1 0 0,-3 2 0,0 2 0,-1-2 0,1 1 0,-1 0 0,0-1 0,0 0 0,-1 1 0,1-2 0,-1 1 0,0 0 0,0-1 0,0 0 0,0 0 0,-6 2 0,-22 5 0,-1-1 0,0-1 0,0-2 0,-49 2 0,121 7 0,30 1 0,-1 3 0,94 40 0,-156-57-124,-1 0 0,1 0 0,0-1 0,0 0 0,0 1 0,0-2-1,0 1 1,0 0 0,0-1 0,9-1 0,5-2-6702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239 26 24575,'-1'-1'0,"1"0"0,-1 0 0,1 0 0,-1 0 0,1 0 0,-1 0 0,0 0 0,1 0 0,-1 0 0,0 0 0,0 0 0,0 0 0,0 1 0,0-1 0,0 0 0,0 1 0,0-1 0,0 0 0,0 1 0,0 0 0,0-1 0,0 1 0,-1-1 0,1 1 0,0 0 0,0 0 0,-2 0 0,-39-5 0,37 5 0,-4-1 0,-75 1 0,80 0 0,0 0 0,0 0 0,0 1 0,0 0 0,1 0 0,-1 0 0,0 0 0,0 1 0,0-1 0,1 1 0,-1 0 0,1 0 0,-1 0 0,1 1 0,0-1 0,0 1 0,-3 3 0,5-4 0,0-1 0,1 0 0,0 1 0,-1-1 0,1 0 0,0 1 0,0-1 0,0 0 0,0 1 0,0-1 0,0 0 0,0 1 0,0-1 0,1 1 0,-1-1 0,0 0 0,1 0 0,-1 1 0,1-1 0,-1 0 0,1 0 0,0 1 0,0-1 0,-1 0 0,1 0 0,0 0 0,0 0 0,0 0 0,0 0 0,0-1 0,0 1 0,1 0 0,-1 0 0,0-1 0,0 1 0,1-1 0,0 1 0,56 27 0,-52-26 0,114 56 0,-52-23 0,-67-35 0,1 1 0,-1-1 0,1 1 0,-1 0 0,1 0 0,-1 0 0,1 0 0,-1 0 0,0 0 0,1 0 0,-1 0 0,0 0 0,0 0 0,0 1 0,0-1 0,0 1 0,0-1 0,0 1 0,-1-1 0,1 1 0,-1-1 0,1 1 0,-1-1 0,1 4 0,-1-3 0,-1-1 0,1 0 0,-1 1 0,0-1 0,0 0 0,1 1 0,-1-1 0,0 0 0,0 0 0,0 0 0,0 0 0,0 0 0,-1 0 0,1 0 0,0 0 0,0 0 0,-1-1 0,1 1 0,0 0 0,-1-1 0,1 1 0,-1-1 0,1 1 0,-1-1 0,1 0 0,-1 0 0,-2 0 0,-33 4 0,0-1 0,-1-3 0,-58-6 0,71 2-1365,3-1-5461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1 228 24575,'22'0'0,"4"-3"0,0 0 0,-1-4 0,49-15 0,77-14 0,2058-120 0,-644 224 0,-1437-42-34,32 10 155,-153-36-212,2 0 1,-2 3-1,2-3 0,-2 0 0,-1-3 1,4 3-1,-4 0 0,4-3 0,-4-1 1,1 4-1,2-3 0,-2 0 0,-1 0 0,0-1 1,14-9-1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4 24575,'-35'-3'0,"47"3"0,85 6 0,265 85 0,-150-42 0,-4 10 0,254 103 0,-456-162 0,1 3 0,-4 1 0,3-4 0,1 3 0,-4 0 0,3 0 0,-3 1 0,4-1 0,-4 0 0,0 0 0,4 4 0,-4-4 0,0 0 0,0 4 0,0-4 0,1 4 0,-1-4 0,0 3 0,0-2 0,4 12 0,-7-13 0,0 4 0,-4-4 0,4 0 0,0 4 0,0-4 0,-3 3 0,3-2 0,-3-1 0,3 3 0,-3-2 0,0-1 0,3 3 0,-4-2 0,1-1 0,0 0 0,0 0 0,0 4 0,-1-4 0,-2 4 0,-23 15 0,-3 1 0,3-3 0,-3-1 0,-64 30 0,-786 269 7,514-201-1379,297-91-5454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2346 24575,'-1'0'0,"0"0"0,1 0 0,-1 1 0,0-1 0,0 0 0,0 0 0,0 0 0,0-1 0,0 1 0,0 0 0,0 0 0,1 0 0,-1-1 0,0 1 0,0 0 0,0-1 0,1 1 0,-1-1 0,0 1 0,0-1 0,1 1 0,-1-1 0,0 0 0,1 1 0,-1-1 0,0 0 0,1 1 0,-1-1 0,1 0 0,0 0 0,-1 0 0,1 1 0,0-1 0,-1 0 0,1 0 0,0 0 0,0 0 0,-1 0 0,1 0 0,0 1 0,0-1 0,0 0 0,0 0 0,1 0 0,-1 0 0,0 0 0,0 0 0,0 0 0,1 1 0,-1-1 0,0 0 0,1 0 0,-1 0 0,1 1 0,-1-1 0,1 0 0,-1 0 0,2 0 0,2-6 0,0 0 0,0 1 0,1 0 0,0 0 0,9-8 0,15-11 0,-1-1 0,-1-1 0,-2-1 0,0-2 0,-2 0 0,-1-1 0,28-56 0,-22 25 0,-2-1 0,26-106 0,2-12 0,-47 149 0,-1 6 0,-1-2 0,0 1 0,-1-36 0,-2 31 0,11-60 0,-4 37 0,11-64 0,-8 52 0,-2 0 0,0-86 0,-9 19 0,-4-113 0,-21 95 0,22 138 0,-1 0 0,0 0 0,-1 0 0,0 1 0,-13-26 0,16 37 0,0 0 0,0 0 0,0 0 0,0 0 0,-1 0 0,1 0 0,-1 0 0,1 1 0,-1-1 0,0 1 0,0-1 0,0 1 0,0-1 0,0 1 0,0 0 0,0 0 0,0 0 0,0 0 0,-1 0 0,1 1 0,0-1 0,0 1 0,-1-1 0,1 1 0,-1 0 0,1 0 0,0 0 0,-1 0 0,1 0 0,0 1 0,-1-1 0,1 1 0,0 0 0,0-1 0,-1 1 0,1 0 0,0 0 0,0 0 0,0 1 0,0-1 0,0 0 0,-3 4 0,-31 23 0,0 2 0,-41 46 0,38-37 0,-45 36 0,82-75 0,5-7 0,12-19 0,23-32 0,-22 35 0,0 1 0,2 1 0,1 0 0,0 1 0,2 1 0,0 1 0,1 1 0,1 1 0,0 1 0,41-19 0,-58 31 0,0 0 0,0 1 0,1 0 0,-1 0 0,1 0 0,-1 1 0,1 0 0,0 0 0,0 1 0,-1 0 0,1 0 0,0 0 0,-1 1 0,1 0 0,0 1 0,-1-1 0,1 1 0,-1 0 0,0 1 0,0 0 0,12 6 0,210 94 0,-202-90 120,-26-13-143,1 1 1,-1-1-1,0 0 1,1 0-1,-1 0 1,0 1-1,1-1 1,-1 0-1,0 0 1,0 1-1,1-1 1,-1 0-1,0 0 1,0 1-1,1-1 1,-1 0-1,0 1 1,0-1-1,0 0 1,0 1-1,1-1 1,-1 1-1,0-1 1,0 0-1,0 1 1,0-1-1,0 0 1,0 1-1,0-1 1,0 1-1,0-1 1,0 0-1,0 1 1,0-1-1,-1 1 1,1-1-1,0 0 1,0 1-1,0-1 1,0 0-1,-1 1 1,1-1-1,0 0 1,0 1-1,0-1 1,-1 0-1,1 0 1,0 1-1,-1-1 1,1 0-1,0 0 1,-1 0-1,1 1 1,0-1-1,-1 0 1,1 0-1,0 0 1,-1 0-1,1 0 1,0 1-1,-1-1 1,1 0-1,-1 0 1,1 0-1,-1 0 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51 108 24575,'-2'-3'0,"1"1"0,-1 0 0,1-1 0,0 1 0,-1-1 0,1 1 0,1-1 0,-1 0 0,0 1 0,1-1 0,-1 0 0,1 1 0,0-1 0,0 0 0,0 0 0,0 1 0,0-1 0,1 0 0,-1 0 0,1 1 0,0-4 0,0 4 0,0 0 0,-1-1 0,1 1 0,-1-1 0,1 1 0,-1 0 0,0-1 0,0 1 0,-1-1 0,1 1 0,0-1 0,-1 1 0,1 0 0,-1-1 0,0 1 0,0 0 0,-2-4 0,3 6 0,-1 0 0,1 0 0,-1 0 0,0 0 0,1 0 0,-1 0 0,0 0 0,1 1 0,-1-1 0,1 0 0,-1 0 0,0 1 0,1-1 0,-1 0 0,1 1 0,-1-1 0,1 1 0,-1-1 0,1 1 0,0-1 0,-1 1 0,1-1 0,-1 1 0,1-1 0,0 1 0,0-1 0,-1 1 0,1 0 0,0-1 0,0 1 0,-1 0 0,-10 21 0,9-16 0,0 0 0,0 0 0,1 1 0,0-1 0,0 0 0,0 1 0,1-1 0,0 1 0,0-1 0,0 0 0,1 1 0,0-1 0,0 1 0,1-1 0,0 0 0,0 0 0,0 0 0,1 0 0,0 0 0,0-1 0,0 1 0,1-1 0,0 0 0,8 9 0,-4-7 0,1 0 0,0 0 0,0-1 0,0 0 0,1-1 0,0 0 0,0-1 0,0 0 0,0 0 0,1-1 0,-1 0 0,1-1 0,0 0 0,11 0 0,-8-1 0,0-1 0,1 0 0,-1 0 0,0-1 0,0-1 0,14-4 0,-23 5 0,0-1 0,1 0 0,-1 0 0,0-1 0,-1 1 0,1-1 0,0 0 0,-1 0 0,1-1 0,-1 1 0,0-1 0,0 0 0,-1 0 0,1 0 0,-1-1 0,0 1 0,0-1 0,3-6 0,21-60 0,-25 66 0,-1 0 0,1-1 0,-1 1 0,-1 0 0,1 0 0,-1-1 0,0 1 0,0 0 0,0-1 0,-1 1 0,-2-10 0,3 15 0,0 0 0,0 0 0,0 0 0,0-1 0,0 1 0,0 0 0,0 0 0,0 0 0,0-1 0,-1 1 0,1 0 0,0 0 0,0 0 0,0 0 0,0-1 0,0 1 0,0 0 0,-1 0 0,1 0 0,0 0 0,0 0 0,0-1 0,-1 1 0,1 0 0,0 0 0,0 0 0,0 0 0,0 0 0,-1 0 0,1 0 0,0 0 0,0 0 0,-1 0 0,1 0 0,0 0 0,0 0 0,0 0 0,-1 0 0,1 0 0,0 0 0,0 0 0,0 0 0,-1 0 0,1 0 0,0 1 0,-9 9 0,-4 17 0,9-12 0,1 0 0,1 0 0,0 0 0,1 0 0,0 1 0,2-1 0,-1 0 0,2 0 0,5 23 0,2 51 0,-9-64 0,-1-20 0,0 1 0,1-1 0,0 1 0,0-1 0,0 1 0,1-1 0,0 1 0,0-1 0,0 1 0,3 5 0,5-5-1365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710 100 24575,'-1'-2'0,"1"-1"0,-1 1 0,0 0 0,0-1 0,0 1 0,0 0 0,0-1 0,0 1 0,-1 0 0,1 0 0,-1 0 0,1 0 0,-1 0 0,0 1 0,0-1 0,0 0 0,0 1 0,0-1 0,-3-1 0,-49-25 0,44 23 0,-3 0 0,0 0 0,0 2 0,0-1 0,-1 2 0,1-1 0,-1 2 0,1 0 0,-1 1 0,0 0 0,1 1 0,-1 0 0,-23 6 0,7 0 0,-1 2 0,2 1 0,-1 2 0,-40 21 0,53-23 0,1 1 0,0 0 0,1 1 0,0 1 0,1 0 0,0 1 0,1 1 0,1 0 0,0 1 0,1 0 0,1 0 0,0 1 0,2 1 0,0 0 0,0 0 0,2 0 0,0 1 0,1 0 0,2 0 0,-3 24 0,5-31 0,1-1 0,0 1 0,1 0 0,0-1 0,1 1 0,0-1 0,1 1 0,0-1 0,1 0 0,0 0 0,0 0 0,2-1 0,10 18 0,-3-8 0,2-1 0,0 0 0,1-1 0,0-1 0,33 26 0,-30-29 0,2 0 0,0-2 0,0 0 0,1-2 0,0 0 0,38 10 0,5-3 0,76 10 0,-107-22 0,-1-2 0,1-1 0,0-2 0,-1-2 0,1 0 0,48-11 0,-61 8 0,0-1 0,0 0 0,-1-1 0,0-2 0,0 0 0,-1-1 0,0-1 0,-1 0 0,0-2 0,-1 0 0,19-19 0,-27 24 0,-1-1 0,0 0 0,-1 0 0,0-1 0,0 0 0,-1 0 0,-1-1 0,1 0 0,-2 0 0,1 0 0,-2 0 0,1-1 0,-2 1 0,0-1 0,0 0 0,-1 0 0,0 0 0,-1 0 0,0 1 0,-1-1 0,0 0 0,-1 0 0,-1 0 0,0 1 0,0-1 0,-1 1 0,0 0 0,-11-18 0,3 8 0,-1 1 0,-2 0 0,1 1 0,-2 1 0,-1 1 0,0 0 0,-1 1 0,0 1 0,-29-18 0,17 15 0,-1 1 0,-1 1 0,0 2 0,-1 2 0,-61-16 0,-58-6-1365,130 28-5461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62 24575,'0'0'0,"0"0"0,0 0 0,-1 1 0,1-1 0,0 0 0,0 0 0,0 0 0,0 0 0,-1 0 0,1 0 0,0 0 0,0 0 0,0 0 0,0 0 0,-1 0 0,1 0 0,0 0 0,0 0 0,0 0 0,-1 0 0,1 0 0,0 0 0,0 0 0,0-1 0,0 1 0,-1 0 0,1 0 0,0 0 0,0 0 0,0 0 0,0 0 0,0 0 0,0-1 0,-1 1 0,1 0 0,0 0 0,0 0 0,0 0 0,0 0 0,0-1 0,0 1 0,0 0 0,0 0 0,0 0 0,0-1 0,0 1 0,0 0 0,0 0 0,0 0 0,0 0 0,0-1 0,0 1 0,0 0 0,0 0 0,-1 1 0,1 0 0,0 0 0,0 0 0,-1 0 0,1 1 0,0-1 0,0 0 0,0 0 0,0 0 0,0 0 0,1 1 0,-1-1 0,0 0 0,1 0 0,-1 0 0,0 0 0,1 0 0,-1 0 0,1 1 0,1 0 0,13 16 0,0 0 0,2-1 0,0-1 0,1-1 0,0 0 0,31 18 0,-20-13 0,3 2 0,0-2 0,1-1 0,1-1 0,1-2 0,40 12 0,-15-11 0,0-3 0,2-2 0,77 4 0,-101-14 0,-1-2 0,1-2 0,0-1 0,-1-2 0,1-2 0,41-12 0,25-17 0,-2-4 0,176-98 0,-199 100 0,-56 29 0,-1-1 0,0-1 0,-1-1 0,0-1 0,-1-1 0,36-32 0,-46 30-1365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 24575,'0'-8'0,"0"11"0,8 17 0,3-6 0,0 0 0,1 0 0,0-1 0,2-1 0,-1 0 0,1-1 0,19 11 0,-12-7 0,0 1 0,24 24 0,-44-39-34,0-1 0,0 1 0,-1 0 0,1-1 0,0 1-1,0 0 1,-1 0 0,1-1 0,0 1 0,-1 0 0,1 0 0,-1 0 0,1 0-1,-1 0 1,0 0 0,1 0 0,-1 0 0,0 0 0,0 0 0,1 0-1,-1 0 1,0 0 0,0 0 0,0 0 0,0 0 0,0 0 0,-1 0 0,1 0-1,0 0 1,0 0 0,-1 0 0,1-1 0,0 1 0,-1 0 0,1 0 0,-1 0-1,1 0 1,-1 0 0,-1 1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317 240 24575,'-8'-2'0,"1"0"0,-1-1 0,1 0 0,-1 0 0,1 0 0,0-1 0,0 0 0,1-1 0,-1 0 0,1 0 0,0 0 0,-6-7 0,-4-2 0,-66-47 0,-24-19 0,105 79-91,-1-1 0,1 1 0,-1-1 0,1 1 0,-1-1 0,1 0 0,0 0 0,0 0 0,0 1 0,0-1 0,0 0 0,1 0 0,-1 0 0,0-3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504 1 24575,'-12'1'0,"-1"0"0,0 1 0,1 0 0,0 1 0,-1 0 0,1 1 0,1 0 0,-20 11 0,-9 7 0,-40 31 0,23-15 0,-122 94-1365,160-120-5461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244 64 24575,'-7'-7'0,"0"0"0,-1 0 0,0 1 0,0 0 0,0 0 0,-1 1 0,1 0 0,-15-5 0,19 9 0,0 0 0,0 0 0,0 0 0,0 1 0,0-1 0,0 1 0,0 0 0,0 0 0,0 1 0,0-1 0,1 1 0,-1 0 0,0 0 0,0 0 0,0 0 0,1 1 0,-1 0 0,1 0 0,-1 0 0,1 0 0,0 0 0,-1 0 0,1 1 0,-3 3 0,0 0 0,1-1 0,0 1 0,0 0 0,0 1 0,1-1 0,0 1 0,0-1 0,1 1 0,-1 1 0,2-1 0,-1 0 0,-2 13 0,5-17 0,-1 0 0,1 0 0,0 0 0,0 0 0,0 0 0,1 0 0,-1 1 0,1-1 0,0 0 0,-1 0 0,1 0 0,1-1 0,-1 1 0,0 0 0,1 0 0,-1-1 0,1 1 0,0 0 0,0-1 0,0 0 0,0 1 0,0-1 0,1 0 0,-1 0 0,1 0 0,-1-1 0,1 1 0,0-1 0,-1 1 0,1-1 0,0 0 0,0 0 0,4 1 0,1 0 0,1 0 0,-1 0 0,0-1 0,1 0 0,-1-1 0,1 0 0,-1 0 0,1 0 0,-1-1 0,0-1 0,1 0 0,-1 0 0,9-3 0,-12 3 0,-1 0 0,1 0 0,-1 0 0,1 0 0,-1-1 0,0 0 0,0 0 0,0 0 0,0 0 0,-1-1 0,1 1 0,-1-1 0,0 0 0,0 0 0,0 0 0,-1-1 0,1 1 0,-1-1 0,0 1 0,0-1 0,-1 0 0,0 1 0,2-9 0,-3 9 0,0 1 0,1 0 0,-2-1 0,1 1 0,0 0 0,-1-1 0,0 1 0,1 0 0,-1-1 0,0 1 0,-1 0 0,1 0 0,-1 0 0,1 0 0,-1 0 0,0 0 0,0 1 0,0-1 0,0 1 0,-1-1 0,1 1 0,-1 0 0,0 0 0,1 0 0,-1 0 0,0 0 0,0 1 0,0-1 0,0 1 0,0 0 0,-6-2 0,2 1 0,0 0 0,0 1 0,0-1 0,-1 1 0,1 1 0,0 0 0,0 0 0,0 0 0,-1 1 0,1 0 0,0 0 0,0 1 0,0-1 0,-7 5 0,4-1 0,0 1 0,0 0 0,1 1 0,0 0 0,-9 10 0,15-14 0,0 0 0,0 0 0,0 1 0,1-1 0,-1 1 0,1 0 0,-3 6 0,4-8 0,1-1 0,0 1 0,-1-1 0,1 0 0,0 1 0,0-1 0,0 1 0,0-1 0,0 0 0,0 1 0,0-1 0,0 1 0,0-1 0,1 0 0,-1 1 0,1-1 0,-1 0 0,1 1 0,-1-1 0,1 0 0,0 0 0,1 3 0,0-3 0,0 1 0,0-1 0,0 0 0,0 0 0,1 0 0,-1 0 0,0 0 0,0-1 0,1 1 0,-1-1 0,0 1 0,1-1 0,-1 0 0,1 0 0,-1 0 0,0 0 0,1 0 0,-1-1 0,0 1 0,1-1 0,-1 1 0,0-1 0,0 0 0,1 0 0,-1 0 0,0 0 0,2-2 0,3 0 0,0-1 0,0 0 0,-1 0 0,1-1 0,-1 1 0,0-1 0,7-8 0,-13 12 0,1 1 0,-1 0 0,1-1 0,-1 1 0,1-1 0,-1 1 0,1-1 0,-1 0 0,0 1 0,1-1 0,-1 1 0,0-1 0,1 0 0,-1 1 0,0-1 0,0 0 0,0 1 0,0-1 0,0 0 0,1 1 0,-1-1 0,0 0 0,0 1 0,-1-1 0,1 0 0,0 1 0,0-1 0,0 0 0,-1 0 0,-16-2 0,-26 16 0,29 0-1365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8:15:09.0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248 25 24575,'-3'-3'0,"-1"1"0,0-1 0,1 1 0,-1 0 0,0 0 0,0 0 0,-1 0 0,1 1 0,0-1 0,-1 1 0,1 0 0,0 0 0,-1 1 0,1 0 0,-1-1 0,1 2 0,-1-1 0,1 0 0,-1 1 0,1 0 0,-6 1 0,1 0 0,1 1 0,0 0 0,0 0 0,0 1 0,0 0 0,0 0 0,1 1 0,0 0 0,0 0 0,-6 7 0,7-6 0,0 1 0,0-1 0,1 2 0,0-1 0,1 0 0,-1 1 0,1 0 0,1 0 0,0 0 0,0 0 0,0 0 0,-1 13 0,3-18 0,1 0 0,0 1 0,0-1 0,0 0 0,0 1 0,1-1 0,-1 0 0,1 0 0,0 1 0,0-1 0,0 0 0,0 0 0,1 0 0,-1 0 0,1 0 0,0 0 0,0 0 0,0-1 0,0 1 0,0-1 0,0 1 0,1-1 0,-1 0 0,1 0 0,0 0 0,-1 0 0,1-1 0,0 1 0,0-1 0,0 1 0,0-1 0,1 0 0,-1 0 0,0-1 0,5 2 0,2 0 0,1-1 0,-1 1 0,0-2 0,0 0 0,1 0 0,-1 0 0,0-1 0,0-1 0,0 0 0,0 0 0,17-7 0,-23 8 0,-1-1 0,1 0 0,0 0 0,-1 0 0,1 0 0,-1-1 0,0 1 0,1-1 0,-1 0 0,0 0 0,-1 0 0,1 0 0,-1 0 0,1-1 0,-1 1 0,0-1 0,0 0 0,0 1 0,-1-1 0,1 0 0,-1 0 0,0 0 0,0 0 0,-1 0 0,1-1 0,-1 1 0,0 0 0,0 0 0,0 0 0,0 0 0,-2-7 0,1 9 0,1 0 0,-1-1 0,1 1 0,-1-1 0,0 1 0,0 0 0,0-1 0,0 1 0,-1 0 0,1 0 0,0 0 0,-1 0 0,0 0 0,1 0 0,-1 0 0,0 1 0,0-1 0,0 0 0,0 1 0,0 0 0,0-1 0,-1 1 0,-4-2 0,3 2 0,0 0 0,0 1 0,-1-1 0,1 1 0,0 0 0,-1 0 0,1 0 0,-1 0 0,1 1 0,0 0 0,0 0 0,-1 0 0,-4 2 0,4-1 0,1 0 0,-1 0 0,1 1 0,-1-1 0,1 1 0,0 0 0,0 0 0,0 0 0,0 1 0,1 0 0,-6 6 0,7-7 0,1-1 0,-1 0 0,1 1 0,0 0 0,0-1 0,0 1 0,0 0 0,0-1 0,1 1 0,-1 0 0,1 0 0,0 0 0,-1 0 0,1 0 0,1-1 0,-1 1 0,0 0 0,1 0 0,-1 0 0,1-1 0,1 5 0,-1-6 0,-1 1 0,1-1 0,-1 0 0,1 0 0,0 1 0,-1-1 0,1 0 0,0 0 0,0 0 0,0 0 0,0 0 0,0 0 0,0 0 0,0 0 0,0 0 0,0-1 0,0 1 0,0 0 0,1-1 0,-1 1 0,0-1 0,1 1 0,-1-1 0,0 0 0,2 1 0,0-1 0,-1 0 0,1-1 0,-1 1 0,1-1 0,-1 1 0,1-1 0,-1 0 0,0 0 0,1 0 0,-1 0 0,0 0 0,0 0 0,2-2 0,0 0 0,0 0 0,0 0 0,-1 0 0,1 0 0,-1-1 0,0 1 0,0-1 0,0 0 0,-1 0 0,1 0 0,-1 0 0,0-1 0,0 1 0,2-8 0,-4 12 0,0-1 0,0 0 0,0 0 0,0 1 0,0-1 0,0 0 0,0 0 0,0 1 0,0-1 0,0 0 0,-1 0 0,1 1 0,0-1 0,0 0 0,-1 1 0,1-1 0,-1 0 0,1 1 0,-1-1 0,1 0 0,-1 1 0,1-1 0,-1 1 0,1-1 0,-1 1 0,0-1 0,1 1 0,-1 0 0,0-1 0,1 1 0,-1 0 0,0-1 0,1 1 0,-1 0 0,0 0 0,0 0 0,-2-1 0,0 1 0,0 0 0,1 0 0,-1 0 0,0 1 0,1-1 0,-1 1 0,0-1 0,1 1 0,-6 2 0,6-2 0,1-1 0,-1 1 0,0 0 0,0 0 0,1 0 0,-1 0 0,0 1 0,1-1 0,0 0 0,-1 1 0,1-1 0,0 1 0,-1-1 0,0 3 0,2-3 0,-1 0 0,1 0 0,0 0 0,0-1 0,0 1 0,0 0 0,0 0 0,0 0 0,0-1 0,0 1 0,1 0 0,-1 0 0,0 0 0,0-1 0,1 1 0,-1 0 0,0 0 0,1-1 0,-1 1 0,1 0 0,-1-1 0,1 1 0,-1 0 0,1-1 0,0 1 0,-1-1 0,1 1 0,-1-1 0,1 1 0,0-1 0,0 1 0,-1-1 0,1 0 0,0 1 0,1-1 0,0 1 0,1 0 0,-1 0 0,0 0 0,1 0 0,-1-1 0,1 1 0,-1-1 0,1 1 0,-1-1 0,1 0 0,-1 0 0,1 0 0,-1-1 0,1 1 0,-1-1 0,1 1 0,-1-1 0,5-1 0,-7 1-25,0 1-1,0 0 0,0 0 1,0-1-1,1 1 0,-1 0 1,0 0-1,0-1 0,0 1 1,0 0-1,0-1 0,0 1 0,0 0 1,0 0-1,0-1 0,0 1 1,0 0-1,-1 0 0,1-1 1,0 1-1,0 0 0,0 0 1,0-1-1,0 1 0,0 0 1,0 0-1,-1-1 0,1 1 1,0 0-1,0 0 0,0 0 1,-1-1-1,1 1 0,0 0 1,0 0-1,-1 0 0,1 0 1,0 0-1,0-1 0,-1 1 1,1 0-1,0 0 0,0 0 1,-1 0-1,1 0 0,0 0 1,-1 0-1,1 0 0,0 0 1,0 0-1,-1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22 174 5701 0 0,'0'0'189'0'0,"-3"0"-60"0"0,-15 0 1467 0 0,24-15-1398 0 0,-2 10-193 0 0,0 0 0 0 0,0 1-1 0 0,0-1 1 0 0,0 1-1 0 0,1 0 1 0 0,0 0 0 0 0,0 1-1 0 0,0-1 1 0 0,0 1 0 0 0,10-4-1 0 0,68-27-6 0 0,-59 25-15 0 0,23-9-59 0 0,1 2 0 0 0,89-17 0 0 0,-134 33 54 0 0,1 1-4 0 0,-1-1 19 0 0,1 1-1 0 0,-1 0 1 0 0,0 0-1 0 0,1 0 1 0 0,-1 1-1 0 0,0-1 1 0 0,0 1-1 0 0,0-1 1 0 0,0 1-1 0 0,0 0 1 0 0,-1 0-1 0 0,1 1 1 0 0,0-1-1 0 0,-1 0 1 0 0,0 1-1 0 0,1-1 1 0 0,-1 1-1 0 0,0 0 1 0 0,-1 0-1 0 0,4 5 1 0 0,-4-4 7 0 0,0 1 1 0 0,0-1-1 0 0,0 0 1 0 0,0 1-1 0 0,-1-1 1 0 0,0 1-1 0 0,0-1 1 0 0,0 1-1 0 0,0-1 1 0 0,-1 1-1 0 0,0-1 1 0 0,0 1 0 0 0,0-1-1 0 0,0 1 1 0 0,-1-1-1 0 0,-2 5 1 0 0,-4 8 5 0 0,-2 0 0 0 0,0 0 1 0 0,-1-2-1 0 0,0 1 1 0 0,-2-1-1 0 0,1-1 0 0 0,-2 0 1 0 0,-24 19-1 0 0,-133 87 71 0 0,147-105-65 0 0,22-14-15 0 0,-6 3 8 0 0,1-1 0 0 0,0 1 0 0 0,0 0 0 0 0,0 0 0 0 0,1 1 0 0 0,-9 7 0 0 0,15-11-25 0 0,1 0-11 0 0,0 0 26 0 0,1-1 0 0 0,-1 1 0 0 0,1 0 0 0 0,-1 0 0 0 0,1-1 0 0 0,-1 1 0 0 0,1-1 0 0 0,-1 1 0 0 0,1-1 0 0 0,0 0 0 0 0,-1 0 0 0 0,1 0 0 0 0,0 0 0 0 0,-1 0 0 0 0,1 0 0 0 0,0 0 0 0 0,-1 0 0 0 0,1 0 0 0 0,2-1 0 0 0,56-7 4 0 0,-48 7-12 0 0,667-85-49 0 0,-571 74 574 0 0,-106 11-448 0 0,-1 0-185 0 0,-1 0 0 0 0,0 0 0 0 0,0-1 1 0 0,-1 1-1 0 0,1 0 0 0 0,0 0 0 0 0,0-1 0 0 0,-1 1 0 0 0,1 0 0 0 0,0 0 1 0 0,-1 0-1 0 0,1-1 0 0 0,-1 1 0 0 0,0 0 0 0 0,1 0 0 0 0,-1 0 0 0 0,0 0 1 0 0,0 0-1 0 0,0 0 0 0 0,1 0 0 0 0,-3-1 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1281 69 5408 0 0,'0'0'-166'0'0,"-39"-28"302"0"0,28 23-58 0 0,1 0 1 0 0,-1 0-1 0 0,0 1 1 0 0,0 1-1 0 0,0 0 1 0 0,-22-3-1 0 0,-77-2 39 0 0,66 6-60 0 0,-1 3-34 0 0,-1 2 0 0 0,1 1 0 0 0,0 3 0 0 0,-56 15 0 0 0,47-10-29 0 0,-18 6 4 0 0,1 3 0 0 0,-121 54 1 0 0,163-60-12 0 0,2 1 0 0 0,0 2 1 0 0,1 0-1 0 0,0 2 1 0 0,2 1-1 0 0,0 0 0 0 0,2 2 1 0 0,-26 32-1 0 0,41-46 1 0 0,0-1 1 0 0,1 1-1 0 0,0 0 0 0 0,0 1 0 0 0,1-1 1 0 0,0 1-1 0 0,1 0 0 0 0,0 0 0 0 0,0 1 0 0 0,1-1 1 0 0,0 1-1 0 0,1 0 0 0 0,1-1 0 0 0,-1 1 0 0 0,2 0 1 0 0,-1 0-1 0 0,2 0 0 0 0,-1 0 0 0 0,2 0 0 0 0,-1 0 1 0 0,1 0-1 0 0,1-1 0 0 0,0 1 0 0 0,1-1 1 0 0,0 0-1 0 0,0 0 0 0 0,1 0 0 0 0,0 0 0 0 0,1-1 1 0 0,9 12-1 0 0,-2-4 11 0 0,2-1 0 0 0,-1-1 0 0 0,2-1 0 0 0,0 0 0 0 0,0-1 0 0 0,2 0 0 0 0,-1-2 0 0 0,2 0 0 0 0,-1-1 0 0 0,1-1 0 0 0,1 0 0 0 0,0-2 0 0 0,28 8 0 0 0,18-2 38 0 0,1-2 1 0 0,124 4-1 0 0,-159-14-31 0 0,70 2 25 0 0,140-16 1 0 0,-177 7 79 0 0,1-4 0 0 0,-1-2 1 0 0,-1-3-1 0 0,-1-3 0 0 0,0-3 1 0 0,-1-2-1 0 0,77-42 0 0 0,-126 57 31 0 0,-1-1 1 0 0,0 0-1 0 0,-1-1 0 0 0,1 0 0 0 0,-2 0 0 0 0,0-2 0 0 0,0 1 1 0 0,-1-1-1 0 0,0-1 0 0 0,-1 1 0 0 0,-1-1 0 0 0,0-1 0 0 0,-1 1 0 0 0,0-1 1 0 0,4-15-1 0 0,-4 7-27 0 0,0 0-1 0 0,-2 0 1 0 0,-1-1 0 0 0,0 1-1 0 0,-2-1 1 0 0,0 0 0 0 0,-2 1-1 0 0,0-1 1 0 0,-7-33 0 0 0,6 47-93 0 0,-1 0 0 0 0,1-1 1 0 0,-2 1-1 0 0,1 0 0 0 0,-2 0 0 0 0,1 1 0 0 0,-1-1 1 0 0,0 1-1 0 0,0 0 0 0 0,-1 0 0 0 0,-1 1 1 0 0,-7-8-1 0 0,3 5-11 0 0,0 1 1 0 0,-1 0 0 0 0,-1 1 0 0 0,1 0-1 0 0,-1 1 1 0 0,-1 0 0 0 0,-15-5 0 0 0,-13-1-14 0 0,-1 1 1 0 0,0 3-1 0 0,-1 1 1 0 0,-56-2-1 0 0,-3 4-16 0 0,-161 14-1 0 0,165-1-1691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490 0 6645 0 0,'13'0'-566'0'0,"-10"0"272"0"0,-11 1-1509 0 0,-64 8 1712 0 0,-89 21 1 0 0,135-24 71 0 0,-1 2-1 0 0,2 0 1 0 0,-1 1 0 0 0,1 2 0 0 0,1 1-1 0 0,0 0 1 0 0,1 2 0 0 0,-28 21 0 0 0,48-33 2 0 0,-3 9-4 0 0,8-2 27 0 0,8 0 1 0 0,-2-5-1 0 0,1 1-1 0 0,0-2 1 0 0,0 1 0 0 0,0-1-1 0 0,0-1 1 0 0,0 0-1 0 0,12 2 1 0 0,77 4 3 0 0,-39-4-7 0 0,273 56-54 0 0,-328-59 53 0 0,-3-1 7 0 0,0 0-1 0 0,-1 0 0 0 0,1 0 0 0 0,0 0 0 0 0,0 0 1 0 0,0 1-1 0 0,0-1 0 0 0,0 0 0 0 0,0 0 0 0 0,0 1 0 0 0,0-1 1 0 0,0 0-1 0 0,-1 1 0 0 0,1-1 0 0 0,0 1 0 0 0,0-1 1 0 0,0 1-1 0 0,-1-1 0 0 0,1 1 0 0 0,0 0 0 0 0,-1-1 1 0 0,1 1-1 0 0,-1 0 0 0 0,1 0 0 0 0,-1-1 0 0 0,1 1 1 0 0,-1 0-1 0 0,1 0 0 0 0,-1 0 0 0 0,0 0 0 0 0,1 0 1 0 0,-1 0-1 0 0,0-1 0 0 0,0 1 0 0 0,1 0 0 0 0,-1 0 1 0 0,0 0-1 0 0,0 0 0 0 0,0 0 0 0 0,0 0 0 0 0,-1 0 1 0 0,1 0-1 0 0,0 0 0 0 0,0 0 0 0 0,0 0 0 0 0,-1-1 1 0 0,1 1-1 0 0,-1 0 0 0 0,1 0 0 0 0,0 0 0 0 0,-1 0 0 0 0,1-1 1 0 0,-1 1-1 0 0,0 0 0 0 0,1 0 0 0 0,-1-1 0 0 0,0 1 1 0 0,1-1-1 0 0,-3 2 0 0 0,-3 5 54 0 0,-1-1 0 0 0,0 0-1 0 0,0 0 1 0 0,-11 7 0 0 0,-9 2 89 0 0,0-2 0 0 0,-1 0-1 0 0,-1-2 1 0 0,-59 16 0 0 0,-124 12 1017 0 0,108-29-534 0 0,101-10-569 0 0,-14 0 68 0 0,16 1-142 0 0,0-1 1 0 0,0 1 0 0 0,0-1-1 0 0,0 0 1 0 0,0 1 0 0 0,-1-1-1 0 0,1 0 1 0 0,0 0 0 0 0,0 0 0 0 0,0 0-1 0 0,0 0 1 0 0,0 0 0 0 0,0 0-1 0 0,0 0 1 0 0,0-1 0 0 0,0 1 0 0 0,0 0-1 0 0,0-1 1 0 0,-2 0 0 0 0,3 1-42 0 0,0-1 0 0 0,-1 1 0 0 0,1-1 0 0 0,0 1 0 0 0,0-1 0 0 0,-1 1 0 0 0,1-1 0 0 0,0 1 0 0 0,0-1 0 0 0,0 1 0 0 0,0-1 0 0 0,0 0 0 0 0,0 1 0 0 0,0-1 0 0 0,0 1 0 0 0,0-1 0 0 0,0 0 0 0 0,0 1 0 0 0,0-1 0 0 0,0 1 0 0 0,0-1 0 0 0,0 1 0 0 0,1-1 0 0 0,-1 1 0 0 0,0-1 0 0 0,0 1 0 0 0,1-1-1 0 0,-1 1 1 0 0,0-1 0 0 0,1 1 0 0 0,-1-1 0 0 0,1 1 0 0 0,-1-1 0 0 0,1 0 0 0 0,21-16-1230 0 0,-13 10 531 0 0,11-10-480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97 182 3964 0 0,'0'0'-12'0'0,"36"-6"18"0"0,-7-5 10 0 0,-4 3 101 0 0,-1-2 1 0 0,24-13-1 0 0,-42 20-51 0 0,-1 0 1 0 0,0-1 0 0 0,1 1 0 0 0,-1-1-1 0 0,-1 0 1 0 0,1-1 0 0 0,0 1-1 0 0,-1-1 1 0 0,0 0 0 0 0,0 0 0 0 0,-1 0-1 0 0,1 0 1 0 0,4-12 0 0 0,-7 16-47 0 0,0-1 0 0 0,-1 1 0 0 0,1-1 0 0 0,0 1 0 0 0,-1-1 1 0 0,1 1-1 0 0,-1-1 0 0 0,0 0 0 0 0,0 1 0 0 0,0-1 0 0 0,0 1 0 0 0,0-1 0 0 0,0 0 0 0 0,0 1 1 0 0,0-1-1 0 0,0 1 0 0 0,-1-1 0 0 0,1 0 0 0 0,-1 1 0 0 0,1-1 0 0 0,-1 1 0 0 0,0-1 0 0 0,1 1 1 0 0,-3-3-1 0 0,1 3-11 0 0,1 0 1 0 0,-1-1 0 0 0,0 1-1 0 0,0 0 1 0 0,0 1-1 0 0,0-1 1 0 0,0 0 0 0 0,0 0-1 0 0,0 1 1 0 0,0-1 0 0 0,-1 1-1 0 0,1 0 1 0 0,0 0 0 0 0,0 0-1 0 0,-4 0 1 0 0,-7 1-4 0 0,1 1-1 0 0,-1 0 1 0 0,1 1 0 0 0,0 1-1 0 0,-14 5 1 0 0,10-2-9 0 0,0 1 0 0 0,1 0 0 0 0,0 2-1 0 0,0-1 1 0 0,1 2 0 0 0,-21 20 0 0 0,28-24-11 0 0,-1 0-1 0 0,2 1 1 0 0,-1 0 0 0 0,1 0 0 0 0,0 1-1 0 0,1 0 1 0 0,0 0 0 0 0,0 0 0 0 0,1 0 0 0 0,0 1-1 0 0,1 0 1 0 0,-4 17 0 0 0,6-23 7 0 0,1-1 1 0 0,0 1-1 0 0,-1-1 0 0 0,2 1 1 0 0,-1-1-1 0 0,0 1 0 0 0,1-1 1 0 0,-1 1-1 0 0,1-1 1 0 0,0 0-1 0 0,0 1 0 0 0,0-1 1 0 0,1 0-1 0 0,-1 1 0 0 0,1-1 1 0 0,0 0-1 0 0,3 4 0 0 0,-1-3 5 0 0,0 0 0 0 0,1 0-1 0 0,-1 0 1 0 0,1-1-1 0 0,-1 1 1 0 0,1-1-1 0 0,0-1 1 0 0,0 1 0 0 0,0-1-1 0 0,6 2 1 0 0,13 3 12 0 0,0-1 0 0 0,0-1 0 0 0,1-2 0 0 0,25 1 0 0 0,-35-2-7 0 0,103 1 224 0 0,-107-3-345 0 0,-1-1 0 0 0,1 0 0 0 0,0-1 0 0 0,-1 0 0 0 0,0-1 0 0 0,1 0 0 0 0,-1 0 0 0 0,17-9 0 0 0,-13 0-2130 0 0,-7 6 1536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305 62 3368 0 0,'1'-2'38'0'0,"0"0"-1"0"0,-1 0 1 0 0,1-1-1 0 0,-1 1 0 0 0,0 0 1 0 0,0 0-1 0 0,0-1 1 0 0,0 1-1 0 0,0 0 1 0 0,0 0-1 0 0,-1-1 0 0 0,1 1 1 0 0,-1 0-1 0 0,1 0 1 0 0,-1 0-1 0 0,0 0 1 0 0,0 0-1 0 0,0-1 1 0 0,0 2-1 0 0,-2-4 0 0 0,2 4 48 0 0,-2-1-45 0 0,-1 0 1 0 0,1 1-1 0 0,-1-1 0 0 0,1 1 1 0 0,-1 0-1 0 0,0 0 0 0 0,1 0 1 0 0,-1 1-1 0 0,0-1 0 0 0,0 1 0 0 0,0 0 1 0 0,-5 0-1 0 0,-6 4-19 0 0,0 0-1 0 0,0 2 1 0 0,1-1-1 0 0,0 2 1 0 0,0 0-1 0 0,0 0 1 0 0,1 1-1 0 0,-19 15 1 0 0,23-16-30 0 0,1 1 1 0 0,-1 0 0 0 0,1 0 0 0 0,1 0 0 0 0,-1 1 0 0 0,1 0 0 0 0,1 1-1 0 0,0-1 1 0 0,0 1 0 0 0,1 0 0 0 0,0 1 0 0 0,-5 17 0 0 0,9-25 7 0 0,0 0 1 0 0,0 0 0 0 0,1 1 0 0 0,-1-1-1 0 0,1 0 1 0 0,0 0 0 0 0,0 0-1 0 0,0 0 1 0 0,0 0 0 0 0,1 0 0 0 0,-1 0-1 0 0,1 1 1 0 0,0-1 0 0 0,0 0-1 0 0,0-1 1 0 0,0 1 0 0 0,1 0 0 0 0,-1 0-1 0 0,1 0 1 0 0,-1-1 0 0 0,1 1-1 0 0,0-1 1 0 0,0 1 0 0 0,0-1 0 0 0,0 0-1 0 0,1 0 1 0 0,-1 0 0 0 0,1 0-1 0 0,-1 0 1 0 0,1 0 0 0 0,-1-1 0 0 0,1 1-1 0 0,0-1 1 0 0,0 0 0 0 0,0 0-1 0 0,0 0 1 0 0,4 1 0 0 0,0-1 33 0 0,-1 1 1 0 0,0-2-1 0 0,0 1 1 0 0,1-1-1 0 0,-1 1 0 0 0,0-2 1 0 0,1 1-1 0 0,-1-1 1 0 0,0 0-1 0 0,0 0 0 0 0,0-1 1 0 0,1 1-1 0 0,-1-2 1 0 0,-1 1-1 0 0,1 0 1 0 0,0-1-1 0 0,-1 0 0 0 0,8-6 1 0 0,2-5 129 0 0,-1-1 0 0 0,-1-1-1 0 0,0 0 1 0 0,-1-1 0 0 0,-1 0 0 0 0,0 0 0 0 0,-2-1 0 0 0,0-1 0 0 0,-1 0-1 0 0,10-35 1 0 0,-8 15 543 0 0,-14 41-711 0 0,1 1-1 0 0,0 0 1 0 0,-1 0-1 0 0,1 0 1 0 0,0 0-1 0 0,1 0 0 0 0,-1 1 1 0 0,0 0-1 0 0,1-1 1 0 0,0 1-1 0 0,0 0 0 0 0,0 0 1 0 0,0 0-1 0 0,1 0 1 0 0,0 0-1 0 0,-1 1 1 0 0,1-1-1 0 0,1 0 0 0 0,-1 1 1 0 0,1-1-1 0 0,0 7 1 0 0,0-4-11 0 0,0 0 0 0 0,1-1 0 0 0,0 1 0 0 0,0 0 0 0 0,0-1 0 0 0,1 1 0 0 0,0-1 0 0 0,0 0 0 0 0,1 0 0 0 0,0 0 0 0 0,0 0 1 0 0,0 0-1 0 0,1 0 0 0 0,0-1 0 0 0,8 9 0 0 0,-6-7 48 0 0,1-1 1 0 0,1 0-1 0 0,-1 0 0 0 0,1-1 1 0 0,0 0-1 0 0,1-1 1 0 0,-1 1-1 0 0,1-2 0 0 0,0 1 1 0 0,13 3-1 0 0,-10-4-287 0 0,1 0 0 0 0,-1-1 0 0 0,1 0-1 0 0,0-1 1 0 0,0-1 0 0 0,-1 0 0 0 0,1-1 0 0 0,0 0 0 0 0,0 0-1 0 0,-1-2 1 0 0,1 0 0 0 0,-1 0 0 0 0,1-1 0 0 0,-1 0 0 0 0,0-1-1 0 0,19-12 1 0 0,-9 1-1493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31 117 4528 0 0,'0'0'-268'0'0,"-16"-6"185"0"0,2 1 939 0 0,14 2-375 0 0,25 3-286 0 0,38 6-349 0 0,-58-5 151 0 0,211 37-72 0 0,-177-29 59 0 0,0 1-1 0 0,-1 3 1 0 0,49 23-1 0 0,-83-35 22 0 0,-1 1 1 0 0,1 0-1 0 0,-1 0 0 0 0,1 0 0 0 0,-1 1 1 0 0,0-1-1 0 0,0 1 0 0 0,0 0 1 0 0,-1-1-1 0 0,1 1 0 0 0,-1 1 0 0 0,1-1 1 0 0,-1 0-1 0 0,0 1 0 0 0,0-1 0 0 0,0 1 1 0 0,-1-1-1 0 0,1 1 0 0 0,0 6 0 0 0,-1-7 5 0 0,-1-1-1 0 0,0 1 1 0 0,0 0-1 0 0,-1 0 1 0 0,1 0-1 0 0,0-1 0 0 0,-1 1 1 0 0,0 0-1 0 0,0 0 1 0 0,0-1-1 0 0,0 1 1 0 0,0-1-1 0 0,0 1 0 0 0,-1-1 1 0 0,1 1-1 0 0,-1-1 1 0 0,0 0-1 0 0,0 1 1 0 0,1-1-1 0 0,-1 0 0 0 0,-1 0 1 0 0,1-1-1 0 0,0 1 1 0 0,0 0-1 0 0,-1-1 1 0 0,1 1-1 0 0,-1-1 0 0 0,-3 1 1 0 0,2 1 70 0 0,-1-1 0 0 0,1 0 0 0 0,-1 0-1 0 0,0-1 1 0 0,1 1 0 0 0,-1-1 0 0 0,0 0 0 0 0,0 0 0 0 0,0-1 0 0 0,0 0 0 0 0,0 1 0 0 0,0-2-1 0 0,0 1 1 0 0,0 0 0 0 0,-5-2 0 0 0,7 1-50 0 0,-1-1 0 0 0,1 1 0 0 0,0-1 0 0 0,0 1 0 0 0,0-1 0 0 0,0 0 1 0 0,0 0-1 0 0,0 0 0 0 0,1-1 0 0 0,-1 1 0 0 0,1 0 0 0 0,0-1 0 0 0,-1 0 0 0 0,1 0 0 0 0,0 1 0 0 0,0-1 0 0 0,1 0 0 0 0,-1-1 0 0 0,1 1 0 0 0,-1 0 0 0 0,0-7 0 0 0,0 1-35 0 0,0 0-1 0 0,2 0 0 0 0,-1-1 0 0 0,1 1 0 0 0,0 0 0 0 0,1 0 0 0 0,0 0 0 0 0,0-1 1 0 0,1 1-1 0 0,1 0 0 0 0,-1 1 0 0 0,1-1 0 0 0,1 0 0 0 0,5-9 0 0 0,-3 4-42 0 0,2 1 0 0 0,0 0-1 0 0,0 0 1 0 0,1 1 0 0 0,0 0-1 0 0,1 1 1 0 0,23-20 0 0 0,14 1-150 0 0,-28 25-3905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161 475 3736 0 0,'-46'37'-616'0'0,"36"-30"593"0"0,0 0 0 0 0,0 0 1 0 0,1 1-1 0 0,0 0 1 0 0,0 1-1 0 0,1-1 0 0 0,0 2 1 0 0,1-1-1 0 0,0 1 0 0 0,0 0 1 0 0,1 1-1 0 0,-5 11 1 0 0,10-19 21 0 0,1-1 0 0 0,-1 0 0 0 0,1 0 0 0 0,-1 0 0 0 0,1 1 0 0 0,0-1 0 0 0,0 0 0 0 0,0 1 0 0 0,0-1 0 0 0,0 0 0 0 0,1 0 0 0 0,-1 1 0 0 0,1-1 0 0 0,-1 0 0 0 0,1 0 0 0 0,0 0 0 0 0,0 0 0 0 0,0 1 0 0 0,0-1 0 0 0,0 0 0 0 0,0-1 0 0 0,0 1 0 0 0,1 0 0 0 0,-1 0 0 0 0,3 2 0 0 0,1 0 7 0 0,0 0 0 0 0,0-1 0 0 0,0 1 0 0 0,1-1 0 0 0,-1 0-1 0 0,7 2 1 0 0,-8-3 1 0 0,16 5 111 0 0,0 0 1 0 0,1-1-1 0 0,0-1 1 0 0,0-1-1 0 0,0-1 1 0 0,0 0-1 0 0,0-2 1 0 0,0 0-1 0 0,1-2 1 0 0,-1 0-1 0 0,31-7 1 0 0,-46 6-20 0 0,0 0 0 0 0,-1 0 0 0 0,1-1 0 0 0,-1 1 0 0 0,0-1 0 0 0,0-1 0 0 0,0 1 0 0 0,0-1 0 0 0,-1 0 0 0 0,1 0 0 0 0,-1 0 0 0 0,0 0 0 0 0,0-1 0 0 0,-1 0 1 0 0,1 0-1 0 0,-1 0 0 0 0,0 0 0 0 0,-1 0 0 0 0,1-1 0 0 0,-1 1 0 0 0,0-1 0 0 0,0 1 0 0 0,0-1 0 0 0,-1 0 0 0 0,1-8 0 0 0,2-16 65 0 0,-1-1 1 0 0,-2 0-1 0 0,-3-50 0 0 0,1 55-68 0 0,-1-15-5 0 0,1-18 84 0 0,-3 1 0 0 0,-17-88 1 0 0,-1 34 93 0 0,22 111-266 0 0,-4-14-223 0 0,-1 34 202 0 0,1 2 0 0 0,1-1 0 0 0,1 0-1 0 0,1 1 1 0 0,1-1 0 0 0,0 0-1 0 0,2 1 1 0 0,6 31 0 0 0,49 167-195 0 0,-39-161 197 0 0,47 126 85 0 0,-60-160 1013 0 0,-15-33-294 0 0,6 5-716 0 0,1 0 1 0 0,0-1-1 0 0,0 0 1 0 0,1 0 0 0 0,0 0-1 0 0,0 0 1 0 0,-3-10 0 0 0,4 9-81 0 0,1 0 1 0 0,0 0-1 0 0,0-1 0 0 0,0 1 1 0 0,1 0-1 0 0,0 0 1 0 0,0 0-1 0 0,1 0 1 0 0,-1 0-1 0 0,1 1 1 0 0,1-1-1 0 0,-1 0 1 0 0,1 1-1 0 0,0-1 0 0 0,0 1 1 0 0,0 0-1 0 0,1 0 1 0 0,0 0-1 0 0,0 1 1 0 0,0-1-1 0 0,1 1 1 0 0,-1 0-1 0 0,1 0 1 0 0,0 1-1 0 0,0-1 1 0 0,0 1-1 0 0,1 0 0 0 0,-1 1 1 0 0,1-1-1 0 0,0 1 1 0 0,-1 0-1 0 0,1 0 1 0 0,0 1-1 0 0,0 0 1 0 0,0 0-1 0 0,0 0 1 0 0,0 1-1 0 0,1 0 0 0 0,-1 0 1 0 0,0 0-1 0 0,0 1 1 0 0,0 0-1 0 0,0 0 1 0 0,10 4-1 0 0,24 10-164 0 0,62 33-1 0 0,-62-28-102 0 0,61 22 1 0 0,-96-41-75 0 0,1 0-1 0 0,-1-1 1 0 0,1 1-1 0 0,-1-1 0 0 0,1-1 1 0 0,0 1-1 0 0,-1-1 1 0 0,0 0-1 0 0,1 0 1 0 0,-1-1-1 0 0,1 1 1 0 0,-1-1-1 0 0,9-5 0 0 0,10-4-2060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57 5477 0 0,'3'-22'-695'0'0,"-4"1"1456"0"0,2 8 234 0 0,9 29-996 0 0,65 160-155 0 0,-46-103 122 0 0,-22-58 34 0 0,7 19 11 0 0,-1 0 1 0 0,-2 1 0 0 0,8 38-1 0 0,-7-24 207 0 0,-12-48-253 0 0,5-28-3606 0 0,-2 4 2562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25 3700 0 0,'0'0'-183'0'0,"-9"1"-414"0"0,6 0 558 0 0,9-3-207 0 0,6-3 249 0 0,58-8-5 0 0,-55 10-13 0 0,0 1 0 0 0,1 1 1 0 0,-1 0-1 0 0,0 2 0 0 0,1-1 1 0 0,-1 2-1 0 0,0 0 0 0 0,1 1 1 0 0,-1 0-1 0 0,21 9 0 0 0,-18-7 1 0 0,-1 1-1 0 0,0 1 0 0 0,-1 1 1 0 0,0 0-1 0 0,27 18 0 0 0,-39-22 17 0 0,1 1-1 0 0,0-1 1 0 0,-1 1-1 0 0,0 0 0 0 0,0 0 1 0 0,-1 0-1 0 0,1 0 1 0 0,-1 1-1 0 0,0-1 1 0 0,0 1-1 0 0,-1 0 0 0 0,0 0 1 0 0,0 0-1 0 0,0 0 1 0 0,-1 0-1 0 0,0 0 1 0 0,0 1-1 0 0,0 11 1 0 0,-1-13 17 0 0,0 0 0 0 0,-1-1 0 0 0,1 1 1 0 0,-1 0-1 0 0,-1 0 0 0 0,1-1 0 0 0,0 1 1 0 0,-1-1-1 0 0,0 1 0 0 0,0-1 0 0 0,0 1 1 0 0,-1-1-1 0 0,0 0 0 0 0,1 0 0 0 0,-1-1 1 0 0,-1 1-1 0 0,1 0 0 0 0,0-1 0 0 0,-1 0 1 0 0,0 0-1 0 0,0 0 0 0 0,0 0 0 0 0,0-1 1 0 0,0 1-1 0 0,-9 3 0 0 0,-7 1 112 0 0,0 0-1 0 0,0-1 1 0 0,-1-1 0 0 0,1 0-1 0 0,-1-2 1 0 0,-41 1-1 0 0,59-4-62 0 0,-25 0 443 0 0,28 0-484 0 0,-1 0-1 0 0,0 0 1 0 0,0 1-1 0 0,0-1 1 0 0,0 0-1 0 0,0 0 1 0 0,0 0-1 0 0,1 0 1 0 0,-1-1-1 0 0,0 1 1 0 0,0 0-1 0 0,0 0 1 0 0,0-1-1 0 0,0 1 1 0 0,1 0-1 0 0,-1-1 1 0 0,0 1-1 0 0,0 0 1 0 0,1-1-1 0 0,-1 1 1 0 0,0-1-1 0 0,0 0 1 0 0,1 1-1 0 0,-1-1 1 0 0,0 0-1 0 0,6-2-31 0 0,1 1 0 0 0,-1 0 0 0 0,1 0 0 0 0,0 0 0 0 0,0 1 0 0 0,-1-1 0 0 0,1 2 0 0 0,0-1 0 0 0,0 1 0 0 0,9 0-1 0 0,-13 0-4 0 0,3 0-8 0 0,10 2-6 0 0,0 0 1 0 0,0 1-1 0 0,-1 1 1 0 0,1 0 0 0 0,-1 1-1 0 0,0 0 1 0 0,13 8-1 0 0,10 8-43 0 0,41 32 0 0 0,-55-38 67 0 0,16 10 2 0 0,-16-10-3 0 0,36 28 0 0 0,-58-42 23 0 0,13 14-1795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5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0 139 3776 0 0,'29'5'-751'0'0,"-20"-5"669"0"0,12 0 67 0 0,1 0 0 0 0,0-2 0 0 0,40-8 0 0 0,-56 9 88 0 0,0 0 1 0 0,-1-1-1 0 0,0 0 1 0 0,1 0-1 0 0,-1-1 1 0 0,0 1-1 0 0,0-1 1 0 0,0 0-1 0 0,0 0 1 0 0,-1-1-1 0 0,0 1 1 0 0,1-1-1 0 0,-1 0 1 0 0,0-1-1 0 0,-1 1 1 0 0,1 0-1 0 0,-1-1 1 0 0,0 0-1 0 0,0 0 1 0 0,4-10-1 0 0,-6 14-57 0 0,-1 0 0 0 0,1-1 0 0 0,-1 1 0 0 0,1 0 0 0 0,-1 0 0 0 0,0 0 0 0 0,0-1 0 0 0,1 1 0 0 0,-1 0 0 0 0,0-1 0 0 0,0 1 0 0 0,0 0 0 0 0,0 0 0 0 0,-1-1 0 0 0,1 1 0 0 0,0 0 0 0 0,-1 0 0 0 0,1 0 0 0 0,0-1 0 0 0,-1 1 0 0 0,1 0 0 0 0,-1 0-1 0 0,0 0 1 0 0,1 0 0 0 0,-1 0 0 0 0,0 0 0 0 0,0 0 0 0 0,0 0 0 0 0,1 0 0 0 0,-1 0 0 0 0,0 0 0 0 0,0 1 0 0 0,0-1 0 0 0,-2-1 0 0 0,-36-9 106 0 0,35 11-108 0 0,1-1-3 0 0,-20 6-17 0 0,14-3 7 0 0,0 0 1 0 0,1 1-1 0 0,-1 0 1 0 0,1 0-1 0 0,0 1 0 0 0,0 0 1 0 0,0 1-1 0 0,0 0 1 0 0,1 0-1 0 0,0 0 1 0 0,0 1-1 0 0,-7 7 0 0 0,10-9-11 0 0,0 1 1 0 0,0-1-1 0 0,0 1 0 0 0,1 0 0 0 0,0 0 0 0 0,0 0 0 0 0,0 1 0 0 0,0-1 0 0 0,1 1 0 0 0,0-1 0 0 0,0 1 0 0 0,1 0 0 0 0,-1 0 0 0 0,1 0 1 0 0,0 0-1 0 0,1 0 0 0 0,0 11 0 0 0,1-13 8 0 0,0-1 1 0 0,0 1-1 0 0,0-1 1 0 0,0 1-1 0 0,1-1 1 0 0,0 0-1 0 0,0 0 1 0 0,0 1-1 0 0,0-1 1 0 0,0-1-1 0 0,0 1 1 0 0,1 0-1 0 0,-1 0 0 0 0,1-1 1 0 0,0 0-1 0 0,0 1 1 0 0,0-1-1 0 0,0 0 1 0 0,0 0-1 0 0,1-1 1 0 0,-1 1-1 0 0,6 1 1 0 0,10 4 26 0 0,0-1 0 0 0,38 7 0 0 0,-38-9-5 0 0,-8-2-234 0 0,1-1-1 0 0,-1 0 0 0 0,1-1 0 0 0,0 0 0 0 0,-1-1 0 0 0,1 0 0 0 0,-1-1 1 0 0,1 0-1 0 0,-1-1 0 0 0,22-8 0 0 0,-5-1-592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6 101 3352 0 0,'-5'-98'3058'0'0,"5"96"-2805"0"0,1 7-248 0 0,37 97-26 0 0,76 197-24 0 0,-101-267 67 0 0,-1-1 0 0 0,-2 1 0 0 0,-1 1 0 0 0,-1 0 0 0 0,-2 0 0 0 0,-2 1 0 0 0,1 34 0 0 0,-5-67 11 0 0,0 6 228 0 0,0-5-562 0 0,1-37-3193 0 0,1 14 2073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79 4196 0 0,'-9'1'-227'0'0,"6"-2"179"0"0,8-2-263 0 0,32-8 339 0 0,0 1 0 0 0,1 2 1 0 0,70-6-1 0 0,-53 8-1136 0 0,64-15 0 0 0,-101 16 565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1 2068 0 0,'0'0'266'0'0,"-7"6"1091"0"0,7-6-1336 0 0,79 26-21 0 0,71 29-40 0 0,-133-48 26 0 0,-1 2 1 0 0,1 0-1 0 0,-2 1 0 0 0,1 1 0 0 0,-1 0 0 0 0,21 21 1 0 0,-32-28 11 0 0,0 1 1 0 0,0-1-1 0 0,0 1 1 0 0,-1 1 0 0 0,0-1-1 0 0,0 0 1 0 0,0 1-1 0 0,0-1 1 0 0,2 10 0 0 0,-4-12 14 0 0,-1 0 1 0 0,1 0-1 0 0,-1-1 0 0 0,0 1 1 0 0,1 0-1 0 0,-1 0 1 0 0,0 0-1 0 0,-1-1 1 0 0,1 1-1 0 0,0 0 1 0 0,-1 0-1 0 0,0 0 1 0 0,0-1-1 0 0,1 1 0 0 0,-1 0 1 0 0,-1-1-1 0 0,1 1 1 0 0,0-1-1 0 0,-1 0 1 0 0,1 1-1 0 0,-1-1 1 0 0,-3 3-1 0 0,3-2 43 0 0,0 0 0 0 0,0-1 0 0 0,-1 0 0 0 0,1 1-1 0 0,-1-1 1 0 0,1 0 0 0 0,-1 0 0 0 0,0-1 0 0 0,0 1 0 0 0,0-1 0 0 0,0 1 0 0 0,0-1-1 0 0,0 0 1 0 0,0 0 0 0 0,-1 0 0 0 0,1 0 0 0 0,0-1 0 0 0,0 1 0 0 0,-1-1 0 0 0,1 0 0 0 0,0 0-1 0 0,-1 0 1 0 0,1 0 0 0 0,0-1 0 0 0,-1 0 0 0 0,1 1 0 0 0,0-1 0 0 0,0 0 0 0 0,0 0-1 0 0,0-1 1 0 0,0 1 0 0 0,0-1 0 0 0,0 1 0 0 0,0-1 0 0 0,0 0 0 0 0,1 0 0 0 0,-1 0 0 0 0,1-1-1 0 0,-1 1 1 0 0,1-1 0 0 0,0 1 0 0 0,0-1 0 0 0,0 0 0 0 0,0 1 0 0 0,1-1 0 0 0,-1 0-1 0 0,1 0 1 0 0,0 0 0 0 0,-1 0 0 0 0,1-1 0 0 0,1 1 0 0 0,-1 0 0 0 0,0-5 0 0 0,1-1-38 0 0,-1 1 1 0 0,2-1 0 0 0,0 1-1 0 0,0-1 1 0 0,0 1 0 0 0,1-1-1 0 0,0 1 1 0 0,1-1 0 0 0,0 1-1 0 0,0 0 1 0 0,1 1 0 0 0,-1-1-1 0 0,2 0 1 0 0,-1 1 0 0 0,8-9-1 0 0,6-7-101 0 0,0 1 1 0 0,2 1-1 0 0,23-21 0 0 0,-27 31-203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4684 0 0,'0'0'-127'0'0,"16"-1"-631"0"0,-9 13 703 0 0,0 0-1 0 0,0 0 1 0 0,-2 1-1 0 0,1-1 1 0 0,-2 1-1 0 0,0 1 1 0 0,5 22-1 0 0,6 20-1 0 0,22 75 177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23 2248 0 0,'-22'-22'500'0'0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123 156 3544 0 0,'4'1'57'0'0,"0"-1"-1"0"0,-1 1 0 0 0,1 0 0 0 0,0-1 0 0 0,0 0 1 0 0,-1 0-1 0 0,1 0 0 0 0,0 0 0 0 0,0 0 0 0 0,-1-1 1 0 0,1 0-1 0 0,0 0 0 0 0,0 0 0 0 0,-1 0 0 0 0,1 0 1 0 0,-1-1-1 0 0,0 0 0 0 0,1 0 0 0 0,-1 0 0 0 0,0 0 1 0 0,0 0-1 0 0,0 0 0 0 0,0-1 0 0 0,0 1 0 0 0,-1-1 1 0 0,5-5-1 0 0,-4 3-2 0 0,0 0 1 0 0,1 1-1 0 0,-2-1 1 0 0,1 0-1 0 0,-1-1 1 0 0,0 1-1 0 0,0 0 1 0 0,0-1-1 0 0,-1 1 1 0 0,1-1-1 0 0,-1 0 1 0 0,-1 1-1 0 0,1-1 0 0 0,-1 0 1 0 0,0 0-1 0 0,-2-9 1 0 0,2 14-51 0 0,0 0 0 0 0,-1 0 0 0 0,0-1 0 0 0,1 1 0 0 0,-1 0 0 0 0,0 0 0 0 0,0 0 0 0 0,1 0 0 0 0,-1 0 0 0 0,0 0 0 0 0,0 0 0 0 0,0 0 0 0 0,0 0 0 0 0,0 0 0 0 0,0 1 0 0 0,-1-1 0 0 0,1 0 0 0 0,0 1 0 0 0,0-1-1 0 0,-1 1 1 0 0,1-1 0 0 0,0 1 0 0 0,0 0 0 0 0,-1-1 0 0 0,1 1 0 0 0,0 0 0 0 0,-1 0 0 0 0,1 0 0 0 0,0 0 0 0 0,-1 0 0 0 0,1 0 0 0 0,-2 1 0 0 0,-43 7-1 0 0,44-8-4 0 0,-9 4-9 0 0,0 1-1 0 0,0 1 1 0 0,1-1-1 0 0,-1 1 1 0 0,1 1-1 0 0,1 0 1 0 0,-1 1-1 0 0,1 0 1 0 0,0 0-1 0 0,1 0 1 0 0,0 1-1 0 0,1 1 1 0 0,-1-1-1 0 0,2 1 1 0 0,-10 18-1 0 0,15-26 5 0 0,0 0 0 0 0,0 0 0 0 0,0 0-1 0 0,0 0 1 0 0,1 1 0 0 0,-1-1 0 0 0,1 0-1 0 0,-1 1 1 0 0,1-1 0 0 0,0 1 0 0 0,0-1-1 0 0,0 0 1 0 0,0 1 0 0 0,0-1 0 0 0,1 1-1 0 0,-1-1 1 0 0,1 0 0 0 0,-1 1 0 0 0,1-1 0 0 0,0 0-1 0 0,2 4 1 0 0,-1-3 11 0 0,0 0 0 0 0,1 0 1 0 0,0 0-1 0 0,-1-1 0 0 0,1 1 0 0 0,0-1 0 0 0,0 1 0 0 0,1-1 1 0 0,-1 0-1 0 0,0 0 0 0 0,1 0 0 0 0,4 1 0 0 0,2 1-66 0 0,1-1 0 0 0,-1 0 0 0 0,1-1 0 0 0,0 0 0 0 0,-1 0 0 0 0,1-2 0 0 0,0 1 0 0 0,21-2 0 0 0,-21-2-493 0 0,1 1 0 0 0,-1-2 0 0 0,1 1 0 0 0,19-11 0 0 0,-8 0-154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84 3560 0 0,'0'0'30'0'0,"3"-20"536"0"0,-4 19-517 0 0,1 1 1 0 0,0 0 0 0 0,0-1-1 0 0,0 1 1 0 0,0-1-1 0 0,0 1 1 0 0,0 0-1 0 0,0-1 1 0 0,0 1-1 0 0,-1-1 1 0 0,1 1-1 0 0,1 0 1 0 0,-1-1-1 0 0,0 1 1 0 0,0-1-1 0 0,0 1 1 0 0,0 0-1 0 0,0-1 1 0 0,0 1-1 0 0,0-1 1 0 0,1 1 0 0 0,-1 0-1 0 0,0-1 1 0 0,0 1-1 0 0,0 0 1 0 0,1-1-1 0 0,-1 1 1 0 0,0 0-1 0 0,0-1 1 0 0,1 1-1 0 0,-1 0 1 0 0,0 0-1 0 0,1-1 1 0 0,-1 1-1 0 0,0 0 1 0 0,1 0-1 0 0,-1 0 1 0 0,1 0 0 0 0,-1-1-1 0 0,1 1 1 0 0,136 187-140 0 0,-32-65 235 0 0,-104-121-66 0 0,15 5 2937 0 0,-16-6-2969 0 0,4-40 81 0 0,1 1 0 0 0,2 0 0 0 0,1 0 0 0 0,3 1 0 0 0,27-68 0 0 0,-36 100-236 0 0,0-1 0 0 0,0 1 0 0 0,0-1 0 0 0,-1 0 0 0 0,1-13 0 0 0,-2 19-122 0 0,0-9-1219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0 144 5465 0 0,'2'1'-65'0'0,"-1"0"0"0"0,0 0 1 0 0,1 0-1 0 0,-1 0 0 0 0,1 0 1 0 0,-1-1-1 0 0,1 1 0 0 0,-1 0 1 0 0,1-1-1 0 0,-1 1 1 0 0,1-1-1 0 0,0 1 0 0 0,-1-1 1 0 0,1 0-1 0 0,0 0 0 0 0,-1 0 1 0 0,1 0-1 0 0,0 0 1 0 0,-1 0-1 0 0,1 0 0 0 0,0 0 1 0 0,-1-1-1 0 0,3 0 0 0 0,43-15-32 0 0,-38 11 224 0 0,0 0 0 0 0,0 0 1 0 0,-1-1-1 0 0,0 0 1 0 0,0 0-1 0 0,0-1 0 0 0,-1 0 1 0 0,0-1-1 0 0,-1 0 1 0 0,1 0-1 0 0,-1 0 0 0 0,-1 0 1 0 0,0-1-1 0 0,6-14 1 0 0,-10 23-117 0 0,-1 0 1 0 0,0-1-1 0 0,1 1 1 0 0,-1-1-1 0 0,0 1 1 0 0,0 0 0 0 0,1-1-1 0 0,-1 1 1 0 0,0-1-1 0 0,0 1 1 0 0,0-1-1 0 0,0 1 1 0 0,0-1 0 0 0,1 1-1 0 0,-1-1 1 0 0,0 1-1 0 0,0-1 1 0 0,0 1 0 0 0,0-1-1 0 0,-1 1 1 0 0,1-1-1 0 0,0 1 1 0 0,0-1-1 0 0,0 1 1 0 0,0-1 0 0 0,0 1-1 0 0,-1-1 1 0 0,1 1-1 0 0,0-1 1 0 0,0 1 0 0 0,-1 0-1 0 0,1-1 1 0 0,0 1-1 0 0,-1-1 1 0 0,1 1-1 0 0,-1-1 1 0 0,-19 3 128 0 0,-22 17-102 0 0,30-10-46 0 0,0 0 0 0 0,1 1 0 0 0,0 1 0 0 0,1-1-1 0 0,0 2 1 0 0,0 0 0 0 0,2 0 0 0 0,-1 0 0 0 0,1 1-1 0 0,-10 24 1 0 0,17-35 4 0 0,1 0-1 0 0,-1 0 1 0 0,1 0 0 0 0,-1 0-1 0 0,1 0 1 0 0,0 0-1 0 0,0 1 1 0 0,0-1-1 0 0,0 0 1 0 0,0 0 0 0 0,0 0-1 0 0,1 0 1 0 0,-1 0-1 0 0,1 0 1 0 0,-1 0-1 0 0,1 0 1 0 0,0 0 0 0 0,0 0-1 0 0,0 0 1 0 0,2 3-1 0 0,0-2 8 0 0,-1-1-1 0 0,1 1 0 0 0,0 0 1 0 0,0-1-1 0 0,0 0 0 0 0,0 0 1 0 0,1 0-1 0 0,-1 0 0 0 0,1 0 1 0 0,5 2-1 0 0,6 0-12 0 0,0 0 0 0 0,1 0 0 0 0,0-1 0 0 0,21 0 1 0 0,4-2-690 0 0,0-2 0 0 0,0-1 1 0 0,44-9-1 0 0,-23-1-777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36 4124 0 0,'0'0'-300'0'0,"-9"3"-743"0"0,6-2 1037 0 0,7-2-14 0 0,71-19 259 0 0,-72 19-219 0 0,-2 0-12 0 0,7-2-16 0 0,-1 0 9 0 0,1 1 0 0 0,-1-1 1 0 0,1 2-1 0 0,0-1 0 0 0,0 1 0 0 0,0 0 0 0 0,15 1 0 0 0,-20 0-3 0 0,1 0-7 0 0,4 1-7 0 0,1 0 0 0 0,-1 1-1 0 0,0 0 1 0 0,0 1 0 0 0,1-1-1 0 0,-1 2 1 0 0,8 4 0 0 0,-14-7 19 0 0,0 0 0 0 0,1 0 0 0 0,-1 0 0 0 0,0 1 0 0 0,-1-1 0 0 0,1 1 0 0 0,0 0 1 0 0,0-1-1 0 0,-1 1 0 0 0,1 0 0 0 0,-1 0 0 0 0,1 0 0 0 0,-1 0 0 0 0,0 0 0 0 0,0 0 0 0 0,0 1 1 0 0,0-1-1 0 0,0 0 0 0 0,0 1 0 0 0,-1-1 0 0 0,1 0 0 0 0,-1 1 0 0 0,0-1 0 0 0,1 1 0 0 0,-1-1 1 0 0,0 0-1 0 0,-1 1 0 0 0,1-1 0 0 0,-1 3 0 0 0,-1 0 16 0 0,-1 0 1 0 0,0-1-1 0 0,-1 1 1 0 0,1-1-1 0 0,-1 0 1 0 0,0 0-1 0 0,0 0 0 0 0,0 0 1 0 0,0-1-1 0 0,-1 0 1 0 0,1 0-1 0 0,-1 0 1 0 0,0 0-1 0 0,-8 3 1 0 0,7-3-1 0 0,-143 64 829 0 0,147-66-760 0 0,-12 3 99 0 0,7-2-45 0 0,10-2 47 0 0,32-6-209 0 0,-1 1-1 0 0,61 0 1 0 0,-81 6 14 0 0,-1-1 0 0 0,1 2 0 0 0,-1 0 0 0 0,0 0 0 0 0,0 2 1 0 0,0-1-1 0 0,0 2 0 0 0,0 0 0 0 0,-1 0 0 0 0,17 10 0 0 0,-27-14 8 0 0,-1 0 1 0 0,1-1-1 0 0,-1 1 1 0 0,1 0-1 0 0,-1 0 1 0 0,0 0 0 0 0,1 0-1 0 0,-1 0 1 0 0,0 0-1 0 0,0 0 1 0 0,1 1-1 0 0,-1-1 1 0 0,0 0-1 0 0,0 1 1 0 0,0-1-1 0 0,-1 1 1 0 0,1-1 0 0 0,0 1-1 0 0,-1-1 1 0 0,1 1-1 0 0,-1-1 1 0 0,1 1-1 0 0,-1 0 1 0 0,1-1-1 0 0,-1 1 1 0 0,0 0-1 0 0,0-1 1 0 0,0 1 0 0 0,0 0-1 0 0,0-1 1 0 0,-1 1-1 0 0,1 0 1 0 0,0-1-1 0 0,-1 1 1 0 0,1-1-1 0 0,-1 1 1 0 0,1 0-1 0 0,-1-1 1 0 0,0 1 0 0 0,0-1-1 0 0,0 0 1 0 0,0 1-1 0 0,0-1 1 0 0,0 0-1 0 0,0 1 1 0 0,0-1-1 0 0,0 0 1 0 0,-3 1-1 0 0,-3 5 27 0 0,-1-1-1 0 0,1-1 0 0 0,-1 0 0 0 0,-1 0 0 0 0,-16 7 0 0 0,-7 0 263 0 0,-1-3 0 0 0,0-1 1 0 0,-1-1-1 0 0,1-1 0 0 0,-69 1 0 0 0,101-7-318 0 0,0 0 0 0 0,0 0 0 0 0,0 0 0 0 0,0 0 0 0 0,0 0 0 0 0,0-1 0 0 0,0 1 0 0 0,0 0 0 0 0,1 0 1 0 0,-1 0-1 0 0,0-1 0 0 0,0 1 0 0 0,0-1 0 0 0,0 1 0 0 0,1-1 0 0 0,-1 1 0 0 0,0-1 0 0 0,0 1 0 0 0,1-1 0 0 0,-1 1 0 0 0,0-1 0 0 0,1 0 0 0 0,-1 1 0 0 0,1-1 0 0 0,-1 0 1 0 0,1 0-1 0 0,-1 0 0 0 0,1 1 0 0 0,-1-1 0 0 0,1 0 0 0 0,-1-1 0 0 0,1 0-198 0 0,0-1 0 0 0,0 1 0 0 0,0-1 0 0 0,0 1 1 0 0,0-1-1 0 0,0 1 0 0 0,0 0 0 0 0,1-1 0 0 0,0 1 0 0 0,-1-1 0 0 0,3-3 1 0 0,5-13-1014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600 53 4000 0 0,'0'-2'-14'0'0,"-1"0"0"0"0,1 1 0 0 0,-1-1 0 0 0,1 0 0 0 0,-1 0 0 0 0,1 1 0 0 0,-1-1 0 0 0,0 0 0 0 0,0 1 0 0 0,0-1 0 0 0,0 1 0 0 0,0-1 0 0 0,0 1 0 0 0,0-1-1 0 0,0 1 1 0 0,-1 0 0 0 0,1 0 0 0 0,0-1 0 0 0,-1 1 0 0 0,1 0 0 0 0,-4-1 0 0 0,4 1 46 0 0,-59-6 215 0 0,34 10-247 0 0,1 2 0 0 0,-1 1 0 0 0,1 1 0 0 0,1 1 0 0 0,0 1 1 0 0,0 1-1 0 0,0 1 0 0 0,2 1 0 0 0,-1 1 0 0 0,2 1 0 0 0,0 1 0 0 0,0 1 1 0 0,-21 22-1 0 0,19-15-16 0 0,0 1 1 0 0,2 1 0 0 0,0 0-1 0 0,-28 49 1 0 0,44-65 11 0 0,1-1 0 0 0,0 1 0 0 0,1 0 0 0 0,0 0 0 0 0,0 0 0 0 0,1 0 0 0 0,0 0 0 0 0,0 1 0 0 0,1-1 0 0 0,1 0 0 0 0,-1 1 0 0 0,2-1 0 0 0,-1 1 0 0 0,1-1 0 0 0,1 1 1 0 0,-1-1-1 0 0,2 0 0 0 0,-1 0 0 0 0,1 0 0 0 0,8 17 0 0 0,-4-13 11 0 0,0-1 0 0 0,0 1 0 0 0,1-1 1 0 0,0 0-1 0 0,2-1 0 0 0,-1 0 0 0 0,1 0 0 0 0,0-1 1 0 0,1-1-1 0 0,1 0 0 0 0,-1 0 0 0 0,1-1 0 0 0,1 0 1 0 0,-1-1-1 0 0,1-1 0 0 0,0 0 0 0 0,1-1 0 0 0,0 0 1 0 0,0-1-1 0 0,18 3 0 0 0,-9-2 79 0 0,1-2 0 0 0,-1 0 0 0 0,1-2 0 0 0,0 0 0 0 0,0-2 0 0 0,-1 0 1 0 0,1-2-1 0 0,-1-1 0 0 0,26-7 0 0 0,-35 7 56 0 0,0-1 1 0 0,0 0 0 0 0,0-1 0 0 0,0-1-1 0 0,-1 0 1 0 0,0-1 0 0 0,-1 0-1 0 0,0-1 1 0 0,0-1 0 0 0,-1 0-1 0 0,0 0 1 0 0,-1-1 0 0 0,0 0-1 0 0,0-1 1 0 0,10-18 0 0 0,-11 17 6 0 0,-1-1 1 0 0,0 0-1 0 0,-2-1 1 0 0,1 0 0 0 0,-2 0-1 0 0,0 0 1 0 0,0-1-1 0 0,-2 0 1 0 0,0 1 0 0 0,-1-1-1 0 0,0 0 1 0 0,-1-1-1 0 0,-3-27 1 0 0,1 31-98 0 0,-1 0-1 0 0,0 0 1 0 0,-1 0 0 0 0,-1 1 0 0 0,0-1 0 0 0,-1 1-1 0 0,0 0 1 0 0,-1 1 0 0 0,0-1 0 0 0,-1 1-1 0 0,0 0 1 0 0,0 1 0 0 0,-2 0 0 0 0,1 0 0 0 0,-1 0-1 0 0,-11-8 1 0 0,1 2-30 0 0,-2 1 1 0 0,0 1-1 0 0,-1 1 0 0 0,0 1 1 0 0,-1 1-1 0 0,0 1 0 0 0,-30-10 1 0 0,22 10-75 0 0,-5-3-578 0 0,10 6-4108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8560 1 3940 0 0,'0'0'4756'0'0,"-4"2"-4720"0"0,-20 6 17 0 0,-1-1 0 0 0,1-2 0 0 0,-2 0 0 0 0,-48 2 0 0 0,2 2-39 0 0,-533 79 192 0 0,317-38-132 0 0,176-28-54 0 0,-438 101 146 0 0,433-95-109 0 0,-634 156 381 0 0,398-91-330 0 0,160-40-67 0 0,-282 103-8 0 0,257-62-8 0 0,-41 15 10 0 0,-44-7 7 0 0,70-25 8 0 0,-44 14 17 0 0,-169 64 10 0 0,-175 114-1 0 0,519-228-83 0 0,-184 104 1 0 0,140-63-2 0 0,-37 23-28 0 0,-123 90 17 0 0,256-156 4 0 0,3 2-1 0 0,1 1 1 0 0,2 3-1 0 0,-39 53 1 0 0,2-16 11 0 0,57-61 1 0 0,1 2 1 0 0,-26 33-1 0 0,24-29-27 0 0,-9 15-7 0 0,-43 82-28 0 0,30-51 85 0 0,-2-3 1 0 0,-101 110-1 0 0,108-131-15 0 0,-34 30 33 0 0,-112 93 1 0 0,87-84-36 0 0,3 5 5 0 0,69-61-6 0 0,1-3 1361 0 0,26-33-1339 0 0,0 1 1 0 0,0 0-1 0 0,0-1 1 0 0,0 0-1 0 0,1 1 1 0 0,0-1-1 0 0,0 0 0 0 0,0 0 1 0 0,0 0-1 0 0,0 0 1 0 0,1-6-1 0 0,-2 2 12 0 0,-8-40 49 0 0,-25-97 52 0 0,22 80-112 0 0,-3-7-135 0 0,16 71 76 0 0,-3-10-736 0 0,3 29 486 0 0,45 267-76 0 0,-39-249 365 0 0,0-6 4 0 0,-1-1 1 0 0,0 33 0 0 0,-5-61-12 0 0,0 0 1 0 0,-1 0-1 0 0,1 1 1 0 0,0-1-1 0 0,0 0 1 0 0,0 0-1 0 0,1 1 1 0 0,-1-1 0 0 0,0 0-1 0 0,0 0 1 0 0,1 1-1 0 0,-1-1 1 0 0,0 0-1 0 0,1 0 1 0 0,-1 0-1 0 0,1 0 1 0 0,0 0-1 0 0,-1 0 1 0 0,1 1 0 0 0,0-2-1 0 0,0 1 1 0 0,-1 0-1 0 0,1 0 1 0 0,0 0-1 0 0,0 0 1 0 0,0 0-1 0 0,0-1 1 0 0,0 1-1 0 0,0 0 1 0 0,1-1 0 0 0,-1 1-1 0 0,0-1 1 0 0,0 1-1 0 0,0-1 1 0 0,0 0-1 0 0,1 1 1 0 0,-1-1-1 0 0,0 0 1 0 0,0 0-1 0 0,1 0 1 0 0,-1 0 0 0 0,0 0-1 0 0,0 0 1 0 0,1 0-1 0 0,1-1 1 0 0,7-2-27 0 0,0 0 1 0 0,0 0 0 0 0,-1-1-1 0 0,17-8 1 0 0,-8 3 57 0 0,67-23-93 0 0,155-36 0 0 0,-64 22-87 0 0,-173 45 144 0 0,13-2-9 0 0,-7 1 120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517 83 1104 0 0,'1'-1'46'0'0,"-1"0"100"0"0,1 0 0 0 0,0 0-1 0 0,-1 0 1 0 0,1 0 0 0 0,-1 0 0 0 0,1 0 0 0 0,-1-1 0 0 0,1 1 0 0 0,-1 0 0 0 0,0 0-1 0 0,0-1 1 0 0,1 1 0 0 0,-1 0 0 0 0,0-1 0 0 0,0 1 0 0 0,0 0 0 0 0,-1-1 0 0 0,1 1-1 0 0,0 0 1 0 0,0 0 0 0 0,-1-1 0 0 0,1 1 0 0 0,-1 0 0 0 0,1 0 0 0 0,-1 0 0 0 0,1-1-1 0 0,-1 1 1 0 0,0 0 0 0 0,1 0 0 0 0,-1 0 0 0 0,0 0 0 0 0,0 0 0 0 0,0 0 0 0 0,0 1-1 0 0,-1-2 1 0 0,0 0 21 0 0,0 0-98 0 0,-1-1 1 0 0,0 1-1 0 0,0 0 1 0 0,0 0-1 0 0,0 0 0 0 0,0 0 1 0 0,-1 1-1 0 0,1-1 1 0 0,0 1-1 0 0,-1-1 0 0 0,1 1 1 0 0,-1 0-1 0 0,-3 0 1 0 0,0-1 33 0 0,0 0-64 0 0,0-1 1 0 0,0 1-1 0 0,0 1 0 0 0,0 0 0 0 0,0 0 0 0 0,-1 0 0 0 0,-10 1 0 0 0,3 1-33 0 0,-1 2 0 0 0,1 0 0 0 0,-23 7 0 0 0,20-2-22 0 0,0 1 0 0 0,0 0 0 0 0,1 1 0 0 0,0 1-1 0 0,1 0 1 0 0,0 2 0 0 0,1 0 0 0 0,0 0 0 0 0,1 1 0 0 0,-12 16 0 0 0,12-12-15 0 0,0 0 1 0 0,1 0 0 0 0,1 1-1 0 0,1 1 1 0 0,-16 36 0 0 0,23-46 6 0 0,0 0 0 0 0,1 0 1 0 0,0 1-1 0 0,1-1 0 0 0,0 1 1 0 0,1 0-1 0 0,0-1 0 0 0,0 1 1 0 0,1 0-1 0 0,2 15 1 0 0,0-17 10 0 0,0-1 1 0 0,0 0 0 0 0,1 0-1 0 0,0 0 1 0 0,0 0 0 0 0,1 0 0 0 0,0-1-1 0 0,0 0 1 0 0,1 0 0 0 0,0 0-1 0 0,0 0 1 0 0,1-1 0 0 0,12 11 0 0 0,-6-6 11 0 0,1-1 1 0 0,1 0-1 0 0,0-1 1 0 0,0 0-1 0 0,1-2 1 0 0,0 1-1 0 0,0-2 1 0 0,0 0-1 0 0,1-1 1 0 0,0-1-1 0 0,0 0 1 0 0,1-1-1 0 0,-1 0 1 0 0,1-2-1 0 0,-1 0 1 0 0,1-1-1 0 0,-1 0 1 0 0,1-2-1 0 0,0 0 0 0 0,17-5 1 0 0,317-73 212 0 0,-281 63-131 0 0,-68 16 59 0 0,3-18-3654 0 0,-7 9 1273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86 5657 0 0,'-11'-65'875'0'0,"11"63"-598"0"0,-1-10 52 0 0,2 5-197 0 0,0 10-297 0 0,44 144 105 0 0,57 167-86 0 0,-56-175 234 0 0,-40-120 2486 0 0,-17-81-1415 0 0,13 56-1215 0 0,-1 0-1 0 0,1-1 0 0 0,0 1 0 0 0,0 0 1 0 0,1 0-1 0 0,0 0 0 0 0,0 1 1 0 0,0-1-1 0 0,1 0 0 0 0,0 1 1 0 0,0 0-1 0 0,0 0 0 0 0,0 0 0 0 0,1 1 1 0 0,0 0-1 0 0,0 0 0 0 0,0 0 1 0 0,1 0-1 0 0,-1 1 0 0 0,1-1 0 0 0,0 2 1 0 0,0-1-1 0 0,8-2 0 0 0,-9 3-3 0 0,0 0-1 0 0,0 1 0 0 0,1-1 0 0 0,-1 1 0 0 0,1 0 1 0 0,-1 1-1 0 0,1-1 0 0 0,-1 1 0 0 0,0 1 1 0 0,1-1-1 0 0,-1 1 0 0 0,1-1 0 0 0,-1 1 0 0 0,0 1 1 0 0,1-1-1 0 0,-1 1 0 0 0,0 0 0 0 0,0 0 0 0 0,0 1 1 0 0,0-1-1 0 0,-1 1 0 0 0,1 0 0 0 0,-1 1 1 0 0,1-1-1 0 0,-1 1 0 0 0,0-1 0 0 0,5 8 0 0 0,1 4 22 0 0,-2 0-1 0 0,1 0 0 0 0,-2 1 0 0 0,0 0 0 0 0,-1 0 0 0 0,-1 1 0 0 0,-1-1 1 0 0,0 1-1 0 0,-1 0 0 0 0,0 0 0 0 0,-2 1 0 0 0,0 25 0 0 0,-1-42-11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41 105 4812 0 0,'0'0'-136'0'0,"-11"-43"800"0"0,11 41-479 0 0,-2-4 414 0 0,2 6-567 0 0,1 0 0 0 0,-1-1 1 0 0,0 1-1 0 0,0 0 0 0 0,0 0 1 0 0,0-1-1 0 0,0 1 0 0 0,0 0 0 0 0,0 0 1 0 0,0-1-1 0 0,0 1 0 0 0,0 0 1 0 0,0 0-1 0 0,0-1 0 0 0,0 1 1 0 0,0 0-1 0 0,0-1 0 0 0,0 1 1 0 0,0 0-1 0 0,0 0 0 0 0,0-1 0 0 0,0 1 1 0 0,0 0-1 0 0,0 0 0 0 0,-1-1 1 0 0,1 1-1 0 0,0 0 0 0 0,0 0 1 0 0,0 0-1 0 0,0-1 0 0 0,-1 1 1 0 0,1 0-1 0 0,0 0 0 0 0,0 0 0 0 0,0 0 1 0 0,-1-1-1 0 0,1 1 0 0 0,0 0 1 0 0,0 0-1 0 0,-1 0 0 0 0,1 0 1 0 0,0 0-1 0 0,0 0 0 0 0,-1 0 1 0 0,1 0-1 0 0,0-1 0 0 0,0 1 1 0 0,-1 0-1 0 0,1 0 0 0 0,0 0 0 0 0,-1 0 1 0 0,1 1-1 0 0,-4 6-47 0 0,1 1 0 0 0,0-1 0 0 0,0 1 0 0 0,1 0 1 0 0,0 0-1 0 0,0 0 0 0 0,1 0 0 0 0,0 1 0 0 0,0-1 0 0 0,1 0 0 0 0,0 0 0 0 0,1 1 0 0 0,0-1 0 0 0,0 0 1 0 0,0 0-1 0 0,1 0 0 0 0,1 0 0 0 0,-1 0 0 0 0,7 13 0 0 0,-5-11 8 0 0,1 0 1 0 0,-1 0-1 0 0,2-1 0 0 0,-1 0 0 0 0,1 0 1 0 0,1 0-1 0 0,0-1 0 0 0,0 0 1 0 0,0 0-1 0 0,1-1 0 0 0,0 0 1 0 0,1 0-1 0 0,-1-1 0 0 0,1 0 0 0 0,14 7 1 0 0,-20-12 10 0 0,0 0 1 0 0,0 0 0 0 0,0 0 0 0 0,0 0-1 0 0,0-1 1 0 0,0 1 0 0 0,0-1-1 0 0,0 0 1 0 0,0 0 0 0 0,0 0 0 0 0,0 0-1 0 0,0 0 1 0 0,1-1 0 0 0,-1 1-1 0 0,0-1 1 0 0,0 0 0 0 0,-1 0 0 0 0,1 0-1 0 0,4-3 1 0 0,-2 1 3 0 0,0-1 0 0 0,0 1 1 0 0,-1-1-1 0 0,0 0 0 0 0,0 0 0 0 0,0-1 0 0 0,0 1 0 0 0,-1-1 1 0 0,6-9-1 0 0,2-8 28 0 0,-1 0-1 0 0,-1-1 1 0 0,11-42 0 0 0,-19 62-33 0 0,34-160 1663 0 0,-35 161-1594 0 0,-1 7-127 0 0,0 6 31 0 0,0 0-1 0 0,1 0 1 0 0,0 1-1 0 0,1-1 1 0 0,0 0-1 0 0,0 0 0 0 0,1 0 1 0 0,1-1-1 0 0,0 1 1 0 0,0 0-1 0 0,1-1 1 0 0,1 0-1 0 0,-1 0 1 0 0,2 0-1 0 0,7 10 1 0 0,0-1-110 0 0,1-1 0 0 0,0-1 0 0 0,1 0 0 0 0,1-1 0 0 0,1-1 0 0 0,32 22 0 0 0,-47-35-94 0 0,1 0-1 0 0,0-1 1 0 0,0 0-1 0 0,-1 0 1 0 0,1 0 0 0 0,0 0-1 0 0,0 0 1 0 0,0 0-1 0 0,0-1 1 0 0,0 0 0 0 0,0 1-1 0 0,1-1 1 0 0,-1 0-1 0 0,0-1 1 0 0,0 1 0 0 0,0 0-1 0 0,0-1 1 0 0,4-1-1 0 0,7-5-1681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31 5200 0 0,'-7'-14'-50'0'0,"10"41"-10"0"0,10 49-44 0 0,38 89-4 0 0,-26-88 153 0 0,-21-63-495 0 0,2 6 2824 0 0,-15-34-696 0 0,-1-8-1618 0 0,1 0-1 0 0,0 0 1 0 0,2-1-1 0 0,0 0 1 0 0,2 0-1 0 0,0-1 1 0 0,2 1-1 0 0,1-1 1 0 0,0 0-1 0 0,3-25 1 0 0,-1 44-95 0 0,1 0 1 0 0,0-1 0 0 0,0 1 0 0 0,1 0 0 0 0,-1 0 0 0 0,1 0 0 0 0,0 0-1 0 0,1 0 1 0 0,-1 0 0 0 0,1 0 0 0 0,0 1 0 0 0,0-1 0 0 0,7-7 0 0 0,-7 9-11 0 0,0 1 0 0 0,0-1 1 0 0,0 1-1 0 0,0 0 0 0 0,1 0 0 0 0,-1 0 1 0 0,1 1-1 0 0,-1-1 0 0 0,1 1 1 0 0,-1-1-1 0 0,1 1 0 0 0,0 1 0 0 0,0-1 1 0 0,0 0-1 0 0,-1 1 0 0 0,1 0 0 0 0,0 0 1 0 0,7 0-1 0 0,-7 1 22 0 0,0 0 0 0 0,-1 0-1 0 0,1 1 1 0 0,-1-1 0 0 0,1 1 0 0 0,-1 0 0 0 0,0 0-1 0 0,1 0 1 0 0,-1 0 0 0 0,0 0 0 0 0,0 1 0 0 0,-1-1-1 0 0,1 1 1 0 0,0 0 0 0 0,-1 0 0 0 0,0 0 0 0 0,0 0-1 0 0,3 5 1 0 0,3 6-50 0 0,-1 0 1 0 0,10 26-1 0 0,5 44-52 0 0,-17-61 1 0 0,1-1-1 0 0,12 30 0 0 0,-10-44-143 0 0,23-29-4302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0 419 4860 0 0,'14'-14'83'0'0,"-1"-1"0"0"0,-1 0-1 0 0,-1-1 1 0 0,0 0-1 0 0,9-19 1 0 0,-18 27-13 0 0,1-1-1 0 0,-2 1 1 0 0,1-1 0 0 0,-1 1 0 0 0,0-1 0 0 0,-1 0-1 0 0,0 1 1 0 0,0-1 0 0 0,-3-12 0 0 0,-22-79 1509 0 0,15 66-777 0 0,-9-38 928 0 0,18 70-1673 0 0,1 2-77 0 0,0 0 0 0 0,0 0 0 0 0,0 0-1 0 0,0 0 1 0 0,0 1 0 0 0,0-1 0 0 0,-1 0 0 0 0,1 0 0 0 0,0 0 0 0 0,0 0 0 0 0,0 0 0 0 0,0 0 0 0 0,0 0 0 0 0,0 0 0 0 0,-1 0 0 0 0,1 0 0 0 0,0 0 0 0 0,0 0 0 0 0,0 0 0 0 0,0 0 0 0 0,0 0 0 0 0,-1 0 0 0 0,1 0 0 0 0,0 0 0 0 0,0 0 0 0 0,0 0 0 0 0,0 0 0 0 0,0 0 0 0 0,-1 0 0 0 0,1 0 0 0 0,0 0 0 0 0,0 0 0 0 0,0 0 0 0 0,0 0 0 0 0,0 0 0 0 0,0 0 0 0 0,-1 0 0 0 0,1-1 0 0 0,0 1-1 0 0,0 0 1 0 0,0 0 0 0 0,0 0 0 0 0,0 0 0 0 0,0 0 0 0 0,0 0 0 0 0,0 0 0 0 0,0-1 0 0 0,-1 1 0 0 0,1 0 0 0 0,0 0 0 0 0,1 41-103 0 0,2 0 0 0 0,2-1 0 0 0,2 1 0 0 0,15 53 0 0 0,-9-39 65 0 0,18 64 16 0 0,54 126-1 0 0,-82-235 50 0 0,-1 0 1228 0 0,-14-27-962 0 0,-16-34-337 0 0,21 31-11 0 0,0-1-1 0 0,1 0 1 0 0,1 0 0 0 0,1-1 0 0 0,0 1 0 0 0,2-1-1 0 0,1 0 1 0 0,1 0 0 0 0,0 1 0 0 0,2-1 0 0 0,0 0-1 0 0,2 1 1 0 0,0-1 0 0 0,9-26 0 0 0,-9 41 21 0 0,-1 1 1 0 0,1-1-1 0 0,0 0 1 0 0,1 1-1 0 0,-1 0 1 0 0,1 0-1 0 0,0 0 1 0 0,1 1 0 0 0,-1 0-1 0 0,1 0 1 0 0,0 0-1 0 0,1 0 1 0 0,-1 1-1 0 0,1 0 1 0 0,12-5-1 0 0,-14 7 17 0 0,1 0-1 0 0,0 0 1 0 0,0 0-1 0 0,0 0 0 0 0,0 1 1 0 0,1 0-1 0 0,-1 1 1 0 0,0-1-1 0 0,1 1 1 0 0,-1 0-1 0 0,0 1 0 0 0,0-1 1 0 0,1 1-1 0 0,-1 1 1 0 0,0-1-1 0 0,0 1 1 0 0,0 0-1 0 0,0 0 1 0 0,9 6-1 0 0,-13-7 30 0 0,-1-1 1 0 0,1 1-1 0 0,0 1 0 0 0,0-1 1 0 0,-1 0-1 0 0,1 0 1 0 0,-1 1-1 0 0,1-1 0 0 0,-1 1 1 0 0,1-1-1 0 0,-1 1 0 0 0,0-1 1 0 0,0 1-1 0 0,0 0 0 0 0,0 0 1 0 0,0-1-1 0 0,0 1 1 0 0,0 0-1 0 0,-1 0 0 0 0,1 0 1 0 0,-1 0-1 0 0,1 0 0 0 0,-1 3 1 0 0,0-2 3 0 0,-1-1 0 0 0,1 1-1 0 0,-1 0 1 0 0,0 0 0 0 0,0-1 0 0 0,0 1 0 0 0,-1 0 0 0 0,1-1 0 0 0,0 1-1 0 0,-1-1 1 0 0,0 1 0 0 0,0-1 0 0 0,1 0 0 0 0,-4 3 0 0 0,-9 7 1 0 0,0-1 0 0 0,0 0 0 0 0,-1-1 0 0 0,-17 9 0 0 0,27-16-3 0 0,-139 79-183 0 0,143-81 150 0 0,1 0 4 0 0,1 0 33 0 0,-1 0 1 0 0,1 0-1 0 0,0 0 0 0 0,-1 0 0 0 0,1 0 0 0 0,0 0 0 0 0,0 0 0 0 0,-1-1 0 0 0,1 1 0 0 0,0 0 0 0 0,0-1 0 0 0,0 1 0 0 0,0 0 1 0 0,0-1-1 0 0,0 1 0 0 0,0-1 0 0 0,0 0 0 0 0,0 1 0 0 0,0-1 0 0 0,0 0 0 0 0,0 1 0 0 0,2-1 0 0 0,32 8-30 0 0,-28-7 22 0 0,55 12-53 0 0,43 8-13 0 0,179 61 0 0 0,-281-81 61 0 0,1 0 0 0 0,-1 1 1 0 0,0-1-1 0 0,1 1 0 0 0,-1 0 0 0 0,0-1 1 0 0,0 2-1 0 0,0-1 0 0 0,0 0 0 0 0,0 1 1 0 0,-1-1-1 0 0,1 1 0 0 0,-1 0 0 0 0,0-1 1 0 0,4 6-1 0 0,-7-6-201 0 0,0 0 0 0 0,0 0 1 0 0,0-1-1 0 0,0 1 0 0 0,0-1 0 0 0,0 1 1 0 0,0 0-1 0 0,-1-1 0 0 0,1 0 1 0 0,0 1-1 0 0,-1-1 0 0 0,1 0 0 0 0,-4 2 1 0 0,-5 3-1001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49 4396 0 0,'-3'-20'13'0'0,"-1"-8"1279"0"0,4 45-874 0 0,5 29-424 0 0,3 0 1 0 0,1 0-1 0 0,22 59 0 0 0,-10-33 29 0 0,-15-52-247 0 0,8 36 654 0 0,-10-19-3393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99 4748 0 0,'-19'3'1393'0'0,"398"-70"-1158"0"0,-255 52-163 0 0,144 0-1 0 0,-209 11-1905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315 66 4288 0 0,'0'0'-190'0'0,"-6"-33"3183"0"0,1 31-2910 0 0,1 0 0 0 0,-1 0 0 0 0,1 0 0 0 0,-1 0 1 0 0,0 0-1 0 0,0 1 0 0 0,0 0 0 0 0,-8-1 0 0 0,10 2-51 0 0,-1 0-8 0 0,-6 0-28 0 0,1 1 1 0 0,-1 0-1 0 0,1 1 0 0 0,0-1 1 0 0,0 2-1 0 0,0-1 1 0 0,0 2-1 0 0,0-1 0 0 0,0 1 1 0 0,1 0-1 0 0,0 1 1 0 0,0 0-1 0 0,0 0 0 0 0,0 1 1 0 0,1 0-1 0 0,0 0 1 0 0,0 0-1 0 0,1 1 1 0 0,-1 0-1 0 0,-6 12 0 0 0,4-7-23 0 0,1 0 0 0 0,0 1-1 0 0,1 0 1 0 0,0 0-1 0 0,1 1 1 0 0,0 0 0 0 0,2 0-1 0 0,-1 1 1 0 0,2-1 0 0 0,0 1-1 0 0,0 0 1 0 0,2 0-1 0 0,0-1 1 0 0,0 1 0 0 0,2 0-1 0 0,0 0 1 0 0,0 0-1 0 0,1 0 1 0 0,1 0 0 0 0,1-1-1 0 0,0 1 1 0 0,1-1 0 0 0,0 0-1 0 0,1 0 1 0 0,1-1-1 0 0,0 0 1 0 0,13 19 0 0 0,-10-22 14 0 0,-1-1 0 0 0,1 0 1 0 0,1-1-1 0 0,-1 0 0 0 0,2-1 1 0 0,-1 0-1 0 0,1-1 1 0 0,0 0-1 0 0,0-1 0 0 0,0 0 1 0 0,1 0-1 0 0,0-2 0 0 0,0 0 1 0 0,0 0-1 0 0,0-1 0 0 0,23 0 1 0 0,9 0 19 0 0,0-3 0 0 0,-1-1 0 0 0,74-14 0 0 0,-90 11 43 0 0,1-2 1 0 0,-2 0-1 0 0,1-2 1 0 0,-1-1-1 0 0,-1-1 0 0 0,1-1 1 0 0,-2-2-1 0 0,24-16 1 0 0,-40 24 28 0 0,0 0 1 0 0,0-1 0 0 0,-1 0-1 0 0,0 0 1 0 0,-1-1 0 0 0,1 0-1 0 0,-2-1 1 0 0,1 1 0 0 0,-1-1-1 0 0,0-1 1 0 0,-1 1 0 0 0,0-1-1 0 0,-1 0 1 0 0,0 0 0 0 0,0 0-1 0 0,-1 0 1 0 0,0-1 0 0 0,-1 1-1 0 0,0-1 1 0 0,-1 0 0 0 0,0 0-1 0 0,-1 0 1 0 0,0 1 0 0 0,-3-17 0 0 0,2 19-66 0 0,-1-1 0 0 0,0 1 1 0 0,-1 0-1 0 0,1 0 0 0 0,-2 0 1 0 0,1 0-1 0 0,-1 1 1 0 0,0-1-1 0 0,-1 1 0 0 0,0 0 1 0 0,0 0-1 0 0,-8-8 0 0 0,3 5 33 0 0,-1 1 0 0 0,0 0 0 0 0,0 0 0 0 0,-1 1 0 0 0,0 1-1 0 0,-23-10 1 0 0,-7 1 66 0 0,0 1 0 0 0,-1 3-1 0 0,-71-12 1 0 0,87 20-525 0 0,-1 0-1 0 0,0 2 1 0 0,0 1 0 0 0,-53 4-1 0 0,76 4-693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 64 5128 0 0,'-71'-64'2644'0'0,"83"81"-2504"0"0,25 19-174 0 0,3-1 0 0 0,76 51 0 0 0,8 6 17 0 0,1 9-1033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46 115 4972 0 0,'0'0'-226'0'0,"-26"-34"-316"0"0,8-11 3461 0 0,18 49-3041 0 0,-1 5 115 0 0,1 0 1 0 0,0 0-1 0 0,1 0 1 0 0,0-1-1 0 0,0 1 1 0 0,1 0 0 0 0,0-1-1 0 0,1 1 1 0 0,-1-1-1 0 0,2 1 1 0 0,-1-1-1 0 0,1 0 1 0 0,0-1-1 0 0,1 1 1 0 0,0-1 0 0 0,0 0-1 0 0,1 0 1 0 0,0 0-1 0 0,0-1 1 0 0,0 0-1 0 0,1 0 1 0 0,0 0-1 0 0,0-1 1 0 0,0 0 0 0 0,1 0-1 0 0,0-1 1 0 0,0 0-1 0 0,0-1 1 0 0,0 0-1 0 0,1 0 1 0 0,-1 0-1 0 0,1-1 1 0 0,-1-1 0 0 0,1 1-1 0 0,17-1 1 0 0,-24-1 12 0 0,1 0 1 0 0,0-1-1 0 0,0 1 0 0 0,-1-1 1 0 0,1 0-1 0 0,0 0 1 0 0,-1 0-1 0 0,1 0 1 0 0,-1 0-1 0 0,1-1 1 0 0,-1 1-1 0 0,0-1 1 0 0,0 0-1 0 0,1 1 1 0 0,-1-1-1 0 0,0 0 1 0 0,-1 0-1 0 0,1 0 0 0 0,0-1 1 0 0,0 1-1 0 0,-1 0 1 0 0,0-1-1 0 0,1 1 1 0 0,1-5-1 0 0,2-6 18 0 0,-1 1 1 0 0,0-1-1 0 0,4-21 0 0 0,-7 27-14 0 0,5-23 219 0 0,-2-1 1 0 0,0-46 0 0 0,-4 88-278 0 0,1-1 1 0 0,0 1-1 0 0,0 0 0 0 0,2 0 1 0 0,-1-1-1 0 0,1 1 0 0 0,1-1 0 0 0,8 18 1 0 0,-5-19-46 0 0,-1 0 0 0 0,2-1 0 0 0,-1 0 0 0 0,1 0 0 0 0,1-1 0 0 0,-1 0 0 0 0,1 0 1 0 0,1-1-1 0 0,-1 0 0 0 0,1-1 0 0 0,0 0 0 0 0,0 0 0 0 0,0-1 0 0 0,1-1 0 0 0,14 4 1 0 0,-22-7-121 0 0,0 1 0 0 0,0-1 0 0 0,0 0 0 0 0,1 0 0 0 0,-1-1 0 0 0,0 1 0 0 0,0-1 0 0 0,0 1 0 0 0,0-1 0 0 0,3-1 0 0 0,3-1-489 0 0,10-2-208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93 154 3528 0 0,'0'0'-153'0'0,"31"-8"-102"0"0,-26 5 356 0 0,-1 1 0 0 0,0-1 0 0 0,0 0 0 0 0,-1 0 0 0 0,1 0 0 0 0,-1 0 0 0 0,1 0 0 0 0,-1-1 0 0 0,0 0 0 0 0,0 0 0 0 0,-1 0 0 0 0,1 0 0 0 0,-1 0 0 0 0,0 0 0 0 0,0-1 1 0 0,0 1-1 0 0,-1-1 0 0 0,1 1 0 0 0,-1-1 0 0 0,0 0 0 0 0,0 1 0 0 0,-1-1 0 0 0,0 0 0 0 0,1 0 0 0 0,-2 0 0 0 0,1 1 0 0 0,-2-10 0 0 0,1 12-71 0 0,-1 0 0 0 0,1 0 0 0 0,0 1 1 0 0,-1-1-1 0 0,0 1 0 0 0,1-1 0 0 0,-1 1 0 0 0,0-1 0 0 0,0 1 0 0 0,1 0 0 0 0,-1 0 0 0 0,0 0 0 0 0,0 0 0 0 0,-1 0 0 0 0,1 0 1 0 0,0 1-1 0 0,0-1 0 0 0,0 1 0 0 0,0-1 0 0 0,-1 1 0 0 0,-1 0 0 0 0,3 0-18 0 0,-2-1 23 0 0,-1 3-13 0 0,-4 2-25 0 0,-1 1 0 0 0,1 0 0 0 0,0 0 0 0 0,0 0 0 0 0,1 1 0 0 0,-1 1 0 0 0,1-1 0 0 0,1 1 0 0 0,-1 1 0 0 0,1-1 0 0 0,1 1 0 0 0,-1 0 0 0 0,1 0 0 0 0,1 0 0 0 0,-1 1 0 0 0,1 0 0 0 0,1 0 0 0 0,0 0 0 0 0,0 0 0 0 0,-2 16 0 0 0,3-17-7 0 0,1-1 0 0 0,0 1-1 0 0,1 0 1 0 0,0-1 0 0 0,0 1-1 0 0,1 0 1 0 0,-1-1-1 0 0,2 1 1 0 0,-1-1 0 0 0,1 1-1 0 0,0-1 1 0 0,4 8 0 0 0,-4-10 1 0 0,1 0 1 0 0,0-1 0 0 0,0 1 0 0 0,0 0 0 0 0,1-1-1 0 0,0 0 1 0 0,0 0 0 0 0,0 0 0 0 0,0 0 0 0 0,0-1 0 0 0,1 0-1 0 0,0 0 1 0 0,-1 0 0 0 0,1 0 0 0 0,0-1 0 0 0,0 0-1 0 0,11 4 1 0 0,-9-5-206 0 0,-1 0 0 0 0,0 0-1 0 0,1 0 1 0 0,-1-1-1 0 0,0 0 1 0 0,1 0 0 0 0,-1 0-1 0 0,1-1 1 0 0,-1 0 0 0 0,0 0-1 0 0,0-1 1 0 0,1 0 0 0 0,-1 0-1 0 0,0 0 1 0 0,7-4 0 0 0,8-6-836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 34 4032 0 0,'0'-1'6'0'0,"1"0"0"0"0,-1 0 0 0 0,0 1 0 0 0,1-1 0 0 0,-1 0 0 0 0,0 0-1 0 0,0 0 1 0 0,1 0 0 0 0,-1 0 0 0 0,0 1 0 0 0,0-1 0 0 0,0 0 0 0 0,0 0 0 0 0,0 0-1 0 0,0 0 1 0 0,0 0 0 0 0,-1 0 0 0 0,1 0 0 0 0,0 1 0 0 0,0-1 0 0 0,-1 0 0 0 0,1 0-1 0 0,0 0 1 0 0,-1 0 0 0 0,1 1 0 0 0,-1-1 0 0 0,1 0 0 0 0,-1 0 0 0 0,1 1-1 0 0,-1-1 1 0 0,0 1 0 0 0,1-1 0 0 0,-1 0 0 0 0,0 1 0 0 0,0-1 0 0 0,1 1 0 0 0,-1-1-1 0 0,0 1 1 0 0,0 0 0 0 0,0-1 0 0 0,1 1 0 0 0,-1 0 0 0 0,0 0 0 0 0,0-1 0 0 0,-2 1-1 0 0,1 0 29 0 0,-3 0-12 0 0,3 0-14 0 0,-4-1-6 0 0,1 1 1 0 0,-1 0 0 0 0,0 0-1 0 0,0 0 1 0 0,0 1 0 0 0,0 0-1 0 0,0 0 1 0 0,1 0 0 0 0,-1 1-1 0 0,0 0 1 0 0,1 0 0 0 0,0 1-1 0 0,-1-1 1 0 0,-5 5 0 0 0,10-6-4 0 0,1 0-1 0 0,-1 0 1 0 0,0 0 0 0 0,1 0 0 0 0,-1 0-1 0 0,0 0 1 0 0,1 0 0 0 0,0 1 0 0 0,-1-1-1 0 0,1 0 1 0 0,0 0 0 0 0,-1 1 0 0 0,1-1 0 0 0,0 0-1 0 0,0 0 1 0 0,0 1 0 0 0,0-1 0 0 0,0 0-1 0 0,0 0 1 0 0,1 1 0 0 0,-1-1 0 0 0,0 0-1 0 0,1 0 1 0 0,-1 1 0 0 0,1-1 0 0 0,-1 0 0 0 0,1 0-1 0 0,-1 0 1 0 0,1 0 0 0 0,0 0 0 0 0,0 0-1 0 0,0 1 1 0 0,31 32-1 0 0,-7-16 0 0 0,2-1 0 0 0,36 17-1 0 0,-34-19-12 0 0,0 2 0 0 0,28 20-1 0 0,-56-36 24 0 0,1 0-1 0 0,-1 0 0 0 0,1 0 0 0 0,-1 0 0 0 0,1 0 0 0 0,-1 1 1 0 0,0-1-1 0 0,1 1 0 0 0,-1-1 0 0 0,0 1 0 0 0,0-1 0 0 0,0 1 1 0 0,0-1-1 0 0,0 1 0 0 0,0 0 0 0 0,-1 0 0 0 0,1-1 0 0 0,-1 1 0 0 0,1 0 1 0 0,-1 0-1 0 0,0 0 0 0 0,1 0 0 0 0,-1 0 0 0 0,0 0 0 0 0,0-1 1 0 0,-1 4-1 0 0,0-3 20 0 0,0 0-1 0 0,0 1 1 0 0,-1-1 0 0 0,1 0 0 0 0,-1 0 0 0 0,0 0-1 0 0,1 0 1 0 0,-1 0 0 0 0,0 0 0 0 0,0 0 0 0 0,0-1-1 0 0,0 1 1 0 0,-1-1 0 0 0,1 1 0 0 0,0-1 0 0 0,-1 0 0 0 0,1 0-1 0 0,-4 1 1 0 0,-9 3 162 0 0,1-1 0 0 0,-1-1 0 0 0,-1 0 0 0 0,1-1-1 0 0,0-1 1 0 0,0 0 0 0 0,-1-1 0 0 0,1-1 0 0 0,-1 0 0 0 0,1-1-1 0 0,-22-5 1 0 0,35 7-260 0 0,1 0-1 0 0,-1-1 0 0 0,1 1 1 0 0,0 0-1 0 0,-1-1 0 0 0,1 1 1 0 0,0 0-1 0 0,-1-1 0 0 0,1 0 1 0 0,0 1-1 0 0,-1-1 0 0 0,1 0 1 0 0,0 1-1 0 0,0-1 0 0 0,0 0 1 0 0,0 0-1 0 0,0 0 0 0 0,0 0 1 0 0,0 0-1 0 0,0 0 0 0 0,0-1 1 0 0,0 1-1 0 0,1 0 0 0 0,-1 0 1 0 0,0-1-1 0 0,1 1 0 0 0,-1 0 1 0 0,1-1-1 0 0,-1 1 1 0 0,1 0-1 0 0,0-1 0 0 0,0 1 1 0 0,-1-1-1 0 0,1 1 0 0 0,0 0 1 0 0,0-1-1 0 0,0 1 0 0 0,1-1 1 0 0,-1 1-1 0 0,0-1 0 0 0,1 1 1 0 0,-1 0-1 0 0,0-1 0 0 0,1 1 1 0 0,0 0-1 0 0,-1-1 0 0 0,1 1 1 0 0,0 0-1 0 0,-1 0 0 0 0,1 0 1 0 0,0 0-1 0 0,0 0 0 0 0,2-2 1 0 0,5-6-1483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82 4548 0 0,'-8'-81'3565'0'0,"10"104"-3221"0"0,11 38-392 0 0,33 92 0 0 0,-29-102 51 0 0,-2 0 0 0 0,13 81 1 0 0,-24-95 2 0 0,11 132 221 0 0,-15-167-262 0 0,3 3-637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 80 5096 0 0,'0'0'-251'0'0,"-4"-4"-614"0"0,4 3 854 0 0,0 1 0 0 0,0 0 0 0 0,0 0-1 0 0,0-1 1 0 0,0 1 0 0 0,0 0 0 0 0,0 0 0 0 0,0 0 0 0 0,0-1 0 0 0,0 1 0 0 0,0 0 0 0 0,0 0 0 0 0,0-1 0 0 0,0 1 0 0 0,1 0 0 0 0,-1 0 0 0 0,0 0 0 0 0,0-1 0 0 0,0 1 0 0 0,0 0 0 0 0,0 0 0 0 0,1 0 0 0 0,-1 0 0 0 0,0-1 0 0 0,27-11-260 0 0,1 1 0 0 0,0 1 0 0 0,1 1 0 0 0,0 1 0 0 0,0 2 0 0 0,1 1 0 0 0,31-1 0 0 0,-43 4-281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2496 0 0,'0'0'470'0'0,"3"23"85"0"0,3 13-543 0 0,1 0 0 0 0,14 40 0 0 0,8 42-78 0 0,-27-102-1584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56 3556 0 0,'-38'-47'3367'0'0,"35"45"-3123"0"0,3 2-273 0 0,-1-1-1 0 0,1 1 0 0 0,0 0 1 0 0,0-1-1 0 0,0 1 1 0 0,-1 0-1 0 0,1-1 0 0 0,0 1 1 0 0,-1 0-1 0 0,1-1 1 0 0,0 1-1 0 0,-1 0 0 0 0,1 0 1 0 0,0-1-1 0 0,-1 1 1 0 0,1 0-1 0 0,0 0 0 0 0,-1 0 1 0 0,1-1-1 0 0,-1 1 1 0 0,1 0-1 0 0,0 0 0 0 0,-1 0 1 0 0,1 0-1 0 0,-1 0 1 0 0,1 0-1 0 0,0 0 0 0 0,-1 0 1 0 0,1 0-1 0 0,-1 0 1 0 0,1 0-1 0 0,-1 0 0 0 0,1 0 1 0 0,-1 1-1 0 0,0-1-230 0 0,-1 0 118 0 0,1 0 0 0 0,-1 0 0 0 0,1 1 0 0 0,0-1 0 0 0,-1 1 0 0 0,1-1 0 0 0,0 1 0 0 0,-1-1 0 0 0,1 1 0 0 0,0 0 0 0 0,0-1 0 0 0,0 1 1 0 0,0 0-1 0 0,-1 0 0 0 0,1 0 0 0 0,-1 1 0 0 0,-2 7-1460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154 168 4668 0 0,'0'0'-102'0'0,"1"0"109"0"0,-1 0 0 0 0,0 0-1 0 0,0 0 1 0 0,0-1 0 0 0,0 1 0 0 0,1 0 0 0 0,-1 0 0 0 0,0 0 0 0 0,0 0 0 0 0,0-1 0 0 0,0 1-1 0 0,0 0 1 0 0,0 0 0 0 0,0 0 0 0 0,0 0 0 0 0,0-1 0 0 0,1 1 0 0 0,-1 0 0 0 0,0 0 0 0 0,0 0 0 0 0,0-1-1 0 0,0 1 1 0 0,0 0 0 0 0,0 0 0 0 0,0-1 0 0 0,0 1 0 0 0,0 0 0 0 0,-1 0 0 0 0,1 0 0 0 0,0-1-1 0 0,0 1 1 0 0,0 0 0 0 0,0 0 0 0 0,0 0 0 0 0,0 0 0 0 0,0-1 0 0 0,0 1 0 0 0,0 0 0 0 0,-1 0 0 0 0,1 0-1 0 0,0 0 1 0 0,0-1 0 0 0,0 1 0 0 0,0 0 0 0 0,-1 0 0 0 0,1 0 0 0 0,-4 0-10 0 0,0 0 0 0 0,-1 0 0 0 0,1 0 0 0 0,0 1 0 0 0,0 0-1 0 0,0 0 1 0 0,0 0 0 0 0,0 0 0 0 0,0 0 0 0 0,0 1 0 0 0,0 0 0 0 0,1 0 0 0 0,-1 0 0 0 0,0 0 0 0 0,1 1 0 0 0,0-1 0 0 0,-1 1 0 0 0,1 0 0 0 0,0 0 0 0 0,1 0 0 0 0,-1 0 0 0 0,-2 4 0 0 0,-5 5-20 0 0,1 0 1 0 0,0 1-1 0 0,1 0 0 0 0,0 0 1 0 0,-7 18-1 0 0,13-25 14 0 0,0 0 0 0 0,1 1 0 0 0,-1-1 0 0 0,1 1 0 0 0,1-1 0 0 0,-1 1 0 0 0,1 0 0 0 0,0-1 0 0 0,1 1 0 0 0,0-1 0 0 0,0 1 0 0 0,0-1 0 0 0,0 1 0 0 0,1-1 0 0 0,0 0 0 0 0,1 0-1 0 0,0 0 1 0 0,-1 0 0 0 0,8 10 0 0 0,-8-12 22 0 0,1 0-1 0 0,0-1 0 0 0,0 1 0 0 0,0-1 1 0 0,0 0-1 0 0,0 0 0 0 0,1 0 1 0 0,-1 0-1 0 0,1-1 0 0 0,0 1 0 0 0,0-1 1 0 0,0 0-1 0 0,0 0 0 0 0,0 0 1 0 0,0-1-1 0 0,0 0 0 0 0,1 1 0 0 0,-1-1 1 0 0,0-1-1 0 0,1 1 0 0 0,-1-1 1 0 0,1 0-1 0 0,-1 0 0 0 0,1 0 0 0 0,-1 0 1 0 0,1-1-1 0 0,-1 1 0 0 0,1-1 1 0 0,7-3-1 0 0,-7 1 5 0 0,0 1 0 0 0,0-1 1 0 0,0 0-1 0 0,-1 0 0 0 0,1-1 1 0 0,-1 1-1 0 0,0-1 0 0 0,0 0 1 0 0,0 0-1 0 0,0-1 0 0 0,-1 1 1 0 0,0-1-1 0 0,1 0 0 0 0,-2 1 1 0 0,1-1-1 0 0,-1-1 0 0 0,1 1 1 0 0,-1 0-1 0 0,-1 0 0 0 0,1-1 1 0 0,-1 1-1 0 0,0-1 0 0 0,0 0 1 0 0,0-9-1 0 0,-1 7 1 0 0,1 1 0 0 0,-1-1 0 0 0,-1 1 0 0 0,0-1-1 0 0,0 0 1 0 0,0 1 0 0 0,-1-1 0 0 0,0 1 0 0 0,0 0 0 0 0,-1-1 0 0 0,0 1 0 0 0,0 0 0 0 0,0 1 0 0 0,-1-1-1 0 0,0 1 1 0 0,-1-1 0 0 0,-9-10 0 0 0,-6 4 52 0 0,-1 0 0 0 0,0 1 0 0 0,-40-16 0 0 0,46 21-6 0 0,13 6-32 0 0,1 1-33 0 0,0 0 0 0 0,-1-1 0 0 0,1 1 0 0 0,0 0-1 0 0,0-1 1 0 0,0 1 0 0 0,0-1 0 0 0,0 0 0 0 0,0 1 0 0 0,0-1 0 0 0,0 0-1 0 0,0 0 1 0 0,0 0 0 0 0,0 0 0 0 0,0 0 0 0 0,0 0 0 0 0,-1-2 0 0 0,28-4-58 0 0,0 1 1 0 0,1 2-1 0 0,48-4 1 0 0,90 7-39 0 0,-97 2 308 0 0,-65-1-22 0 0,-2 0-164 0 0,1 0 43 0 0,0-1 0 0 0,0 1 0 0 0,0 0 0 0 0,0 0 0 0 0,0 0 0 0 0,-1 0 0 0 0,1 1 0 0 0,0-1-1 0 0,0 0 1 0 0,0 1 0 0 0,0 0 0 0 0,0-1 0 0 0,1 2 0 0 0,-2 0-65 0 0,0 0-1 0 0,0-1 1 0 0,-1 1 0 0 0,1 0 0 0 0,-1 0 0 0 0,0 0-1 0 0,1 0 1 0 0,-1 0 0 0 0,0 0 0 0 0,0 0-1 0 0,0 0 1 0 0,-1 4 0 0 0,1 1-47 0 0,2 8 16 0 0,1 0-1 0 0,0 0 1 0 0,1 0 0 0 0,0 0 0 0 0,1-1 0 0 0,1 1-1 0 0,12 21 1 0 0,8 22 46 0 0,-20-33 576 0 0,-7-25-572 0 0,1 0 0 0 0,0 1 0 0 0,0-1 0 0 0,0 0 0 0 0,0 0 0 0 0,0 0 0 0 0,-1 0 0 0 0,1 0 0 0 0,0 0 0 0 0,0 1 0 0 0,0-1 0 0 0,0 0 0 0 0,-1 0 0 0 0,1 0 0 0 0,0 0 0 0 0,0 0 0 0 0,0 0 0 0 0,-1 0 0 0 0,1 0 0 0 0,0 0 0 0 0,0 0 0 0 0,0 0 0 0 0,-1 0 0 0 0,1 0 0 0 0,0 0 1 0 0,0 0-1 0 0,0 0 0 0 0,-1 0 0 0 0,1 0 0 0 0,0 0 0 0 0,0-1 0 0 0,0 1 0 0 0,-1 0 0 0 0,1 0 0 0 0,0 0 0 0 0,0 0 0 0 0,0 0 0 0 0,0 0 0 0 0,0 0 0 0 0,-1-1 0 0 0,1 1 0 0 0,0 0 0 0 0,0 0 0 0 0,0 0 0 0 0,0 0 0 0 0,0-1 0 0 0,0 1 0 0 0,0 0 0 0 0,0 0 0 0 0,-1-1 0 0 0,-1-2 69 0 0,-1 0 0 0 0,1 0 0 0 0,0 0 0 0 0,0 0-1 0 0,0-1 1 0 0,0 1 0 0 0,1-1 0 0 0,0 1 0 0 0,-1-1-1 0 0,0-6 1 0 0,1-4-31 0 0,1 1 0 0 0,0-1-1 0 0,1 1 1 0 0,0-1-1 0 0,1 1 1 0 0,1-1 0 0 0,0 1-1 0 0,1 0 1 0 0,1 0 0 0 0,6-14-1 0 0,-5 12-47 0 0,2 1-1 0 0,0 0 0 0 0,0 0 0 0 0,1 0 0 0 0,1 1 0 0 0,0 1 0 0 0,1 0 0 0 0,16-15 0 0 0,-23 24-33 0 0,0 0-1 0 0,-1 0 1 0 0,1 1-1 0 0,0 0 0 0 0,0 0 1 0 0,0 0-1 0 0,0 0 1 0 0,1 1-1 0 0,-1-1 1 0 0,0 1-1 0 0,1 0 1 0 0,-1 0-1 0 0,1 1 0 0 0,-1-1 1 0 0,1 1-1 0 0,-1 0 1 0 0,7 1-1 0 0,-3 1 21 0 0,0-1 1 0 0,-1 2-1 0 0,1-1 0 0 0,-1 1 0 0 0,1 0 0 0 0,-1 1 1 0 0,0-1-1 0 0,0 2 0 0 0,8 5 0 0 0,3 5-313 0 0,0 1 0 0 0,0 1-1 0 0,-2 1 1 0 0,0 0-1 0 0,21 34 1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2723 123 5324 0 0,'0'0'-208'0'0,"-43"-10"424"0"0,-155-29 0 0 0,-151-24 371 0 0,224 53-399 0 0,-152 9 1 0 0,125 3-85 0 0,-117 6 119 0 0,-74 26-123 0 0,307-29-112 0 0,0 2 0 0 0,1 0 1 0 0,0 3-1 0 0,0 1 1 0 0,1 1-1 0 0,1 2 0 0 0,0 1 1 0 0,1 2-1 0 0,-31 21 1 0 0,63-37 10 0 0,-65 45-87 0 0,-92 85 1 0 0,123-99 67 0 0,2 2 1 0 0,1 1-1 0 0,2 2 1 0 0,1 1-1 0 0,2 1 1 0 0,1 1-1 0 0,3 1 1 0 0,-29 70-1 0 0,24-30-26 0 0,-20 104 0 0 0,39-140 22 0 0,2-1-1 0 0,1 2 1 0 0,3-1 0 0 0,4 51-1 0 0,18 103-13 0 0,23 55-63 0 0,-33-209 65 0 0,2-1 0 0 0,3-1 0 0 0,31 68 0 0 0,-15-54 3 0 0,60 86 0 0 0,-56-96 12 0 0,2-2 1 0 0,2-1 0 0 0,2-2 0 0 0,47 36 0 0 0,-58-55 28 0 0,1-1 0 0 0,1-2 0 0 0,1-1 0 0 0,1-2 0 0 0,41 15 1 0 0,183 50-3 0 0,-133-54 33 0 0,196 20 0 0 0,-152-28-6 0 0,160 5 39 0 0,-228-20-45 0 0,230-3 32 0 0,-170-4 35 0 0,-104 0-102 0 0,25 2-20 0 0,327-7 53 0 0,-180 5-30 0 0,-121 3 9 0 0,745-43 36 0 0,-804 37-39 0 0,90-10 56 0 0,170-41 1 0 0,-254 43-13 0 0,-1-3 0 0 0,-1-1 1 0 0,0-3-1 0 0,-1-2 1 0 0,-2-3-1 0 0,75-47 1 0 0,-88 41 293 0 0,-1-1 0 0 0,-1-1 0 0 0,-2-2 0 0 0,-1-2 0 0 0,-2-1 0 0 0,25-41 0 0 0,-29 39 90 0 0,-2-1 0 0 0,-2-1 0 0 0,25-64 0 0 0,-42 93-288 0 0,-1-1 0 0 0,-1 1 0 0 0,0-1-1 0 0,-1 0 1 0 0,-1 0 0 0 0,0 0 0 0 0,-1 0-1 0 0,-2-27 1 0 0,-5 0 129 0 0,-19-66 1 0 0,7 35-153 0 0,9 41-71 0 0,-2 0 1 0 0,-1 1-1 0 0,-1 0 0 0 0,-29-43 1 0 0,-4-5-60 0 0,-4 2 1 0 0,-93-107 0 0 0,101 133-11 0 0,-2 2 1 0 0,-2 2 0 0 0,-3 3 0 0 0,-86-60 0 0 0,70 66-2 0 0,-1 4-1 0 0,-73-26 0 0 0,7 3 19 0 0,-43-12-3 0 0,121 45 14 0 0,-31-11-44 0 0,-91-34 24 0 0,120 47 36 0 0,6 2-32 0 0,-1 1 0 0 0,-1 3 0 0 0,0 2 0 0 0,-63-7-1 0 0,-16 8-27 0 0,36 2 55 0 0,-48-3-16 0 0,37 4-30 0 0,27 4 35 0 0,-13-5 15 0 0,-69-4-35 0 0,160 13 10 0 0,-40-4-28 0 0,27 5 23 0 0,3-2 8 0 0,6 1 3 0 0,-7 0 1 0 0,7 0 9 0 0,-7-1 5 0 0,-36-5-2 0 0,45 6-10 0 0,2 1 0 0 0,-9-2-2 0 0,8 2-5 0 0,-43-8 51 0 0,42 6 624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0T18:15:09.0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29 768 6493 0 0,'0'0'-446'0'0,"-16"2"1145"0"0,15-3-687 0 0,1 1 1 0 0,-1 0-1 0 0,1 0 0 0 0,-1 0 0 0 0,0-1 1 0 0,1 1-1 0 0,-1 0 0 0 0,1-1 1 0 0,-1 1-1 0 0,1 0 0 0 0,-1-1 0 0 0,1 1 1 0 0,-1-1-1 0 0,1 1 0 0 0,-1-1 1 0 0,1 1-1 0 0,0-1 0 0 0,-1 1 0 0 0,1-1 1 0 0,0 1-1 0 0,-1-1 0 0 0,1 0 1 0 0,0 1-1 0 0,0-1 0 0 0,-1 1 0 0 0,1-1 1 0 0,0 0-1 0 0,0 1 0 0 0,0-1 1 0 0,0 0-1 0 0,0 1 0 0 0,0-1 1 0 0,0 1-1 0 0,0-1 0 0 0,0 0 0 0 0,1 0 1 0 0,-1-1 33 0 0,55-56 156 0 0,-2 23-233 0 0,2 3 0 0 0,2 2 0 0 0,75-29-1 0 0,-58 26 35 0 0,46-23-15 0 0,-32 14-18 0 0,183-60 0 0 0,-76 34-30 0 0,25-3 79 0 0,-174 57-18 0 0,120-35 41 0 0,-117 32 31 0 0,-47 16-63 0 0,0 0-2 0 0,7-2 12 0 0,-7 2-1 0 0,13-2 198 0 0,-23-5-10 0 0,-30-4-98 0 0,-191-4-78 0 0,223 15-33 0 0,-64-1 7 0 0,66 2 4 0 0,1 0-5 0 0,-43-5-19 0 0,43 5 18 0 0,10-2-325 0 0,36-6 293 0 0,1 3 0 0 0,82-2 1 0 0,-4 2 24 0 0,-115 6 6 0 0,50-3 20 0 0,-29 3 0 0 0,15-4-76 0 0,-43 5 50 0 0,0-1 0 0 0,-1 1 0 0 0,1-1 0 0 0,-1 1-1 0 0,1-1 1 0 0,-1 0 0 0 0,0 1 0 0 0,1-1 0 0 0,-1 0-1 0 0,0 0 1 0 0,0 0 0 0 0,0 1 0 0 0,0-1 0 0 0,0 0 0 0 0,0 0-1 0 0,-2 1 1 0 0,2-1 3 0 0,-145 155-89 0 0,144-152 90 0 0,-179 187 11 0 0,180-190-12 0 0,-12 14 350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7:59.23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134 122 6477 0 0,'-1'-11'107'0'0,"-1"0"0"0"0,1 1 0 0 0,-2-1-1 0 0,1 1 1 0 0,-2-1 0 0 0,1 1 0 0 0,-1 0 0 0 0,-8-14 0 0 0,11 23 67 0 0,1 1-162 0 0,0-1-1 0 0,0 1 1 0 0,0-1 0 0 0,0 1 0 0 0,0 0 0 0 0,0-1 0 0 0,1 1 0 0 0,-1-1-1 0 0,0 1 1 0 0,0 0 0 0 0,0-1 0 0 0,0 1 0 0 0,-1-1 0 0 0,1 1 0 0 0,0 0-1 0 0,0-1 1 0 0,0 1 0 0 0,0 0 0 0 0,0-1 0 0 0,0 1 0 0 0,-1-1 0 0 0,1 1 0 0 0,0 0-1 0 0,0-1 1 0 0,0 1 0 0 0,-1 0 0 0 0,1 0 0 0 0,0-1 0 0 0,0 1 0 0 0,-1 0-1 0 0,1-1 1 0 0,0 1 0 0 0,-1 0 0 0 0,1 0 0 0 0,-1-1 0 0 0,-10 12 152 0 0,-6 26-150 0 0,11 0 12 0 0,3 0 0 0 0,1 0-1 0 0,5 63 1 0 0,-1-11 21 0 0,-2-81-10 0 0,-1 0-1 0 0,0 0 1 0 0,-1 0 0 0 0,0 0-1 0 0,0 0 1 0 0,-1-1 0 0 0,0 1-1 0 0,0-1 1 0 0,0 0-1 0 0,-1 0 1 0 0,0 0 0 0 0,-1 0-1 0 0,0 0 1 0 0,0-1 0 0 0,0 0-1 0 0,-9 8 1 0 0,21-48-7172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0.23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710 149 6221 0 0,'-4'-4'-96'0'0,"1"-1"1"0"0,-1 1-1 0 0,1 0 0 0 0,-1 0 1 0 0,-1 1-1 0 0,1-1 1 0 0,0 1-1 0 0,-1 0 1 0 0,0 0-1 0 0,0 0 1 0 0,1 1-1 0 0,-2 0 1 0 0,1 0-1 0 0,0 0 1 0 0,0 0-1 0 0,-1 1 1 0 0,-9-2-1 0 0,-8-1 166 0 0,1 1-1 0 0,-35 0 1 0 0,47 4-65 0 0,0 0 1 0 0,0 0-1 0 0,1 1 1 0 0,-1 1-1 0 0,0 0 1 0 0,1 0-1 0 0,0 1 1 0 0,0 0-1 0 0,0 0 1 0 0,-11 8-1 0 0,-4 4 16 0 0,1 1 0 0 0,-24 23 0 0 0,13-8 24 0 0,1 2 0 0 0,2 1-1 0 0,1 2 1 0 0,3 0 0 0 0,0 2 0 0 0,3 1-1 0 0,1 1 1 0 0,2 1 0 0 0,-22 66-1 0 0,39-98-12 0 0,2 0-1 0 0,-1 0 0 0 0,1 0 0 0 0,1 0 0 0 0,0 0 0 0 0,0 1 1 0 0,1-1-1 0 0,1 1 0 0 0,0-1 0 0 0,0 0 0 0 0,1 0 0 0 0,4 16 1 0 0,-4-20-9 0 0,1 1 0 0 0,0-1 0 0 0,0 0 0 0 0,0 0 0 0 0,1 0 0 0 0,-1-1 1 0 0,2 1-1 0 0,-1-1 0 0 0,0 0 0 0 0,1 0 0 0 0,0-1 0 0 0,0 1 1 0 0,1-1-1 0 0,-1 0 0 0 0,1 0 0 0 0,0-1 0 0 0,0 0 0 0 0,0 0 1 0 0,0 0-1 0 0,8 2 0 0 0,10 2 53 0 0,0-1 1 0 0,0-1-1 0 0,0-1 1 0 0,0-2-1 0 0,1 0 0 0 0,0-1 1 0 0,-1-2-1 0 0,1 0 1 0 0,-1-2-1 0 0,1 0 1 0 0,-1-2-1 0 0,0-1 0 0 0,38-14 1 0 0,-43 13-21 0 0,-1-2 0 0 0,0 0 1 0 0,0-2-1 0 0,-1 0 0 0 0,0 0 0 0 0,-1-2 1 0 0,0 0-1 0 0,-1-1 0 0 0,0 0 0 0 0,-2-1 1 0 0,1-1-1 0 0,-2 0 0 0 0,0-1 0 0 0,-1 0 1 0 0,-1-1-1 0 0,15-33 0 0 0,-12 19 9 0 0,-1-1 0 0 0,-2 0 1 0 0,-1-1-1 0 0,-2 1 0 0 0,5-48 0 0 0,-11 69-31 0 0,-1 1-1 0 0,0-1 1 0 0,0 1 0 0 0,-1 0-1 0 0,-1-1 1 0 0,0 1 0 0 0,0 0 0 0 0,-1 0-1 0 0,-1 0 1 0 0,0 0 0 0 0,0 1-1 0 0,-1-1 1 0 0,0 1 0 0 0,-1 0-1 0 0,0 0 1 0 0,0 1 0 0 0,-1 0-1 0 0,-1 0 1 0 0,-16-15 0 0 0,5 10 5 0 0,-1 1 1 0 0,0 1-1 0 0,0 1 1 0 0,-1 0-1 0 0,-1 2 1 0 0,0 0-1 0 0,0 1 1 0 0,-38-7-1 0 0,-32-12-587 0 0,70 13-4146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1.6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 46 5789 0 0,'0'0'-252'0'0,"-16"-15"1007"0"0,18 13-736 0 0,1-1 0 0 0,-1 1 0 0 0,0-1 0 0 0,1 1 0 0 0,-1 0 0 0 0,1 0-1 0 0,0 0 1 0 0,0 0 0 0 0,0 1 0 0 0,0-1 0 0 0,0 1 0 0 0,0-1 0 0 0,0 1 0 0 0,0 0 0 0 0,1 0 0 0 0,-1 1 0 0 0,0-1 0 0 0,1 1 0 0 0,-1-1 0 0 0,6 1 0 0 0,71 1 2 0 0,-79-1-20 0 0,3 0-4 0 0,0 0 0 0 0,0 1 0 0 0,0-1 0 0 0,0 1 0 0 0,0 0 0 0 0,0 0 0 0 0,0 0 0 0 0,0 0 0 0 0,-1 1 0 0 0,1 0 0 0 0,0 0 0 0 0,-1 0 0 0 0,0 0 0 0 0,1 0 0 0 0,-1 1 0 0 0,5 4 1 0 0,-7-5 1 0 0,0 0 0 0 0,0 0 1 0 0,0 1-1 0 0,0-1 1 0 0,0 0-1 0 0,-1 0 1 0 0,1 1-1 0 0,-1-1 0 0 0,1 0 1 0 0,-1 1-1 0 0,0-1 1 0 0,0 0-1 0 0,0 1 1 0 0,0-1-1 0 0,-1 0 1 0 0,1 1-1 0 0,-1-1 0 0 0,1 0 1 0 0,-1 0-1 0 0,0 1 1 0 0,0-1-1 0 0,0 0 1 0 0,0 0-1 0 0,0 0 0 0 0,0 0 1 0 0,-1 0-1 0 0,1 0 1 0 0,0 0-1 0 0,-3 1 1 0 0,-33 42 86 0 0,-2-2 0 0 0,-61 52 0 0 0,100-95-79 0 0,0 0 0 0 0,-1 0 0 0 0,1 0 0 0 0,0 1 0 0 0,0-1 0 0 0,0 0 1 0 0,0 0-1 0 0,-1 0 0 0 0,1 0 0 0 0,0 0 0 0 0,0 0 0 0 0,0 1 0 0 0,0-1 0 0 0,0 0 0 0 0,0 0 0 0 0,0 0 0 0 0,0 0 0 0 0,-1 0 0 0 0,1 1 0 0 0,0-1 0 0 0,0 0 0 0 0,0 0 0 0 0,0 0 0 0 0,0 0 0 0 0,0 1 0 0 0,0-1 0 0 0,0 0 0 0 0,0 0 0 0 0,0 0 0 0 0,0 1 0 0 0,0-1 0 0 0,0 0 0 0 0,0 0 0 0 0,0 0 0 0 0,0 0 0 0 0,0 1 0 0 0,1-1 0 0 0,-1 0 1 0 0,0 0-1 0 0,0 0 0 0 0,0 0 0 0 0,0 1 0 0 0,0-1 0 0 0,0 0 0 0 0,0 0 0 0 0,0 0 0 0 0,1 0 0 0 0,11 4 74 0 0,15-4-42 0 0,319-41 376 0 0,-342 40-406 0 0,3 4 298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2.5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663 188 4784 0 0,'0'0'-216'0'0,"-27"-31"-404"0"0,4 16 786 0 0,-2 2-1 0 0,0 1 1 0 0,0 1-1 0 0,-1 1 1 0 0,0 1 0 0 0,-1 2-1 0 0,1 0 1 0 0,-2 2-1 0 0,1 1 1 0 0,-37-1-1 0 0,46 5-129 0 0,0 1 0 0 0,0 1 0 0 0,0 0 0 0 0,0 2 0 0 0,0 0 0 0 0,0 1-1 0 0,-29 12 1 0 0,38-13-24 0 0,0 0-1 0 0,0 1 0 0 0,0 1 0 0 0,1-1 1 0 0,0 1-1 0 0,0 1 0 0 0,1 0 0 0 0,0 0 1 0 0,0 0-1 0 0,0 1 0 0 0,1 0 1 0 0,0 0-1 0 0,1 0 0 0 0,-1 1 0 0 0,-3 11 1 0 0,4-9-2 0 0,2 0 1 0 0,-1 1-1 0 0,2 0 0 0 0,-1 0 1 0 0,2 0-1 0 0,-1 0 1 0 0,2 0-1 0 0,0 0 1 0 0,0 0-1 0 0,1 0 1 0 0,0 0-1 0 0,1 0 1 0 0,1 0-1 0 0,0-1 1 0 0,0 1-1 0 0,1-1 1 0 0,1 0-1 0 0,0 0 0 0 0,8 14 1 0 0,-5-12 24 0 0,-1-2-1 0 0,1 1 1 0 0,1-1 0 0 0,0-1-1 0 0,1 1 1 0 0,0-2 0 0 0,0 1-1 0 0,1-1 1 0 0,0-1 0 0 0,1 0-1 0 0,0-1 1 0 0,0 0 0 0 0,0-1-1 0 0,1 0 1 0 0,0-1 0 0 0,20 6-1 0 0,-9-5 75 0 0,1-2 0 0 0,0 0 0 0 0,0-1 0 0 0,0-2 0 0 0,0 0 0 0 0,0-2 0 0 0,0-1-1 0 0,32-6 1 0 0,-43 5-51 0 0,1-1-1 0 0,-1-1 0 0 0,0-1 1 0 0,0 0-1 0 0,0 0 0 0 0,-1-1 1 0 0,0-1-1 0 0,0-1 0 0 0,-1 1 1 0 0,0-2-1 0 0,-1 0 0 0 0,0 0 1 0 0,0-1-1 0 0,17-24 0 0 0,-17 20 20 0 0,-1-1 0 0 0,0 0 0 0 0,-1 0 0 0 0,-1-1 0 0 0,-1 0 0 0 0,0-1 0 0 0,-2 0 0 0 0,0 0 0 0 0,0 0-1 0 0,2-32 1 0 0,-6 42-32 0 0,-1 0 0 0 0,0-1 0 0 0,-1 1 0 0 0,1-1 0 0 0,-2 1 0 0 0,1 0 0 0 0,-1 0 0 0 0,0-1 0 0 0,-1 1-1 0 0,0 1 1 0 0,0-1 0 0 0,-1 0 0 0 0,0 1 0 0 0,0 0 0 0 0,-1 0 0 0 0,0 0 0 0 0,0 0 0 0 0,0 1 0 0 0,-1-1 0 0 0,0 2-1 0 0,0-1 1 0 0,-1 1 0 0 0,0 0 0 0 0,0 0 0 0 0,-11-6 0 0 0,-7 0-18 0 0,0 1 1 0 0,-1 1-1 0 0,0 1 0 0 0,0 2 1 0 0,-1 0-1 0 0,-27-1 0 0 0,-40-10-6429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3.5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50 37 6197 0 0,'-14'-3'-919'0'0,"-22"-9"2456"0"0,59 2-1484 0 0,-14 7-39 0 0,0 1-1 0 0,-1 0 1 0 0,1 0-1 0 0,0 1 1 0 0,0 0-1 0 0,13 1 1 0 0,-4-1-12 0 0,73 6 25 0 0,-22 0-46 0 0,-68-5 17 0 0,0 0 0 0 0,0 0 1 0 0,0 0-1 0 0,0 0 0 0 0,0 0 1 0 0,0 1-1 0 0,0-1 0 0 0,0 0 1 0 0,0 1-1 0 0,0-1 0 0 0,0 1 1 0 0,0-1-1 0 0,0 1 1 0 0,0-1-1 0 0,0 1 0 0 0,0 0 1 0 0,-1 0-1 0 0,2 1 0 0 0,-1-1 2 0 0,-1 0 0 0 0,1 0 0 0 0,-1 0 1 0 0,1 1-1 0 0,-1-1 0 0 0,0 0 0 0 0,0 1 0 0 0,1-1 0 0 0,-1 0 0 0 0,0 0 0 0 0,0 1 0 0 0,0-1 0 0 0,0 0 0 0 0,-1 1 0 0 0,1-1 0 0 0,0 0 0 0 0,-1 1 0 0 0,1-1 1 0 0,0 0-1 0 0,-1 0 0 0 0,0 0 0 0 0,1 0 0 0 0,-1 1 0 0 0,0-1 0 0 0,1 0 0 0 0,-1 0 0 0 0,0 0 0 0 0,0 0 0 0 0,0 0 0 0 0,0-1 0 0 0,0 1 0 0 0,0 0 0 0 0,0 0 0 0 0,0 0 1 0 0,0-1-1 0 0,0 1 0 0 0,-2 0 0 0 0,-1 1 4 0 0,-91 77 15 0 0,95-79-18 0 0,0 0 0 0 0,-1 1 0 0 0,1-1 0 0 0,0 0 0 0 0,0 1 0 0 0,-1-1 0 0 0,1 1 0 0 0,0-1 0 0 0,0 0 1 0 0,0 1-1 0 0,0-1 0 0 0,0 1 0 0 0,0-1 0 0 0,0 1 0 0 0,0-1 0 0 0,0 0 0 0 0,0 1 0 0 0,0-1 0 0 0,0 1 1 0 0,0-1-1 0 0,0 1 0 0 0,0-1 0 0 0,0 0 0 0 0,0 1 0 0 0,0-1 0 0 0,1 1 0 0 0,-1-1 0 0 0,0 0 0 0 0,0 1 0 0 0,1-1 1 0 0,-1 0-1 0 0,0 1 0 0 0,0-1 0 0 0,1 0 0 0 0,-1 1 0 0 0,0-1 0 0 0,1 0 0 0 0,-1 1 0 0 0,0-1 0 0 0,1 0 1 0 0,-1 0-1 0 0,1 1 0 0 0,17 9 33 0 0,67 14 21 0 0,-67-21-54 0 0,0 1 1 0 0,0 1 0 0 0,-1 1-1 0 0,1 1 1 0 0,-2 0 0 0 0,1 1-1 0 0,24 16 1 0 0,-40-24-2 0 0,-1 0 0 0 0,1 1 1 0 0,0-1-1 0 0,-1 1 0 0 0,1 0 0 0 0,0-1 1 0 0,-1 1-1 0 0,1-1 0 0 0,0 1 0 0 0,-1 0 1 0 0,1-1-1 0 0,-1 1 0 0 0,0 0 0 0 0,1 0 1 0 0,-1-1-1 0 0,1 1 0 0 0,-1 0 0 0 0,0 0 1 0 0,0 0-1 0 0,1 0 0 0 0,-1-1 0 0 0,0 1 1 0 0,0 0-1 0 0,0 0 0 0 0,0 0 0 0 0,0 0 1 0 0,0 0-1 0 0,0-1 0 0 0,0 1 0 0 0,-1 1 1 0 0,0 0 1 0 0,0-1 0 0 0,0 1 0 0 0,0 0 1 0 0,-1-1-1 0 0,1 1 0 0 0,0-1 0 0 0,-1 0 1 0 0,1 0-1 0 0,-1 1 0 0 0,0-1 1 0 0,1 0-1 0 0,-4 1 0 0 0,-56 21 94 0 0,59-23-90 0 0,-52 13 521 0 0,-1-2 0 0 0,0-3 0 0 0,-109 2 0 0 0,164-10-525 0 0,-1 0 0 0 0,1 0 0 0 0,-1 0 0 0 0,0 0 1 0 0,1 0-1 0 0,-1 0 0 0 0,0 0 0 0 0,1 0 0 0 0,-1 0 0 0 0,0 0 0 0 0,1 0 0 0 0,-1 0 1 0 0,0-1-1 0 0,1 1 0 0 0,-1 0 0 0 0,1 0 0 0 0,-1-1 0 0 0,1 1 0 0 0,-1 0 0 0 0,0-1 1 0 0,1 1-1 0 0,-1-1 0 0 0,1 1 0 0 0,0-1 0 0 0,-2 0 0 0 0,8-12-245 0 0,20-9-1251 0 0,11 3-2145 0 0,-20 12 1453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4.4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885 123 5605 0 0,'-7'-30'-361'0'0,"4"24"384"0"0,-1 0 1 0 0,0 0-1 0 0,-1 0 0 0 0,1 1 1 0 0,-1-1-1 0 0,0 1 0 0 0,-1 0 1 0 0,1 0-1 0 0,-1 1 0 0 0,0 0 1 0 0,0 0-1 0 0,0 0 0 0 0,-1 1 1 0 0,-11-5-1 0 0,6 4 1 0 0,-1 1 0 0 0,1 0 1 0 0,-1 1-1 0 0,0 0 0 0 0,0 1 0 0 0,1 1 1 0 0,-23 1-1 0 0,-8 5 28 0 0,1 2 0 0 0,0 1-1 0 0,-80 31 1 0 0,72-22-12 0 0,1 3-1 0 0,-67 37 1 0 0,99-48-5 0 0,1 1 0 0 0,-1 1 0 0 0,2 0 0 0 0,-1 1 0 0 0,2 0 0 0 0,0 1-1 0 0,0 1 1 0 0,2 0 0 0 0,-21 31 0 0 0,28-37-15 0 0,1 0-1 0 0,-1 1 1 0 0,1 0-1 0 0,1 0 1 0 0,0 0-1 0 0,1 0 1 0 0,0 0-1 0 0,0 0 1 0 0,1 1-1 0 0,0-1 1 0 0,1 0-1 0 0,0 1 1 0 0,1-1-1 0 0,0 1 1 0 0,0-1-1 0 0,1 0 1 0 0,1 0-1 0 0,0 0 1 0 0,0 0-1 0 0,9 19 1 0 0,-4-16-4 0 0,0 1 0 0 0,1-2-1 0 0,0 1 1 0 0,1-1 0 0 0,0 0 0 0 0,1-1 0 0 0,0-1 0 0 0,1 1-1 0 0,0-2 1 0 0,1 0 0 0 0,0 0 0 0 0,0-1 0 0 0,22 9 0 0 0,-10-5 23 0 0,2-2 1 0 0,-1-1-1 0 0,2-1 1 0 0,-1-1-1 0 0,1-2 1 0 0,0-1-1 0 0,0 0 1 0 0,0-3 0 0 0,43-1-1 0 0,-46-3 24 0 0,-1 0 0 0 0,0-2 0 0 0,0-1-1 0 0,-1 0 1 0 0,1-2 0 0 0,-1-1 0 0 0,-1-1 0 0 0,0 0 0 0 0,0-2-1 0 0,-1-1 1 0 0,25-19 0 0 0,-17 9 35 0 0,-1-1 1 0 0,43-47-1 0 0,-61 60-26 0 0,0-1-1 0 0,-1 0 1 0 0,-1-1 0 0 0,0 0-1 0 0,0-1 1 0 0,-1 1 0 0 0,-1-1-1 0 0,0-1 1 0 0,4-19 0 0 0,-8 27-27 0 0,-1 0 1 0 0,0 0 0 0 0,-1-1 0 0 0,0 1 0 0 0,0 0 0 0 0,0 0 0 0 0,-1-1 0 0 0,0 1 0 0 0,-1 0 0 0 0,1 0 0 0 0,-1 0 0 0 0,-1 0 0 0 0,1 0 0 0 0,-5-7-1 0 0,1 4-5 0 0,0 1-1 0 0,-1-1 0 0 0,0 1 1 0 0,0 0-1 0 0,-1 1 0 0 0,0 0 1 0 0,-1 0-1 0 0,-11-8 0 0 0,-5 0 6 0 0,-1 0 0 0 0,-1 2 0 0 0,-1 0 0 0 0,1 2 0 0 0,-56-16 0 0 0,-112-19-1761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6.1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80 6945 0 0,'30'-78'-744'0'0,"-30"77"866"0"0,-27 23 496 0 0,20-11-591 0 0,1-1 0 0 0,0 1 0 0 0,1 0-1 0 0,0 1 1 0 0,0-1 0 0 0,-3 16-1 0 0,7-23-18 0 0,1-1 0 0 0,0 1-1 0 0,-1-1 1 0 0,1 1-1 0 0,0-1 1 0 0,1 1-1 0 0,-1-1 1 0 0,1 1-1 0 0,-1-1 1 0 0,1 0-1 0 0,0 1 1 0 0,0-1-1 0 0,1 0 1 0 0,-1 0 0 0 0,1 1-1 0 0,0-1 1 0 0,-1 0-1 0 0,1 0 1 0 0,0-1-1 0 0,1 1 1 0 0,-1 0-1 0 0,1-1 1 0 0,-1 1-1 0 0,1-1 1 0 0,0 0-1 0 0,5 4 1 0 0,0-1 8 0 0,-1 0 1 0 0,1-1-1 0 0,0 0 1 0 0,0 0-1 0 0,1 0 0 0 0,-1-1 1 0 0,1-1-1 0 0,0 1 1 0 0,15 1-1 0 0,-20-4-7 0 0,0 0 0 0 0,0 0 0 0 0,0 0 0 0 0,1 0 0 0 0,-1-1 0 0 0,0 0 0 0 0,0 0 0 0 0,0 0 0 0 0,0 0 0 0 0,0-1-1 0 0,-1 1 1 0 0,1-1 0 0 0,0 0 0 0 0,-1-1 0 0 0,1 1 0 0 0,-1 0 0 0 0,0-1 0 0 0,0 0 0 0 0,0 1 0 0 0,0-2 0 0 0,0 1 0 0 0,4-6 0 0 0,-1 0 142 0 0,-1-1 1 0 0,0 1-1 0 0,0-1 0 0 0,-1 0 1 0 0,0 0-1 0 0,-1 0 0 0 0,0-1 1 0 0,0 1-1 0 0,1-21 1 0 0,-4 30-79 0 0,1-3-1 0 0,0 1-51 0 0,-1 5 187 0 0,-9 63-122 0 0,1 99 0 0 0,4-45-33 0 0,1-14-396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0:58:06.9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676 162 5825 0 0,'-6'-11'34'0'0,"0"0"0"0"0,-1 0 0 0 0,0 1 0 0 0,-1 0 0 0 0,0 1 1 0 0,0-1-1 0 0,-1 1 0 0 0,0 1 0 0 0,-1 0 0 0 0,1 0 1 0 0,-2 1-1 0 0,1 0 0 0 0,-1 1 0 0 0,0 0 0 0 0,0 0 0 0 0,-1 2 1 0 0,0-1-1 0 0,0 1 0 0 0,0 1 0 0 0,0 0 0 0 0,-23-2 1 0 0,20 5-25 0 0,0 0 0 0 0,0 1 0 0 0,0 0 0 0 0,0 2 0 0 0,0-1 0 0 0,0 2 0 0 0,1 0 0 0 0,0 1 0 0 0,-1 0 1 0 0,2 1-1 0 0,-1 1 0 0 0,1 0 0 0 0,0 1 0 0 0,0 0 0 0 0,1 1 0 0 0,0 0 0 0 0,1 1 0 0 0,0 0 0 0 0,1 1 0 0 0,0 0 1 0 0,-12 18-1 0 0,4-4-3 0 0,1 1 0 0 0,1 1-1 0 0,2 1 1 0 0,0 0 0 0 0,2 1 0 0 0,2 0 0 0 0,0 0 0 0 0,2 1 0 0 0,-7 46 0 0 0,13-58 0 0 0,1 0-1 0 0,1 0 1 0 0,0 0-1 0 0,2 0 1 0 0,0-1-1 0 0,1 1 1 0 0,0 0-1 0 0,2-1 1 0 0,0 0 0 0 0,0 0-1 0 0,2 0 1 0 0,0-1-1 0 0,18 28 1 0 0,-19-33 22 0 0,1-1 1 0 0,1 0-1 0 0,0 0 1 0 0,0-1-1 0 0,1 0 1 0 0,0 0 0 0 0,1-1-1 0 0,0 0 1 0 0,0-1-1 0 0,0 0 1 0 0,1-1-1 0 0,0 0 1 0 0,1 0-1 0 0,-1-1 1 0 0,1-1-1 0 0,0 0 1 0 0,0 0-1 0 0,0-2 1 0 0,1 1-1 0 0,17 0 1 0 0,-3-3 41 0 0,0-2 0 0 0,1 0 0 0 0,-1-2 0 0 0,0-1 1 0 0,-1-1-1 0 0,1-1 0 0 0,-1-2 0 0 0,-1 0 0 0 0,1-2 0 0 0,-2-1 0 0 0,0-1 0 0 0,0-1 1 0 0,-1 0-1 0 0,-1-2 0 0 0,0-1 0 0 0,-1-1 0 0 0,-1-1 0 0 0,-1 0 0 0 0,-1-1 0 0 0,18-26 0 0 0,-20 23-37 0 0,-1 0 0 0 0,-1-1-1 0 0,-1 0 1 0 0,18-46-1 0 0,-28 61-24 0 0,0-1-1 0 0,-1 1 0 0 0,0 0 0 0 0,-1-1 0 0 0,0 1 0 0 0,0-1 0 0 0,-1 0 0 0 0,0 1 1 0 0,-1-1-1 0 0,0 1 0 0 0,0-1 0 0 0,-1 1 0 0 0,-1 0 0 0 0,1-1 0 0 0,-1 1 0 0 0,-1 0 0 0 0,-6-12 1 0 0,2 9 3 0 0,-1-1 0 0 0,0 1 0 0 0,-1 0 1 0 0,0 1-1 0 0,-1 1 0 0 0,0-1 1 0 0,-1 2-1 0 0,0-1 0 0 0,0 2 1 0 0,-1 0-1 0 0,0 0 0 0 0,0 1 1 0 0,-1 1-1 0 0,0 0 0 0 0,0 1 1 0 0,-21-5-1 0 0,-23-3-253 0 0,-1 2-1 0 0,-109-5 1 0 0,122 13-259 0 0,41 3 159 0 0,-24-5-5835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5.2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18 38 3112 0 0,'-4'-22'1129'0'0,"-2"6"333"0"0,3 38-1448 0 0,1-1 0 0 0,0 1 0 0 0,2 0 0 0 0,0-1 0 0 0,1 1 0 0 0,8 35 0 0 0,-2 6-6 0 0,9 62 34 0 0,-7-72 97 0 0,2 79 0 0 0,-9-85 325 0 0,-2-46-456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6.59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793 61 4624 0 0,'-41'-15'202'0'0,"-1"2"0"0"0,0 2 0 0 0,-74-11 0 0 0,104 23-193 0 0,-1 0 0 0 0,1 1 0 0 0,0 0 0 0 0,-1 0 0 0 0,1 2 0 0 0,0-1 0 0 0,0 2 0 0 0,1 0 0 0 0,0 0 0 0 0,-1 1 0 0 0,-10 8 0 0 0,-6 3-2 0 0,0 2 0 0 0,2 0 0 0 0,0 2-1 0 0,2 1 1 0 0,0 2 0 0 0,2 0 0 0 0,0 1 0 0 0,2 1 0 0 0,0 1 0 0 0,2 0 0 0 0,1 2 0 0 0,2 0 0 0 0,-16 41 0 0 0,12-21 10 0 0,4 0 0 0 0,1 1 0 0 0,-8 60 0 0 0,19-90 19 0 0,1 0 1 0 0,1 0 0 0 0,1 0-1 0 0,1 1 1 0 0,0-1 0 0 0,2-1-1 0 0,0 1 1 0 0,1 0 0 0 0,1-1-1 0 0,1 0 1 0 0,10 23 0 0 0,-8-23 8 0 0,1-1 0 0 0,1 0 1 0 0,0-1-1 0 0,1 0 1 0 0,1 0-1 0 0,1-1 0 0 0,0-1 1 0 0,1 0-1 0 0,0-1 0 0 0,1 0 1 0 0,1-2-1 0 0,21 15 1 0 0,-19-17 46 0 0,1 0 0 0 0,1 0 0 0 0,0-2 0 0 0,0 0 0 0 0,0-2 0 0 0,1 0 0 0 0,0-1 0 0 0,0-2 0 0 0,0 0 0 0 0,1-1 0 0 0,-1-1 0 0 0,1 0 1 0 0,-1-2-1 0 0,1-1 0 0 0,-1-1 0 0 0,0 0 0 0 0,0-2 0 0 0,0 0 0 0 0,0-2 0 0 0,31-13 0 0 0,-1-3 69 0 0,-21 12-29 0 0,-1-2 0 0 0,-1-1 0 0 0,0-1-1 0 0,-1-1 1 0 0,0-2 0 0 0,38-33 0 0 0,-44 31-24 0 0,-1-1-1 0 0,-1 0 1 0 0,-1-2 0 0 0,-1 0-1 0 0,-2-1 1 0 0,0 0-1 0 0,-1-1 1 0 0,-1-1 0 0 0,-2 0-1 0 0,0-1 1 0 0,-2 0 0 0 0,-1 0-1 0 0,-2-1 1 0 0,7-49-1 0 0,-11 47-23 0 0,-1 1 0 0 0,-1 0 0 0 0,-1 0 0 0 0,-2 0 0 0 0,-1 0 0 0 0,-1 0 0 0 0,-10-30 0 0 0,11 46-47 0 0,-1 0 1 0 0,0 1-1 0 0,-1 0 1 0 0,-1 0-1 0 0,0 1 1 0 0,0-1-1 0 0,-1 2 1 0 0,-1-1-1 0 0,0 1 1 0 0,0 0-1 0 0,-1 1 1 0 0,0 0-1 0 0,0 1 1 0 0,-1 0-1 0 0,-1 0 1 0 0,1 1-1 0 0,-19-8 0 0 0,-12-1 40 0 0,-1 1 0 0 0,-54-10 0 0 0,1 0-43 0 0,95 25-88 0 0,-29-13-457 0 0,19 2-1386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9.4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31 186 6133 0 0,'0'0'-209'0'0,"-19"-1"-294"0"0,18 0 525 0 0,0 1 0 0 0,1 0 0 0 0,-1-1 0 0 0,0 1 0 0 0,1-1 0 0 0,-1 1 0 0 0,0 0 0 0 0,1-1 0 0 0,-1 1 0 0 0,1-1 0 0 0,-1 0 1 0 0,1 1-1 0 0,-1-1 0 0 0,1 1 0 0 0,-1-1 0 0 0,1 0 0 0 0,0 1 0 0 0,-1-1 0 0 0,1 0 0 0 0,0 1 0 0 0,0-1 0 0 0,-1 0 0 0 0,1 0 0 0 0,0 1 0 0 0,0-1 0 0 0,0 0 0 0 0,0 0 0 0 0,0 1 0 0 0,0-1 0 0 0,0 0 0 0 0,0 0 0 0 0,0 1 0 0 0,1-1 0 0 0,-1 0 0 0 0,0 0 0 0 0,0 1 0 0 0,1-1 0 0 0,-1-1 0 0 0,3-2 69 0 0,-1-1 0 0 0,1 1-1 0 0,0 0 1 0 0,0-1 0 0 0,1 2-1 0 0,6-8 1 0 0,1 1 16 0 0,0 0 1 0 0,1 1-1 0 0,0 0 0 0 0,16-8 0 0 0,-13 10-66 0 0,4-3-5 0 0,1 1 0 0 0,1 1 0 0 0,0 0 0 0 0,0 2 0 0 0,0 0 0 0 0,1 1 0 0 0,0 2-1 0 0,28-2 1 0 0,-44 5-37 0 0,0 0 0 0 0,1 1 0 0 0,-1 0 0 0 0,0 0 0 0 0,0 1 0 0 0,0 0-1 0 0,0 0 1 0 0,0 0 0 0 0,0 1 0 0 0,-1 0 0 0 0,1 0 0 0 0,-1 0 0 0 0,9 7-1 0 0,-12-7 3 0 0,1-1 0 0 0,-1 1 0 0 0,1 0 0 0 0,-1-1 0 0 0,0 1 0 0 0,0 0 0 0 0,0 0-1 0 0,-1 1 1 0 0,1-1 0 0 0,-1 0 0 0 0,0 0 0 0 0,1 1 0 0 0,-1-1 0 0 0,-1 1 0 0 0,1-1-1 0 0,-1 1 1 0 0,1 3 0 0 0,-1 0 3 0 0,-1-1 0 0 0,1 1 0 0 0,-1-1 0 0 0,-1 1 0 0 0,1-1-1 0 0,-1 1 1 0 0,0-1 0 0 0,-5 10 0 0 0,-4 4 6 0 0,-1 0 0 0 0,0-1 0 0 0,-2 0 1 0 0,-16 18-1 0 0,-30 37 6 0 0,29-34 12 0 0,-66 65 0 0 0,56-61 169 0 0,40-43-112 0 0,40-3 790 0 0,396-89-347 0 0,-322 69-158 0 0,-111 21-304 0 0,8 0 43 0 0,13-4 102 0 0,-28-46-6421 0 0,5 37 3862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11.1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1246 155 5857 0 0,'-5'-5'-101'0'0,"-1"1"1"0"0,1-1 0 0 0,0 0-1 0 0,1 0 1 0 0,-1 0 0 0 0,1-1-1 0 0,0 0 1 0 0,-5-9 0 0 0,4 7 138 0 0,0 0 0 0 0,0 0 1 0 0,-1 0-1 0 0,-9-8 1 0 0,7 10 35 0 0,-1 0-1 0 0,0 0 1 0 0,0 1 0 0 0,0 0 0 0 0,-1 1 0 0 0,0 0 0 0 0,0 1-1 0 0,0 0 1 0 0,0 0 0 0 0,0 1 0 0 0,0 0 0 0 0,-1 1 0 0 0,1 0-1 0 0,-21 2 1 0 0,-13 1-3 0 0,-1 3 0 0 0,-49 11 0 0 0,82-14-46 0 0,-220 52 129 0 0,197-43-141 0 0,1 2 0 0 0,0 1 1 0 0,1 1-1 0 0,-47 31 0 0 0,1 8 36 0 0,-113 100-1 0 0,185-147-38 0 0,0 1 0 0 0,0 0 1 0 0,1 0-1 0 0,0 0 0 0 0,0 1 0 0 0,1 0 0 0 0,0 0 1 0 0,1 0-1 0 0,-1 1 0 0 0,2 0 0 0 0,0 0 0 0 0,-2 10 1 0 0,0 6 23 0 0,1 1 0 0 0,1 0 0 0 0,1 37 0 0 0,2-41 26 0 0,2 1-1 0 0,0-1 1 0 0,1 0-1 0 0,1 0 1 0 0,2-1-1 0 0,0 1 1 0 0,1-1-1 0 0,1 0 1 0 0,2-1-1 0 0,0 0 1 0 0,1 0 0 0 0,0-1-1 0 0,2 0 1 0 0,15 17-1 0 0,-15-24 60 0 0,0 0 1 0 0,1-1-1 0 0,0-1 0 0 0,1 0 0 0 0,0-1 0 0 0,1-1 1 0 0,0-1-1 0 0,0 0 0 0 0,1 0 0 0 0,23 5 1 0 0,15 3 227 0 0,108 15 0 0 0,-132-27-228 0 0,0-2 0 0 0,1-1 0 0 0,-1-2 0 0 0,46-6 0 0 0,119-31 243 0 0,-164 30-316 0 0,6 0 144 0 0,-1-2 1 0 0,0-1-1 0 0,-1-2 1 0 0,-1-2-1 0 0,0-1 1 0 0,-1-1-1 0 0,0-3 1 0 0,40-29-1 0 0,-37 19 117 0 0,62-60-1 0 0,-88 77-218 0 0,0-1 0 0 0,-1 1 0 0 0,0-2 0 0 0,-1 1-1 0 0,0-1 1 0 0,-1-1 0 0 0,-1 1 0 0 0,7-24 0 0 0,-6 14-30 0 0,2-8 57 0 0,8-45 0 0 0,-16 69-88 0 0,-1 0 1 0 0,0-1-1 0 0,0 1 1 0 0,-1-1-1 0 0,-1 1 1 0 0,0 0-1 0 0,0-1 1 0 0,0 1 0 0 0,-6-16-1 0 0,-3-5 73 0 0,6 17-76 0 0,-1 1 0 0 0,0-1 0 0 0,0 1 0 0 0,-1 0 1 0 0,-11-15-1 0 0,5 8 4 0 0,-2 1 1 0 0,-1 1 0 0 0,0 0-1 0 0,-1 1 1 0 0,-1 1 0 0 0,-36-26-1 0 0,28 27-24 0 0,-1 2-1 0 0,0 1 1 0 0,-1 1-1 0 0,-53-13 0 0 0,57 16-4 0 0,4 3-117 0 0,-15-7-1201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5.2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18 38 3112 0 0,'-4'-22'1129'0'0,"-2"6"333"0"0,3 38-1448 0 0,1-1 0 0 0,0 1 0 0 0,2 0 0 0 0,0-1 0 0 0,1 1 0 0 0,8 35 0 0 0,-2 6-6 0 0,9 62 34 0 0,-7-72 97 0 0,2 79 0 0 0,-9-85 325 0 0,-2-46-456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6.59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793 61 4624 0 0,'-41'-15'202'0'0,"-1"2"0"0"0,0 2 0 0 0,-74-11 0 0 0,104 23-193 0 0,-1 0 0 0 0,1 1 0 0 0,0 0 0 0 0,-1 0 0 0 0,1 2 0 0 0,0-1 0 0 0,0 2 0 0 0,1 0 0 0 0,0 0 0 0 0,-1 1 0 0 0,-10 8 0 0 0,-6 3-2 0 0,0 2 0 0 0,2 0 0 0 0,0 2-1 0 0,2 1 1 0 0,0 2 0 0 0,2 0 0 0 0,0 1 0 0 0,2 1 0 0 0,0 1 0 0 0,2 0 0 0 0,1 2 0 0 0,2 0 0 0 0,-16 41 0 0 0,12-21 10 0 0,4 0 0 0 0,1 1 0 0 0,-8 60 0 0 0,19-90 19 0 0,1 0 1 0 0,1 0 0 0 0,1 0-1 0 0,1 1 1 0 0,0-1 0 0 0,2-1-1 0 0,0 1 1 0 0,1 0 0 0 0,1-1-1 0 0,1 0 1 0 0,10 23 0 0 0,-8-23 8 0 0,1-1 0 0 0,1 0 1 0 0,0-1-1 0 0,1 0 1 0 0,1 0-1 0 0,1-1 0 0 0,0-1 1 0 0,1 0-1 0 0,0-1 0 0 0,1 0 1 0 0,1-2-1 0 0,21 15 1 0 0,-19-17 46 0 0,1 0 0 0 0,1 0 0 0 0,0-2 0 0 0,0 0 0 0 0,0-2 0 0 0,1 0 0 0 0,0-1 0 0 0,0-2 0 0 0,0 0 0 0 0,1-1 0 0 0,-1-1 0 0 0,1 0 1 0 0,-1-2-1 0 0,1-1 0 0 0,-1-1 0 0 0,0 0 0 0 0,0-2 0 0 0,0 0 0 0 0,0-2 0 0 0,31-13 0 0 0,-1-3 69 0 0,-21 12-29 0 0,-1-2 0 0 0,-1-1 0 0 0,0-1-1 0 0,-1-1 1 0 0,0-2 0 0 0,38-33 0 0 0,-44 31-24 0 0,-1-1-1 0 0,-1 0 1 0 0,-1-2 0 0 0,-1 0-1 0 0,-2-1 1 0 0,0 0-1 0 0,-1-1 1 0 0,-1-1 0 0 0,-2 0-1 0 0,0-1 1 0 0,-2 0 0 0 0,-1 0-1 0 0,-2-1 1 0 0,7-49-1 0 0,-11 47-23 0 0,-1 1 0 0 0,-1 0 0 0 0,-1 0 0 0 0,-2 0 0 0 0,-1 0 0 0 0,-1 0 0 0 0,-10-30 0 0 0,11 46-47 0 0,-1 0 1 0 0,0 1-1 0 0,-1 0 1 0 0,-1 0-1 0 0,0 1 1 0 0,0-1-1 0 0,-1 2 1 0 0,-1-1-1 0 0,0 1 1 0 0,0 0-1 0 0,-1 1 1 0 0,0 0-1 0 0,0 1 1 0 0,-1 0-1 0 0,-1 0 1 0 0,1 1-1 0 0,-19-8 0 0 0,-12-1 40 0 0,-1 1 0 0 0,-54-10 0 0 0,1 0-43 0 0,95 25-88 0 0,-29-13-457 0 0,19 2-1386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09.45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31 186 6133 0 0,'0'0'-209'0'0,"-19"-1"-294"0"0,18 0 525 0 0,0 1 0 0 0,1 0 0 0 0,-1-1 0 0 0,0 1 0 0 0,1-1 0 0 0,-1 1 0 0 0,0 0 0 0 0,1-1 0 0 0,-1 1 0 0 0,1-1 0 0 0,-1 0 1 0 0,1 1-1 0 0,-1-1 0 0 0,1 1 0 0 0,-1-1 0 0 0,1 0 0 0 0,0 1 0 0 0,-1-1 0 0 0,1 0 0 0 0,0 1 0 0 0,0-1 0 0 0,-1 0 0 0 0,1 0 0 0 0,0 1 0 0 0,0-1 0 0 0,0 0 0 0 0,0 0 0 0 0,0 1 0 0 0,0-1 0 0 0,0 0 0 0 0,0 0 0 0 0,0 1 0 0 0,1-1 0 0 0,-1 0 0 0 0,0 0 0 0 0,0 1 0 0 0,1-1 0 0 0,-1-1 0 0 0,3-2 69 0 0,-1-1 0 0 0,1 1-1 0 0,0 0 1 0 0,0-1 0 0 0,1 2-1 0 0,6-8 1 0 0,1 1 16 0 0,0 0 1 0 0,1 1-1 0 0,0 0 0 0 0,16-8 0 0 0,-13 10-66 0 0,4-3-5 0 0,1 1 0 0 0,1 1 0 0 0,0 0 0 0 0,0 2 0 0 0,0 0 0 0 0,1 1 0 0 0,0 2-1 0 0,28-2 1 0 0,-44 5-37 0 0,0 0 0 0 0,1 1 0 0 0,-1 0 0 0 0,0 0 0 0 0,0 1 0 0 0,0 0-1 0 0,0 0 1 0 0,0 0 0 0 0,0 1 0 0 0,-1 0 0 0 0,1 0 0 0 0,-1 0 0 0 0,9 7-1 0 0,-12-7 3 0 0,1-1 0 0 0,-1 1 0 0 0,1 0 0 0 0,-1-1 0 0 0,0 1 0 0 0,0 0 0 0 0,0 0-1 0 0,-1 1 1 0 0,1-1 0 0 0,-1 0 0 0 0,0 0 0 0 0,1 1 0 0 0,-1-1 0 0 0,-1 1 0 0 0,1-1-1 0 0,-1 1 1 0 0,1 3 0 0 0,-1 0 3 0 0,-1-1 0 0 0,1 1 0 0 0,-1-1 0 0 0,-1 1 0 0 0,1-1-1 0 0,-1 1 1 0 0,0-1 0 0 0,-5 10 0 0 0,-4 4 6 0 0,-1 0 0 0 0,0-1 0 0 0,-2 0 1 0 0,-16 18-1 0 0,-30 37 6 0 0,29-34 12 0 0,-66 65 0 0 0,56-61 169 0 0,40-43-112 0 0,40-3 790 0 0,396-89-347 0 0,-322 69-158 0 0,-111 21-304 0 0,8 0 43 0 0,13-4 102 0 0,-28-46-6421 0 0,5 37 3862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11:04:11.1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1246 155 5857 0 0,'-5'-5'-101'0'0,"-1"1"1"0"0,1-1 0 0 0,0 0-1 0 0,1 0 1 0 0,-1 0 0 0 0,1-1-1 0 0,0 0 1 0 0,-5-9 0 0 0,4 7 138 0 0,0 0 0 0 0,0 0 1 0 0,-1 0-1 0 0,-9-8 1 0 0,7 10 35 0 0,-1 0-1 0 0,0 0 1 0 0,0 1 0 0 0,0 0 0 0 0,-1 1 0 0 0,0 0 0 0 0,0 1-1 0 0,0 0 1 0 0,0 0 0 0 0,0 1 0 0 0,0 0 0 0 0,-1 1 0 0 0,1 0-1 0 0,-21 2 1 0 0,-13 1-3 0 0,-1 3 0 0 0,-49 11 0 0 0,82-14-46 0 0,-220 52 129 0 0,197-43-141 0 0,1 2 0 0 0,0 1 1 0 0,1 1-1 0 0,-47 31 0 0 0,1 8 36 0 0,-113 100-1 0 0,185-147-38 0 0,0 1 0 0 0,0 0 1 0 0,1 0-1 0 0,0 0 0 0 0,0 1 0 0 0,1 0 0 0 0,0 0 1 0 0,1 0-1 0 0,-1 1 0 0 0,2 0 0 0 0,0 0 0 0 0,-2 10 1 0 0,0 6 23 0 0,1 1 0 0 0,1 0 0 0 0,1 37 0 0 0,2-41 26 0 0,2 1-1 0 0,0-1 1 0 0,1 0-1 0 0,1 0 1 0 0,2-1-1 0 0,0 1 1 0 0,1-1-1 0 0,1 0 1 0 0,2-1-1 0 0,0 0 1 0 0,1 0 0 0 0,0-1-1 0 0,2 0 1 0 0,15 17-1 0 0,-15-24 60 0 0,0 0 1 0 0,1-1-1 0 0,0-1 0 0 0,1 0 0 0 0,0-1 0 0 0,1-1 1 0 0,0-1-1 0 0,0 0 0 0 0,1 0 0 0 0,23 5 1 0 0,15 3 227 0 0,108 15 0 0 0,-132-27-228 0 0,0-2 0 0 0,1-1 0 0 0,-1-2 0 0 0,46-6 0 0 0,119-31 243 0 0,-164 30-316 0 0,6 0 144 0 0,-1-2 1 0 0,0-1-1 0 0,-1-2 1 0 0,-1-2-1 0 0,0-1 1 0 0,-1-1-1 0 0,0-3 1 0 0,40-29-1 0 0,-37 19 117 0 0,62-60-1 0 0,-88 77-218 0 0,0-1 0 0 0,-1 1 0 0 0,0-2 0 0 0,-1 1-1 0 0,0-1 1 0 0,-1-1 0 0 0,-1 1 0 0 0,7-24 0 0 0,-6 14-30 0 0,2-8 57 0 0,8-45 0 0 0,-16 69-88 0 0,-1 0 1 0 0,0-1-1 0 0,0 1 1 0 0,-1-1-1 0 0,-1 1 1 0 0,0 0-1 0 0,0-1 1 0 0,0 1 0 0 0,-6-16-1 0 0,-3-5 73 0 0,6 17-76 0 0,-1 1 0 0 0,0-1 0 0 0,0 1 0 0 0,-1 0 1 0 0,-11-15-1 0 0,5 8 4 0 0,-2 1 1 0 0,-1 1 0 0 0,0 0-1 0 0,-1 1 1 0 0,-1 1 0 0 0,-36-26-1 0 0,28 27-24 0 0,-1 2-1 0 0,0 1 1 0 0,-1 1-1 0 0,-53-13 0 0 0,57 16-4 0 0,4 3-117 0 0,-15-7-1201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1:59:56.9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1499 24575,'2'-11'0,"0"0"0,1-1 0,0 1 0,1 0 0,1 1 0,-1-1 0,2 1 0,-1 0 0,11-14 0,4-9 0,299-551 0,-285 528 0,3 2 0,2 1 0,2 2 0,62-60 0,-65 76 0,73-49 0,-18 14 0,-60 47 0,0 1 0,1 1 0,1 2 0,1 2 0,1 1 0,0 2 0,63-16 0,27 5 0,26 0 0,-70 11 0,2 3 0,-1 4 0,117 5 0,-155 2 0,-28 1 23,1 1 0,29 7 1,-35-6-229,0 0 0,0-1 0,1-1 0,-1 0 0,0 0 0,25-3 0,-16-3-6621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1:59:57.7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150 12 24575,'-8'-11'0,"23"15"0,1 3 0,18 4 0,-13-5 0,0 0 0,-1 2 0,0 0 0,0 2 0,-1 0 0,25 17 0,-43-25 0,1 0 0,-1-1 0,0 1 0,0 0 0,0 0 0,0 0 0,0 0 0,0 0 0,0 0 0,-1 0 0,1 0 0,-1 1 0,1-1 0,-1 0 0,0 0 0,0 0 0,0 0 0,0 1 0,0-1 0,-1 0 0,1 0 0,-1 0 0,1 0 0,-1 1 0,0-1 0,0 0 0,0 0 0,0 0 0,0-1 0,-3 5 0,-5 8 0,0 0 0,-21 24 0,23-30 0,-28 30 0,-3-2 0,-67 51 0,28-24 0,34-35-1365,23-20-5461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2:00:02.7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10881 24575,'8'-2'0,"0"-1"0,0 1 0,0-1 0,0-1 0,0 0 0,0 0 0,-1 0 0,0-1 0,0 0 0,0 0 0,6-7 0,17-11 0,59-33 0,-29 20 0,75-62 0,63-60 0,52-45 0,-124 96 0,84-75 0,-138 119 0,130-87 0,-145 108 0,-2-1 0,-1-3 0,-3-3 0,68-81 0,-2-6 0,39-47 0,-50 51 0,169-162 0,-218 235 0,75-104 0,-71 85 0,265-366 0,130-143 0,-271 349 0,4-6 0,-80 116 0,-5-5 0,-6-4 0,80-150 0,-75 102 0,80-164 0,-109 171 0,89-334 0,-129 367 0,-6-2 0,12-207 0,-29 237 0,3-93 0,-2-41 0,1-8 0,-13 174 0,1 13 0,-3-1 0,-13-80 0,9 106 0,3 0 0,3-78 0,-2-40 0,-10 81 0,7 53 0,-4-56 0,3 5 0,-3 1 0,-38-151 0,38 195 0,-12-39 0,-3 1 0,-4 2 0,-39-75 0,25 70 0,-4 2 0,-2 1 0,-66-74 0,60 83 0,-3 1 0,-2 4 0,-3 2 0,-106-78 0,-249-166 0,286 192 0,-150-165 0,212 205 0,-32-28 0,101 98 0,-1 0 0,0 1 0,1-1 0,-1 0 0,0 1 0,0-1 0,1 1 0,-1-1 0,0 1 0,0 0 0,0-1 0,0 1 0,0 0 0,0-1 0,0 1 0,0 0 0,1 0 0,-1 0 0,0 0 0,0 0 0,0 0 0,0 0 0,0 0 0,0 0 0,0 1 0,0-1 0,0 0 0,0 1 0,0-1 0,1 0 0,-1 1 0,0-1 0,0 1 0,0 0 0,1-1 0,-1 1 0,0-1 0,1 1 0,-1 0 0,0 0 0,1-1 0,-1 1 0,1 0 0,-1 0 0,1 0 0,0 0 0,-1-1 0,1 1 0,0 0 0,-1 0 0,1 2 0,-15 60 0,12-49 0,-3 24 0,2-1 0,1 73 0,-3-140 0,4 22 0,0-1 0,0 0 0,1 0 0,1 0 0,0 1 0,1-12 0,2-8 0,-2 4 0,2 0 0,1 0 0,0 1 0,2-1 0,1 1 0,1 0 0,12-24 0,-19 45 0,1-1 0,0 1 0,0 0 0,1 1 0,-1-1 0,0 0 0,1 1 0,-1-1 0,1 1 0,-1 0 0,1 0 0,-1 0 0,1 0 0,0 0 0,0 0 0,0 1 0,-1-1 0,1 1 0,0 0 0,0 0 0,5 1 0,67 10 0,-59-8 0,279 63-1365,-277-63-5461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2.03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488 8 5384 0 0,'24'-8'528'0'0,"-34"9"-484"0"0,-78 8 110 0 0,0 4-1 0 0,-117 33 1 0 0,184-42-145 0 0,-28 9 35 0 0,47-12-54 0 0,0-1 7 0 0,0 1 0 0 0,0-1 1 0 0,1 1-1 0 0,-1 0 0 0 0,0 0 0 0 0,1 0 0 0 0,-1 0 1 0 0,0 0-1 0 0,1 0 0 0 0,-1 0 0 0 0,1 1 0 0 0,0-1 1 0 0,-1 1-1 0 0,1-1 0 0 0,0 1 0 0 0,0-1 0 0 0,0 1 1 0 0,0-1-1 0 0,0 1 0 0 0,0 0 0 0 0,1 0 1 0 0,-1-1-1 0 0,1 1 0 0 0,-1 0 0 0 0,0 3 0 0 0,-10 51-17 0 0,10-53 20 0 0,-1 28-16 0 0,1 1 0 0 0,1 0 1 0 0,2-1-1 0 0,7 42 1 0 0,1 14 31 0 0,14 91-62 0 0,-8-74 90 0 0,4 192 0 0 0,-35-86-34 0 0,0 0 0 0 0,-2 55 2 0 0,16 22 25 0 0,18 316-14 0 0,8-134 81 0 0,-11-364-50 0 0,-14-103-39 0 0,0-1-1 0 0,1 1 1 0 0,-1-1-1 0 0,0 0 0 0 0,1 1 1 0 0,-1-1-1 0 0,1 0 1 0 0,-1 1-1 0 0,1-1 1 0 0,0 0-1 0 0,0 0 1 0 0,0 0-1 0 0,-1 0 0 0 0,1 0 1 0 0,0 1-1 0 0,0-2 1 0 0,0 1-1 0 0,1 0 1 0 0,-1 0-1 0 0,0 0 0 0 0,0 0 1 0 0,0-1-1 0 0,1 1 1 0 0,-1 0-1 0 0,0-1 1 0 0,1 0-1 0 0,-1 1 0 0 0,0-1 1 0 0,1 0-1 0 0,-1 1 1 0 0,0-1-1 0 0,1 0 1 0 0,-1 0-1 0 0,1 0 1 0 0,-1 0-1 0 0,1 0 0 0 0,-1-1 1 0 0,0 1-1 0 0,1 0 1 0 0,1-1-1 0 0,59-13 300 0 0,34-21-71 0 0,-45 15-85 0 0,1 3 0 0 0,55-12 1 0 0,-106 29-194 0 0,0 0 0 0 0,0 0 0 0 0,0 0 0 0 0,1-1 0 0 0,-1 1 0 0 0,0 0 0 0 0,0-1 0 0 0,0 1 0 0 0,0-1 0 0 0,0 1 0 0 0,0-1 0 0 0,0 1 0 0 0,0-1 0 0 0,0 0 0 0 0,0 0 0 0 0,0 1 1 0 0,0-2-1 0 0,0-2-722 0 0,-1 4 606 0 0,0-1-1 0 0,0 0 1 0 0,0 0 0 0 0,0 1 0 0 0,0-1-1 0 0,0 0 1 0 0,0 1 0 0 0,-4-8-1362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3.08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1065 3 5276 0 0,'0'0'-266'0'0,"-35"-3"785"0"0,2 6-405 0 0,-65 14 1 0 0,15-2 15 0 0,-532 102 656 0 0,587-111-639 0 0,-116 19 160 0 0,141-25-296 0 0,-15 1-256 0 0,18-1 150 0 0,-1 0-1 0 0,1 0 1 0 0,-1 0 0 0 0,1 0 0 0 0,-1 0-1 0 0,1 0 1 0 0,-1 0 0 0 0,1 0 0 0 0,-1 0-1 0 0,1 0 1 0 0,-1-1 0 0 0,1 1-1 0 0,-1 0 1 0 0,1 0 0 0 0,-1 0 0 0 0,2-25-3419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3.6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466 6 4208 0 0,'0'0'-9'0'0,"0"0"-1"0"0,0 0 0 0 0,0 0 0 0 0,0-1 0 0 0,0 1 0 0 0,0 0 1 0 0,0 0-1 0 0,0 0 0 0 0,0 0 0 0 0,1 0 0 0 0,-1 0 0 0 0,0 0 0 0 0,0-1 1 0 0,0 1-1 0 0,0 0 0 0 0,0 0 0 0 0,0 0 0 0 0,0 0 0 0 0,0 0 1 0 0,0 0-1 0 0,0-1 0 0 0,0 1 0 0 0,0 0 0 0 0,0 0 0 0 0,0 0 1 0 0,-1 0-1 0 0,1 0 0 0 0,0 0 0 0 0,0-1 0 0 0,0 1 0 0 0,0 0 1 0 0,0 0-1 0 0,0 0 0 0 0,0 0 0 0 0,0 0 0 0 0,0 0 0 0 0,0 0 1 0 0,0 0-1 0 0,-1-1 0 0 0,1 1 0 0 0,0 0 0 0 0,0 0 0 0 0,0 0 1 0 0,0 0-1 0 0,0 0 0 0 0,0 0 0 0 0,0 0 0 0 0,-1 0 0 0 0,1 0 1 0 0,0 0-1 0 0,0 0 0 0 0,0 0 0 0 0,0 0 0 0 0,0 0 0 0 0,0 0 0 0 0,-1 0 1 0 0,1 0-1 0 0,0 0 0 0 0,0 0 0 0 0,0 0 0 0 0,0 0 0 0 0,0 0 1 0 0,0 0-1 0 0,-1 0 0 0 0,1 0 0 0 0,0 0 0 0 0,0 0 0 0 0,0 0 1 0 0,0 1-1 0 0,-18 5-113 0 0,-23 15 129 0 0,-173 145 78 0 0,156-118 71 0 0,-69 69 351 0 0,126-117-502 0 0,1 1 0 0 0,0-1-1 0 0,0 0 1 0 0,-1 0-1 0 0,1 0 1 0 0,0 1-1 0 0,0-1 1 0 0,0 0-1 0 0,-1 0 1 0 0,1 0 0 0 0,0 1-1 0 0,0-1 1 0 0,0 0-1 0 0,0 1 1 0 0,-1-1-1 0 0,1 0 1 0 0,0 0 0 0 0,0 1-1 0 0,0-1 1 0 0,0 0-1 0 0,0 1 1 0 0,0-1-1 0 0,0 0 1 0 0,0 0 0 0 0,0 1-1 0 0,0-1 1 0 0,0 0-1 0 0,0 1 1 0 0,0-1-1 0 0,0 0 1 0 0,0 1-1 0 0,0-1 1 0 0,1 0 0 0 0,-1 0-1 0 0,0 1 1 0 0,0-1-1 0 0,0 0 1 0 0,0 0-1 0 0,0 1 1 0 0,1-1 0 0 0,14 8 95 0 0,17-1 50 0 0,368 30 666 0 0,-341-27-730 0 0,-57-10-298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4.88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52 3548 0 0,'3'-32'2011'0'0,"1"12"-368"0"0,5 33-1124 0 0,15 54-835 0 0,-16-42 471 0 0,21 49-155 0 0,40 127 21 0 0,-4 54 154 0 0,-67-249-1098 0 0,-8-10 541 0 0,-11-19-2193 0 0,11 7 555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5.90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1 239 4916 0 0,'13'-41'-1388'0'0,"0"24"1423"0"0,1 0 0 0 0,0 1 0 0 0,2 1 0 0 0,-1 0 0 0 0,2 1 1 0 0,0 1-1 0 0,1 1 0 0 0,0 0 0 0 0,1 1 0 0 0,0 1 0 0 0,0 1 1 0 0,1 1-1 0 0,1 0 0 0 0,29-6 0 0 0,-39 12-30 0 0,0 0 0 0 0,1 0 0 0 0,-1 1 0 0 0,1 1 0 0 0,-1 0 0 0 0,1 1 1 0 0,-1 0-1 0 0,1 0 0 0 0,-1 2 0 0 0,0-1 0 0 0,1 1 0 0 0,-1 1 0 0 0,-1 0 0 0 0,1 0 0 0 0,-1 1 0 0 0,1 1 0 0 0,-1 0 0 0 0,-1 0 0 0 0,1 1 0 0 0,-1 0 1 0 0,0 0-1 0 0,7 10 0 0 0,-13-14 2 0 0,-1 0 0 0 0,0 0 0 0 0,0 1 0 0 0,0-1 0 0 0,0 1 0 0 0,-1-1 0 0 0,1 1 0 0 0,-1 0 0 0 0,0 0 0 0 0,0 0 0 0 0,0-1 0 0 0,-1 1 0 0 0,0 0 0 0 0,1 0 0 0 0,-1 0 0 0 0,0 0 0 0 0,-1 5 0 0 0,-1-1 2 0 0,0 0 0 0 0,0-1 0 0 0,-1 1 0 0 0,0-1 0 0 0,0 0 0 0 0,0 0 0 0 0,-1 0 0 0 0,-6 8 0 0 0,-5 5 19 0 0,-1 0-1 0 0,-2-1 0 0 0,0 0 1 0 0,-25 19-1 0 0,13-16 253 0 0,0 0 0 0 0,-1-3 0 0 0,-1 0-1 0 0,-37 15 1 0 0,68-34-167 0 0,-2 3 60 0 0,9-9 134 0 0,-2 3-260 0 0,0 1 0 0 0,-1 0 0 0 0,1 0 0 0 0,0 0 0 0 0,0 0 0 0 0,0 1 0 0 0,0 0 0 0 0,5-2 0 0 0,5 2-50 0 0,1 0 1 0 0,-1 1-1 0 0,0 1 0 0 0,1 0 0 0 0,-1 1 0 0 0,0 0 0 0 0,1 1 0 0 0,-1 1 0 0 0,-1 0 0 0 0,1 1 0 0 0,-1 1 0 0 0,0 0 1 0 0,0 0-1 0 0,19 14 0 0 0,15 11-13 0 0,-1 3 1 0 0,56 52-1 0 0,-76-64 4 0 0,-9-8 10 0 0,-1 1 0 0 0,0 0 0 0 0,-1 0 0 0 0,0 2 0 0 0,-1 0 0 0 0,17 29 0 0 0,-10-23 390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6.43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28 201 4044 0 0,'14'-4'-99'0'0,"0"0"0"0"0,0-1 0 0 0,0-1 0 0 0,-1-1-1 0 0,0 0 1 0 0,13-9 0 0 0,-20 12 167 0 0,0-1-1 0 0,0 1 1 0 0,0-1 0 0 0,-1-1-1 0 0,0 1 1 0 0,0-1 0 0 0,0 1-1 0 0,-1-2 1 0 0,0 1-1 0 0,0 0 1 0 0,0-1 0 0 0,-1 1-1 0 0,4-12 1 0 0,-7 16-43 0 0,1 0-1 0 0,-1 0 1 0 0,0 0-1 0 0,1-1 0 0 0,-1 1 1 0 0,0 0-1 0 0,-1 0 1 0 0,1-1-1 0 0,0 1 1 0 0,-1 0-1 0 0,1 0 1 0 0,-1 0-1 0 0,0 0 1 0 0,1 0-1 0 0,-1 0 1 0 0,0 0-1 0 0,0 0 1 0 0,0 0-1 0 0,-1 0 1 0 0,1 0-1 0 0,0 1 1 0 0,-1-1-1 0 0,1 0 1 0 0,-1 1-1 0 0,0-1 1 0 0,1 1-1 0 0,-1 0 1 0 0,0-1-1 0 0,0 1 0 0 0,0 0 1 0 0,-3-1-1 0 0,4 1 12 0 0,-3 1-30 0 0,1-1 0 0 0,0 1 0 0 0,0 0 0 0 0,0 0 0 0 0,0 0 0 0 0,-1 0 1 0 0,1 1-1 0 0,0 0 0 0 0,0-1 0 0 0,0 1 0 0 0,-4 1 0 0 0,5-1 1 0 0,-6 2-2 0 0,1 1 0 0 0,-1 0 0 0 0,1 0-1 0 0,0 1 1 0 0,0 0 0 0 0,0 0-1 0 0,1 1 1 0 0,0-1 0 0 0,0 1 0 0 0,0 1-1 0 0,1-1 1 0 0,0 1 0 0 0,0 0 0 0 0,0 0-1 0 0,1 1 1 0 0,0-1 0 0 0,-4 14-1 0 0,4-11 0 0 0,1-1-1 0 0,0 1 1 0 0,1 0-1 0 0,0 0 1 0 0,0 0-1 0 0,1 0 1 0 0,0 0-1 0 0,1 0 1 0 0,0 1-1 0 0,1-1 1 0 0,0 0-1 0 0,0 0 1 0 0,1 0-1 0 0,4 10 1 0 0,-3-13 19 0 0,1 0 0 0 0,-1 0 1 0 0,2 0-1 0 0,-1 0 0 0 0,1-1 0 0 0,0 1 1 0 0,0-1-1 0 0,1-1 0 0 0,0 1 0 0 0,0-1 1 0 0,0 0-1 0 0,0 0 0 0 0,1-1 0 0 0,0 0 1 0 0,0 0-1 0 0,0 0 0 0 0,1-1 0 0 0,-1 0 1 0 0,1-1-1 0 0,-1 1 0 0 0,1-1 1 0 0,0-1-1 0 0,0 0 0 0 0,11 1 0 0 0,-2-1-42 0 0,1-1-1 0 0,-1 0 1 0 0,1-1-1 0 0,-1-1 0 0 0,1 0 1 0 0,-1-1-1 0 0,0-1 1 0 0,0-1-1 0 0,-1-1 0 0 0,22-9 1 0 0,-31 11-444 0 0,0 0 1 0 0,0 0 0 0 0,-1-1-1 0 0,13-10 1 0 0,-4-2-1070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7.00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38 143 4504 0 0,'-23'-92'590'0'0,"14"60"595"0"0,8 30-1033 0 0,-4-15 567 0 0,16 82-677 0 0,2-1 0 0 0,3-1 0 0 0,25 63-1 0 0,-24-73-16 0 0,25 71-14 0 0,71 146 1 0 0,-107-257-5 0 0,0-1 0 0 0,1 0 0 0 0,1 0 0 0 0,0-1 0 0 0,0 0 1 0 0,1 0-1 0 0,1-1 0 0 0,0 0 0 0 0,0-1 0 0 0,20 14 0 0 0,-22-18 2 0 0,0-1-1 0 0,0 0 0 0 0,0-1 0 0 0,0 1 1 0 0,1-2-1 0 0,-1 1 0 0 0,1-1 0 0 0,0-1 1 0 0,0 1-1 0 0,0-1 0 0 0,0-1 0 0 0,-1 0 1 0 0,1 0-1 0 0,0-1 0 0 0,0 0 1 0 0,0 0-1 0 0,15-5 0 0 0,-12 2-364 0 0,-1 0 0 0 0,0 0 0 0 0,0-1 0 0 0,0 0 0 0 0,-1-1-1 0 0,0 0 1 0 0,0-1 0 0 0,0 0 0 0 0,17-17 0 0 0,-8 4-1819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7.27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17 166 5320 0 0,'-15'0'-738'0'0,"14"-1"737"0"0,1 0 0 0 0,0 0 0 0 0,-1 0 0 0 0,1 0 0 0 0,0-1 0 0 0,0 1 0 0 0,0 0 0 0 0,0 0 0 0 0,0 0 0 0 0,0 0 0 0 0,0 0 0 0 0,1 0-1 0 0,-1 0 1 0 0,0 0 0 0 0,1 0 0 0 0,-1 0 0 0 0,0 0 0 0 0,1 0 0 0 0,0 0 0 0 0,-1 0 0 0 0,1 0 0 0 0,-1 0 0 0 0,1 0 0 0 0,0 0 0 0 0,0 0-1 0 0,-1 1 1 0 0,1-1 0 0 0,0 0 0 0 0,0 1 0 0 0,2-2 0 0 0,41-35-94 0 0,-23 21-83 0 0,59-49-1806 0 0,-57 48 1548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7.9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38 3008 0 0,'0'0'146'0'0,"-3"-2"-89"0"0,-4-7 43 0 0,13 7 154 0 0,18 7 142 0 0,-15-3-510 0 0,9 3 117 0 0,-1 0 1 0 0,1 1-1 0 0,-1 2 0 0 0,0-1 1 0 0,0 2-1 0 0,19 13 0 0 0,-1-1 3 0 0,-18-13 4 0 0,-1 1 0 0 0,0 1 0 0 0,0 0-1 0 0,-1 2 1 0 0,0-1 0 0 0,-1 2 0 0 0,-1 0-1 0 0,0 1 1 0 0,0 0 0 0 0,16 25 0 0 0,-28-36 2 0 0,1 1 1 0 0,-1-1 0 0 0,0 1 0 0 0,0-1-1 0 0,0 1 1 0 0,0 0 0 0 0,-1-1 0 0 0,1 1-1 0 0,-1 0 1 0 0,0 0 0 0 0,0 0 0 0 0,0-1 0 0 0,-1 1-1 0 0,0 0 1 0 0,1 0 0 0 0,-1-1 0 0 0,0 1-1 0 0,-3 6 1 0 0,1-4 176 0 0,-1 1 0 0 0,1 0 0 0 0,-1-1 0 0 0,0 0 0 0 0,-1 0 0 0 0,0 0 0 0 0,-10 10 1 0 0,15-15-166 0 0,-1-1 1 0 0,1 1 0 0 0,-1-1 0 0 0,1 0-1 0 0,-1 1 1 0 0,1-1 0 0 0,0 0 0 0 0,-1 0 0 0 0,0 1-1 0 0,1-1 1 0 0,-1 0 0 0 0,1 0 0 0 0,-1 0-1 0 0,1 1 1 0 0,-1-1 0 0 0,1 0 0 0 0,-1 0 0 0 0,1 0-1 0 0,-1 0 1 0 0,0 0 0 0 0,1 0 0 0 0,-1 0-1 0 0,1 0 1 0 0,-1 0 0 0 0,1-1 0 0 0,-1 1 0 0 0,1 0-1 0 0,-1 0 1 0 0,1 0 0 0 0,-1-1 0 0 0,1 1-1 0 0,-1 0 1 0 0,1-1 0 0 0,-1 1 0 0 0,1 0 0 0 0,-1-1-1 0 0,1 1 1 0 0,-1 0 0 0 0,1-1 0 0 0,0 1-1 0 0,-1-1 1 0 0,1 1 0 0 0,0-1 0 0 0,0 1 0 0 0,-1-1-1 0 0,1 1 1 0 0,0-1 0 0 0,0 1 0 0 0,0-1-1 0 0,-1 1 1 0 0,1-2 0 0 0,-6-27 265 0 0,6-5-176 0 0,2 0 1 0 0,2 0 0 0 0,1 1 0 0 0,1-1 0 0 0,2 1 0 0 0,1 0-1 0 0,2 1 1 0 0,17-35 0 0 0,-20 53-142 0 0,3-5-105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8.2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4916 0 0,'8'12'-250'0'0,"0"0"-1"0"0,-1 0 1 0 0,-1 1-1 0 0,0 0 0 0 0,6 20 1 0 0,13 28 380 0 0,-5-21-52 0 0,-6-9 44 0 0,2-2-1 0 0,35 51 1 0 0,-37-55-2321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8.4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21 55 3064 0 0,'-3'-3'219'0'0,"1"0"0"0"0,0 0 0 0 0,0-1 0 0 0,0 1 0 0 0,0-1 0 0 0,0 1 0 0 0,1-1 0 0 0,-2-4-1 0 0,3 6-58 0 0,-1-16-2687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39.5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92 175 3288 0 0,'0'0'-236'0'0,"17"3"-379"0"0,-10-3 683 0 0,0-1 1 0 0,-1 0-1 0 0,1 0 1 0 0,0 0-1 0 0,-1-1 1 0 0,0 0-1 0 0,1 0 0 0 0,-1-1 1 0 0,0 0-1 0 0,0 0 1 0 0,0 0-1 0 0,-1-1 1 0 0,1 0-1 0 0,8-8 1 0 0,-11 10-22 0 0,-1 0 1 0 0,0 0-1 0 0,0-1 1 0 0,0 0-1 0 0,0 1 1 0 0,-1-1-1 0 0,1 0 1 0 0,-1 0-1 0 0,1 0 1 0 0,-1 0-1 0 0,0 0 1 0 0,0 0-1 0 0,-1 0 1 0 0,1 0 0 0 0,0 0-1 0 0,-1 0 1 0 0,0 0-1 0 0,0-1 1 0 0,0 1-1 0 0,0 0 1 0 0,0 0-1 0 0,-1 0 1 0 0,1-1-1 0 0,-1 1 1 0 0,0 0-1 0 0,0 0 1 0 0,0 0-1 0 0,0 0 1 0 0,-1 0-1 0 0,1 1 1 0 0,-1-1 0 0 0,0 0-1 0 0,0 1 1 0 0,-2-4-1 0 0,2 4-34 0 0,0-1 0 0 0,0 1 0 0 0,0 0 0 0 0,-1-1 0 0 0,1 1 0 0 0,0 0 1 0 0,-1 0-1 0 0,0 1 0 0 0,1-1 0 0 0,-1 0 0 0 0,0 1 0 0 0,0 0 0 0 0,0-1 0 0 0,0 1 0 0 0,0 1 0 0 0,0-1 0 0 0,0 0 0 0 0,0 1 0 0 0,0-1 0 0 0,-1 1 0 0 0,1 0 0 0 0,0 0 0 0 0,0 0 1 0 0,0 1-1 0 0,0-1 0 0 0,-1 1 0 0 0,1-1 0 0 0,0 1 0 0 0,0 0 0 0 0,0 0 0 0 0,0 1 0 0 0,1-1 0 0 0,-5 3 0 0 0,-1 1-10 0 0,0 0 1 0 0,0 0-1 0 0,0 1 0 0 0,1 0 0 0 0,0 0 1 0 0,0 1-1 0 0,0 0 0 0 0,1 0 1 0 0,-9 15-1 0 0,10-15 2 0 0,1 1-1 0 0,-1 0 1 0 0,2 0 0 0 0,-1 0 0 0 0,1 0 0 0 0,1 1 0 0 0,-1-1-1 0 0,1 1 1 0 0,1 0 0 0 0,0 0 0 0 0,0 0 0 0 0,1-1-1 0 0,0 12 1 0 0,1-13 0 0 0,1-1-1 0 0,-1 0 1 0 0,1 0-1 0 0,0 0 1 0 0,0-1 0 0 0,1 1-1 0 0,0 0 1 0 0,0-1-1 0 0,0 0 1 0 0,1 1-1 0 0,-1-1 1 0 0,1-1 0 0 0,1 1-1 0 0,-1 0 1 0 0,1-1-1 0 0,-1 0 1 0 0,1 0-1 0 0,0-1 1 0 0,9 6 0 0 0,-1-2-4 0 0,0-1 0 0 0,1 0 0 0 0,0 0 0 0 0,0-2 0 0 0,0 1 0 0 0,1-2 0 0 0,-1 0 0 0 0,1-1 0 0 0,0 0 0 0 0,24-1 1 0 0,-27-2-614 0 0,-1 0 0 0 0,0 0 0 0 0,1-1 0 0 0,19-7 0 0 0,-14 2-247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0.1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20 167 3568 0 0,'-16'-50'698'0'0,"16"48"-566"0"0,-3-7 150 0 0,3 5 333 0 0,50 81-564 0 0,3-1 0 0 0,77 82 1 0 0,-114-142 154 0 0,0-1 1 0 0,1-1 0 0 0,36 24 439 0 0,-50-41-444 0 0,2-1-147 0 0,-1 0 0 0 0,-1-1-1 0 0,1 0 1 0 0,-1 1 0 0 0,1-1 0 0 0,-1-1-1 0 0,-1 1 1 0 0,1 0 0 0 0,-1-1-1 0 0,0 1 1 0 0,0-1 0 0 0,-1 1-1 0 0,1-1 1 0 0,-1 0 0 0 0,-1 0 0 0 0,1-11-1 0 0,1-20 126 0 0,-4-53-1 0 0,1 73-126 0 0,1-199 220 0 0,0 214-276 0 0,-1-4 251 0 0,-1-18-5427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0.6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0 158 4680 0 0,'0'0'-256'0'0,"24"2"-488"0"0,-19-3 701 0 0,10-1 7 0 0,0-2 1 0 0,1 0-1 0 0,20-8 1 0 0,-32 11 80 0 0,0-1 0 0 0,-1 0 0 0 0,1 0 1 0 0,0 0-1 0 0,-1 0 0 0 0,1-1 0 0 0,-1 0 0 0 0,0 1 0 0 0,0-1 0 0 0,0 0 0 0 0,0-1 1 0 0,-1 1-1 0 0,1 0 0 0 0,-1-1 0 0 0,0 1 0 0 0,0-1 0 0 0,0 0 0 0 0,3-7 0 0 0,-5 8-14 0 0,0 0-1 0 0,0 0 1 0 0,0 0-1 0 0,0 0 0 0 0,0 0 1 0 0,-1 0-1 0 0,1 0 1 0 0,-1 0-1 0 0,0 0 0 0 0,0 0 1 0 0,0 0-1 0 0,0 0 1 0 0,0 1-1 0 0,-1-1 0 0 0,1 0 1 0 0,-1 1-1 0 0,0-1 0 0 0,1 1 1 0 0,-1 0-1 0 0,-1-1 1 0 0,1 1-1 0 0,0 0 0 0 0,0 0 1 0 0,-1 1-1 0 0,1-1 1 0 0,-1 0-1 0 0,1 1 0 0 0,-7-3 1 0 0,8 3 13 0 0,-22 5 10 0 0,19-2-51 0 0,0-1 1 0 0,0 0 0 0 0,0 1-1 0 0,1 0 1 0 0,-1 0-1 0 0,1 0 1 0 0,-1 0 0 0 0,1 1-1 0 0,0-1 1 0 0,0 1 0 0 0,0 0-1 0 0,0 0 1 0 0,1 0-1 0 0,-1 0 1 0 0,1 0 0 0 0,-1 1-1 0 0,1-1 1 0 0,0 1-1 0 0,-1 4 1 0 0,-4 8 6 0 0,0 0 1 0 0,-6 31-1 0 0,10-38 0 0 0,2-1 0 0 0,0 1-1 0 0,0 0 1 0 0,0-1 0 0 0,1 1 0 0 0,0 0-1 0 0,1 0 1 0 0,0 0 0 0 0,0-1 0 0 0,1 1-1 0 0,0 0 1 0 0,1-1 0 0 0,0 0 0 0 0,0 1-1 0 0,1-1 1 0 0,0 0 0 0 0,0-1 0 0 0,0 1-1 0 0,9 10 1 0 0,-8-13-16 0 0,-1-1 0 0 0,1 1 0 0 0,0-1-1 0 0,0 1 1 0 0,1-1 0 0 0,-1-1 0 0 0,1 1 0 0 0,0-1 0 0 0,0 0 0 0 0,0 0-1 0 0,0-1 1 0 0,0 0 0 0 0,0 0 0 0 0,1 0 0 0 0,-1-1 0 0 0,1 0-1 0 0,0 0 1 0 0,-1 0 0 0 0,1-1 0 0 0,0 0 0 0 0,-1-1 0 0 0,1 1-1 0 0,-1-1 1 0 0,1-1 0 0 0,-1 1 0 0 0,11-5 0 0 0,26-14-2180 0 0,-24 4 764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1.25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110 640 4232 0 0,'0'0'-164'0'0,"-5"2"-503"0"0,-3 3 637 0 0,-1 0 0 0 0,1 1 0 0 0,0 0 0 0 0,1 0 0 0 0,0 1 0 0 0,0 0 0 0 0,0 0 0 0 0,1 1 0 0 0,0-1 0 0 0,0 1 0 0 0,-4 9 1 0 0,8-14 40 0 0,0 0 1 0 0,0 1-1 0 0,0-1 0 0 0,1 0 1 0 0,0 0-1 0 0,0 1 1 0 0,0-1-1 0 0,0 1 1 0 0,0-1-1 0 0,1 1 1 0 0,-1-1-1 0 0,1 1 1 0 0,0-1-1 0 0,0 1 1 0 0,0-1-1 0 0,1 1 1 0 0,-1 0-1 0 0,1-1 1 0 0,0 0-1 0 0,0 1 1 0 0,0-1-1 0 0,0 1 1 0 0,1-1-1 0 0,-1 0 1 0 0,1 0-1 0 0,0 0 1 0 0,0 0-1 0 0,0 0 1 0 0,0 0-1 0 0,1-1 1 0 0,-1 1-1 0 0,1-1 1 0 0,-1 1-1 0 0,6 3 1 0 0,5 1 87 0 0,-1 0 0 0 0,1-1 1 0 0,1 0-1 0 0,-1-1 0 0 0,1-1 0 0 0,-1 0 1 0 0,1-1-1 0 0,1 0 0 0 0,-1-1 1 0 0,0-1-1 0 0,0 0 0 0 0,1-1 1 0 0,-1 0-1 0 0,0-1 0 0 0,1-1 1 0 0,-1 0-1 0 0,23-8 0 0 0,-32 8-49 0 0,0 1 0 0 0,0-2 0 0 0,0 1-1 0 0,0-1 1 0 0,0 1 0 0 0,-1-1 0 0 0,0 0 0 0 0,1-1 0 0 0,-1 1-1 0 0,0-1 1 0 0,-1 0 0 0 0,1 0 0 0 0,-1 0 0 0 0,0 0 0 0 0,0-1-1 0 0,0 0 1 0 0,0 1 0 0 0,-1-1 0 0 0,0 0 0 0 0,0 0-1 0 0,0 0 1 0 0,0 0 0 0 0,-1 0 0 0 0,0-1 0 0 0,0 1 0 0 0,-1 0-1 0 0,1-1 1 0 0,-1 1 0 0 0,-1-8 0 0 0,0-11 15 0 0,-2-1 0 0 0,-1 1 0 0 0,-1 0 0 0 0,-1 1-1 0 0,-9-27 1 0 0,-201-514 1233 0 0,205 547-1110 0 0,9 36-143 0 0,10 54-84 0 0,-6-61 60 0 0,7 44-14 0 0,2 0 0 0 0,3-1 0 0 0,33 83 0 0 0,81 151-29 0 0,-125-284 19 0 0,87 151-3349 0 0,-80-141 1766 0 0,-1 2-251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2.8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6 412 5060 0 0,'-5'6'-181'0'0,"8"-8"85"0"0,22-15 72 0 0,28-18 65 0 0,-35 25-33 0 0,-1 0-1 0 0,0-1 0 0 0,-1 0 0 0 0,0-1 1 0 0,-1-1-1 0 0,21-23 0 0 0,-32 31 5 0 0,0 1 1 0 0,-1 0-1 0 0,0-1 0 0 0,0 0 1 0 0,0 0-1 0 0,0 0 0 0 0,-1 0 1 0 0,0 0-1 0 0,0 0 0 0 0,0-1 1 0 0,-1 1-1 0 0,1-1 0 0 0,-1 1 1 0 0,-1-1-1 0 0,1 1 0 0 0,-1-1 1 0 0,0 0-1 0 0,0 1 0 0 0,-1-1 1 0 0,1 1-1 0 0,-1-1 0 0 0,-1 1 1 0 0,1-1-1 0 0,-1 1 0 0 0,0-1 1 0 0,0 1-1 0 0,-4-8 0 0 0,-1 1 161 0 0,-1 0 0 0 0,0 0-1 0 0,-1 1 1 0 0,-17-19-1 0 0,-3 2 156 0 0,28 27-314 0 0,-17 34-14 0 0,15-23-6 0 0,0 0 0 0 0,1 0 1 0 0,0 1-1 0 0,1-1 0 0 0,1 1 1 0 0,-1 0-1 0 0,3 16 0 0 0,13 77-8 0 0,-10-77 11 0 0,10 42 8 0 0,2 0 0 0 0,34 86 0 0 0,70 126 18 0 0,-109-255-13 0 0,-1 0 0 0 0,0 0 0 0 0,-2 1-1 0 0,-2 1 1 0 0,0-1 0 0 0,-1 1 0 0 0,-2 0 0 0 0,-1 1 0 0 0,-2-1 0 0 0,-1 34 0 0 0,-3-19 218 0 0,3-42-79 0 0,-1-2-512 0 0,1-1 258 0 0,-1 0 1 0 0,1 0-1 0 0,0 0 0 0 0,0 0 0 0 0,0 0 0 0 0,0 0 1 0 0,0 0-1 0 0,1 0 0 0 0,-1 0 0 0 0,0 1 0 0 0,2-4 1 0 0,-1-3-326 0 0,-1-19-1119 0 0,0 1 142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3.2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11 219 4320 0 0,'0'0'-138'0'0,"-10"-4"-62"0"0,11 1 199 0 0,1 0-1 0 0,-1 0 1 0 0,1 1 0 0 0,0-1-1 0 0,0 1 1 0 0,0 0-1 0 0,1-1 1 0 0,-1 1-1 0 0,0 0 1 0 0,1 0-1 0 0,-1 1 1 0 0,6-4-1 0 0,44-25 50 0 0,-34 21-45 0 0,212-102-149 0 0,-159 79-1865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3.90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14 152 2332 0 0,'0'0'-22'0'0,"-1"0"57"0"0,0-1 1 0 0,1 1 0 0 0,-1-1 0 0 0,0 1 0 0 0,0-1-1 0 0,0 1 1 0 0,1-1 0 0 0,-1 1 0 0 0,0-1 0 0 0,0 0-1 0 0,1 1 1 0 0,-1-1 0 0 0,1 0 0 0 0,-1 0 0 0 0,0 0 0 0 0,1 1-1 0 0,0-1 1 0 0,-1 0 0 0 0,1 0 0 0 0,-1-1 0 0 0,5-2-10 0 0,-1 1 0 0 0,1-1 0 0 0,0 1 0 0 0,0 0 0 0 0,0 0 0 0 0,1 0 1 0 0,-1 1-1 0 0,1 0 0 0 0,-1-1 0 0 0,1 1 0 0 0,0 1 0 0 0,0-1 0 0 0,0 1 1 0 0,0 0-1 0 0,0 0 0 0 0,0 0 0 0 0,0 1 0 0 0,0 0 0 0 0,11 1 0 0 0,-7 0-17 0 0,0 1-1 0 0,1 0 0 0 0,-1 1 1 0 0,0 0-1 0 0,0 1 1 0 0,0 0-1 0 0,-1 0 0 0 0,1 1 1 0 0,-1 0-1 0 0,10 8 0 0 0,41 33 39 0 0,-1 3-1 0 0,79 88 1 0 0,-132-131-25 0 0,0 0 0 0 0,-1 0 0 0 0,0 0 0 0 0,0 1 1 0 0,-1 0-1 0 0,1 0 0 0 0,-2 0 0 0 0,4 9 0 0 0,-6-14 14 0 0,1-1 0 0 0,-1 1-1 0 0,0-1 1 0 0,1 1-1 0 0,-1-1 1 0 0,0 1 0 0 0,0-1-1 0 0,0 1 1 0 0,0-1-1 0 0,0 1 1 0 0,0-1 0 0 0,0 1-1 0 0,-1-1 1 0 0,1 1 0 0 0,-1-1-1 0 0,1 1 1 0 0,-1-1-1 0 0,1 1 1 0 0,-1-1 0 0 0,0 0-1 0 0,0 1 1 0 0,1-1-1 0 0,-1 0 1 0 0,0 0 0 0 0,0 0-1 0 0,0 1 1 0 0,-1-1 0 0 0,1 0-1 0 0,0 0 1 0 0,0-1-1 0 0,0 1 1 0 0,-1 0 0 0 0,1 0-1 0 0,-1-1 1 0 0,1 1-1 0 0,0 0 1 0 0,-1-1 0 0 0,1 1-1 0 0,-1-1 1 0 0,1 0 0 0 0,-1 0-1 0 0,1 1 1 0 0,-1-1-1 0 0,1 0 1 0 0,-1 0 0 0 0,0-1-1 0 0,1 1 1 0 0,-2 0 0 0 0,-1 0 11 0 0,0 0 0 0 0,0-1 0 0 0,1 1 0 0 0,-1-1 1 0 0,0 1-1 0 0,1-1 0 0 0,-1 0 0 0 0,1-1 1 0 0,-1 1-1 0 0,1-1 0 0 0,-1 1 0 0 0,1-1 1 0 0,0 0-1 0 0,0 0 0 0 0,0 0 0 0 0,0-1 1 0 0,0 1-1 0 0,-3-5 0 0 0,2 1-5 0 0,0 1 1 0 0,0-1-1 0 0,1 0 0 0 0,0 0 1 0 0,0 0-1 0 0,0 0 0 0 0,1-1 0 0 0,0 1 1 0 0,-2-12-1 0 0,2-1 0 0 0,0 0 0 0 0,1 0 0 0 0,1 0 0 0 0,0-1 0 0 0,2 1 0 0 0,5-29 0 0 0,-2 29-19 0 0,0-1 0 0 0,1 1 0 0 0,1 1 1 0 0,17-32-1 0 0,-19 40-24 0 0,1 0 0 0 0,0 1 0 0 0,1 0 0 0 0,0 0 0 0 0,0 1 0 0 0,1 0 1 0 0,0 0-1 0 0,1 1 0 0 0,16-12 0 0 0,-23 18-9 0 0,7-3 185 0 0,-18 23-4273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4.4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42 4588 0 0,'0'0'-212'0'0,"-4"13"-696"0"0,-3 2 885 0 0,0 1 0 0 0,1 0 0 0 0,0 0 1 0 0,1 1-1 0 0,1-1 0 0 0,1 1 0 0 0,-2 20 1 0 0,5-33 39 0 0,0 1 1 0 0,0-1-1 0 0,0 1 1 0 0,0-1 0 0 0,1 1-1 0 0,0-1 1 0 0,0 0-1 0 0,0 1 1 0 0,1-1-1 0 0,-1 0 1 0 0,1 0 0 0 0,0 0-1 0 0,0 0 1 0 0,0 0-1 0 0,1 0 1 0 0,0-1-1 0 0,-1 1 1 0 0,1-1 0 0 0,0 1-1 0 0,1-1 1 0 0,-1 0-1 0 0,0-1 1 0 0,1 1-1 0 0,0 0 1 0 0,0-1-1 0 0,-1 0 1 0 0,1 0 0 0 0,1 0-1 0 0,-1 0 1 0 0,0-1-1 0 0,0 0 1 0 0,1 0-1 0 0,4 1 1 0 0,-1 0 8 0 0,0-1 0 0 0,-1 0 0 0 0,1-1 0 0 0,0 1-1 0 0,0-1 1 0 0,0-1 0 0 0,-1 0 0 0 0,1 0 0 0 0,0 0 0 0 0,-1-1 0 0 0,1 0 0 0 0,-1 0 0 0 0,0-1-1 0 0,0 0 1 0 0,1 0 0 0 0,-2-1 0 0 0,1 0 0 0 0,0 0 0 0 0,-1-1 0 0 0,11-9 0 0 0,-13 9-16 0 0,0 1 0 0 0,0-1 1 0 0,0 0-1 0 0,-1 0 0 0 0,0 0 1 0 0,0-1-1 0 0,0 1 0 0 0,0-1 1 0 0,-1 1-1 0 0,0-1 0 0 0,0 0 1 0 0,-1 0-1 0 0,0 0 0 0 0,0 0 1 0 0,0 0-1 0 0,-1 0 0 0 0,1 0 0 0 0,-2 0 1 0 0,1 0-1 0 0,-1 0 0 0 0,1 0 1 0 0,-2 0-1 0 0,1 0 0 0 0,-1 0 1 0 0,0 0-1 0 0,0 0 0 0 0,-3-5 1 0 0,2 4-10 0 0,-1 0 1 0 0,0 0-1 0 0,-1 0 0 0 0,1 1 1 0 0,-1-1-1 0 0,0 1 0 0 0,-1 1 1 0 0,1-1-1 0 0,-1 1 1 0 0,0 0-1 0 0,-1 0 0 0 0,1 0 1 0 0,-1 1-1 0 0,0 0 1 0 0,0 1-1 0 0,-1-1 0 0 0,1 1 1 0 0,-16-4-1 0 0,17 6-25 0 0,-1 0-1 0 0,0 0 0 0 0,1 1 1 0 0,-1-1-1 0 0,0 1 1 0 0,1 1-1 0 0,-1-1 1 0 0,0 1-1 0 0,1 1 0 0 0,-1-1 1 0 0,1 1-1 0 0,-1 0 1 0 0,1 0-1 0 0,0 1 1 0 0,0 0-1 0 0,0 0 0 0 0,0 1 1 0 0,1-1-1 0 0,-1 1 1 0 0,1 0-1 0 0,0 1 1 0 0,0-1-1 0 0,-4 6 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5.49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2 206 3360 0 0,'0'0'416'0'0,"-2"29"-384"0"0,144 247 736 0 0,-165-336 2322 0 0,-26-137-2478 0 0,47 188-609 0 0,0 1 0 0 0,1-1 0 0 0,0 0 0 0 0,0 0 0 0 0,1 1 0 0 0,0-1 0 0 0,0 0 0 0 0,1 0 0 0 0,0 0 0 0 0,1 1 0 0 0,-1-1 0 0 0,2 1 0 0 0,-1-1 0 0 0,1 1 0 0 0,1 0 0 0 0,0 0 0 0 0,7-11 0 0 0,-10 17-8 0 0,0 1 0 0 0,1 0-1 0 0,-1 0 1 0 0,0 0 0 0 0,1 0 0 0 0,0 0 0 0 0,-1 0-1 0 0,1 0 1 0 0,-1 1 0 0 0,1-1 0 0 0,0 1 0 0 0,0-1-1 0 0,-1 1 1 0 0,1 0 0 0 0,0-1 0 0 0,0 1-1 0 0,-1 0 1 0 0,1 0 0 0 0,0 0 0 0 0,0 0 0 0 0,2 1-1 0 0,0-1 2 0 0,22 14-56 0 0,-6 7 28 0 0,-1 1 0 0 0,-1 0 0 0 0,28 47 0 0 0,-11-17 8 0 0,-23-33 50 0 0,-1-1 1 0 0,-1 2 0 0 0,12 30 771 0 0,-24-52-788 0 0,0 1 0 0 0,0-1 1 0 0,0 0-1 0 0,1 0 0 0 0,-1 0 0 0 0,0 1 1 0 0,1-1-1 0 0,-1-1 0 0 0,-1-2 1 0 0,3 4-6 0 0,-5-7 13 0 0,0-2 1 0 0,1 1 0 0 0,0 0-1 0 0,1-1 1 0 0,0 0-1 0 0,0 0 1 0 0,1 0-1 0 0,0 0 1 0 0,1 0 0 0 0,0 0-1 0 0,1 0 1 0 0,0-1-1 0 0,0 1 1 0 0,3-10 0 0 0,-1 6-21 0 0,1 1 1 0 0,0 0-1 0 0,1 0 1 0 0,1 0-1 0 0,0 0 1 0 0,1 1-1 0 0,0-1 1 0 0,1 1-1 0 0,0 1 1 0 0,16-19-1 0 0,-19 25-6 0 0,0 1 0 0 0,0 0 0 0 0,0 0 0 0 0,1 0 0 0 0,0 1 0 0 0,0-1 0 0 0,0 1 0 0 0,0 0 0 0 0,0 0 0 0 0,1 1 0 0 0,10-4 0 0 0,-12 5-1 0 0,0 1 0 0 0,1-1 0 0 0,-1 1 0 0 0,0 0 1 0 0,0 0-1 0 0,1 0 0 0 0,-1 1 0 0 0,0 0 0 0 0,1 0 0 0 0,-1 0 0 0 0,0 0 0 0 0,0 0 0 0 0,0 1 1 0 0,0 0-1 0 0,0 0 0 0 0,-1 0 0 0 0,1 0 0 0 0,4 3 0 0 0,-1 2-1 0 0,1 0 0 0 0,-1 0 0 0 0,0 1 0 0 0,-1 0-1 0 0,0 0 1 0 0,0 0 0 0 0,-1 1 0 0 0,0 0 0 0 0,0 0 0 0 0,-1 0-1 0 0,0 1 1 0 0,3 13 0 0 0,-3-11 7 0 0,0-1 0 0 0,1 0 0 0 0,0 1 0 0 0,1-2 1 0 0,0 1-1 0 0,1-1 0 0 0,12 15 0 0 0,-14-20-4 0 0,1-1-1 0 0,0 0 1 0 0,0 0 0 0 0,0-1 0 0 0,0 0-1 0 0,0 0 1 0 0,1 0 0 0 0,-1-1 0 0 0,1 0-1 0 0,0 0 1 0 0,0-1 0 0 0,0 0-1 0 0,13 1 1 0 0,-1-1-1178 0 0,-1-1 0 0 0,1-1 0 0 0,35-6 0 0 0,-31 3-946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6.8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31 275 5064 0 0,'-30'-131'257'0'0,"30"129"-143"0"0,-1-13 251 0 0,2 7-52 0 0,5 13-212 0 0,4 6-143 0 0,5 5 43 0 0,-1 1 0 0 0,23 35-1 0 0,-7-9 3 0 0,62 81 15 0 0,-28-36 11 0 0,96 103 1 0 0,-23-66 2451 0 0,-136-125-2461 0 0,-1 0-1 0 0,1-1 0 0 0,0 1 0 0 0,0-1 0 0 0,-1 1 0 0 0,1-1 0 0 0,0 0 0 0 0,-1 1 0 0 0,1-1 0 0 0,-1 0 0 0 0,1 1 0 0 0,-1-1 1 0 0,1 0-1 0 0,-1 0 0 0 0,1 0 0 0 0,-1 1 0 0 0,0-1 0 0 0,1 0 0 0 0,-1 0 0 0 0,0 0 0 0 0,0 0 0 0 0,1 0 0 0 0,-1 1 0 0 0,0-1 1 0 0,0 0-1 0 0,0 0 0 0 0,0 0 0 0 0,0 0 0 0 0,-1-1 0 0 0,0-30 362 0 0,1 32-368 0 0,-21-679 1160 0 0,18 654-1234 0 0,3-6-2254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7.4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137 286 6353 0 0,'0'0'-448'0'0,"23"-1"-901"0"0,-8-7 1195 0 0,0-1 1 0 0,-1-1 0 0 0,0 0 0 0 0,0 0-1 0 0,-1-1 1 0 0,20-22 0 0 0,-28 27 173 0 0,0 0 1 0 0,0 0 0 0 0,-1-1-1 0 0,0 0 1 0 0,0 0 0 0 0,0 0 0 0 0,-1 0-1 0 0,0 0 1 0 0,0-1 0 0 0,-1 1-1 0 0,0-1 1 0 0,0 0 0 0 0,-1 1-1 0 0,0-1 1 0 0,0 0 0 0 0,-1 0-1 0 0,-1-10 1 0 0,1 15-10 0 0,-1 0 1 0 0,0 1-1 0 0,0-1 1 0 0,0 0-1 0 0,0 1 0 0 0,0-1 1 0 0,-1 1-1 0 0,1-1 0 0 0,-1 1 1 0 0,0-1-1 0 0,1 1 1 0 0,-1 0-1 0 0,0 0 0 0 0,0 0 1 0 0,-1 0-1 0 0,1 1 1 0 0,0-1-1 0 0,-1 0 0 0 0,1 1 1 0 0,-1 0-1 0 0,1-1 0 0 0,-1 1 1 0 0,1 0-1 0 0,-1 0 1 0 0,0 1-1 0 0,0-1 0 0 0,0 0 1 0 0,1 1-1 0 0,-1 0 0 0 0,0 0 1 0 0,0-1-1 0 0,0 2 1 0 0,-4-1-1 0 0,-1 0 3 0 0,-1 1 0 0 0,0 0 0 0 0,0 0 0 0 0,1 1 0 0 0,-1 0 0 0 0,1 0 0 0 0,0 1 0 0 0,-1 0 0 0 0,-14 8 0 0 0,11-2-3 0 0,-1 0-1 0 0,2 1 0 0 0,-1 1 0 0 0,2 0 1 0 0,-1 0-1 0 0,1 1 0 0 0,1 0 0 0 0,0 1 0 0 0,1 0 1 0 0,0 0-1 0 0,1 1 0 0 0,1 0 0 0 0,0 0 1 0 0,-4 17-1 0 0,8-25 6 0 0,0 1 1 0 0,0 0-1 0 0,1 0 1 0 0,0 0-1 0 0,1 0 1 0 0,-1 0-1 0 0,1 0 1 0 0,1 0-1 0 0,-1 0 1 0 0,1 0-1 0 0,0 0 0 0 0,1 0 1 0 0,0 0-1 0 0,0 0 1 0 0,0 0-1 0 0,1-1 1 0 0,0 1-1 0 0,0-1 1 0 0,1 0-1 0 0,0 0 1 0 0,0 0-1 0 0,0-1 1 0 0,1 1-1 0 0,0-1 0 0 0,0 0 1 0 0,0 0-1 0 0,0-1 1 0 0,1 1-1 0 0,0-1 1 0 0,0-1-1 0 0,0 1 1 0 0,9 3-1 0 0,-7-3-11 0 0,0 0-1 0 0,1-1 1 0 0,0 0-1 0 0,-1-1 0 0 0,1 0 1 0 0,0 0-1 0 0,0-1 1 0 0,0 0-1 0 0,1 0 1 0 0,12-2-1 0 0,-14 0-363 0 0,0 0 0 0 0,-1-1 0 0 0,1 0 0 0 0,0 0 0 0 0,-1 0 0 0 0,1-1 0 0 0,10-6 0 0 0,-1-1-41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7.8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160 1 2944 0 0,'0'0'-41'0'0,"-4"4"0"0"0,-13 15 100 0 0,1 0-1 0 0,1 1 0 0 0,1 1 1 0 0,1 0-1 0 0,0 1 0 0 0,2 0 0 0 0,1 1 1 0 0,0 0-1 0 0,2 0 0 0 0,1 1 1 0 0,1 0-1 0 0,0 1 0 0 0,2-1 1 0 0,-1 27-1 0 0,5-48-26 0 0,0 1 0 0 0,0-1 0 0 0,0 1 0 0 0,1-1 0 0 0,-1 0 0 0 0,1 1-1 0 0,0-1 1 0 0,0 0 0 0 0,0 1 0 0 0,1-1 0 0 0,-1 0 0 0 0,1 0 0 0 0,-1 0 0 0 0,1 0 0 0 0,0 0 0 0 0,0 0 0 0 0,0 0 0 0 0,5 4 0 0 0,-3-4 2 0 0,1-1 0 0 0,-1 1 1 0 0,0-1-1 0 0,1 0 0 0 0,-1 0 1 0 0,1 0-1 0 0,-1-1 0 0 0,1 0 0 0 0,0 1 1 0 0,0-2-1 0 0,9 2 0 0 0,11-2 48 0 0,-1-2-1 0 0,0 0 0 0 0,0-1 0 0 0,32-9 0 0 0,-40 8-55 0 0,2 0-362 0 0,0-1 0 0 0,0 0 1 0 0,-1-2-1 0 0,0 0 0 0 0,0-1 0 0 0,26-17 0 0 0,-25 12-644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8.3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36 158 3648 0 0,'-5'-34'-227'0'0,"3"16"670"0"0,-1 0 0 0 0,0 0 1 0 0,-1 0-1 0 0,-8-20 0 0 0,8 30-74 0 0,1 2 98 0 0,4 8-195 0 0,4 18-193 0 0,6 50 0 0 0,4 0 1 0 0,28 80-1 0 0,6 24-28 0 0,24 99 33 0 0,-37-150 77 0 0,-33-118-103 0 0,0-40-5618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9.1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0 198 4868 0 0,'0'0'-236'0'0,"11"-19"-822"0"0,35-6 929 0 0,1 2 0 0 0,65-23 0 0 0,105-24-17 0 0,-164 56 51 0 0,-50 14 154 0 0,-3 0-57 0 0,0 1 0 0 0,0 0-1 0 0,1 0 1 0 0,-1-1 0 0 0,0 1 0 0 0,0 0 0 0 0,0 0 0 0 0,0-1-1 0 0,0 1 1 0 0,0 0 0 0 0,0 0 0 0 0,0 0 0 0 0,0-1 0 0 0,0 1-1 0 0,0 0 1 0 0,-1 0 0 0 0,1-1 0 0 0,0 1 0 0 0,0 0 0 0 0,-1-1 0 0 0,1 1-1 0 0,0 0 1 0 0,-1-1 0 0 0,1 1 0 0 0,-1 0 0 0 0,1-1 0 0 0,-2 2-1 0 0,-17 25 15 0 0,16-23-4 0 0,-7 11-9 0 0,2 0 1 0 0,0 0 0 0 0,1 1 0 0 0,-10 29 0 0 0,15-39 23 0 0,0 0-1 0 0,0 0 1 0 0,1 0 0 0 0,0 0 0 0 0,0 1 0 0 0,0-1 0 0 0,1 0-1 0 0,0 0 1 0 0,0 1 0 0 0,0-1 0 0 0,1 0 0 0 0,0 0 0 0 0,1 0-1 0 0,-1 0 1 0 0,1 0 0 0 0,4 9 0 0 0,-3-12 5 0 0,0 0 1 0 0,0 0-1 0 0,0 0 1 0 0,1 0-1 0 0,-1 0 1 0 0,1-1-1 0 0,0 0 1 0 0,0 0-1 0 0,0 0 0 0 0,0 0 1 0 0,0-1-1 0 0,0 1 1 0 0,1-1-1 0 0,-1 0 1 0 0,0 0-1 0 0,1-1 1 0 0,7 1-1 0 0,11 0 129 0 0,44-2-1 0 0,-60 0-129 0 0,0 1 1 0 0,0-1-1 0 0,0-1 0 0 0,0 1 0 0 0,-1-1 0 0 0,1 0 0 0 0,-1 0 0 0 0,1-1 0 0 0,-1 0 0 0 0,0 0 0 0 0,0-1 0 0 0,10-6 0 0 0,-14 7-20 0 0,1 1-1 0 0,-1-1 0 0 0,0 0 0 0 0,0 0 1 0 0,0 0-1 0 0,0 0 0 0 0,-1 0 0 0 0,1 0 1 0 0,-1 0-1 0 0,0 0 0 0 0,0-1 1 0 0,0 1-1 0 0,0 0 0 0 0,0-1 0 0 0,-1 1 1 0 0,1-1-1 0 0,-1 1 0 0 0,0-1 0 0 0,0 1 1 0 0,-1-1-1 0 0,1 1 0 0 0,0-1 0 0 0,-1 1 1 0 0,0 0-1 0 0,0-1 0 0 0,0 1 1 0 0,-3-4-1 0 0,2 2-4 0 0,0 0 0 0 0,0 0 0 0 0,-1 1 0 0 0,0-1 1 0 0,0 1-1 0 0,0 0 0 0 0,0-1 0 0 0,-1 2 0 0 0,0-1 0 0 0,1 0 1 0 0,-1 1-1 0 0,-1 0 0 0 0,1 0 0 0 0,0 0 0 0 0,-1 0 0 0 0,0 1 0 0 0,1-1 1 0 0,-11-2-1 0 0,-1 0 10 0 0,0 2 0 0 0,0 0 0 0 0,-1 0 0 0 0,1 2 0 0 0,-27 0 0 0 0,13 2-160 0 0,-44 10 1 0 0,71-11-297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49.7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55 3340 0 0,'0'0'-180'0'0,"6"1"-515"0"0,21 4 694 0 0,0 0 0 0 0,-1 2 0 0 0,1 1 0 0 0,-1 1 0 0 0,34 18 0 0 0,-42-18 16 0 0,-1 1 0 0 0,0 0 1 0 0,0 2-1 0 0,-1 0 0 0 0,-1 0 0 0 0,0 2 0 0 0,-1 0 0 0 0,20 24 1 0 0,-32-35 25 0 0,0-1 0 0 0,-1 1 1 0 0,1 0-1 0 0,-1-1 0 0 0,0 1 1 0 0,0 0-1 0 0,0 0 1 0 0,0 0-1 0 0,0 0 0 0 0,0 0 1 0 0,-1 0-1 0 0,0 0 0 0 0,1 0 1 0 0,-1 0-1 0 0,0 0 1 0 0,0 1-1 0 0,-1-1 0 0 0,1 0 1 0 0,-1 0-1 0 0,0 0 0 0 0,1 0 1 0 0,-1 0-1 0 0,0-1 1 0 0,-1 1-1 0 0,1 0 0 0 0,-1 0 1 0 0,1-1-1 0 0,-1 1 0 0 0,0 0 1 0 0,0-1-1 0 0,0 0 1 0 0,0 1-1 0 0,0-1 0 0 0,0 0 1 0 0,-1 0-1 0 0,-6 4 784 0 0,4-9-609 0 0,4 2-193 0 0,-1 0 1 0 0,0 0-1 0 0,1 0 0 0 0,-1-1 1 0 0,0 1-1 0 0,1-1 0 0 0,0 1 1 0 0,-1-1-1 0 0,1 1 1 0 0,0-1-1 0 0,0 0 0 0 0,0 0 1 0 0,0 0-1 0 0,0 1 0 0 0,0-1 1 0 0,-1-4-1 0 0,1 1 30 0 0,1-1 0 0 0,-1 0 1 0 0,1 0-1 0 0,1 0 0 0 0,-1 0 0 0 0,2-6 0 0 0,4-22 43 0 0,2-1-1 0 0,2 2 1 0 0,1-1 0 0 0,1 1-1 0 0,2 1 1 0 0,22-38 0 0 0,-35 68-100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50.8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14 175 4612 0 0,'-11'-82'-113'0'0,"11"80"206"0"0,-2 46 177 0 0,4 74 0 0 0,5-74-222 0 0,1-1-1 0 0,2 0 1 0 0,3-1 0 0 0,0 0 0 0 0,3-1 0 0 0,2 0 0 0 0,26 44 0 0 0,-64-127 1149 0 0,3 0 0 0 0,-25-89 1 0 0,25 64-1079 0 0,-15-130 1 0 0,31 189-121 0 0,0-1 0 0 0,1 1 0 0 0,0-1 0 0 0,3-16 1 0 0,-3 22-4 0 0,2-1 0 0 0,-1 1 0 0 0,0-1 0 0 0,1 1 0 0 0,-1 0 0 0 0,1 0 0 0 0,0 0 0 0 0,0 0 0 0 0,1 0 0 0 0,-1 0 1 0 0,0 0-1 0 0,1 1 0 0 0,0-1 0 0 0,5-3 0 0 0,1 0-3 0 0,-1 0 0 0 0,1 1 0 0 0,0 0 0 0 0,1 1 0 0 0,-1 0 0 0 0,1 0 0 0 0,0 1 0 0 0,0 1 0 0 0,0-1 0 0 0,0 2 0 0 0,11-2 0 0 0,-3 3-4 0 0,0 0-1 0 0,-1 1 0 0 0,1 0 0 0 0,0 2 0 0 0,33 8 1 0 0,-18 0-2 0 0,-1 1 1 0 0,0 1-1 0 0,-1 2 0 0 0,-1 1 1 0 0,0 1-1 0 0,34 27 1 0 0,-41-27 3 0 0,-2 2 1 0 0,0 0-1 0 0,37 44 0 0 0,-52-55 7 0 0,0 0 0 0 0,0 0 0 0 0,-1 1 0 0 0,0 0 0 0 0,0 0 0 0 0,-1 0-1 0 0,0 0 1 0 0,0 1 0 0 0,-2-1 0 0 0,1 1 0 0 0,-1 0 0 0 0,0 0-1 0 0,-1 0 1 0 0,0 16 0 0 0,-2-18 4 0 0,-1 0 1 0 0,0 1-1 0 0,-1-1 0 0 0,0 0 1 0 0,0 0-1 0 0,-1 0 0 0 0,1-1 1 0 0,-2 1-1 0 0,1-1 0 0 0,-1 0 1 0 0,0 0-1 0 0,-1-1 0 0 0,0 1 1 0 0,0-1-1 0 0,0 0 0 0 0,-1-1 1 0 0,1 0-1 0 0,-13 8 0 0 0,-7 3 12 0 0,-1-1 0 0 0,0-1 0 0 0,-53 19 0 0 0,65-28 18 0 0,1 0 0 0 0,-1-1 1 0 0,0-1-1 0 0,0 0 1 0 0,-1-1-1 0 0,1 0 0 0 0,0-2 1 0 0,-1 0-1 0 0,1 0 1 0 0,-1-1-1 0 0,1-1 0 0 0,0-1 1 0 0,0 0-1 0 0,-16-6 1 0 0,30 8-149 0 0,-1 1 1 0 0,1-1-1 0 0,0 0 0 0 0,0 0 1 0 0,1 0-1 0 0,-1 0 1 0 0,0 0-1 0 0,0 0 1 0 0,0 0-1 0 0,0 0 1 0 0,1 0-1 0 0,-1 0 1 0 0,1 0-1 0 0,-1 0 1 0 0,1-1-1 0 0,-1 1 1 0 0,1 0-1 0 0,0 0 1 0 0,-1-1-1 0 0,1 1 1 0 0,0 0-1 0 0,0-1 1 0 0,0 1-1 0 0,0 0 1 0 0,0 0-1 0 0,0-1 1 0 0,0 1-1 0 0,1 0 1 0 0,-1-1-1 0 0,0 1 0 0 0,1 0 1 0 0,-1 0-1 0 0,1 0 1 0 0,-1-1-1 0 0,1 1 1 0 0,0 0-1 0 0,-1 0 1 0 0,1 0-1 0 0,0 0 1 0 0,0 0-1 0 0,2-1 1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51.3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1 141 6169 0 0,'0'-141'562'0'0,"19"178"-476"0"0,47 175 96 0 0,-23-88-126 0 0,42 160 75 0 0,-81-274 38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1T16:35:52.13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 99 4196 0 0,'0'0'-37'0'0,"-1"-1"0"0"0,1 1-1 0 0,-1-1 1 0 0,0 1-1 0 0,1-1 1 0 0,-1 1-1 0 0,1-1 1 0 0,-1 0-1 0 0,1 1 1 0 0,0-1 0 0 0,-1 0-1 0 0,1 0 1 0 0,0 1-1 0 0,-1-1 1 0 0,1 0-1 0 0,0 0 1 0 0,0 0 0 0 0,0 1-1 0 0,0-1 1 0 0,0 0-1 0 0,0 0 1 0 0,0 0-1 0 0,0 1 1 0 0,0-1 0 0 0,0 0-1 0 0,0 0 1 0 0,0 0-1 0 0,1 1 1 0 0,-1-1-1 0 0,0 0 1 0 0,1-1 0 0 0,23-21-419 0 0,35-6 293 0 0,-44 24 141 0 0,0 0 0 0 0,0 2 0 0 0,1-1 0 0 0,-1 2 0 0 0,1 0 0 0 0,28 1 0 0 0,-35 1 16 0 0,1 0-1 0 0,0 1 1 0 0,-1 0-1 0 0,1 1 1 0 0,-1 0 0 0 0,1 0-1 0 0,-1 1 1 0 0,0 0-1 0 0,0 1 1 0 0,0 0-1 0 0,-1 0 1 0 0,10 7-1 0 0,-15-9 10 0 0,-1 0 0 0 0,0-1 0 0 0,0 1 0 0 0,0 0 0 0 0,0 1 0 0 0,0-1 0 0 0,0 0 0 0 0,-1 0 0 0 0,1 1 0 0 0,-1-1 0 0 0,1 1 0 0 0,-1 0-1 0 0,0-1 1 0 0,0 1 0 0 0,0 0 0 0 0,-1-1 0 0 0,1 1 0 0 0,-1 0 0 0 0,1 0 0 0 0,-1 3 0 0 0,0-1 6 0 0,-1 0 0 0 0,0-1 1 0 0,0 1-1 0 0,0 0 0 0 0,-1-1 0 0 0,0 1 1 0 0,0-1-1 0 0,0 0 0 0 0,0 1 0 0 0,0-1 1 0 0,-5 5-1 0 0,-8 9 76 0 0,-1 0-1 0 0,0-1 1 0 0,-38 29 0 0 0,39-34-11 0 0,-124 90 2240 0 0,144-100-2271 0 0,1 0 1 0 0,0-1-1 0 0,0 1 1 0 0,-1-1-1 0 0,9 1 0 0 0,20 2 12 0 0,-1 2-1 0 0,0 2 0 0 0,-1 1 0 0 0,39 15 1 0 0,-54-17-49 0 0,0 1 0 0 0,-1 1 1 0 0,0 0-1 0 0,0 1 0 0 0,-1 0 0 0 0,0 1 1 0 0,-1 1-1 0 0,-1 1 0 0 0,16 17 1 0 0,-27-28-5 0 0,0 0 1 0 0,0 1 0 0 0,0-1-1 0 0,0 1 1 0 0,-1 0 0 0 0,1 0-1 0 0,-1-1 1 0 0,0 1 0 0 0,0 0 0 0 0,0 0-1 0 0,0 0 1 0 0,0 1 0 0 0,-1-1-1 0 0,1 0 1 0 0,-1 0 0 0 0,0 0-1 0 0,0 0 1 0 0,0 0 0 0 0,0 1 0 0 0,-1-1-1 0 0,-1 5 1 0 0,0-3 13 0 0,0 0 0 0 0,0 0 0 0 0,-1 0 0 0 0,0-1 1 0 0,0 0-1 0 0,0 1 0 0 0,-1-1 0 0 0,1 0 0 0 0,-1 0 0 0 0,0-1 0 0 0,-8 7 0 0 0,-4 0 90 0 0,-1 0 0 0 0,0-1-1 0 0,0 0 1 0 0,-1-2 0 0 0,1 0 0 0 0,-25 6-1 0 0,22-8 142 0 0,0-1 0 0 0,-1-1 0 0 0,-33 1-1 0 0,-3-11-670 0 0,51 5-120 0 0,0 1 0 0 0,1-2 0 0 0,-1 1 0 0 0,1 0 0 0 0,-1-1 0 0 0,-9-7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21" Type="http://schemas.openxmlformats.org/officeDocument/2006/relationships/image" Target="../media/image15.png"/><Relationship Id="rId47" Type="http://schemas.openxmlformats.org/officeDocument/2006/relationships/image" Target="../media/image28.png"/><Relationship Id="rId50" Type="http://schemas.openxmlformats.org/officeDocument/2006/relationships/customXml" Target="../ink/ink17.xml"/><Relationship Id="rId55" Type="http://schemas.openxmlformats.org/officeDocument/2006/relationships/image" Target="../media/image6.png"/><Relationship Id="rId63" Type="http://schemas.openxmlformats.org/officeDocument/2006/relationships/image" Target="../media/image511.png"/><Relationship Id="rId68" Type="http://schemas.openxmlformats.org/officeDocument/2006/relationships/customXml" Target="../ink/ink26.xml"/><Relationship Id="rId7" Type="http://schemas.openxmlformats.org/officeDocument/2006/relationships/image" Target="../media/image80.png"/><Relationship Id="rId71" Type="http://schemas.openxmlformats.org/officeDocument/2006/relationships/image" Target="../media/image9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1" Type="http://schemas.openxmlformats.org/officeDocument/2006/relationships/image" Target="../media/image10.png"/><Relationship Id="rId24" Type="http://schemas.openxmlformats.org/officeDocument/2006/relationships/customXml" Target="../ink/ink12.xml"/><Relationship Id="rId45" Type="http://schemas.openxmlformats.org/officeDocument/2006/relationships/image" Target="../media/image27.png"/><Relationship Id="rId53" Type="http://schemas.openxmlformats.org/officeDocument/2006/relationships/image" Target="../media/image5.png"/><Relationship Id="rId58" Type="http://schemas.openxmlformats.org/officeDocument/2006/relationships/customXml" Target="../ink/ink21.xml"/><Relationship Id="rId66" Type="http://schemas.openxmlformats.org/officeDocument/2006/relationships/customXml" Target="../ink/ink25.xml"/><Relationship Id="rId5" Type="http://schemas.openxmlformats.org/officeDocument/2006/relationships/image" Target="../media/image70.png"/><Relationship Id="rId61" Type="http://schemas.openxmlformats.org/officeDocument/2006/relationships/image" Target="../media/image411.png"/><Relationship Id="rId19" Type="http://schemas.openxmlformats.org/officeDocument/2006/relationships/image" Target="../media/image14.png"/><Relationship Id="rId4" Type="http://schemas.openxmlformats.org/officeDocument/2006/relationships/customXml" Target="../ink/ink2.xml"/><Relationship Id="rId9" Type="http://schemas.openxmlformats.org/officeDocument/2006/relationships/image" Target="../media/image90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4.png"/><Relationship Id="rId48" Type="http://schemas.openxmlformats.org/officeDocument/2006/relationships/customXml" Target="../ink/ink16.xml"/><Relationship Id="rId56" Type="http://schemas.openxmlformats.org/officeDocument/2006/relationships/customXml" Target="../ink/ink20.xml"/><Relationship Id="rId64" Type="http://schemas.openxmlformats.org/officeDocument/2006/relationships/customXml" Target="../ink/ink24.xml"/><Relationship Id="rId69" Type="http://schemas.openxmlformats.org/officeDocument/2006/relationships/image" Target="../media/image8.png"/><Relationship Id="rId8" Type="http://schemas.openxmlformats.org/officeDocument/2006/relationships/customXml" Target="../ink/ink4.xml"/><Relationship Id="rId51" Type="http://schemas.openxmlformats.org/officeDocument/2006/relationships/image" Target="../media/image30.png"/><Relationship Id="rId72" Type="http://schemas.openxmlformats.org/officeDocument/2006/relationships/customXml" Target="../ink/ink28.xml"/><Relationship Id="rId3" Type="http://schemas.openxmlformats.org/officeDocument/2006/relationships/image" Target="../media/image60.png"/><Relationship Id="rId12" Type="http://schemas.openxmlformats.org/officeDocument/2006/relationships/customXml" Target="../ink/ink6.xml"/><Relationship Id="rId17" Type="http://schemas.openxmlformats.org/officeDocument/2006/relationships/image" Target="../media/image13.png"/><Relationship Id="rId25" Type="http://schemas.openxmlformats.org/officeDocument/2006/relationships/image" Target="../media/image3.png"/><Relationship Id="rId46" Type="http://schemas.openxmlformats.org/officeDocument/2006/relationships/customXml" Target="../ink/ink15.xml"/><Relationship Id="rId59" Type="http://schemas.openxmlformats.org/officeDocument/2006/relationships/image" Target="../media/image310.png"/><Relationship Id="rId67" Type="http://schemas.openxmlformats.org/officeDocument/2006/relationships/image" Target="../media/image7.png"/><Relationship Id="rId20" Type="http://schemas.openxmlformats.org/officeDocument/2006/relationships/customXml" Target="../ink/ink10.xml"/><Relationship Id="rId54" Type="http://schemas.openxmlformats.org/officeDocument/2006/relationships/customXml" Target="../ink/ink19.xml"/><Relationship Id="rId62" Type="http://schemas.openxmlformats.org/officeDocument/2006/relationships/customXml" Target="../ink/ink23.xml"/><Relationship Id="rId70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12.png"/><Relationship Id="rId23" Type="http://schemas.openxmlformats.org/officeDocument/2006/relationships/image" Target="../media/image2.png"/><Relationship Id="rId28" Type="http://schemas.openxmlformats.org/officeDocument/2006/relationships/customXml" Target="../ink/ink14.xml"/><Relationship Id="rId49" Type="http://schemas.openxmlformats.org/officeDocument/2006/relationships/image" Target="../media/image29.png"/><Relationship Id="rId57" Type="http://schemas.openxmlformats.org/officeDocument/2006/relationships/image" Target="../media/image210.png"/><Relationship Id="rId10" Type="http://schemas.openxmlformats.org/officeDocument/2006/relationships/customXml" Target="../ink/ink5.xml"/><Relationship Id="rId52" Type="http://schemas.openxmlformats.org/officeDocument/2006/relationships/customXml" Target="../ink/ink18.xml"/><Relationship Id="rId60" Type="http://schemas.openxmlformats.org/officeDocument/2006/relationships/customXml" Target="../ink/ink22.xml"/><Relationship Id="rId65" Type="http://schemas.openxmlformats.org/officeDocument/2006/relationships/image" Target="../media/image611.png"/><Relationship Id="rId73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37.xml"/><Relationship Id="rId21" Type="http://schemas.openxmlformats.org/officeDocument/2006/relationships/image" Target="../media/image15.png"/><Relationship Id="rId47" Type="http://schemas.openxmlformats.org/officeDocument/2006/relationships/image" Target="../media/image28.png"/><Relationship Id="rId50" Type="http://schemas.openxmlformats.org/officeDocument/2006/relationships/customXml" Target="../ink/ink43.xml"/><Relationship Id="rId55" Type="http://schemas.openxmlformats.org/officeDocument/2006/relationships/image" Target="../media/image6.png"/><Relationship Id="rId63" Type="http://schemas.openxmlformats.org/officeDocument/2006/relationships/image" Target="../media/image511.png"/><Relationship Id="rId68" Type="http://schemas.openxmlformats.org/officeDocument/2006/relationships/customXml" Target="../ink/ink52.xml"/><Relationship Id="rId7" Type="http://schemas.openxmlformats.org/officeDocument/2006/relationships/image" Target="../media/image80.png"/><Relationship Id="rId71" Type="http://schemas.openxmlformats.org/officeDocument/2006/relationships/image" Target="../media/image9.png"/><Relationship Id="rId2" Type="http://schemas.openxmlformats.org/officeDocument/2006/relationships/customXml" Target="../ink/ink29.xml"/><Relationship Id="rId16" Type="http://schemas.openxmlformats.org/officeDocument/2006/relationships/customXml" Target="../ink/ink36.xml"/><Relationship Id="rId11" Type="http://schemas.openxmlformats.org/officeDocument/2006/relationships/image" Target="../media/image10.png"/><Relationship Id="rId24" Type="http://schemas.openxmlformats.org/officeDocument/2006/relationships/customXml" Target="../ink/ink40.xml"/><Relationship Id="rId45" Type="http://schemas.openxmlformats.org/officeDocument/2006/relationships/image" Target="../media/image27.png"/><Relationship Id="rId53" Type="http://schemas.openxmlformats.org/officeDocument/2006/relationships/image" Target="../media/image5.png"/><Relationship Id="rId58" Type="http://schemas.openxmlformats.org/officeDocument/2006/relationships/customXml" Target="../ink/ink47.xml"/><Relationship Id="rId66" Type="http://schemas.openxmlformats.org/officeDocument/2006/relationships/customXml" Target="../ink/ink51.xml"/><Relationship Id="rId5" Type="http://schemas.openxmlformats.org/officeDocument/2006/relationships/image" Target="../media/image70.png"/><Relationship Id="rId61" Type="http://schemas.openxmlformats.org/officeDocument/2006/relationships/image" Target="../media/image411.png"/><Relationship Id="rId10" Type="http://schemas.openxmlformats.org/officeDocument/2006/relationships/customXml" Target="../ink/ink33.xml"/><Relationship Id="rId19" Type="http://schemas.openxmlformats.org/officeDocument/2006/relationships/image" Target="../media/image14.png"/><Relationship Id="rId52" Type="http://schemas.openxmlformats.org/officeDocument/2006/relationships/customXml" Target="../ink/ink44.xml"/><Relationship Id="rId60" Type="http://schemas.openxmlformats.org/officeDocument/2006/relationships/customXml" Target="../ink/ink48.xml"/><Relationship Id="rId65" Type="http://schemas.openxmlformats.org/officeDocument/2006/relationships/image" Target="../media/image611.png"/><Relationship Id="rId73" Type="http://schemas.openxmlformats.org/officeDocument/2006/relationships/image" Target="../media/image16.png"/><Relationship Id="rId4" Type="http://schemas.openxmlformats.org/officeDocument/2006/relationships/customXml" Target="../ink/ink30.xml"/><Relationship Id="rId9" Type="http://schemas.openxmlformats.org/officeDocument/2006/relationships/image" Target="../media/image90.png"/><Relationship Id="rId14" Type="http://schemas.openxmlformats.org/officeDocument/2006/relationships/customXml" Target="../ink/ink35.xml"/><Relationship Id="rId22" Type="http://schemas.openxmlformats.org/officeDocument/2006/relationships/customXml" Target="../ink/ink39.xml"/><Relationship Id="rId48" Type="http://schemas.openxmlformats.org/officeDocument/2006/relationships/customXml" Target="../ink/ink42.xml"/><Relationship Id="rId56" Type="http://schemas.openxmlformats.org/officeDocument/2006/relationships/customXml" Target="../ink/ink46.xml"/><Relationship Id="rId64" Type="http://schemas.openxmlformats.org/officeDocument/2006/relationships/customXml" Target="../ink/ink50.xml"/><Relationship Id="rId69" Type="http://schemas.openxmlformats.org/officeDocument/2006/relationships/image" Target="../media/image8.png"/><Relationship Id="rId8" Type="http://schemas.openxmlformats.org/officeDocument/2006/relationships/customXml" Target="../ink/ink32.xml"/><Relationship Id="rId51" Type="http://schemas.openxmlformats.org/officeDocument/2006/relationships/image" Target="../media/image30.png"/><Relationship Id="rId72" Type="http://schemas.openxmlformats.org/officeDocument/2006/relationships/customXml" Target="../ink/ink54.xml"/><Relationship Id="rId3" Type="http://schemas.openxmlformats.org/officeDocument/2006/relationships/image" Target="../media/image60.png"/><Relationship Id="rId12" Type="http://schemas.openxmlformats.org/officeDocument/2006/relationships/customXml" Target="../ink/ink34.xml"/><Relationship Id="rId17" Type="http://schemas.openxmlformats.org/officeDocument/2006/relationships/image" Target="../media/image13.png"/><Relationship Id="rId46" Type="http://schemas.openxmlformats.org/officeDocument/2006/relationships/customXml" Target="../ink/ink41.xml"/><Relationship Id="rId59" Type="http://schemas.openxmlformats.org/officeDocument/2006/relationships/image" Target="../media/image310.png"/><Relationship Id="rId67" Type="http://schemas.openxmlformats.org/officeDocument/2006/relationships/image" Target="../media/image7.png"/><Relationship Id="rId20" Type="http://schemas.openxmlformats.org/officeDocument/2006/relationships/customXml" Target="../ink/ink38.xml"/><Relationship Id="rId54" Type="http://schemas.openxmlformats.org/officeDocument/2006/relationships/customXml" Target="../ink/ink45.xml"/><Relationship Id="rId62" Type="http://schemas.openxmlformats.org/officeDocument/2006/relationships/customXml" Target="../ink/ink49.xml"/><Relationship Id="rId70" Type="http://schemas.openxmlformats.org/officeDocument/2006/relationships/customXml" Target="../ink/ink5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.xml"/><Relationship Id="rId15" Type="http://schemas.openxmlformats.org/officeDocument/2006/relationships/image" Target="../media/image12.png"/><Relationship Id="rId23" Type="http://schemas.openxmlformats.org/officeDocument/2006/relationships/image" Target="../media/image2.png"/><Relationship Id="rId49" Type="http://schemas.openxmlformats.org/officeDocument/2006/relationships/image" Target="../media/image29.png"/><Relationship Id="rId57" Type="http://schemas.openxmlformats.org/officeDocument/2006/relationships/image" Target="../media/image210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5.xml"/><Relationship Id="rId117" Type="http://schemas.openxmlformats.org/officeDocument/2006/relationships/image" Target="../media/image72.png"/><Relationship Id="rId21" Type="http://schemas.openxmlformats.org/officeDocument/2006/relationships/image" Target="../media/image17.png"/><Relationship Id="rId47" Type="http://schemas.openxmlformats.org/officeDocument/2006/relationships/image" Target="../media/image39.png"/><Relationship Id="rId63" Type="http://schemas.openxmlformats.org/officeDocument/2006/relationships/image" Target="../media/image33.png"/><Relationship Id="rId68" Type="http://schemas.openxmlformats.org/officeDocument/2006/relationships/customXml" Target="../ink/ink79.xml"/><Relationship Id="rId84" Type="http://schemas.openxmlformats.org/officeDocument/2006/relationships/customXml" Target="../ink/ink87.xml"/><Relationship Id="rId89" Type="http://schemas.openxmlformats.org/officeDocument/2006/relationships/image" Target="../media/image56.png"/><Relationship Id="rId112" Type="http://schemas.openxmlformats.org/officeDocument/2006/relationships/customXml" Target="../ink/ink101.xml"/><Relationship Id="rId133" Type="http://schemas.openxmlformats.org/officeDocument/2006/relationships/image" Target="../media/image81.png"/><Relationship Id="rId16" Type="http://schemas.openxmlformats.org/officeDocument/2006/relationships/customXml" Target="../ink/ink60.xml"/><Relationship Id="rId107" Type="http://schemas.openxmlformats.org/officeDocument/2006/relationships/image" Target="../media/image66.png"/><Relationship Id="rId11" Type="http://schemas.openxmlformats.org/officeDocument/2006/relationships/image" Target="../media/image610.png"/><Relationship Id="rId37" Type="http://schemas.openxmlformats.org/officeDocument/2006/relationships/image" Target="../media/image34.png"/><Relationship Id="rId53" Type="http://schemas.openxmlformats.org/officeDocument/2006/relationships/image" Target="../media/image5.png"/><Relationship Id="rId74" Type="http://schemas.openxmlformats.org/officeDocument/2006/relationships/customXml" Target="../ink/ink82.xml"/><Relationship Id="rId79" Type="http://schemas.openxmlformats.org/officeDocument/2006/relationships/image" Target="../media/image51.png"/><Relationship Id="rId102" Type="http://schemas.openxmlformats.org/officeDocument/2006/relationships/customXml" Target="../ink/ink96.xml"/><Relationship Id="rId123" Type="http://schemas.openxmlformats.org/officeDocument/2006/relationships/image" Target="../media/image75.png"/><Relationship Id="rId128" Type="http://schemas.openxmlformats.org/officeDocument/2006/relationships/customXml" Target="../ink/ink109.xml"/><Relationship Id="rId90" Type="http://schemas.openxmlformats.org/officeDocument/2006/relationships/customXml" Target="../ink/ink90.xml"/><Relationship Id="rId95" Type="http://schemas.openxmlformats.org/officeDocument/2006/relationships/image" Target="../media/image59.png"/><Relationship Id="rId22" Type="http://schemas.openxmlformats.org/officeDocument/2006/relationships/customXml" Target="../ink/ink63.xml"/><Relationship Id="rId27" Type="http://schemas.openxmlformats.org/officeDocument/2006/relationships/image" Target="../media/image2.png"/><Relationship Id="rId48" Type="http://schemas.openxmlformats.org/officeDocument/2006/relationships/customXml" Target="../ink/ink70.xml"/><Relationship Id="rId64" Type="http://schemas.openxmlformats.org/officeDocument/2006/relationships/customXml" Target="../ink/ink77.xml"/><Relationship Id="rId69" Type="http://schemas.openxmlformats.org/officeDocument/2006/relationships/image" Target="../media/image46.png"/><Relationship Id="rId113" Type="http://schemas.openxmlformats.org/officeDocument/2006/relationships/image" Target="../media/image69.png"/><Relationship Id="rId118" Type="http://schemas.openxmlformats.org/officeDocument/2006/relationships/customXml" Target="../ink/ink104.xml"/><Relationship Id="rId134" Type="http://schemas.openxmlformats.org/officeDocument/2006/relationships/customXml" Target="../ink/ink112.xml"/><Relationship Id="rId80" Type="http://schemas.openxmlformats.org/officeDocument/2006/relationships/customXml" Target="../ink/ink85.xml"/><Relationship Id="rId85" Type="http://schemas.openxmlformats.org/officeDocument/2006/relationships/image" Target="../media/image54.png"/><Relationship Id="rId12" Type="http://schemas.openxmlformats.org/officeDocument/2006/relationships/customXml" Target="../ink/ink58.xml"/><Relationship Id="rId17" Type="http://schemas.openxmlformats.org/officeDocument/2006/relationships/image" Target="../media/image910.png"/><Relationship Id="rId38" Type="http://schemas.openxmlformats.org/officeDocument/2006/relationships/customXml" Target="../ink/ink67.xml"/><Relationship Id="rId59" Type="http://schemas.openxmlformats.org/officeDocument/2006/relationships/image" Target="../media/image23.png"/><Relationship Id="rId103" Type="http://schemas.openxmlformats.org/officeDocument/2006/relationships/image" Target="../media/image64.png"/><Relationship Id="rId108" Type="http://schemas.openxmlformats.org/officeDocument/2006/relationships/customXml" Target="../ink/ink99.xml"/><Relationship Id="rId124" Type="http://schemas.openxmlformats.org/officeDocument/2006/relationships/customXml" Target="../ink/ink107.xml"/><Relationship Id="rId129" Type="http://schemas.openxmlformats.org/officeDocument/2006/relationships/image" Target="../media/image78.png"/><Relationship Id="rId54" Type="http://schemas.openxmlformats.org/officeDocument/2006/relationships/customXml" Target="../ink/ink73.xml"/><Relationship Id="rId70" Type="http://schemas.openxmlformats.org/officeDocument/2006/relationships/customXml" Target="../ink/ink80.xml"/><Relationship Id="rId75" Type="http://schemas.openxmlformats.org/officeDocument/2006/relationships/image" Target="../media/image49.png"/><Relationship Id="rId91" Type="http://schemas.openxmlformats.org/officeDocument/2006/relationships/image" Target="../media/image57.png"/><Relationship Id="rId96" Type="http://schemas.openxmlformats.org/officeDocument/2006/relationships/customXml" Target="../ink/ink93.xml"/><Relationship Id="rId1" Type="http://schemas.openxmlformats.org/officeDocument/2006/relationships/slideLayout" Target="../slideLayouts/slideLayout2.xml"/><Relationship Id="rId23" Type="http://schemas.openxmlformats.org/officeDocument/2006/relationships/image" Target="../media/image19.png"/><Relationship Id="rId28" Type="http://schemas.openxmlformats.org/officeDocument/2006/relationships/customXml" Target="../ink/ink66.xml"/><Relationship Id="rId49" Type="http://schemas.openxmlformats.org/officeDocument/2006/relationships/image" Target="../media/image40.png"/><Relationship Id="rId114" Type="http://schemas.openxmlformats.org/officeDocument/2006/relationships/customXml" Target="../ink/ink102.xml"/><Relationship Id="rId119" Type="http://schemas.openxmlformats.org/officeDocument/2006/relationships/image" Target="../media/image73.png"/><Relationship Id="rId10" Type="http://schemas.openxmlformats.org/officeDocument/2006/relationships/customXml" Target="../ink/ink57.xml"/><Relationship Id="rId52" Type="http://schemas.openxmlformats.org/officeDocument/2006/relationships/customXml" Target="../ink/ink72.xml"/><Relationship Id="rId60" Type="http://schemas.openxmlformats.org/officeDocument/2006/relationships/customXml" Target="../ink/ink75.xml"/><Relationship Id="rId65" Type="http://schemas.openxmlformats.org/officeDocument/2006/relationships/image" Target="../media/image44.png"/><Relationship Id="rId73" Type="http://schemas.openxmlformats.org/officeDocument/2006/relationships/image" Target="../media/image48.png"/><Relationship Id="rId78" Type="http://schemas.openxmlformats.org/officeDocument/2006/relationships/customXml" Target="../ink/ink84.xml"/><Relationship Id="rId81" Type="http://schemas.openxmlformats.org/officeDocument/2006/relationships/image" Target="../media/image52.png"/><Relationship Id="rId86" Type="http://schemas.openxmlformats.org/officeDocument/2006/relationships/customXml" Target="../ink/ink88.xml"/><Relationship Id="rId94" Type="http://schemas.openxmlformats.org/officeDocument/2006/relationships/customXml" Target="../ink/ink92.xml"/><Relationship Id="rId99" Type="http://schemas.openxmlformats.org/officeDocument/2006/relationships/image" Target="../media/image62.png"/><Relationship Id="rId101" Type="http://schemas.openxmlformats.org/officeDocument/2006/relationships/image" Target="../media/image63.png"/><Relationship Id="rId122" Type="http://schemas.openxmlformats.org/officeDocument/2006/relationships/customXml" Target="../ink/ink106.xml"/><Relationship Id="rId130" Type="http://schemas.openxmlformats.org/officeDocument/2006/relationships/customXml" Target="../ink/ink110.xml"/><Relationship Id="rId135" Type="http://schemas.openxmlformats.org/officeDocument/2006/relationships/image" Target="../media/image82.png"/><Relationship Id="rId9" Type="http://schemas.openxmlformats.org/officeDocument/2006/relationships/image" Target="../media/image510.png"/><Relationship Id="rId13" Type="http://schemas.openxmlformats.org/officeDocument/2006/relationships/image" Target="../media/image710.png"/><Relationship Id="rId18" Type="http://schemas.openxmlformats.org/officeDocument/2006/relationships/customXml" Target="../ink/ink61.xml"/><Relationship Id="rId39" Type="http://schemas.openxmlformats.org/officeDocument/2006/relationships/image" Target="../media/image35.png"/><Relationship Id="rId109" Type="http://schemas.openxmlformats.org/officeDocument/2006/relationships/image" Target="../media/image67.png"/><Relationship Id="rId50" Type="http://schemas.openxmlformats.org/officeDocument/2006/relationships/customXml" Target="../ink/ink71.xml"/><Relationship Id="rId55" Type="http://schemas.openxmlformats.org/officeDocument/2006/relationships/image" Target="../media/image6.png"/><Relationship Id="rId76" Type="http://schemas.openxmlformats.org/officeDocument/2006/relationships/customXml" Target="../ink/ink83.xml"/><Relationship Id="rId97" Type="http://schemas.openxmlformats.org/officeDocument/2006/relationships/image" Target="../media/image61.png"/><Relationship Id="rId104" Type="http://schemas.openxmlformats.org/officeDocument/2006/relationships/customXml" Target="../ink/ink97.xml"/><Relationship Id="rId120" Type="http://schemas.openxmlformats.org/officeDocument/2006/relationships/customXml" Target="../ink/ink105.xml"/><Relationship Id="rId125" Type="http://schemas.openxmlformats.org/officeDocument/2006/relationships/image" Target="../media/image76.png"/><Relationship Id="rId7" Type="http://schemas.openxmlformats.org/officeDocument/2006/relationships/image" Target="../media/image410.png"/><Relationship Id="rId71" Type="http://schemas.openxmlformats.org/officeDocument/2006/relationships/image" Target="../media/image47.png"/><Relationship Id="rId92" Type="http://schemas.openxmlformats.org/officeDocument/2006/relationships/customXml" Target="../ink/ink91.xml"/><Relationship Id="rId2" Type="http://schemas.openxmlformats.org/officeDocument/2006/relationships/customXml" Target="../ink/ink55.xml"/><Relationship Id="rId24" Type="http://schemas.openxmlformats.org/officeDocument/2006/relationships/customXml" Target="../ink/ink64.xml"/><Relationship Id="rId40" Type="http://schemas.openxmlformats.org/officeDocument/2006/relationships/customXml" Target="../ink/ink68.xml"/><Relationship Id="rId45" Type="http://schemas.openxmlformats.org/officeDocument/2006/relationships/image" Target="../media/image38.png"/><Relationship Id="rId66" Type="http://schemas.openxmlformats.org/officeDocument/2006/relationships/customXml" Target="../ink/ink78.xml"/><Relationship Id="rId87" Type="http://schemas.openxmlformats.org/officeDocument/2006/relationships/image" Target="../media/image55.png"/><Relationship Id="rId110" Type="http://schemas.openxmlformats.org/officeDocument/2006/relationships/customXml" Target="../ink/ink100.xml"/><Relationship Id="rId115" Type="http://schemas.openxmlformats.org/officeDocument/2006/relationships/image" Target="../media/image71.png"/><Relationship Id="rId131" Type="http://schemas.openxmlformats.org/officeDocument/2006/relationships/image" Target="../media/image79.png"/><Relationship Id="rId136" Type="http://schemas.openxmlformats.org/officeDocument/2006/relationships/customXml" Target="../ink/ink113.xml"/><Relationship Id="rId61" Type="http://schemas.openxmlformats.org/officeDocument/2006/relationships/image" Target="../media/image24.png"/><Relationship Id="rId82" Type="http://schemas.openxmlformats.org/officeDocument/2006/relationships/customXml" Target="../ink/ink86.xml"/><Relationship Id="rId19" Type="http://schemas.openxmlformats.org/officeDocument/2006/relationships/image" Target="../media/image160.png"/><Relationship Id="rId14" Type="http://schemas.openxmlformats.org/officeDocument/2006/relationships/customXml" Target="../ink/ink59.xml"/><Relationship Id="rId56" Type="http://schemas.openxmlformats.org/officeDocument/2006/relationships/customXml" Target="../ink/ink74.xml"/><Relationship Id="rId77" Type="http://schemas.openxmlformats.org/officeDocument/2006/relationships/image" Target="../media/image50.png"/><Relationship Id="rId100" Type="http://schemas.openxmlformats.org/officeDocument/2006/relationships/customXml" Target="../ink/ink95.xml"/><Relationship Id="rId105" Type="http://schemas.openxmlformats.org/officeDocument/2006/relationships/image" Target="../media/image65.png"/><Relationship Id="rId126" Type="http://schemas.openxmlformats.org/officeDocument/2006/relationships/customXml" Target="../ink/ink108.xml"/><Relationship Id="rId8" Type="http://schemas.openxmlformats.org/officeDocument/2006/relationships/customXml" Target="../ink/ink56.xml"/><Relationship Id="rId51" Type="http://schemas.openxmlformats.org/officeDocument/2006/relationships/image" Target="../media/image41.png"/><Relationship Id="rId72" Type="http://schemas.openxmlformats.org/officeDocument/2006/relationships/customXml" Target="../ink/ink81.xml"/><Relationship Id="rId93" Type="http://schemas.openxmlformats.org/officeDocument/2006/relationships/image" Target="../media/image58.png"/><Relationship Id="rId98" Type="http://schemas.openxmlformats.org/officeDocument/2006/relationships/customXml" Target="../ink/ink94.xml"/><Relationship Id="rId121" Type="http://schemas.openxmlformats.org/officeDocument/2006/relationships/image" Target="../media/image74.png"/><Relationship Id="rId25" Type="http://schemas.openxmlformats.org/officeDocument/2006/relationships/image" Target="../media/image20.png"/><Relationship Id="rId46" Type="http://schemas.openxmlformats.org/officeDocument/2006/relationships/customXml" Target="../ink/ink69.xml"/><Relationship Id="rId67" Type="http://schemas.openxmlformats.org/officeDocument/2006/relationships/image" Target="../media/image45.png"/><Relationship Id="rId116" Type="http://schemas.openxmlformats.org/officeDocument/2006/relationships/customXml" Target="../ink/ink103.xml"/><Relationship Id="rId137" Type="http://schemas.openxmlformats.org/officeDocument/2006/relationships/image" Target="../media/image83.png"/><Relationship Id="rId20" Type="http://schemas.openxmlformats.org/officeDocument/2006/relationships/customXml" Target="../ink/ink62.xml"/><Relationship Id="rId62" Type="http://schemas.openxmlformats.org/officeDocument/2006/relationships/customXml" Target="../ink/ink76.xml"/><Relationship Id="rId83" Type="http://schemas.openxmlformats.org/officeDocument/2006/relationships/image" Target="../media/image53.png"/><Relationship Id="rId88" Type="http://schemas.openxmlformats.org/officeDocument/2006/relationships/customXml" Target="../ink/ink89.xml"/><Relationship Id="rId111" Type="http://schemas.openxmlformats.org/officeDocument/2006/relationships/image" Target="../media/image68.png"/><Relationship Id="rId132" Type="http://schemas.openxmlformats.org/officeDocument/2006/relationships/customXml" Target="../ink/ink111.xml"/><Relationship Id="rId15" Type="http://schemas.openxmlformats.org/officeDocument/2006/relationships/image" Target="../media/image810.png"/><Relationship Id="rId106" Type="http://schemas.openxmlformats.org/officeDocument/2006/relationships/customXml" Target="../ink/ink98.xml"/><Relationship Id="rId127" Type="http://schemas.openxmlformats.org/officeDocument/2006/relationships/image" Target="../media/image77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4.xml"/><Relationship Id="rId117" Type="http://schemas.openxmlformats.org/officeDocument/2006/relationships/image" Target="../media/image72.png"/><Relationship Id="rId21" Type="http://schemas.openxmlformats.org/officeDocument/2006/relationships/image" Target="../media/image17.png"/><Relationship Id="rId47" Type="http://schemas.openxmlformats.org/officeDocument/2006/relationships/image" Target="../media/image39.png"/><Relationship Id="rId63" Type="http://schemas.openxmlformats.org/officeDocument/2006/relationships/image" Target="../media/image33.png"/><Relationship Id="rId68" Type="http://schemas.openxmlformats.org/officeDocument/2006/relationships/customXml" Target="../ink/ink138.xml"/><Relationship Id="rId84" Type="http://schemas.openxmlformats.org/officeDocument/2006/relationships/customXml" Target="../ink/ink146.xml"/><Relationship Id="rId89" Type="http://schemas.openxmlformats.org/officeDocument/2006/relationships/image" Target="../media/image56.png"/><Relationship Id="rId112" Type="http://schemas.openxmlformats.org/officeDocument/2006/relationships/customXml" Target="../ink/ink160.xml"/><Relationship Id="rId133" Type="http://schemas.openxmlformats.org/officeDocument/2006/relationships/image" Target="../media/image81.png"/><Relationship Id="rId16" Type="http://schemas.openxmlformats.org/officeDocument/2006/relationships/customXml" Target="../ink/ink119.xml"/><Relationship Id="rId107" Type="http://schemas.openxmlformats.org/officeDocument/2006/relationships/image" Target="../media/image66.png"/><Relationship Id="rId11" Type="http://schemas.openxmlformats.org/officeDocument/2006/relationships/image" Target="../media/image610.png"/><Relationship Id="rId37" Type="http://schemas.openxmlformats.org/officeDocument/2006/relationships/image" Target="../media/image34.png"/><Relationship Id="rId53" Type="http://schemas.openxmlformats.org/officeDocument/2006/relationships/image" Target="../media/image5.png"/><Relationship Id="rId74" Type="http://schemas.openxmlformats.org/officeDocument/2006/relationships/customXml" Target="../ink/ink141.xml"/><Relationship Id="rId79" Type="http://schemas.openxmlformats.org/officeDocument/2006/relationships/image" Target="../media/image51.png"/><Relationship Id="rId102" Type="http://schemas.openxmlformats.org/officeDocument/2006/relationships/customXml" Target="../ink/ink155.xml"/><Relationship Id="rId123" Type="http://schemas.openxmlformats.org/officeDocument/2006/relationships/image" Target="../media/image75.png"/><Relationship Id="rId128" Type="http://schemas.openxmlformats.org/officeDocument/2006/relationships/customXml" Target="../ink/ink168.xml"/><Relationship Id="rId90" Type="http://schemas.openxmlformats.org/officeDocument/2006/relationships/customXml" Target="../ink/ink149.xml"/><Relationship Id="rId95" Type="http://schemas.openxmlformats.org/officeDocument/2006/relationships/image" Target="../media/image59.png"/><Relationship Id="rId22" Type="http://schemas.openxmlformats.org/officeDocument/2006/relationships/customXml" Target="../ink/ink122.xml"/><Relationship Id="rId27" Type="http://schemas.openxmlformats.org/officeDocument/2006/relationships/image" Target="../media/image2.png"/><Relationship Id="rId48" Type="http://schemas.openxmlformats.org/officeDocument/2006/relationships/customXml" Target="../ink/ink129.xml"/><Relationship Id="rId64" Type="http://schemas.openxmlformats.org/officeDocument/2006/relationships/customXml" Target="../ink/ink136.xml"/><Relationship Id="rId69" Type="http://schemas.openxmlformats.org/officeDocument/2006/relationships/image" Target="../media/image46.png"/><Relationship Id="rId113" Type="http://schemas.openxmlformats.org/officeDocument/2006/relationships/image" Target="../media/image69.png"/><Relationship Id="rId118" Type="http://schemas.openxmlformats.org/officeDocument/2006/relationships/customXml" Target="../ink/ink163.xml"/><Relationship Id="rId134" Type="http://schemas.openxmlformats.org/officeDocument/2006/relationships/customXml" Target="../ink/ink171.xml"/><Relationship Id="rId80" Type="http://schemas.openxmlformats.org/officeDocument/2006/relationships/customXml" Target="../ink/ink144.xml"/><Relationship Id="rId85" Type="http://schemas.openxmlformats.org/officeDocument/2006/relationships/image" Target="../media/image54.png"/><Relationship Id="rId12" Type="http://schemas.openxmlformats.org/officeDocument/2006/relationships/customXml" Target="../ink/ink117.xml"/><Relationship Id="rId17" Type="http://schemas.openxmlformats.org/officeDocument/2006/relationships/image" Target="../media/image910.png"/><Relationship Id="rId38" Type="http://schemas.openxmlformats.org/officeDocument/2006/relationships/customXml" Target="../ink/ink126.xml"/><Relationship Id="rId59" Type="http://schemas.openxmlformats.org/officeDocument/2006/relationships/image" Target="../media/image23.png"/><Relationship Id="rId103" Type="http://schemas.openxmlformats.org/officeDocument/2006/relationships/image" Target="../media/image64.png"/><Relationship Id="rId108" Type="http://schemas.openxmlformats.org/officeDocument/2006/relationships/customXml" Target="../ink/ink158.xml"/><Relationship Id="rId124" Type="http://schemas.openxmlformats.org/officeDocument/2006/relationships/customXml" Target="../ink/ink166.xml"/><Relationship Id="rId129" Type="http://schemas.openxmlformats.org/officeDocument/2006/relationships/image" Target="../media/image78.png"/><Relationship Id="rId54" Type="http://schemas.openxmlformats.org/officeDocument/2006/relationships/customXml" Target="../ink/ink132.xml"/><Relationship Id="rId70" Type="http://schemas.openxmlformats.org/officeDocument/2006/relationships/customXml" Target="../ink/ink139.xml"/><Relationship Id="rId75" Type="http://schemas.openxmlformats.org/officeDocument/2006/relationships/image" Target="../media/image49.png"/><Relationship Id="rId91" Type="http://schemas.openxmlformats.org/officeDocument/2006/relationships/image" Target="../media/image57.png"/><Relationship Id="rId96" Type="http://schemas.openxmlformats.org/officeDocument/2006/relationships/customXml" Target="../ink/ink152.xml"/><Relationship Id="rId1" Type="http://schemas.openxmlformats.org/officeDocument/2006/relationships/slideLayout" Target="../slideLayouts/slideLayout2.xml"/><Relationship Id="rId23" Type="http://schemas.openxmlformats.org/officeDocument/2006/relationships/image" Target="../media/image19.png"/><Relationship Id="rId28" Type="http://schemas.openxmlformats.org/officeDocument/2006/relationships/customXml" Target="../ink/ink125.xml"/><Relationship Id="rId49" Type="http://schemas.openxmlformats.org/officeDocument/2006/relationships/image" Target="../media/image40.png"/><Relationship Id="rId114" Type="http://schemas.openxmlformats.org/officeDocument/2006/relationships/customXml" Target="../ink/ink161.xml"/><Relationship Id="rId119" Type="http://schemas.openxmlformats.org/officeDocument/2006/relationships/image" Target="../media/image73.png"/><Relationship Id="rId10" Type="http://schemas.openxmlformats.org/officeDocument/2006/relationships/customXml" Target="../ink/ink116.xml"/><Relationship Id="rId52" Type="http://schemas.openxmlformats.org/officeDocument/2006/relationships/customXml" Target="../ink/ink131.xml"/><Relationship Id="rId60" Type="http://schemas.openxmlformats.org/officeDocument/2006/relationships/customXml" Target="../ink/ink134.xml"/><Relationship Id="rId65" Type="http://schemas.openxmlformats.org/officeDocument/2006/relationships/image" Target="../media/image44.png"/><Relationship Id="rId73" Type="http://schemas.openxmlformats.org/officeDocument/2006/relationships/image" Target="../media/image48.png"/><Relationship Id="rId78" Type="http://schemas.openxmlformats.org/officeDocument/2006/relationships/customXml" Target="../ink/ink143.xml"/><Relationship Id="rId81" Type="http://schemas.openxmlformats.org/officeDocument/2006/relationships/image" Target="../media/image52.png"/><Relationship Id="rId86" Type="http://schemas.openxmlformats.org/officeDocument/2006/relationships/customXml" Target="../ink/ink147.xml"/><Relationship Id="rId94" Type="http://schemas.openxmlformats.org/officeDocument/2006/relationships/customXml" Target="../ink/ink151.xml"/><Relationship Id="rId99" Type="http://schemas.openxmlformats.org/officeDocument/2006/relationships/image" Target="../media/image62.png"/><Relationship Id="rId101" Type="http://schemas.openxmlformats.org/officeDocument/2006/relationships/image" Target="../media/image63.png"/><Relationship Id="rId122" Type="http://schemas.openxmlformats.org/officeDocument/2006/relationships/customXml" Target="../ink/ink165.xml"/><Relationship Id="rId130" Type="http://schemas.openxmlformats.org/officeDocument/2006/relationships/customXml" Target="../ink/ink169.xml"/><Relationship Id="rId135" Type="http://schemas.openxmlformats.org/officeDocument/2006/relationships/image" Target="../media/image82.png"/><Relationship Id="rId9" Type="http://schemas.openxmlformats.org/officeDocument/2006/relationships/image" Target="../media/image510.png"/><Relationship Id="rId13" Type="http://schemas.openxmlformats.org/officeDocument/2006/relationships/image" Target="../media/image710.png"/><Relationship Id="rId18" Type="http://schemas.openxmlformats.org/officeDocument/2006/relationships/customXml" Target="../ink/ink120.xml"/><Relationship Id="rId39" Type="http://schemas.openxmlformats.org/officeDocument/2006/relationships/image" Target="../media/image35.png"/><Relationship Id="rId109" Type="http://schemas.openxmlformats.org/officeDocument/2006/relationships/image" Target="../media/image67.png"/><Relationship Id="rId50" Type="http://schemas.openxmlformats.org/officeDocument/2006/relationships/customXml" Target="../ink/ink130.xml"/><Relationship Id="rId55" Type="http://schemas.openxmlformats.org/officeDocument/2006/relationships/image" Target="../media/image6.png"/><Relationship Id="rId76" Type="http://schemas.openxmlformats.org/officeDocument/2006/relationships/customXml" Target="../ink/ink142.xml"/><Relationship Id="rId97" Type="http://schemas.openxmlformats.org/officeDocument/2006/relationships/image" Target="../media/image61.png"/><Relationship Id="rId104" Type="http://schemas.openxmlformats.org/officeDocument/2006/relationships/customXml" Target="../ink/ink156.xml"/><Relationship Id="rId120" Type="http://schemas.openxmlformats.org/officeDocument/2006/relationships/customXml" Target="../ink/ink164.xml"/><Relationship Id="rId125" Type="http://schemas.openxmlformats.org/officeDocument/2006/relationships/image" Target="../media/image76.png"/><Relationship Id="rId7" Type="http://schemas.openxmlformats.org/officeDocument/2006/relationships/image" Target="../media/image410.png"/><Relationship Id="rId71" Type="http://schemas.openxmlformats.org/officeDocument/2006/relationships/image" Target="../media/image47.png"/><Relationship Id="rId92" Type="http://schemas.openxmlformats.org/officeDocument/2006/relationships/customXml" Target="../ink/ink150.xml"/><Relationship Id="rId2" Type="http://schemas.openxmlformats.org/officeDocument/2006/relationships/customXml" Target="../ink/ink114.xml"/><Relationship Id="rId24" Type="http://schemas.openxmlformats.org/officeDocument/2006/relationships/customXml" Target="../ink/ink123.xml"/><Relationship Id="rId40" Type="http://schemas.openxmlformats.org/officeDocument/2006/relationships/customXml" Target="../ink/ink127.xml"/><Relationship Id="rId45" Type="http://schemas.openxmlformats.org/officeDocument/2006/relationships/image" Target="../media/image38.png"/><Relationship Id="rId66" Type="http://schemas.openxmlformats.org/officeDocument/2006/relationships/customXml" Target="../ink/ink137.xml"/><Relationship Id="rId87" Type="http://schemas.openxmlformats.org/officeDocument/2006/relationships/image" Target="../media/image55.png"/><Relationship Id="rId110" Type="http://schemas.openxmlformats.org/officeDocument/2006/relationships/customXml" Target="../ink/ink159.xml"/><Relationship Id="rId115" Type="http://schemas.openxmlformats.org/officeDocument/2006/relationships/image" Target="../media/image71.png"/><Relationship Id="rId131" Type="http://schemas.openxmlformats.org/officeDocument/2006/relationships/image" Target="../media/image79.png"/><Relationship Id="rId136" Type="http://schemas.openxmlformats.org/officeDocument/2006/relationships/customXml" Target="../ink/ink172.xml"/><Relationship Id="rId61" Type="http://schemas.openxmlformats.org/officeDocument/2006/relationships/image" Target="../media/image24.png"/><Relationship Id="rId82" Type="http://schemas.openxmlformats.org/officeDocument/2006/relationships/customXml" Target="../ink/ink145.xml"/><Relationship Id="rId19" Type="http://schemas.openxmlformats.org/officeDocument/2006/relationships/image" Target="../media/image160.png"/><Relationship Id="rId14" Type="http://schemas.openxmlformats.org/officeDocument/2006/relationships/customXml" Target="../ink/ink118.xml"/><Relationship Id="rId56" Type="http://schemas.openxmlformats.org/officeDocument/2006/relationships/customXml" Target="../ink/ink133.xml"/><Relationship Id="rId77" Type="http://schemas.openxmlformats.org/officeDocument/2006/relationships/image" Target="../media/image50.png"/><Relationship Id="rId100" Type="http://schemas.openxmlformats.org/officeDocument/2006/relationships/customXml" Target="../ink/ink154.xml"/><Relationship Id="rId105" Type="http://schemas.openxmlformats.org/officeDocument/2006/relationships/image" Target="../media/image65.png"/><Relationship Id="rId126" Type="http://schemas.openxmlformats.org/officeDocument/2006/relationships/customXml" Target="../ink/ink167.xml"/><Relationship Id="rId8" Type="http://schemas.openxmlformats.org/officeDocument/2006/relationships/customXml" Target="../ink/ink115.xml"/><Relationship Id="rId51" Type="http://schemas.openxmlformats.org/officeDocument/2006/relationships/image" Target="../media/image41.png"/><Relationship Id="rId72" Type="http://schemas.openxmlformats.org/officeDocument/2006/relationships/customXml" Target="../ink/ink140.xml"/><Relationship Id="rId93" Type="http://schemas.openxmlformats.org/officeDocument/2006/relationships/image" Target="../media/image58.png"/><Relationship Id="rId98" Type="http://schemas.openxmlformats.org/officeDocument/2006/relationships/customXml" Target="../ink/ink153.xml"/><Relationship Id="rId121" Type="http://schemas.openxmlformats.org/officeDocument/2006/relationships/image" Target="../media/image74.png"/><Relationship Id="rId25" Type="http://schemas.openxmlformats.org/officeDocument/2006/relationships/image" Target="../media/image20.png"/><Relationship Id="rId46" Type="http://schemas.openxmlformats.org/officeDocument/2006/relationships/customXml" Target="../ink/ink128.xml"/><Relationship Id="rId67" Type="http://schemas.openxmlformats.org/officeDocument/2006/relationships/image" Target="../media/image45.png"/><Relationship Id="rId116" Type="http://schemas.openxmlformats.org/officeDocument/2006/relationships/customXml" Target="../ink/ink162.xml"/><Relationship Id="rId137" Type="http://schemas.openxmlformats.org/officeDocument/2006/relationships/image" Target="../media/image83.png"/><Relationship Id="rId20" Type="http://schemas.openxmlformats.org/officeDocument/2006/relationships/customXml" Target="../ink/ink121.xml"/><Relationship Id="rId62" Type="http://schemas.openxmlformats.org/officeDocument/2006/relationships/customXml" Target="../ink/ink135.xml"/><Relationship Id="rId83" Type="http://schemas.openxmlformats.org/officeDocument/2006/relationships/image" Target="../media/image53.png"/><Relationship Id="rId88" Type="http://schemas.openxmlformats.org/officeDocument/2006/relationships/customXml" Target="../ink/ink148.xml"/><Relationship Id="rId111" Type="http://schemas.openxmlformats.org/officeDocument/2006/relationships/image" Target="../media/image68.png"/><Relationship Id="rId132" Type="http://schemas.openxmlformats.org/officeDocument/2006/relationships/customXml" Target="../ink/ink170.xml"/><Relationship Id="rId15" Type="http://schemas.openxmlformats.org/officeDocument/2006/relationships/image" Target="../media/image810.png"/><Relationship Id="rId106" Type="http://schemas.openxmlformats.org/officeDocument/2006/relationships/customXml" Target="../ink/ink157.xml"/><Relationship Id="rId127" Type="http://schemas.openxmlformats.org/officeDocument/2006/relationships/image" Target="../media/image77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83.xml"/><Relationship Id="rId117" Type="http://schemas.openxmlformats.org/officeDocument/2006/relationships/image" Target="../media/image72.png"/><Relationship Id="rId21" Type="http://schemas.openxmlformats.org/officeDocument/2006/relationships/image" Target="../media/image17.png"/><Relationship Id="rId47" Type="http://schemas.openxmlformats.org/officeDocument/2006/relationships/image" Target="../media/image39.png"/><Relationship Id="rId63" Type="http://schemas.openxmlformats.org/officeDocument/2006/relationships/image" Target="../media/image33.png"/><Relationship Id="rId68" Type="http://schemas.openxmlformats.org/officeDocument/2006/relationships/customXml" Target="../ink/ink197.xml"/><Relationship Id="rId84" Type="http://schemas.openxmlformats.org/officeDocument/2006/relationships/customXml" Target="../ink/ink205.xml"/><Relationship Id="rId89" Type="http://schemas.openxmlformats.org/officeDocument/2006/relationships/image" Target="../media/image56.png"/><Relationship Id="rId112" Type="http://schemas.openxmlformats.org/officeDocument/2006/relationships/customXml" Target="../ink/ink219.xml"/><Relationship Id="rId133" Type="http://schemas.openxmlformats.org/officeDocument/2006/relationships/image" Target="../media/image81.png"/><Relationship Id="rId16" Type="http://schemas.openxmlformats.org/officeDocument/2006/relationships/customXml" Target="../ink/ink178.xml"/><Relationship Id="rId107" Type="http://schemas.openxmlformats.org/officeDocument/2006/relationships/image" Target="../media/image66.png"/><Relationship Id="rId11" Type="http://schemas.openxmlformats.org/officeDocument/2006/relationships/image" Target="../media/image610.png"/><Relationship Id="rId37" Type="http://schemas.openxmlformats.org/officeDocument/2006/relationships/image" Target="../media/image34.png"/><Relationship Id="rId53" Type="http://schemas.openxmlformats.org/officeDocument/2006/relationships/image" Target="../media/image5.png"/><Relationship Id="rId74" Type="http://schemas.openxmlformats.org/officeDocument/2006/relationships/customXml" Target="../ink/ink200.xml"/><Relationship Id="rId79" Type="http://schemas.openxmlformats.org/officeDocument/2006/relationships/image" Target="../media/image51.png"/><Relationship Id="rId102" Type="http://schemas.openxmlformats.org/officeDocument/2006/relationships/customXml" Target="../ink/ink214.xml"/><Relationship Id="rId123" Type="http://schemas.openxmlformats.org/officeDocument/2006/relationships/image" Target="../media/image75.png"/><Relationship Id="rId128" Type="http://schemas.openxmlformats.org/officeDocument/2006/relationships/customXml" Target="../ink/ink227.xml"/><Relationship Id="rId90" Type="http://schemas.openxmlformats.org/officeDocument/2006/relationships/customXml" Target="../ink/ink208.xml"/><Relationship Id="rId95" Type="http://schemas.openxmlformats.org/officeDocument/2006/relationships/image" Target="../media/image59.png"/><Relationship Id="rId22" Type="http://schemas.openxmlformats.org/officeDocument/2006/relationships/customXml" Target="../ink/ink181.xml"/><Relationship Id="rId27" Type="http://schemas.openxmlformats.org/officeDocument/2006/relationships/image" Target="../media/image2.png"/><Relationship Id="rId48" Type="http://schemas.openxmlformats.org/officeDocument/2006/relationships/customXml" Target="../ink/ink188.xml"/><Relationship Id="rId64" Type="http://schemas.openxmlformats.org/officeDocument/2006/relationships/customXml" Target="../ink/ink195.xml"/><Relationship Id="rId69" Type="http://schemas.openxmlformats.org/officeDocument/2006/relationships/image" Target="../media/image46.png"/><Relationship Id="rId113" Type="http://schemas.openxmlformats.org/officeDocument/2006/relationships/image" Target="../media/image69.png"/><Relationship Id="rId118" Type="http://schemas.openxmlformats.org/officeDocument/2006/relationships/customXml" Target="../ink/ink222.xml"/><Relationship Id="rId134" Type="http://schemas.openxmlformats.org/officeDocument/2006/relationships/customXml" Target="../ink/ink230.xml"/><Relationship Id="rId80" Type="http://schemas.openxmlformats.org/officeDocument/2006/relationships/customXml" Target="../ink/ink203.xml"/><Relationship Id="rId85" Type="http://schemas.openxmlformats.org/officeDocument/2006/relationships/image" Target="../media/image54.png"/><Relationship Id="rId12" Type="http://schemas.openxmlformats.org/officeDocument/2006/relationships/customXml" Target="../ink/ink176.xml"/><Relationship Id="rId17" Type="http://schemas.openxmlformats.org/officeDocument/2006/relationships/image" Target="../media/image910.png"/><Relationship Id="rId38" Type="http://schemas.openxmlformats.org/officeDocument/2006/relationships/customXml" Target="../ink/ink185.xml"/><Relationship Id="rId59" Type="http://schemas.openxmlformats.org/officeDocument/2006/relationships/image" Target="../media/image23.png"/><Relationship Id="rId103" Type="http://schemas.openxmlformats.org/officeDocument/2006/relationships/image" Target="../media/image64.png"/><Relationship Id="rId108" Type="http://schemas.openxmlformats.org/officeDocument/2006/relationships/customXml" Target="../ink/ink217.xml"/><Relationship Id="rId124" Type="http://schemas.openxmlformats.org/officeDocument/2006/relationships/customXml" Target="../ink/ink225.xml"/><Relationship Id="rId129" Type="http://schemas.openxmlformats.org/officeDocument/2006/relationships/image" Target="../media/image78.png"/><Relationship Id="rId54" Type="http://schemas.openxmlformats.org/officeDocument/2006/relationships/customXml" Target="../ink/ink191.xml"/><Relationship Id="rId70" Type="http://schemas.openxmlformats.org/officeDocument/2006/relationships/customXml" Target="../ink/ink198.xml"/><Relationship Id="rId75" Type="http://schemas.openxmlformats.org/officeDocument/2006/relationships/image" Target="../media/image49.png"/><Relationship Id="rId91" Type="http://schemas.openxmlformats.org/officeDocument/2006/relationships/image" Target="../media/image57.png"/><Relationship Id="rId96" Type="http://schemas.openxmlformats.org/officeDocument/2006/relationships/customXml" Target="../ink/ink211.xml"/><Relationship Id="rId1" Type="http://schemas.openxmlformats.org/officeDocument/2006/relationships/slideLayout" Target="../slideLayouts/slideLayout2.xml"/><Relationship Id="rId23" Type="http://schemas.openxmlformats.org/officeDocument/2006/relationships/image" Target="../media/image19.png"/><Relationship Id="rId28" Type="http://schemas.openxmlformats.org/officeDocument/2006/relationships/customXml" Target="../ink/ink184.xml"/><Relationship Id="rId49" Type="http://schemas.openxmlformats.org/officeDocument/2006/relationships/image" Target="../media/image40.png"/><Relationship Id="rId114" Type="http://schemas.openxmlformats.org/officeDocument/2006/relationships/customXml" Target="../ink/ink220.xml"/><Relationship Id="rId119" Type="http://schemas.openxmlformats.org/officeDocument/2006/relationships/image" Target="../media/image73.png"/><Relationship Id="rId10" Type="http://schemas.openxmlformats.org/officeDocument/2006/relationships/customXml" Target="../ink/ink175.xml"/><Relationship Id="rId52" Type="http://schemas.openxmlformats.org/officeDocument/2006/relationships/customXml" Target="../ink/ink190.xml"/><Relationship Id="rId60" Type="http://schemas.openxmlformats.org/officeDocument/2006/relationships/customXml" Target="../ink/ink193.xml"/><Relationship Id="rId65" Type="http://schemas.openxmlformats.org/officeDocument/2006/relationships/image" Target="../media/image44.png"/><Relationship Id="rId73" Type="http://schemas.openxmlformats.org/officeDocument/2006/relationships/image" Target="../media/image48.png"/><Relationship Id="rId78" Type="http://schemas.openxmlformats.org/officeDocument/2006/relationships/customXml" Target="../ink/ink202.xml"/><Relationship Id="rId81" Type="http://schemas.openxmlformats.org/officeDocument/2006/relationships/image" Target="../media/image52.png"/><Relationship Id="rId86" Type="http://schemas.openxmlformats.org/officeDocument/2006/relationships/customXml" Target="../ink/ink206.xml"/><Relationship Id="rId94" Type="http://schemas.openxmlformats.org/officeDocument/2006/relationships/customXml" Target="../ink/ink210.xml"/><Relationship Id="rId99" Type="http://schemas.openxmlformats.org/officeDocument/2006/relationships/image" Target="../media/image62.png"/><Relationship Id="rId101" Type="http://schemas.openxmlformats.org/officeDocument/2006/relationships/image" Target="../media/image63.png"/><Relationship Id="rId122" Type="http://schemas.openxmlformats.org/officeDocument/2006/relationships/customXml" Target="../ink/ink224.xml"/><Relationship Id="rId130" Type="http://schemas.openxmlformats.org/officeDocument/2006/relationships/customXml" Target="../ink/ink228.xml"/><Relationship Id="rId135" Type="http://schemas.openxmlformats.org/officeDocument/2006/relationships/image" Target="../media/image82.png"/><Relationship Id="rId9" Type="http://schemas.openxmlformats.org/officeDocument/2006/relationships/image" Target="../media/image510.png"/><Relationship Id="rId13" Type="http://schemas.openxmlformats.org/officeDocument/2006/relationships/image" Target="../media/image710.png"/><Relationship Id="rId18" Type="http://schemas.openxmlformats.org/officeDocument/2006/relationships/customXml" Target="../ink/ink179.xml"/><Relationship Id="rId39" Type="http://schemas.openxmlformats.org/officeDocument/2006/relationships/image" Target="../media/image35.png"/><Relationship Id="rId109" Type="http://schemas.openxmlformats.org/officeDocument/2006/relationships/image" Target="../media/image67.png"/><Relationship Id="rId50" Type="http://schemas.openxmlformats.org/officeDocument/2006/relationships/customXml" Target="../ink/ink189.xml"/><Relationship Id="rId55" Type="http://schemas.openxmlformats.org/officeDocument/2006/relationships/image" Target="../media/image6.png"/><Relationship Id="rId76" Type="http://schemas.openxmlformats.org/officeDocument/2006/relationships/customXml" Target="../ink/ink201.xml"/><Relationship Id="rId97" Type="http://schemas.openxmlformats.org/officeDocument/2006/relationships/image" Target="../media/image61.png"/><Relationship Id="rId104" Type="http://schemas.openxmlformats.org/officeDocument/2006/relationships/customXml" Target="../ink/ink215.xml"/><Relationship Id="rId120" Type="http://schemas.openxmlformats.org/officeDocument/2006/relationships/customXml" Target="../ink/ink223.xml"/><Relationship Id="rId125" Type="http://schemas.openxmlformats.org/officeDocument/2006/relationships/image" Target="../media/image76.png"/><Relationship Id="rId7" Type="http://schemas.openxmlformats.org/officeDocument/2006/relationships/image" Target="../media/image410.png"/><Relationship Id="rId71" Type="http://schemas.openxmlformats.org/officeDocument/2006/relationships/image" Target="../media/image47.png"/><Relationship Id="rId92" Type="http://schemas.openxmlformats.org/officeDocument/2006/relationships/customXml" Target="../ink/ink209.xml"/><Relationship Id="rId2" Type="http://schemas.openxmlformats.org/officeDocument/2006/relationships/customXml" Target="../ink/ink173.xml"/><Relationship Id="rId24" Type="http://schemas.openxmlformats.org/officeDocument/2006/relationships/customXml" Target="../ink/ink182.xml"/><Relationship Id="rId40" Type="http://schemas.openxmlformats.org/officeDocument/2006/relationships/customXml" Target="../ink/ink186.xml"/><Relationship Id="rId45" Type="http://schemas.openxmlformats.org/officeDocument/2006/relationships/image" Target="../media/image38.png"/><Relationship Id="rId66" Type="http://schemas.openxmlformats.org/officeDocument/2006/relationships/customXml" Target="../ink/ink196.xml"/><Relationship Id="rId87" Type="http://schemas.openxmlformats.org/officeDocument/2006/relationships/image" Target="../media/image55.png"/><Relationship Id="rId110" Type="http://schemas.openxmlformats.org/officeDocument/2006/relationships/customXml" Target="../ink/ink218.xml"/><Relationship Id="rId115" Type="http://schemas.openxmlformats.org/officeDocument/2006/relationships/image" Target="../media/image71.png"/><Relationship Id="rId131" Type="http://schemas.openxmlformats.org/officeDocument/2006/relationships/image" Target="../media/image79.png"/><Relationship Id="rId136" Type="http://schemas.openxmlformats.org/officeDocument/2006/relationships/customXml" Target="../ink/ink231.xml"/><Relationship Id="rId61" Type="http://schemas.openxmlformats.org/officeDocument/2006/relationships/image" Target="../media/image24.png"/><Relationship Id="rId82" Type="http://schemas.openxmlformats.org/officeDocument/2006/relationships/customXml" Target="../ink/ink204.xml"/><Relationship Id="rId19" Type="http://schemas.openxmlformats.org/officeDocument/2006/relationships/image" Target="../media/image160.png"/><Relationship Id="rId14" Type="http://schemas.openxmlformats.org/officeDocument/2006/relationships/customXml" Target="../ink/ink177.xml"/><Relationship Id="rId56" Type="http://schemas.openxmlformats.org/officeDocument/2006/relationships/customXml" Target="../ink/ink192.xml"/><Relationship Id="rId77" Type="http://schemas.openxmlformats.org/officeDocument/2006/relationships/image" Target="../media/image50.png"/><Relationship Id="rId100" Type="http://schemas.openxmlformats.org/officeDocument/2006/relationships/customXml" Target="../ink/ink213.xml"/><Relationship Id="rId105" Type="http://schemas.openxmlformats.org/officeDocument/2006/relationships/image" Target="../media/image65.png"/><Relationship Id="rId126" Type="http://schemas.openxmlformats.org/officeDocument/2006/relationships/customXml" Target="../ink/ink226.xml"/><Relationship Id="rId8" Type="http://schemas.openxmlformats.org/officeDocument/2006/relationships/customXml" Target="../ink/ink174.xml"/><Relationship Id="rId51" Type="http://schemas.openxmlformats.org/officeDocument/2006/relationships/image" Target="../media/image41.png"/><Relationship Id="rId72" Type="http://schemas.openxmlformats.org/officeDocument/2006/relationships/customXml" Target="../ink/ink199.xml"/><Relationship Id="rId93" Type="http://schemas.openxmlformats.org/officeDocument/2006/relationships/image" Target="../media/image58.png"/><Relationship Id="rId98" Type="http://schemas.openxmlformats.org/officeDocument/2006/relationships/customXml" Target="../ink/ink212.xml"/><Relationship Id="rId121" Type="http://schemas.openxmlformats.org/officeDocument/2006/relationships/image" Target="../media/image74.png"/><Relationship Id="rId25" Type="http://schemas.openxmlformats.org/officeDocument/2006/relationships/image" Target="../media/image20.png"/><Relationship Id="rId46" Type="http://schemas.openxmlformats.org/officeDocument/2006/relationships/customXml" Target="../ink/ink187.xml"/><Relationship Id="rId67" Type="http://schemas.openxmlformats.org/officeDocument/2006/relationships/image" Target="../media/image45.png"/><Relationship Id="rId116" Type="http://schemas.openxmlformats.org/officeDocument/2006/relationships/customXml" Target="../ink/ink221.xml"/><Relationship Id="rId137" Type="http://schemas.openxmlformats.org/officeDocument/2006/relationships/image" Target="../media/image83.png"/><Relationship Id="rId20" Type="http://schemas.openxmlformats.org/officeDocument/2006/relationships/customXml" Target="../ink/ink180.xml"/><Relationship Id="rId62" Type="http://schemas.openxmlformats.org/officeDocument/2006/relationships/customXml" Target="../ink/ink194.xml"/><Relationship Id="rId83" Type="http://schemas.openxmlformats.org/officeDocument/2006/relationships/image" Target="../media/image53.png"/><Relationship Id="rId88" Type="http://schemas.openxmlformats.org/officeDocument/2006/relationships/customXml" Target="../ink/ink207.xml"/><Relationship Id="rId111" Type="http://schemas.openxmlformats.org/officeDocument/2006/relationships/image" Target="../media/image68.png"/><Relationship Id="rId132" Type="http://schemas.openxmlformats.org/officeDocument/2006/relationships/customXml" Target="../ink/ink229.xml"/><Relationship Id="rId15" Type="http://schemas.openxmlformats.org/officeDocument/2006/relationships/image" Target="../media/image810.png"/><Relationship Id="rId106" Type="http://schemas.openxmlformats.org/officeDocument/2006/relationships/customXml" Target="../ink/ink216.xml"/><Relationship Id="rId127" Type="http://schemas.openxmlformats.org/officeDocument/2006/relationships/image" Target="../media/image7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customXml" Target="../ink/ink237.xml"/><Relationship Id="rId18" Type="http://schemas.openxmlformats.org/officeDocument/2006/relationships/image" Target="../media/image37.png"/><Relationship Id="rId3" Type="http://schemas.openxmlformats.org/officeDocument/2006/relationships/customXml" Target="../ink/ink232.xml"/><Relationship Id="rId7" Type="http://schemas.openxmlformats.org/officeDocument/2006/relationships/customXml" Target="../ink/ink234.xml"/><Relationship Id="rId12" Type="http://schemas.openxmlformats.org/officeDocument/2006/relationships/image" Target="../media/image31.png"/><Relationship Id="rId17" Type="http://schemas.openxmlformats.org/officeDocument/2006/relationships/customXml" Target="../ink/ink239.xml"/><Relationship Id="rId2" Type="http://schemas.openxmlformats.org/officeDocument/2006/relationships/image" Target="../media/image18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customXml" Target="../ink/ink236.xml"/><Relationship Id="rId5" Type="http://schemas.openxmlformats.org/officeDocument/2006/relationships/customXml" Target="../ink/ink233.xml"/><Relationship Id="rId15" Type="http://schemas.openxmlformats.org/officeDocument/2006/relationships/customXml" Target="../ink/ink238.xml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customXml" Target="../ink/ink235.xml"/><Relationship Id="rId1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customXml" Target="../ink/ink240.xml"/><Relationship Id="rId7" Type="http://schemas.openxmlformats.org/officeDocument/2006/relationships/customXml" Target="../ink/ink24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customXml" Target="../ink/ink241.xml"/><Relationship Id="rId10" Type="http://schemas.openxmlformats.org/officeDocument/2006/relationships/image" Target="../media/image190.png"/><Relationship Id="rId4" Type="http://schemas.openxmlformats.org/officeDocument/2006/relationships/image" Target="../media/image161.png"/><Relationship Id="rId9" Type="http://schemas.openxmlformats.org/officeDocument/2006/relationships/customXml" Target="../ink/ink24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13" Type="http://schemas.openxmlformats.org/officeDocument/2006/relationships/customXml" Target="../ink/ink249.xml"/><Relationship Id="rId3" Type="http://schemas.openxmlformats.org/officeDocument/2006/relationships/customXml" Target="../ink/ink244.xml"/><Relationship Id="rId7" Type="http://schemas.openxmlformats.org/officeDocument/2006/relationships/customXml" Target="../ink/ink246.xml"/><Relationship Id="rId12" Type="http://schemas.openxmlformats.org/officeDocument/2006/relationships/image" Target="../media/image230.png"/><Relationship Id="rId2" Type="http://schemas.openxmlformats.org/officeDocument/2006/relationships/image" Target="../media/image18.png"/><Relationship Id="rId16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customXml" Target="../ink/ink248.xml"/><Relationship Id="rId5" Type="http://schemas.openxmlformats.org/officeDocument/2006/relationships/customXml" Target="../ink/ink245.xml"/><Relationship Id="rId15" Type="http://schemas.openxmlformats.org/officeDocument/2006/relationships/customXml" Target="../ink/ink250.xml"/><Relationship Id="rId10" Type="http://schemas.openxmlformats.org/officeDocument/2006/relationships/image" Target="../media/image220.png"/><Relationship Id="rId4" Type="http://schemas.openxmlformats.org/officeDocument/2006/relationships/image" Target="../media/image711.png"/><Relationship Id="rId9" Type="http://schemas.openxmlformats.org/officeDocument/2006/relationships/customXml" Target="../ink/ink247.xml"/><Relationship Id="rId14" Type="http://schemas.openxmlformats.org/officeDocument/2006/relationships/image" Target="../media/image240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1.png"/><Relationship Id="rId18" Type="http://schemas.openxmlformats.org/officeDocument/2006/relationships/customXml" Target="../ink/ink259.xml"/><Relationship Id="rId26" Type="http://schemas.openxmlformats.org/officeDocument/2006/relationships/customXml" Target="../ink/ink263.xml"/><Relationship Id="rId39" Type="http://schemas.openxmlformats.org/officeDocument/2006/relationships/image" Target="../media/image440.png"/><Relationship Id="rId21" Type="http://schemas.openxmlformats.org/officeDocument/2006/relationships/image" Target="../media/image350.png"/><Relationship Id="rId34" Type="http://schemas.openxmlformats.org/officeDocument/2006/relationships/customXml" Target="../ink/ink267.xml"/><Relationship Id="rId42" Type="http://schemas.openxmlformats.org/officeDocument/2006/relationships/customXml" Target="../ink/ink271.xml"/><Relationship Id="rId47" Type="http://schemas.openxmlformats.org/officeDocument/2006/relationships/image" Target="../media/image480.png"/><Relationship Id="rId50" Type="http://schemas.openxmlformats.org/officeDocument/2006/relationships/customXml" Target="../ink/ink275.xml"/><Relationship Id="rId55" Type="http://schemas.openxmlformats.org/officeDocument/2006/relationships/image" Target="../media/image520.png"/><Relationship Id="rId7" Type="http://schemas.openxmlformats.org/officeDocument/2006/relationships/image" Target="../media/image280.png"/><Relationship Id="rId2" Type="http://schemas.openxmlformats.org/officeDocument/2006/relationships/customXml" Target="../ink/ink251.xml"/><Relationship Id="rId16" Type="http://schemas.openxmlformats.org/officeDocument/2006/relationships/customXml" Target="../ink/ink258.xml"/><Relationship Id="rId29" Type="http://schemas.openxmlformats.org/officeDocument/2006/relationships/image" Target="../media/image390.png"/><Relationship Id="rId11" Type="http://schemas.openxmlformats.org/officeDocument/2006/relationships/image" Target="../media/image300.png"/><Relationship Id="rId24" Type="http://schemas.openxmlformats.org/officeDocument/2006/relationships/customXml" Target="../ink/ink262.xml"/><Relationship Id="rId32" Type="http://schemas.openxmlformats.org/officeDocument/2006/relationships/customXml" Target="../ink/ink266.xml"/><Relationship Id="rId37" Type="http://schemas.openxmlformats.org/officeDocument/2006/relationships/image" Target="../media/image43.png"/><Relationship Id="rId40" Type="http://schemas.openxmlformats.org/officeDocument/2006/relationships/customXml" Target="../ink/ink270.xml"/><Relationship Id="rId45" Type="http://schemas.openxmlformats.org/officeDocument/2006/relationships/image" Target="../media/image470.png"/><Relationship Id="rId53" Type="http://schemas.openxmlformats.org/officeDocument/2006/relationships/image" Target="../media/image512.png"/><Relationship Id="rId58" Type="http://schemas.openxmlformats.org/officeDocument/2006/relationships/customXml" Target="../ink/ink279.xml"/><Relationship Id="rId5" Type="http://schemas.openxmlformats.org/officeDocument/2006/relationships/image" Target="../media/image270.png"/><Relationship Id="rId19" Type="http://schemas.openxmlformats.org/officeDocument/2006/relationships/image" Target="../media/image340.png"/><Relationship Id="rId4" Type="http://schemas.openxmlformats.org/officeDocument/2006/relationships/customXml" Target="../ink/ink252.xml"/><Relationship Id="rId9" Type="http://schemas.openxmlformats.org/officeDocument/2006/relationships/image" Target="../media/image290.png"/><Relationship Id="rId14" Type="http://schemas.openxmlformats.org/officeDocument/2006/relationships/customXml" Target="../ink/ink257.xml"/><Relationship Id="rId22" Type="http://schemas.openxmlformats.org/officeDocument/2006/relationships/customXml" Target="../ink/ink261.xml"/><Relationship Id="rId27" Type="http://schemas.openxmlformats.org/officeDocument/2006/relationships/image" Target="../media/image380.png"/><Relationship Id="rId30" Type="http://schemas.openxmlformats.org/officeDocument/2006/relationships/customXml" Target="../ink/ink265.xml"/><Relationship Id="rId35" Type="http://schemas.openxmlformats.org/officeDocument/2006/relationships/image" Target="../media/image420.png"/><Relationship Id="rId43" Type="http://schemas.openxmlformats.org/officeDocument/2006/relationships/image" Target="../media/image460.png"/><Relationship Id="rId48" Type="http://schemas.openxmlformats.org/officeDocument/2006/relationships/customXml" Target="../ink/ink274.xml"/><Relationship Id="rId56" Type="http://schemas.openxmlformats.org/officeDocument/2006/relationships/customXml" Target="../ink/ink278.xml"/><Relationship Id="rId8" Type="http://schemas.openxmlformats.org/officeDocument/2006/relationships/customXml" Target="../ink/ink254.xml"/><Relationship Id="rId51" Type="http://schemas.openxmlformats.org/officeDocument/2006/relationships/image" Target="../media/image500.png"/><Relationship Id="rId3" Type="http://schemas.openxmlformats.org/officeDocument/2006/relationships/image" Target="../media/image260.png"/><Relationship Id="rId12" Type="http://schemas.openxmlformats.org/officeDocument/2006/relationships/customXml" Target="../ink/ink256.xml"/><Relationship Id="rId17" Type="http://schemas.openxmlformats.org/officeDocument/2006/relationships/image" Target="../media/image330.png"/><Relationship Id="rId25" Type="http://schemas.openxmlformats.org/officeDocument/2006/relationships/image" Target="../media/image370.png"/><Relationship Id="rId33" Type="http://schemas.openxmlformats.org/officeDocument/2006/relationships/image" Target="../media/image412.png"/><Relationship Id="rId38" Type="http://schemas.openxmlformats.org/officeDocument/2006/relationships/customXml" Target="../ink/ink269.xml"/><Relationship Id="rId46" Type="http://schemas.openxmlformats.org/officeDocument/2006/relationships/customXml" Target="../ink/ink273.xml"/><Relationship Id="rId59" Type="http://schemas.openxmlformats.org/officeDocument/2006/relationships/image" Target="../media/image540.png"/><Relationship Id="rId20" Type="http://schemas.openxmlformats.org/officeDocument/2006/relationships/customXml" Target="../ink/ink260.xml"/><Relationship Id="rId41" Type="http://schemas.openxmlformats.org/officeDocument/2006/relationships/image" Target="../media/image450.png"/><Relationship Id="rId54" Type="http://schemas.openxmlformats.org/officeDocument/2006/relationships/customXml" Target="../ink/ink27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3.xml"/><Relationship Id="rId15" Type="http://schemas.openxmlformats.org/officeDocument/2006/relationships/image" Target="../media/image320.png"/><Relationship Id="rId23" Type="http://schemas.openxmlformats.org/officeDocument/2006/relationships/image" Target="../media/image360.png"/><Relationship Id="rId28" Type="http://schemas.openxmlformats.org/officeDocument/2006/relationships/customXml" Target="../ink/ink264.xml"/><Relationship Id="rId36" Type="http://schemas.openxmlformats.org/officeDocument/2006/relationships/customXml" Target="../ink/ink268.xml"/><Relationship Id="rId49" Type="http://schemas.openxmlformats.org/officeDocument/2006/relationships/image" Target="../media/image490.png"/><Relationship Id="rId57" Type="http://schemas.openxmlformats.org/officeDocument/2006/relationships/image" Target="../media/image530.png"/><Relationship Id="rId10" Type="http://schemas.openxmlformats.org/officeDocument/2006/relationships/customXml" Target="../ink/ink255.xml"/><Relationship Id="rId31" Type="http://schemas.openxmlformats.org/officeDocument/2006/relationships/image" Target="../media/image400.png"/><Relationship Id="rId44" Type="http://schemas.openxmlformats.org/officeDocument/2006/relationships/customXml" Target="../ink/ink272.xml"/><Relationship Id="rId52" Type="http://schemas.openxmlformats.org/officeDocument/2006/relationships/customXml" Target="../ink/ink27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</a:t>
            </a:r>
          </a:p>
          <a:p>
            <a:pPr algn="ctr">
              <a:buNone/>
            </a:pP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Retrieval-Augmented Generation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0DCC2-29D2-1866-D201-BD6FA171A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479D0-2265-21A3-873A-ACF81CE31294}"/>
              </a:ext>
            </a:extLst>
          </p:cNvPr>
          <p:cNvSpPr txBox="1"/>
          <p:nvPr/>
        </p:nvSpPr>
        <p:spPr>
          <a:xfrm>
            <a:off x="74772" y="848421"/>
            <a:ext cx="95829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ChatGPT or any LLM answer questions about YOUR personal files?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 No!  - It does NOT have access to your personal data</a:t>
            </a:r>
          </a:p>
          <a:p>
            <a:endParaRPr lang="en-US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It cannot answer questions related to your resume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08F612C-4745-BDD8-CB00-89AA99FC83F9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937129A-1393-571A-65EA-569FDA30C151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12DB3C7-E9CE-C0B6-28E5-C5FBE14D9194}"/>
              </a:ext>
            </a:extLst>
          </p:cNvPr>
          <p:cNvGrpSpPr/>
          <p:nvPr/>
        </p:nvGrpSpPr>
        <p:grpSpPr>
          <a:xfrm>
            <a:off x="9455904" y="3291696"/>
            <a:ext cx="337680" cy="907560"/>
            <a:chOff x="9455904" y="3291696"/>
            <a:chExt cx="337680" cy="90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AA8FD3E-2F8D-EAB0-E6EE-FDDF281E0984}"/>
                    </a:ext>
                  </a:extLst>
                </p14:cNvPr>
                <p14:cNvContentPartPr/>
                <p14:nvPr/>
              </p14:nvContentPartPr>
              <p14:xfrm>
                <a:off x="9455904" y="3291696"/>
                <a:ext cx="234720" cy="85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8426E6E-3230-67F4-43DE-62D9D2CB066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37904" y="3273696"/>
                  <a:ext cx="27036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4BFC4BE-0DB2-2729-E7C0-866901E18EAB}"/>
                    </a:ext>
                  </a:extLst>
                </p14:cNvPr>
                <p14:cNvContentPartPr/>
                <p14:nvPr/>
              </p14:nvContentPartPr>
              <p14:xfrm>
                <a:off x="9515664" y="4010976"/>
                <a:ext cx="277920" cy="188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899B411-75FA-99E7-D2AF-15C51AAE7A6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97664" y="3993336"/>
                  <a:ext cx="3135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DBF986-A497-4029-A7DC-1B6E3A741D1B}"/>
              </a:ext>
            </a:extLst>
          </p:cNvPr>
          <p:cNvGrpSpPr/>
          <p:nvPr/>
        </p:nvGrpSpPr>
        <p:grpSpPr>
          <a:xfrm>
            <a:off x="8273664" y="3241296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46B6300-B656-2017-FE0B-73EFF6841EE0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432866-E2DD-21C0-213C-E528F2E45B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926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9BC7474-D879-0923-5933-EB889E9A6315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3ECEBC8-7A1A-BBA0-B233-11937321D7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744" y="3438216"/>
                  <a:ext cx="3895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4A83801-47DF-93BA-BA06-3931044A69A0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B8F780-5473-A123-8886-14FDB0BAD7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6024" y="3266496"/>
                  <a:ext cx="178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8DAA941-F843-9D57-BF16-725A1E3B5475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49F2BA-B32B-92E4-31D4-F73206289E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3936"/>
                  <a:ext cx="106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E45D7CD-276A-ED80-8FD0-B20973D1B733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ADADBC0-1287-633C-4540-786952FF53F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864" y="3319056"/>
                  <a:ext cx="179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C44747F-89F6-9B29-63F6-4BC9217C6A08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132E71D-4D5E-4FA4-78C8-6A8D017BFD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424" y="3223296"/>
                  <a:ext cx="1105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1AF3CF7-F705-D682-6D76-E0A5C4358046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3F36F5-E3CC-23E3-985C-A9A698CD792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914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398E51F-C106-51D9-B9E8-CDF02C57C4C4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CD522A-DB0C-2138-5CC2-93A723F857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9224" y="3292056"/>
                  <a:ext cx="14472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BAF56BC-1E7B-B089-DC7C-4EC9EFCFFA70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BAF56BC-1E7B-B089-DC7C-4EC9EFCFFA7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63180CC-4EEF-94BD-530C-AD11FA7F6311}"/>
                  </a:ext>
                </a:extLst>
              </p14:cNvPr>
              <p14:cNvContentPartPr/>
              <p14:nvPr/>
            </p14:nvContentPartPr>
            <p14:xfrm>
              <a:off x="9767664" y="2356056"/>
              <a:ext cx="60480" cy="47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63180CC-4EEF-94BD-530C-AD11FA7F631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749556" y="2338056"/>
                <a:ext cx="96333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5975785-34EA-AF3D-D732-B2584266ED70}"/>
                  </a:ext>
                </a:extLst>
              </p14:cNvPr>
              <p14:cNvContentPartPr/>
              <p14:nvPr/>
            </p14:nvContentPartPr>
            <p14:xfrm>
              <a:off x="10340424" y="2388456"/>
              <a:ext cx="65520" cy="309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5975785-34EA-AF3D-D732-B2584266ED7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322424" y="2370456"/>
                <a:ext cx="10116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A4A55DEF-B77A-568B-B20F-5809C4D7D758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013F230-F8A5-A66E-DF78-1CF63C4E8119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1581A7-6284-89DA-3365-1C060C9625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1A0FB42-C92A-FD79-EE96-364BCE4CC808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51254D-881E-D11D-2245-ADEF168194B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944" y="2786616"/>
                  <a:ext cx="117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F4406A2-1376-2699-129D-A3C4E306E281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87A8007-C872-ED75-9F29-A0D2D116C65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85D1576-DE0A-28BA-E676-E4D3AD02B695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E4451B-F3DC-6488-5BC9-7BE98F3548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41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4A0FC0D-276A-E6A2-19CF-40BAF2D22B18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4A0FC0D-276A-E6A2-19CF-40BAF2D22B1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9F35818-3A43-94A6-A777-91D59C481571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9F35818-3A43-94A6-A777-91D59C48157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B7269B41-6C92-019A-68E9-D7AC375FC54E}"/>
              </a:ext>
            </a:extLst>
          </p:cNvPr>
          <p:cNvGrpSpPr/>
          <p:nvPr/>
        </p:nvGrpSpPr>
        <p:grpSpPr>
          <a:xfrm>
            <a:off x="10608264" y="3508416"/>
            <a:ext cx="1744920" cy="316800"/>
            <a:chOff x="10608264" y="3508416"/>
            <a:chExt cx="174492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9635667-803D-9668-7BDF-AE4C5B9AAA26}"/>
                    </a:ext>
                  </a:extLst>
                </p14:cNvPr>
                <p14:cNvContentPartPr/>
                <p14:nvPr/>
              </p14:nvContentPartPr>
              <p14:xfrm>
                <a:off x="10663704" y="3612816"/>
                <a:ext cx="149760" cy="108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4140DFB-C1AF-D8EE-3B20-4889A7C8BB4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628064" y="3577176"/>
                  <a:ext cx="221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2320062-B601-BA8D-D145-75137DAABE42}"/>
                    </a:ext>
                  </a:extLst>
                </p14:cNvPr>
                <p14:cNvContentPartPr/>
                <p14:nvPr/>
              </p14:nvContentPartPr>
              <p14:xfrm>
                <a:off x="10608264" y="3546576"/>
                <a:ext cx="320400" cy="236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C14CA81-2512-BD1E-E280-4CA60EEA990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72624" y="3510936"/>
                  <a:ext cx="3920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394F965-BE4A-1CDF-5C57-4FB6D9BC43F0}"/>
                    </a:ext>
                  </a:extLst>
                </p14:cNvPr>
                <p14:cNvContentPartPr/>
                <p14:nvPr/>
              </p14:nvContentPartPr>
              <p14:xfrm>
                <a:off x="11034144" y="3556656"/>
                <a:ext cx="37800" cy="158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7A2088F-E77E-2723-4790-36F648A9CD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98144" y="3521016"/>
                  <a:ext cx="109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5F92355-AE0F-7BAC-791C-7347DABE4836}"/>
                    </a:ext>
                  </a:extLst>
                </p14:cNvPr>
                <p14:cNvContentPartPr/>
                <p14:nvPr/>
              </p14:nvContentPartPr>
              <p14:xfrm>
                <a:off x="11026224" y="3508416"/>
                <a:ext cx="245520" cy="192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50603D0-127D-6AF3-BA6C-245150B6E7F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90224" y="3472416"/>
                  <a:ext cx="3171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44DD885-699E-2A0F-C486-80021AC89081}"/>
                    </a:ext>
                  </a:extLst>
                </p14:cNvPr>
                <p14:cNvContentPartPr/>
                <p14:nvPr/>
              </p14:nvContentPartPr>
              <p14:xfrm>
                <a:off x="11274624" y="3601296"/>
                <a:ext cx="88560" cy="110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F3EFE9-4980-62FF-69AF-F4D7CD5123F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38624" y="3565656"/>
                  <a:ext cx="160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D921293-30AC-43F7-CCA4-A99C6C77FA22}"/>
                    </a:ext>
                  </a:extLst>
                </p14:cNvPr>
                <p14:cNvContentPartPr/>
                <p14:nvPr/>
              </p14:nvContentPartPr>
              <p14:xfrm>
                <a:off x="11354904" y="3573576"/>
                <a:ext cx="133920" cy="156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FD4DB7B-352C-51BB-4322-A96B25F72E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318904" y="3537576"/>
                  <a:ext cx="205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2D8565E-995F-4927-E0C5-E67AD84A5E35}"/>
                    </a:ext>
                  </a:extLst>
                </p14:cNvPr>
                <p14:cNvContentPartPr/>
                <p14:nvPr/>
              </p14:nvContentPartPr>
              <p14:xfrm>
                <a:off x="11520144" y="3576816"/>
                <a:ext cx="155520" cy="248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3D22931-BCD6-43E6-72EB-4D2A5CD8201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84504" y="3541176"/>
                  <a:ext cx="2271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913FF24-5C9C-117D-DE9C-CA35724FD3CD}"/>
                    </a:ext>
                  </a:extLst>
                </p14:cNvPr>
                <p14:cNvContentPartPr/>
                <p14:nvPr/>
              </p14:nvContentPartPr>
              <p14:xfrm>
                <a:off x="11661984" y="3562776"/>
                <a:ext cx="239400" cy="14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9CE6871-2A5A-9219-4276-C1F4A1A02ED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625984" y="3526776"/>
                  <a:ext cx="311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0D13FC3-6F32-F8BE-621E-F63548C1297F}"/>
                    </a:ext>
                  </a:extLst>
                </p14:cNvPr>
                <p14:cNvContentPartPr/>
                <p14:nvPr/>
              </p14:nvContentPartPr>
              <p14:xfrm>
                <a:off x="11928744" y="3561696"/>
                <a:ext cx="424440" cy="179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9E593D5-F3F3-A9F1-A259-159B56F159E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893104" y="3525696"/>
                  <a:ext cx="496080" cy="250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6A95509A-FE34-BB16-D2D1-9B8BDD8BB4EF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</p:spTree>
    <p:extLst>
      <p:ext uri="{BB962C8B-B14F-4D97-AF65-F5344CB8AC3E}">
        <p14:creationId xmlns:p14="http://schemas.microsoft.com/office/powerpoint/2010/main" val="3855387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F8542-EAA5-84AA-F564-FCD25D33E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F03F9FB-DA55-6951-1493-C361C04B9BF2}"/>
              </a:ext>
            </a:extLst>
          </p:cNvPr>
          <p:cNvSpPr txBox="1"/>
          <p:nvPr/>
        </p:nvSpPr>
        <p:spPr>
          <a:xfrm>
            <a:off x="78972" y="1002026"/>
            <a:ext cx="82470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understand the problem first.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❌ Problem with Normal LLMs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 Language Models (LLMs):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trained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fixed data (training data)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know recent updates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sometimes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hallucinate (make up answers)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055192-FF9D-4A0D-16B8-878F91A3BFD8}"/>
              </a:ext>
            </a:extLst>
          </p:cNvPr>
          <p:cNvSpPr txBox="1"/>
          <p:nvPr/>
        </p:nvSpPr>
        <p:spPr>
          <a:xfrm>
            <a:off x="8759551" y="5773646"/>
            <a:ext cx="2729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Flow: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RAG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9F52249-E228-8BA6-083E-1E00266C8C4B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6BA9D3-DD9D-FA3B-8D27-8630CC945D73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33FDD7D-F7CC-2004-6855-051CA4553486}"/>
              </a:ext>
            </a:extLst>
          </p:cNvPr>
          <p:cNvGrpSpPr/>
          <p:nvPr/>
        </p:nvGrpSpPr>
        <p:grpSpPr>
          <a:xfrm>
            <a:off x="9455904" y="3291696"/>
            <a:ext cx="337680" cy="907560"/>
            <a:chOff x="9455904" y="3291696"/>
            <a:chExt cx="337680" cy="90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AE0E75F-DA2F-1D85-431E-1B98EC5DD78C}"/>
                    </a:ext>
                  </a:extLst>
                </p14:cNvPr>
                <p14:cNvContentPartPr/>
                <p14:nvPr/>
              </p14:nvContentPartPr>
              <p14:xfrm>
                <a:off x="9455904" y="3291696"/>
                <a:ext cx="234720" cy="85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8426E6E-3230-67F4-43DE-62D9D2CB066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37904" y="3273696"/>
                  <a:ext cx="27036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4310C6E-7DEE-580A-E064-AFA71E8E8ADD}"/>
                    </a:ext>
                  </a:extLst>
                </p14:cNvPr>
                <p14:cNvContentPartPr/>
                <p14:nvPr/>
              </p14:nvContentPartPr>
              <p14:xfrm>
                <a:off x="9515664" y="4010976"/>
                <a:ext cx="277920" cy="188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899B411-75FA-99E7-D2AF-15C51AAE7A6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97664" y="3993336"/>
                  <a:ext cx="3135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8607A91-8CC4-4E31-EE18-94ABE68F30C8}"/>
              </a:ext>
            </a:extLst>
          </p:cNvPr>
          <p:cNvGrpSpPr/>
          <p:nvPr/>
        </p:nvGrpSpPr>
        <p:grpSpPr>
          <a:xfrm>
            <a:off x="8273664" y="3241296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873CC77-6004-E590-ED29-726BC6F5124A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432866-E2DD-21C0-213C-E528F2E45B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926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0189764-7C56-3567-2147-1F0390505CCC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3ECEBC8-7A1A-BBA0-B233-11937321D7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744" y="3438216"/>
                  <a:ext cx="3895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05F0063-189D-FAD8-9055-94BD43AF87DE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B8F780-5473-A123-8886-14FDB0BAD7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6024" y="3266496"/>
                  <a:ext cx="178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07E039A-8ABD-8143-0308-5BAE02777B8F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49F2BA-B32B-92E4-31D4-F73206289E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3936"/>
                  <a:ext cx="106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63A4DFA-0229-B41B-8E40-AE603BD5888C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ADADBC0-1287-633C-4540-786952FF53F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864" y="3319056"/>
                  <a:ext cx="179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B1294F3-E23D-D75D-9A02-3E7E69BD68F6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132E71D-4D5E-4FA4-78C8-6A8D017BFD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424" y="3223296"/>
                  <a:ext cx="1105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E5586AF-2E64-D2C7-1F3F-6256B8F1E138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3F36F5-E3CC-23E3-985C-A9A698CD792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914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50DE31D-1750-DF14-96D2-045BCEC7D7C1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CD522A-DB0C-2138-5CC2-93A723F857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9224" y="3292056"/>
                  <a:ext cx="14472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43D6F00-B0D0-71D8-1EC4-75121CE76401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43D6F00-B0D0-71D8-1EC4-75121CE7640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C134758B-BDD5-587F-2640-F4F5D5B21BD4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421D12D-E76D-A2EC-9DF3-20414893D3EB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1581A7-6284-89DA-3365-1C060C9625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0EEEFF9-589A-2183-2F21-4B64B55802BA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51254D-881E-D11D-2245-ADEF168194B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944" y="2786616"/>
                  <a:ext cx="117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D48C03A-BD2D-B403-6757-4ECE5E1908E2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87A8007-C872-ED75-9F29-A0D2D116C65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971A239-E09D-90C5-3BA0-5373FD1EBF5F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E4451B-F3DC-6488-5BC9-7BE98F3548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41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F98B16D-66B3-B04E-2EED-0F99148D529C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F98B16D-66B3-B04E-2EED-0F99148D529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AE89D43-0D6F-9FE4-2879-3BB607405C14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AE89D43-0D6F-9FE4-2879-3BB607405C1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51AFB662-6C6C-58BE-0EAF-55976961CB4E}"/>
              </a:ext>
            </a:extLst>
          </p:cNvPr>
          <p:cNvGrpSpPr/>
          <p:nvPr/>
        </p:nvGrpSpPr>
        <p:grpSpPr>
          <a:xfrm>
            <a:off x="10608264" y="3508416"/>
            <a:ext cx="1744920" cy="316800"/>
            <a:chOff x="10608264" y="3508416"/>
            <a:chExt cx="174492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263D18E-BD75-8CFE-EB86-9AAF9C841DD0}"/>
                    </a:ext>
                  </a:extLst>
                </p14:cNvPr>
                <p14:cNvContentPartPr/>
                <p14:nvPr/>
              </p14:nvContentPartPr>
              <p14:xfrm>
                <a:off x="10663704" y="3612816"/>
                <a:ext cx="149760" cy="108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4140DFB-C1AF-D8EE-3B20-4889A7C8BB4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628064" y="3577176"/>
                  <a:ext cx="221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59B14C2-D291-A4F7-3E05-B12DD8C6631C}"/>
                    </a:ext>
                  </a:extLst>
                </p14:cNvPr>
                <p14:cNvContentPartPr/>
                <p14:nvPr/>
              </p14:nvContentPartPr>
              <p14:xfrm>
                <a:off x="10608264" y="3546576"/>
                <a:ext cx="320400" cy="236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C14CA81-2512-BD1E-E280-4CA60EEA990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72624" y="3510936"/>
                  <a:ext cx="3920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8BACD4C-C645-903B-79FD-97CDECEAD3C9}"/>
                    </a:ext>
                  </a:extLst>
                </p14:cNvPr>
                <p14:cNvContentPartPr/>
                <p14:nvPr/>
              </p14:nvContentPartPr>
              <p14:xfrm>
                <a:off x="11034144" y="3556656"/>
                <a:ext cx="37800" cy="158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7A2088F-E77E-2723-4790-36F648A9CD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98144" y="3521016"/>
                  <a:ext cx="109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8BA0E6A-F164-3903-79CA-3868E90D3F28}"/>
                    </a:ext>
                  </a:extLst>
                </p14:cNvPr>
                <p14:cNvContentPartPr/>
                <p14:nvPr/>
              </p14:nvContentPartPr>
              <p14:xfrm>
                <a:off x="11026224" y="3508416"/>
                <a:ext cx="245520" cy="192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50603D0-127D-6AF3-BA6C-245150B6E7F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90224" y="3472416"/>
                  <a:ext cx="3171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7C5452A-B563-227C-381D-2880E74562FE}"/>
                    </a:ext>
                  </a:extLst>
                </p14:cNvPr>
                <p14:cNvContentPartPr/>
                <p14:nvPr/>
              </p14:nvContentPartPr>
              <p14:xfrm>
                <a:off x="11274624" y="3601296"/>
                <a:ext cx="88560" cy="110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F3EFE9-4980-62FF-69AF-F4D7CD5123F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38624" y="3565656"/>
                  <a:ext cx="160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EB2B9A5-41F8-076E-1091-A1DD0ADB91C6}"/>
                    </a:ext>
                  </a:extLst>
                </p14:cNvPr>
                <p14:cNvContentPartPr/>
                <p14:nvPr/>
              </p14:nvContentPartPr>
              <p14:xfrm>
                <a:off x="11354904" y="3573576"/>
                <a:ext cx="133920" cy="156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FD4DB7B-352C-51BB-4322-A96B25F72E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318904" y="3537576"/>
                  <a:ext cx="205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B94C87D-7474-2272-B274-46C5E073A68B}"/>
                    </a:ext>
                  </a:extLst>
                </p14:cNvPr>
                <p14:cNvContentPartPr/>
                <p14:nvPr/>
              </p14:nvContentPartPr>
              <p14:xfrm>
                <a:off x="11520144" y="3576816"/>
                <a:ext cx="155520" cy="248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3D22931-BCD6-43E6-72EB-4D2A5CD8201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84504" y="3541176"/>
                  <a:ext cx="2271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10496A4-3779-0C70-FB92-1A8629819A73}"/>
                    </a:ext>
                  </a:extLst>
                </p14:cNvPr>
                <p14:cNvContentPartPr/>
                <p14:nvPr/>
              </p14:nvContentPartPr>
              <p14:xfrm>
                <a:off x="11661984" y="3562776"/>
                <a:ext cx="239400" cy="14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9CE6871-2A5A-9219-4276-C1F4A1A02ED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625984" y="3526776"/>
                  <a:ext cx="311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D8CC528-8687-01EE-F9EA-2F60E45653F4}"/>
                    </a:ext>
                  </a:extLst>
                </p14:cNvPr>
                <p14:cNvContentPartPr/>
                <p14:nvPr/>
              </p14:nvContentPartPr>
              <p14:xfrm>
                <a:off x="11928744" y="3561696"/>
                <a:ext cx="424440" cy="179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9E593D5-F3F3-A9F1-A259-159B56F159E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893104" y="3525696"/>
                  <a:ext cx="496080" cy="250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6C0114B6-0371-FD07-DBE4-E1E56F26566E}"/>
              </a:ext>
            </a:extLst>
          </p:cNvPr>
          <p:cNvSpPr/>
          <p:nvPr/>
        </p:nvSpPr>
        <p:spPr>
          <a:xfrm>
            <a:off x="5475448" y="4718025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2818C5-37B0-EE64-90FC-51BA4303A5D6}"/>
              </a:ext>
            </a:extLst>
          </p:cNvPr>
          <p:cNvSpPr txBox="1"/>
          <p:nvPr/>
        </p:nvSpPr>
        <p:spPr>
          <a:xfrm>
            <a:off x="217170" y="126173"/>
            <a:ext cx="99326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business leverage LLM to their own domain / personal data 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36777C-429B-A9F8-2A3D-D6D0732533B3}"/>
              </a:ext>
            </a:extLst>
          </p:cNvPr>
          <p:cNvSpPr txBox="1"/>
          <p:nvPr/>
        </p:nvSpPr>
        <p:spPr>
          <a:xfrm>
            <a:off x="145542" y="3467736"/>
            <a:ext cx="748228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"What is my company, Loxford Academy, policy on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Pay raise ?"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normal LLM will either: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Guess 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generic answer ❌</a:t>
            </a:r>
          </a:p>
        </p:txBody>
      </p:sp>
    </p:spTree>
    <p:extLst>
      <p:ext uri="{BB962C8B-B14F-4D97-AF65-F5344CB8AC3E}">
        <p14:creationId xmlns:p14="http://schemas.microsoft.com/office/powerpoint/2010/main" val="7557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ECBAC-173C-4BED-6760-88F24DDAE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C3AAE2A-52C9-12F0-81C0-985F19AC1E23}"/>
              </a:ext>
            </a:extLst>
          </p:cNvPr>
          <p:cNvSpPr txBox="1"/>
          <p:nvPr/>
        </p:nvSpPr>
        <p:spPr>
          <a:xfrm>
            <a:off x="343940" y="393992"/>
            <a:ext cx="708990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 is RAG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Definition: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technique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which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 first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retrieves relevant information from an external-private source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uses that information to generate a better, more accurate response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D213334-49BA-F5DE-5276-2039CFDBF2A1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45F938-177F-3C43-39FE-7CA30B71F712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B3FFAA-8F7F-468C-EB5F-15A2425EECE2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B56ECD8-E156-4B58-6072-EF93B0BD7A9F}"/>
              </a:ext>
            </a:extLst>
          </p:cNvPr>
          <p:cNvGrpSpPr/>
          <p:nvPr/>
        </p:nvGrpSpPr>
        <p:grpSpPr>
          <a:xfrm>
            <a:off x="8301096" y="2436624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B5194F0-502E-BF35-F652-B7667BCA7DF1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18329E9-92F4-4DDE-51C8-1E48A49E31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890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2A38557-FBE7-7995-0492-7F1E7F575799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408450C-FC5C-BFC1-AC21-4441900A67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366" y="3438216"/>
                  <a:ext cx="389556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4EC44AA-BFB7-E018-6E97-4939573708DB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7102A8-5F1A-F587-7366-6A19D88BB18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5664" y="3266524"/>
                  <a:ext cx="178200" cy="26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D2459C9-2157-C021-E1E6-39A4CCA5E312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DFA906-6501-1AEB-F402-7CB7E13991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4179"/>
                  <a:ext cx="10620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EA69A04-7E98-AD92-6C87-FC6402737626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B17624F-2848-DFA0-AB8F-D14269BA947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909" y="3319056"/>
                  <a:ext cx="179551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DD82EE5-3BBC-84F3-3899-EF7F95D4FEB7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0D44D9-A798-FE14-9077-F24FD4519A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064" y="3223328"/>
                  <a:ext cx="110520" cy="238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3D907D1-D6AA-9109-8B00-91331ADCAEC6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54EFDDB-398D-B7D5-C561-71B91B1820C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878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18232A2-147D-CEC8-210C-552BB47BD648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81536E5-D9CD-9FA4-F6CF-2B08A101BD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8804" y="3291627"/>
                  <a:ext cx="144838" cy="12973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DEA5624-824A-D172-B558-84B4F2C66189}"/>
              </a:ext>
            </a:extLst>
          </p:cNvPr>
          <p:cNvGrpSpPr/>
          <p:nvPr/>
        </p:nvGrpSpPr>
        <p:grpSpPr>
          <a:xfrm>
            <a:off x="6874248" y="4831911"/>
            <a:ext cx="1768308" cy="410552"/>
            <a:chOff x="8311824" y="4818096"/>
            <a:chExt cx="55152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84AF69B-C71F-8C32-FC2F-033479847B48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660660-8ACE-032F-1C94-F335DB496A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3811" y="4848082"/>
                  <a:ext cx="543625" cy="62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5989191-CEBD-58F3-12A7-B36856FD5323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2674970-8443-EDFE-AABF-DCD40C0A95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67504" y="480009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CEDFF89-7443-06D8-7302-1BE113B9CDF3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CEDFF89-7443-06D8-7302-1BE113B9CDF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ABCD1DB7-5381-5057-96C6-CA4FF3DEAAA4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C1A05A7-735A-FE57-F3F2-8AE9C462F84D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784F9E-90C7-BB7D-9217-B9C92A34434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98142" y="3674016"/>
                  <a:ext cx="191962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676AB20-784C-E42A-E81E-2A7E25D793E8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A8CB541-4DC3-80C4-D24E-2BA0BD1B5B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98089" y="3576096"/>
                  <a:ext cx="462270" cy="35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2EA0D82-F7CC-D99D-DBDE-8AA69F524424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36108ED-F0E5-48BD-6C20-F9E637981910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72B349-8FC1-2C2F-4B95-8EE1E1ECEA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4D0F1DE-9868-7CE5-6A31-0DBDA2C43A81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CFE3F1-FC3A-79C6-3E81-07452F0A56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438E011-F994-27DA-F07C-6CD89D4E3C77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A68E59-1A4D-96A9-9732-FE97783FFA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25FF469-1923-7A69-4148-0615AC4BC93E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029D72-A41F-5237-C8A2-4165A7BADE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FD3B8ED-BCB0-03C3-9BEC-7869C79D2189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FD3B8ED-BCB0-03C3-9BEC-7869C79D218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CE88BCA-EEC6-4D44-6649-FBF46F220E00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CE88BCA-EEC6-4D44-6649-FBF46F220E0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70B02208-682B-2CF0-6B00-4329771F5BC7}"/>
              </a:ext>
            </a:extLst>
          </p:cNvPr>
          <p:cNvGrpSpPr/>
          <p:nvPr/>
        </p:nvGrpSpPr>
        <p:grpSpPr>
          <a:xfrm>
            <a:off x="5014944" y="3850992"/>
            <a:ext cx="1209240" cy="725040"/>
            <a:chOff x="6432264" y="3677256"/>
            <a:chExt cx="1209240" cy="72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369F2C1-18B2-50FC-74B5-2E99AE429E16}"/>
                    </a:ext>
                  </a:extLst>
                </p14:cNvPr>
                <p14:cNvContentPartPr/>
                <p14:nvPr/>
              </p14:nvContentPartPr>
              <p14:xfrm>
                <a:off x="6807024" y="4154616"/>
                <a:ext cx="353880" cy="16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20E1EA-DA7D-FCF8-32F6-BEC3A5ECD1A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71384" y="4118976"/>
                  <a:ext cx="425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EADBE31-F6B3-8233-8B3C-3F1E53B2434C}"/>
                    </a:ext>
                  </a:extLst>
                </p14:cNvPr>
                <p14:cNvContentPartPr/>
                <p14:nvPr/>
              </p14:nvContentPartPr>
              <p14:xfrm>
                <a:off x="6634224" y="4073256"/>
                <a:ext cx="643320" cy="329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E923899-9902-4BA6-D24A-2A670E3696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98224" y="4037256"/>
                  <a:ext cx="7149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0A17AE3-953C-D7EA-D6D9-B8541A45F390}"/>
                    </a:ext>
                  </a:extLst>
                </p14:cNvPr>
                <p14:cNvContentPartPr/>
                <p14:nvPr/>
              </p14:nvContentPartPr>
              <p14:xfrm>
                <a:off x="6432264" y="3884616"/>
                <a:ext cx="222120" cy="178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32E208-F794-72C2-0A78-1E824EB99E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96624" y="3848616"/>
                  <a:ext cx="293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0DB4AC4-CB56-3D9C-D776-651E93B769A4}"/>
                    </a:ext>
                  </a:extLst>
                </p14:cNvPr>
                <p14:cNvContentPartPr/>
                <p14:nvPr/>
              </p14:nvContentPartPr>
              <p14:xfrm>
                <a:off x="6661584" y="3890376"/>
                <a:ext cx="175320" cy="132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B2C1629-8275-2777-1181-1F7CA7F51D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25584" y="3854736"/>
                  <a:ext cx="246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661C932-8C3B-991E-FF1F-C69ECE2634A8}"/>
                    </a:ext>
                  </a:extLst>
                </p14:cNvPr>
                <p14:cNvContentPartPr/>
                <p14:nvPr/>
              </p14:nvContentPartPr>
              <p14:xfrm>
                <a:off x="6816744" y="3896136"/>
                <a:ext cx="244440" cy="110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E928D73-D69E-0DD2-B43B-E888E17234F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80744" y="3860496"/>
                  <a:ext cx="316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6402028-1439-A8F0-F993-713310C3A3BD}"/>
                    </a:ext>
                  </a:extLst>
                </p14:cNvPr>
                <p14:cNvContentPartPr/>
                <p14:nvPr/>
              </p14:nvContentPartPr>
              <p14:xfrm>
                <a:off x="7009344" y="3826656"/>
                <a:ext cx="204120" cy="130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BE304B4-6DB2-FA07-5BC0-685A9952704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73704" y="3791016"/>
                  <a:ext cx="275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4CA064D-2502-FB13-A30F-A7C659EBA8A9}"/>
                    </a:ext>
                  </a:extLst>
                </p14:cNvPr>
                <p14:cNvContentPartPr/>
                <p14:nvPr/>
              </p14:nvContentPartPr>
              <p14:xfrm>
                <a:off x="7252704" y="3677256"/>
                <a:ext cx="388800" cy="273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5C7D235-918E-AE7E-0244-8B7E1F6E01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17064" y="3641616"/>
                  <a:ext cx="4604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26A3E48-57EE-683F-EDD5-D66504BAD6E3}"/>
              </a:ext>
            </a:extLst>
          </p:cNvPr>
          <p:cNvGrpSpPr/>
          <p:nvPr/>
        </p:nvGrpSpPr>
        <p:grpSpPr>
          <a:xfrm>
            <a:off x="6298344" y="3089735"/>
            <a:ext cx="3081872" cy="1831755"/>
            <a:chOff x="6298344" y="3089736"/>
            <a:chExt cx="3027960" cy="179971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FAC6B65-1A6C-5BB6-53C7-9B863C5E0D20}"/>
                    </a:ext>
                  </a:extLst>
                </p14:cNvPr>
                <p14:cNvContentPartPr/>
                <p14:nvPr/>
              </p14:nvContentPartPr>
              <p14:xfrm>
                <a:off x="7413984" y="4422888"/>
                <a:ext cx="71280" cy="179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53AEC48-8D3C-255C-B95A-2F1CA9F615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78697" y="4387879"/>
                  <a:ext cx="141501" cy="250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68F0250-899B-D73E-0802-604531F8671A}"/>
                    </a:ext>
                  </a:extLst>
                </p14:cNvPr>
                <p14:cNvContentPartPr/>
                <p14:nvPr/>
              </p14:nvContentPartPr>
              <p14:xfrm>
                <a:off x="7398864" y="4382928"/>
                <a:ext cx="223560" cy="192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63B41F-708F-4F99-5C71-68E3A993CFD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63491" y="4347522"/>
                  <a:ext cx="293953" cy="263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FA1688B-3396-D6AE-5DDC-E73D1BB21E25}"/>
                    </a:ext>
                  </a:extLst>
                </p14:cNvPr>
                <p14:cNvContentPartPr/>
                <p14:nvPr/>
              </p14:nvContentPartPr>
              <p14:xfrm>
                <a:off x="7636104" y="4473288"/>
                <a:ext cx="133560" cy="96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7678666-2053-0D63-F8F4-72737DDF2C6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00771" y="4437950"/>
                  <a:ext cx="203873" cy="166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FDA5964-5CB4-A071-EDC9-DDC0F2DF4186}"/>
                    </a:ext>
                  </a:extLst>
                </p14:cNvPr>
                <p14:cNvContentPartPr/>
                <p14:nvPr/>
              </p14:nvContentPartPr>
              <p14:xfrm>
                <a:off x="7746624" y="4318488"/>
                <a:ext cx="79200" cy="252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898DE48-297A-F0C6-9932-4973629AB8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11620" y="4283497"/>
                  <a:ext cx="149561" cy="3226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C39A6A2-9C27-B7B1-2E19-F616AEA24ABD}"/>
                    </a:ext>
                  </a:extLst>
                </p14:cNvPr>
                <p14:cNvContentPartPr/>
                <p14:nvPr/>
              </p14:nvContentPartPr>
              <p14:xfrm>
                <a:off x="7714944" y="4428648"/>
                <a:ext cx="147600" cy="28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8E9DE43-4D18-E61A-68B5-C5ED2FD1B3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79633" y="4393899"/>
                  <a:ext cx="217869" cy="97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23009F1-B782-FDBB-91EC-E0458F239A74}"/>
                    </a:ext>
                  </a:extLst>
                </p14:cNvPr>
                <p14:cNvContentPartPr/>
                <p14:nvPr/>
              </p14:nvContentPartPr>
              <p14:xfrm>
                <a:off x="7844184" y="4449168"/>
                <a:ext cx="142920" cy="117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9881CDD-5E5F-D2BD-D611-A12A46CB168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08808" y="4414065"/>
                  <a:ext cx="213319" cy="188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9F7364F-4E65-9BD8-7AA5-0EDAFF8B57C7}"/>
                    </a:ext>
                  </a:extLst>
                </p14:cNvPr>
                <p14:cNvContentPartPr/>
                <p14:nvPr/>
              </p14:nvContentPartPr>
              <p14:xfrm>
                <a:off x="8032104" y="4434048"/>
                <a:ext cx="41760" cy="110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32C5622-88DB-AB0C-F7FA-33DC9004312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96714" y="4398740"/>
                  <a:ext cx="112186" cy="180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536992B-288F-C23D-9642-CCB2061EE4C2}"/>
                    </a:ext>
                  </a:extLst>
                </p14:cNvPr>
                <p14:cNvContentPartPr/>
                <p14:nvPr/>
              </p14:nvContentPartPr>
              <p14:xfrm>
                <a:off x="8022024" y="4333608"/>
                <a:ext cx="8280" cy="8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F15B3F3-EDAE-97FB-F57E-E191247FB72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86384" y="4299453"/>
                  <a:ext cx="79920" cy="769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2B85D81-C289-EE75-439D-41073145A5A2}"/>
                    </a:ext>
                  </a:extLst>
                </p14:cNvPr>
                <p14:cNvContentPartPr/>
                <p14:nvPr/>
              </p14:nvContentPartPr>
              <p14:xfrm>
                <a:off x="8138664" y="4434408"/>
                <a:ext cx="95040" cy="89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CAC0FE-93B8-4F8F-797E-C8B99154F34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03686" y="4399334"/>
                  <a:ext cx="165348" cy="159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7AE4CAB-FB40-76A3-4631-53192EF5CE2C}"/>
                    </a:ext>
                  </a:extLst>
                </p14:cNvPr>
                <p14:cNvContentPartPr/>
                <p14:nvPr/>
              </p14:nvContentPartPr>
              <p14:xfrm>
                <a:off x="8257104" y="4375368"/>
                <a:ext cx="124920" cy="129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02AE0B7-0594-F58E-96F3-F1798E1D45E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21716" y="4340312"/>
                  <a:ext cx="195342" cy="200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941CBBC-37B3-C338-DB01-D191DBB53F67}"/>
                    </a:ext>
                  </a:extLst>
                </p14:cNvPr>
                <p14:cNvContentPartPr/>
                <p14:nvPr/>
              </p14:nvContentPartPr>
              <p14:xfrm>
                <a:off x="8476344" y="4389768"/>
                <a:ext cx="153360" cy="92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42C4142-0F0D-4910-60B7-D3C0AD535D5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41008" y="4354458"/>
                  <a:ext cx="223679" cy="162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4CE8723-C700-7ACF-D5F2-46F0C0A17B10}"/>
                    </a:ext>
                  </a:extLst>
                </p14:cNvPr>
                <p14:cNvContentPartPr/>
                <p14:nvPr/>
              </p14:nvContentPartPr>
              <p14:xfrm>
                <a:off x="7358544" y="4699008"/>
                <a:ext cx="137520" cy="144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0A93139-6DFD-8F4E-1485-55B11D5BBB0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23192" y="4663979"/>
                  <a:ext cx="207871" cy="214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0434995-AE6B-12E5-AF99-5A7E6C79271A}"/>
                    </a:ext>
                  </a:extLst>
                </p14:cNvPr>
                <p14:cNvContentPartPr/>
                <p14:nvPr/>
              </p14:nvContentPartPr>
              <p14:xfrm>
                <a:off x="7297704" y="4620888"/>
                <a:ext cx="282960" cy="268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9149BE5-9703-4DDB-3BC3-73054CE5CB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62334" y="4585551"/>
                  <a:ext cx="353346" cy="3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B46D8C1-90C6-2BB0-02C2-420C7FCD052E}"/>
                    </a:ext>
                  </a:extLst>
                </p14:cNvPr>
                <p14:cNvContentPartPr/>
                <p14:nvPr/>
              </p14:nvContentPartPr>
              <p14:xfrm>
                <a:off x="6298344" y="3089736"/>
                <a:ext cx="3027960" cy="1381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82F9524-27DC-526B-F655-8BCA0F2CE8E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63324" y="3054717"/>
                  <a:ext cx="3098353" cy="145171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42FA725-A74C-B0D2-5003-7A61B8A62E15}"/>
              </a:ext>
            </a:extLst>
          </p:cNvPr>
          <p:cNvGrpSpPr/>
          <p:nvPr/>
        </p:nvGrpSpPr>
        <p:grpSpPr>
          <a:xfrm>
            <a:off x="7147944" y="5205456"/>
            <a:ext cx="2021040" cy="1207080"/>
            <a:chOff x="7147944" y="5205456"/>
            <a:chExt cx="2021040" cy="12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381EFA3-7CBD-ADA9-1759-6DAC8EBE04CD}"/>
                    </a:ext>
                  </a:extLst>
                </p14:cNvPr>
                <p14:cNvContentPartPr/>
                <p14:nvPr/>
              </p14:nvContentPartPr>
              <p14:xfrm>
                <a:off x="7419744" y="5477976"/>
                <a:ext cx="302040" cy="234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6C0B681-0837-0694-9344-86025271C96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83744" y="5442336"/>
                  <a:ext cx="3736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2807C94-0E58-2D3B-F85C-2A1616C8AB41}"/>
                    </a:ext>
                  </a:extLst>
                </p14:cNvPr>
                <p14:cNvContentPartPr/>
                <p14:nvPr/>
              </p14:nvContentPartPr>
              <p14:xfrm>
                <a:off x="7716384" y="5420016"/>
                <a:ext cx="183240" cy="259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A8422F-66DD-FC3E-275A-C105BBE2009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80384" y="5384016"/>
                  <a:ext cx="254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F9960E8-CAF9-1B24-CBFC-FC9DEA37E4C6}"/>
                    </a:ext>
                  </a:extLst>
                </p14:cNvPr>
                <p14:cNvContentPartPr/>
                <p14:nvPr/>
              </p14:nvContentPartPr>
              <p14:xfrm>
                <a:off x="7964424" y="5549256"/>
                <a:ext cx="214560" cy="129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D45EB8C-4C54-4BF8-EC82-6F21DC9538C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28424" y="5513616"/>
                  <a:ext cx="286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0F42CDD-95CF-3AE9-D467-8B820653ED7E}"/>
                    </a:ext>
                  </a:extLst>
                </p14:cNvPr>
                <p14:cNvContentPartPr/>
                <p14:nvPr/>
              </p14:nvContentPartPr>
              <p14:xfrm>
                <a:off x="8211744" y="5552496"/>
                <a:ext cx="117360" cy="142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5ADCF41-6BD4-760B-48BB-FA6DF061729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75744" y="5516856"/>
                  <a:ext cx="189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F62DC82-F639-1952-5934-902F42A8E580}"/>
                    </a:ext>
                  </a:extLst>
                </p14:cNvPr>
                <p14:cNvContentPartPr/>
                <p14:nvPr/>
              </p14:nvContentPartPr>
              <p14:xfrm>
                <a:off x="8354304" y="5433336"/>
                <a:ext cx="254880" cy="251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5406D78-4170-F6D3-722F-B05F0E206C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18304" y="5397696"/>
                  <a:ext cx="3265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0702B50-F028-AEA6-B139-019C8344C0F8}"/>
                    </a:ext>
                  </a:extLst>
                </p14:cNvPr>
                <p14:cNvContentPartPr/>
                <p14:nvPr/>
              </p14:nvContentPartPr>
              <p14:xfrm>
                <a:off x="7967304" y="5783616"/>
                <a:ext cx="35640" cy="160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AB11C08-1F37-8B28-98CE-DEE125F4A97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31664" y="5747976"/>
                  <a:ext cx="107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B363191-3009-AE31-8855-C3B52DFFD2A3}"/>
                    </a:ext>
                  </a:extLst>
                </p14:cNvPr>
                <p14:cNvContentPartPr/>
                <p14:nvPr/>
              </p14:nvContentPartPr>
              <p14:xfrm>
                <a:off x="7889184" y="5852736"/>
                <a:ext cx="299520" cy="36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49A7DE4-0200-B797-914B-2AF69CB60F9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53544" y="5817096"/>
                  <a:ext cx="371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3AD201F-7595-A8A6-2FFE-78F1D0FD9957}"/>
                    </a:ext>
                  </a:extLst>
                </p14:cNvPr>
                <p14:cNvContentPartPr/>
                <p14:nvPr/>
              </p14:nvContentPartPr>
              <p14:xfrm>
                <a:off x="7497504" y="6089256"/>
                <a:ext cx="332640" cy="225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72B3709-F884-4060-A919-41FD4D7F585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61504" y="6053616"/>
                  <a:ext cx="404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357D501-4C8B-ECB2-85D8-C65D69484679}"/>
                    </a:ext>
                  </a:extLst>
                </p14:cNvPr>
                <p14:cNvContentPartPr/>
                <p14:nvPr/>
              </p14:nvContentPartPr>
              <p14:xfrm>
                <a:off x="7672104" y="6205536"/>
                <a:ext cx="163800" cy="132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D244EE3-1B02-0D0F-B3BE-0200A54531C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36104" y="6169536"/>
                  <a:ext cx="235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56A4C56-71EF-26B9-E031-1AA76640E289}"/>
                    </a:ext>
                  </a:extLst>
                </p14:cNvPr>
                <p14:cNvContentPartPr/>
                <p14:nvPr/>
              </p14:nvContentPartPr>
              <p14:xfrm>
                <a:off x="7917264" y="6191856"/>
                <a:ext cx="196200" cy="93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7E787E8-AD97-70D5-187F-BF9B061D3FD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81624" y="6156216"/>
                  <a:ext cx="267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AF149A0-9F7F-33AA-EB59-BE2CB1048A5D}"/>
                    </a:ext>
                  </a:extLst>
                </p14:cNvPr>
                <p14:cNvContentPartPr/>
                <p14:nvPr/>
              </p14:nvContentPartPr>
              <p14:xfrm>
                <a:off x="8127504" y="6181416"/>
                <a:ext cx="81720" cy="125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9B2762-13DF-B2ED-4352-3F77A9A318D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91864" y="6145416"/>
                  <a:ext cx="153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50C5C17-8728-4293-A74A-2687FE064ABD}"/>
                    </a:ext>
                  </a:extLst>
                </p14:cNvPr>
                <p14:cNvContentPartPr/>
                <p14:nvPr/>
              </p14:nvContentPartPr>
              <p14:xfrm>
                <a:off x="8293104" y="6173856"/>
                <a:ext cx="105840" cy="119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AE19060-ABBB-2AC2-9ECF-33ABDCEAA15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57104" y="6138216"/>
                  <a:ext cx="177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BE57E1A-2CE0-8496-066E-2A6A9EF87512}"/>
                    </a:ext>
                  </a:extLst>
                </p14:cNvPr>
                <p14:cNvContentPartPr/>
                <p14:nvPr/>
              </p14:nvContentPartPr>
              <p14:xfrm>
                <a:off x="8420544" y="6058656"/>
                <a:ext cx="51840" cy="246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63FC121-581D-800F-6957-4741D863E2A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84544" y="6023016"/>
                  <a:ext cx="12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07FD796-C508-6D2A-11C9-A147E5EC9695}"/>
                    </a:ext>
                  </a:extLst>
                </p14:cNvPr>
                <p14:cNvContentPartPr/>
                <p14:nvPr/>
              </p14:nvContentPartPr>
              <p14:xfrm>
                <a:off x="8450424" y="6189336"/>
                <a:ext cx="101520" cy="28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F6CED19-D80F-C578-2221-78F897A0C4E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14784" y="6153696"/>
                  <a:ext cx="173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95C1C89-BD51-9AB5-9C78-23843C78DF30}"/>
                    </a:ext>
                  </a:extLst>
                </p14:cNvPr>
                <p14:cNvContentPartPr/>
                <p14:nvPr/>
              </p14:nvContentPartPr>
              <p14:xfrm>
                <a:off x="8592264" y="6161976"/>
                <a:ext cx="24840" cy="110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549F182-0411-AC94-EFEF-0A8D1D6096B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56264" y="6125976"/>
                  <a:ext cx="96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8E908E3-9A7C-828B-1F13-05BD23830308}"/>
                    </a:ext>
                  </a:extLst>
                </p14:cNvPr>
                <p14:cNvContentPartPr/>
                <p14:nvPr/>
              </p14:nvContentPartPr>
              <p14:xfrm>
                <a:off x="8579304" y="6052896"/>
                <a:ext cx="29880" cy="20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2677B14-EFBB-4382-FC1E-39F8E3CEA50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43664" y="6017256"/>
                  <a:ext cx="101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CA296DB-AE01-D2D8-DB70-4F639C07255E}"/>
                    </a:ext>
                  </a:extLst>
                </p14:cNvPr>
                <p14:cNvContentPartPr/>
                <p14:nvPr/>
              </p14:nvContentPartPr>
              <p14:xfrm>
                <a:off x="8659224" y="6118416"/>
                <a:ext cx="326160" cy="174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4F4FB61-7134-5934-2720-0B83DDF93CA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23224" y="6082416"/>
                  <a:ext cx="397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F11AE70-46CF-AE0C-0E7F-A2BD1F3070BB}"/>
                    </a:ext>
                  </a:extLst>
                </p14:cNvPr>
                <p14:cNvContentPartPr/>
                <p14:nvPr/>
              </p14:nvContentPartPr>
              <p14:xfrm>
                <a:off x="7147944" y="5403816"/>
                <a:ext cx="2021040" cy="1008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394C84F-3F5D-E31A-2F43-D95A9F94B25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11944" y="5367816"/>
                  <a:ext cx="2092680" cy="10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473194E-A3A7-25F4-04A1-D69A988DF30E}"/>
                    </a:ext>
                  </a:extLst>
                </p14:cNvPr>
                <p14:cNvContentPartPr/>
                <p14:nvPr/>
              </p14:nvContentPartPr>
              <p14:xfrm>
                <a:off x="8232264" y="5205456"/>
                <a:ext cx="605880" cy="277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8BA2CAA-A11E-01E6-5168-139DCA4D54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96624" y="5169456"/>
                  <a:ext cx="677520" cy="34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07107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3702D-AE1E-94E9-6B3D-F1DE11BBF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335EF62-FC2D-1AE8-7257-DF89C6136A37}"/>
              </a:ext>
            </a:extLst>
          </p:cNvPr>
          <p:cNvSpPr txBox="1"/>
          <p:nvPr/>
        </p:nvSpPr>
        <p:spPr>
          <a:xfrm>
            <a:off x="139956" y="1110609"/>
            <a:ext cx="66365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RAG helps you use LLM for your domain 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connects the model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own data source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Databases, Websites, Company documents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622063D-06AA-CC4F-28AA-50AA5CDB1604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AABFC37-2C6C-0615-E0C0-EC5D26B2A097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B75565-C8BF-1189-6048-F08F228504AD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828FD61-DC4D-CA7E-1EE1-BDCB42261E52}"/>
              </a:ext>
            </a:extLst>
          </p:cNvPr>
          <p:cNvGrpSpPr/>
          <p:nvPr/>
        </p:nvGrpSpPr>
        <p:grpSpPr>
          <a:xfrm>
            <a:off x="8301096" y="2436624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2B93667-B0FA-35A6-89A5-AEA7612F37A9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18329E9-92F4-4DDE-51C8-1E48A49E31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890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5CA7E3A-964B-A85B-CF5B-56F460A2C6C3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408450C-FC5C-BFC1-AC21-4441900A67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366" y="3438216"/>
                  <a:ext cx="389556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D8DA440-A0BA-98E4-6A62-435121F8B707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7102A8-5F1A-F587-7366-6A19D88BB18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5664" y="3266524"/>
                  <a:ext cx="178200" cy="26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53EA27B-4B9E-84A9-BD02-5A0AC14AA0DD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DFA906-6501-1AEB-F402-7CB7E13991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4179"/>
                  <a:ext cx="10620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5300581-D06B-FAA3-C3BB-53CEACEE3B77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B17624F-2848-DFA0-AB8F-D14269BA947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909" y="3319056"/>
                  <a:ext cx="179551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19E9854-4E0A-C6A9-19FF-C14C809F32C2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0D44D9-A798-FE14-9077-F24FD4519A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064" y="3223328"/>
                  <a:ext cx="110520" cy="238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7ED0EEF-A0DA-AAFE-8C49-F7AE676565B6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54EFDDB-398D-B7D5-C561-71B91B1820C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878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AA4072A-87F2-CB19-4067-1DE76ED1B1C7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81536E5-D9CD-9FA4-F6CF-2B08A101BD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8804" y="3291627"/>
                  <a:ext cx="144838" cy="12973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7A17922-3EAA-9FB2-D8B4-F5A229F9CB8C}"/>
              </a:ext>
            </a:extLst>
          </p:cNvPr>
          <p:cNvGrpSpPr/>
          <p:nvPr/>
        </p:nvGrpSpPr>
        <p:grpSpPr>
          <a:xfrm>
            <a:off x="6874248" y="4831911"/>
            <a:ext cx="1768308" cy="410552"/>
            <a:chOff x="8311824" y="4818096"/>
            <a:chExt cx="55152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FD10E78-8258-4867-713C-DDCDEB4BB44D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660660-8ACE-032F-1C94-F335DB496A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3811" y="4848082"/>
                  <a:ext cx="543625" cy="62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2A8F689-E243-1A74-D086-E5476909CFA3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2674970-8443-EDFE-AABF-DCD40C0A95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67504" y="480009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52BE69D-2FEE-53DD-A0A8-E4162DDC4970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52BE69D-2FEE-53DD-A0A8-E4162DDC497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CB800F8A-9553-AC8F-A965-1A6A31C288B4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CEC80E3-98D9-8987-D122-383707607857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784F9E-90C7-BB7D-9217-B9C92A34434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98142" y="3674016"/>
                  <a:ext cx="191962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D4440FB-7BD0-EAAA-81A9-9D84E4412BDE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A8CB541-4DC3-80C4-D24E-2BA0BD1B5B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98089" y="3576096"/>
                  <a:ext cx="462270" cy="35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C7A9725-60B5-C0A9-8950-EFD0B489998F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3C92ADD-DC9B-B710-BABA-EC34A9DD016E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72B349-8FC1-2C2F-4B95-8EE1E1ECEA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D7695D2-BDF7-78A1-C89D-4A1DB1C837AA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CFE3F1-FC3A-79C6-3E81-07452F0A56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7068AB3-9350-C715-8277-61CE0D567E64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A68E59-1A4D-96A9-9732-FE97783FFA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73DA649-DAC9-BE8B-1AD0-CD5F4D2166DA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029D72-A41F-5237-C8A2-4165A7BADE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5C39EAD-DFC6-B38F-A06B-6BB3687C60B9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5C39EAD-DFC6-B38F-A06B-6BB3687C60B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30FBA27-CA1B-716B-FD7D-5FF3C65D6593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30FBA27-CA1B-716B-FD7D-5FF3C65D659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D4175E7D-4C6A-5199-D282-04540D99FF53}"/>
              </a:ext>
            </a:extLst>
          </p:cNvPr>
          <p:cNvGrpSpPr/>
          <p:nvPr/>
        </p:nvGrpSpPr>
        <p:grpSpPr>
          <a:xfrm>
            <a:off x="5014944" y="3850992"/>
            <a:ext cx="1209240" cy="725040"/>
            <a:chOff x="6432264" y="3677256"/>
            <a:chExt cx="1209240" cy="72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58D5DC0-AEEF-45CC-C673-20533C351F93}"/>
                    </a:ext>
                  </a:extLst>
                </p14:cNvPr>
                <p14:cNvContentPartPr/>
                <p14:nvPr/>
              </p14:nvContentPartPr>
              <p14:xfrm>
                <a:off x="6807024" y="4154616"/>
                <a:ext cx="353880" cy="16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20E1EA-DA7D-FCF8-32F6-BEC3A5ECD1A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71384" y="4118976"/>
                  <a:ext cx="425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81EC6D9-312C-2B78-099A-5E942C4E3EEF}"/>
                    </a:ext>
                  </a:extLst>
                </p14:cNvPr>
                <p14:cNvContentPartPr/>
                <p14:nvPr/>
              </p14:nvContentPartPr>
              <p14:xfrm>
                <a:off x="6634224" y="4073256"/>
                <a:ext cx="643320" cy="329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E923899-9902-4BA6-D24A-2A670E3696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98224" y="4037256"/>
                  <a:ext cx="7149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902D235-0FB9-3FA0-1F81-67A08C2E8533}"/>
                    </a:ext>
                  </a:extLst>
                </p14:cNvPr>
                <p14:cNvContentPartPr/>
                <p14:nvPr/>
              </p14:nvContentPartPr>
              <p14:xfrm>
                <a:off x="6432264" y="3884616"/>
                <a:ext cx="222120" cy="178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32E208-F794-72C2-0A78-1E824EB99E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96624" y="3848616"/>
                  <a:ext cx="293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051A7F5-A991-7871-ABA9-77992A008B59}"/>
                    </a:ext>
                  </a:extLst>
                </p14:cNvPr>
                <p14:cNvContentPartPr/>
                <p14:nvPr/>
              </p14:nvContentPartPr>
              <p14:xfrm>
                <a:off x="6661584" y="3890376"/>
                <a:ext cx="175320" cy="132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B2C1629-8275-2777-1181-1F7CA7F51D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25584" y="3854736"/>
                  <a:ext cx="246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8D17D3D-8DAE-8348-2473-B14613F17B51}"/>
                    </a:ext>
                  </a:extLst>
                </p14:cNvPr>
                <p14:cNvContentPartPr/>
                <p14:nvPr/>
              </p14:nvContentPartPr>
              <p14:xfrm>
                <a:off x="6816744" y="3896136"/>
                <a:ext cx="244440" cy="110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E928D73-D69E-0DD2-B43B-E888E17234F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80744" y="3860496"/>
                  <a:ext cx="316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8E9B4A0-ECE7-85C5-81D9-895AAF6C0F0B}"/>
                    </a:ext>
                  </a:extLst>
                </p14:cNvPr>
                <p14:cNvContentPartPr/>
                <p14:nvPr/>
              </p14:nvContentPartPr>
              <p14:xfrm>
                <a:off x="7009344" y="3826656"/>
                <a:ext cx="204120" cy="130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BE304B4-6DB2-FA07-5BC0-685A9952704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73704" y="3791016"/>
                  <a:ext cx="275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1DE6865-FA05-A485-D28E-0EA7FA263B57}"/>
                    </a:ext>
                  </a:extLst>
                </p14:cNvPr>
                <p14:cNvContentPartPr/>
                <p14:nvPr/>
              </p14:nvContentPartPr>
              <p14:xfrm>
                <a:off x="7252704" y="3677256"/>
                <a:ext cx="388800" cy="273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5C7D235-918E-AE7E-0244-8B7E1F6E01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17064" y="3641616"/>
                  <a:ext cx="4604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7405EDE-2A67-F684-692F-A3ABC8BE65EE}"/>
              </a:ext>
            </a:extLst>
          </p:cNvPr>
          <p:cNvGrpSpPr/>
          <p:nvPr/>
        </p:nvGrpSpPr>
        <p:grpSpPr>
          <a:xfrm>
            <a:off x="6298344" y="3089735"/>
            <a:ext cx="3081872" cy="1831755"/>
            <a:chOff x="6298344" y="3089736"/>
            <a:chExt cx="3027960" cy="179971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672DA98-6318-DD49-378E-C296738CB169}"/>
                    </a:ext>
                  </a:extLst>
                </p14:cNvPr>
                <p14:cNvContentPartPr/>
                <p14:nvPr/>
              </p14:nvContentPartPr>
              <p14:xfrm>
                <a:off x="7413984" y="4422888"/>
                <a:ext cx="71280" cy="179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53AEC48-8D3C-255C-B95A-2F1CA9F615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78697" y="4387879"/>
                  <a:ext cx="141501" cy="250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A2FC14C-7664-83A6-D1A6-41103EE878F9}"/>
                    </a:ext>
                  </a:extLst>
                </p14:cNvPr>
                <p14:cNvContentPartPr/>
                <p14:nvPr/>
              </p14:nvContentPartPr>
              <p14:xfrm>
                <a:off x="7398864" y="4382928"/>
                <a:ext cx="223560" cy="192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63B41F-708F-4F99-5C71-68E3A993CFD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63491" y="4347522"/>
                  <a:ext cx="293953" cy="263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A7331BF-835A-1C64-4A56-55911856FC13}"/>
                    </a:ext>
                  </a:extLst>
                </p14:cNvPr>
                <p14:cNvContentPartPr/>
                <p14:nvPr/>
              </p14:nvContentPartPr>
              <p14:xfrm>
                <a:off x="7636104" y="4473288"/>
                <a:ext cx="133560" cy="96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7678666-2053-0D63-F8F4-72737DDF2C6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00771" y="4437950"/>
                  <a:ext cx="203873" cy="166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EFC5E80-3C9D-5B4B-017F-7FB64F9D6F79}"/>
                    </a:ext>
                  </a:extLst>
                </p14:cNvPr>
                <p14:cNvContentPartPr/>
                <p14:nvPr/>
              </p14:nvContentPartPr>
              <p14:xfrm>
                <a:off x="7746624" y="4318488"/>
                <a:ext cx="79200" cy="252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898DE48-297A-F0C6-9932-4973629AB8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11620" y="4283497"/>
                  <a:ext cx="149561" cy="3226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441801B-CC6B-03F2-A6CD-6888F05CB90A}"/>
                    </a:ext>
                  </a:extLst>
                </p14:cNvPr>
                <p14:cNvContentPartPr/>
                <p14:nvPr/>
              </p14:nvContentPartPr>
              <p14:xfrm>
                <a:off x="7714944" y="4428648"/>
                <a:ext cx="147600" cy="28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8E9DE43-4D18-E61A-68B5-C5ED2FD1B3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79633" y="4393899"/>
                  <a:ext cx="217869" cy="97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1369160-AE49-DF21-51ED-1D41B48BA963}"/>
                    </a:ext>
                  </a:extLst>
                </p14:cNvPr>
                <p14:cNvContentPartPr/>
                <p14:nvPr/>
              </p14:nvContentPartPr>
              <p14:xfrm>
                <a:off x="7844184" y="4449168"/>
                <a:ext cx="142920" cy="117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9881CDD-5E5F-D2BD-D611-A12A46CB168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08808" y="4414065"/>
                  <a:ext cx="213319" cy="188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C8F77A6-F210-F5D1-83D5-3D015185B100}"/>
                    </a:ext>
                  </a:extLst>
                </p14:cNvPr>
                <p14:cNvContentPartPr/>
                <p14:nvPr/>
              </p14:nvContentPartPr>
              <p14:xfrm>
                <a:off x="8032104" y="4434048"/>
                <a:ext cx="41760" cy="110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32C5622-88DB-AB0C-F7FA-33DC9004312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96714" y="4398740"/>
                  <a:ext cx="112186" cy="180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443D91A-9336-B463-6FAE-8190CB9B450E}"/>
                    </a:ext>
                  </a:extLst>
                </p14:cNvPr>
                <p14:cNvContentPartPr/>
                <p14:nvPr/>
              </p14:nvContentPartPr>
              <p14:xfrm>
                <a:off x="8022024" y="4333608"/>
                <a:ext cx="8280" cy="8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F15B3F3-EDAE-97FB-F57E-E191247FB72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86384" y="4299453"/>
                  <a:ext cx="79920" cy="769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020C3B2-F9FC-F0BB-2E79-EE5471581D72}"/>
                    </a:ext>
                  </a:extLst>
                </p14:cNvPr>
                <p14:cNvContentPartPr/>
                <p14:nvPr/>
              </p14:nvContentPartPr>
              <p14:xfrm>
                <a:off x="8138664" y="4434408"/>
                <a:ext cx="95040" cy="89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CAC0FE-93B8-4F8F-797E-C8B99154F34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03686" y="4399334"/>
                  <a:ext cx="165348" cy="159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5884949-2F08-734F-9813-2D79DE367CE1}"/>
                    </a:ext>
                  </a:extLst>
                </p14:cNvPr>
                <p14:cNvContentPartPr/>
                <p14:nvPr/>
              </p14:nvContentPartPr>
              <p14:xfrm>
                <a:off x="8257104" y="4375368"/>
                <a:ext cx="124920" cy="129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02AE0B7-0594-F58E-96F3-F1798E1D45E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21716" y="4340312"/>
                  <a:ext cx="195342" cy="200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8D74D96-2F54-F126-AB5F-337BCFBF2797}"/>
                    </a:ext>
                  </a:extLst>
                </p14:cNvPr>
                <p14:cNvContentPartPr/>
                <p14:nvPr/>
              </p14:nvContentPartPr>
              <p14:xfrm>
                <a:off x="8476344" y="4389768"/>
                <a:ext cx="153360" cy="92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42C4142-0F0D-4910-60B7-D3C0AD535D5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41008" y="4354458"/>
                  <a:ext cx="223679" cy="162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40BFD5D-368D-ACB1-6EB4-C905E950788E}"/>
                    </a:ext>
                  </a:extLst>
                </p14:cNvPr>
                <p14:cNvContentPartPr/>
                <p14:nvPr/>
              </p14:nvContentPartPr>
              <p14:xfrm>
                <a:off x="7358544" y="4699008"/>
                <a:ext cx="137520" cy="144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0A93139-6DFD-8F4E-1485-55B11D5BBB0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23192" y="4663979"/>
                  <a:ext cx="207871" cy="214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1F21634-9E6D-519C-985F-F14FF01E7536}"/>
                    </a:ext>
                  </a:extLst>
                </p14:cNvPr>
                <p14:cNvContentPartPr/>
                <p14:nvPr/>
              </p14:nvContentPartPr>
              <p14:xfrm>
                <a:off x="7297704" y="4620888"/>
                <a:ext cx="282960" cy="268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9149BE5-9703-4DDB-3BC3-73054CE5CB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62334" y="4585551"/>
                  <a:ext cx="353346" cy="3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2F1013E-13D8-22A1-345C-6E530AD36306}"/>
                    </a:ext>
                  </a:extLst>
                </p14:cNvPr>
                <p14:cNvContentPartPr/>
                <p14:nvPr/>
              </p14:nvContentPartPr>
              <p14:xfrm>
                <a:off x="6298344" y="3089736"/>
                <a:ext cx="3027960" cy="1381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82F9524-27DC-526B-F655-8BCA0F2CE8E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63324" y="3054717"/>
                  <a:ext cx="3098353" cy="145171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B508203-635A-B607-7806-00B1D40E685D}"/>
              </a:ext>
            </a:extLst>
          </p:cNvPr>
          <p:cNvGrpSpPr/>
          <p:nvPr/>
        </p:nvGrpSpPr>
        <p:grpSpPr>
          <a:xfrm>
            <a:off x="7147944" y="5205456"/>
            <a:ext cx="2021040" cy="1207080"/>
            <a:chOff x="7147944" y="5205456"/>
            <a:chExt cx="2021040" cy="12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92C230D-5B72-D816-8B8D-EFA26A17EAD0}"/>
                    </a:ext>
                  </a:extLst>
                </p14:cNvPr>
                <p14:cNvContentPartPr/>
                <p14:nvPr/>
              </p14:nvContentPartPr>
              <p14:xfrm>
                <a:off x="7419744" y="5477976"/>
                <a:ext cx="302040" cy="234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6C0B681-0837-0694-9344-86025271C96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83744" y="5442336"/>
                  <a:ext cx="3736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F8F2C23-AEAC-4CFD-D603-F024805110E4}"/>
                    </a:ext>
                  </a:extLst>
                </p14:cNvPr>
                <p14:cNvContentPartPr/>
                <p14:nvPr/>
              </p14:nvContentPartPr>
              <p14:xfrm>
                <a:off x="7716384" y="5420016"/>
                <a:ext cx="183240" cy="259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A8422F-66DD-FC3E-275A-C105BBE2009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80384" y="5384016"/>
                  <a:ext cx="254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9623608-CD0E-D60B-021C-44E52E8CDF11}"/>
                    </a:ext>
                  </a:extLst>
                </p14:cNvPr>
                <p14:cNvContentPartPr/>
                <p14:nvPr/>
              </p14:nvContentPartPr>
              <p14:xfrm>
                <a:off x="7964424" y="5549256"/>
                <a:ext cx="214560" cy="129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D45EB8C-4C54-4BF8-EC82-6F21DC9538C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28424" y="5513616"/>
                  <a:ext cx="286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8406D5A-A818-93B0-1637-ECCDA9FF26BA}"/>
                    </a:ext>
                  </a:extLst>
                </p14:cNvPr>
                <p14:cNvContentPartPr/>
                <p14:nvPr/>
              </p14:nvContentPartPr>
              <p14:xfrm>
                <a:off x="8211744" y="5552496"/>
                <a:ext cx="117360" cy="142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5ADCF41-6BD4-760B-48BB-FA6DF061729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75744" y="5516856"/>
                  <a:ext cx="189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08D39F7-4A44-3B3F-F6D6-62740F823BC7}"/>
                    </a:ext>
                  </a:extLst>
                </p14:cNvPr>
                <p14:cNvContentPartPr/>
                <p14:nvPr/>
              </p14:nvContentPartPr>
              <p14:xfrm>
                <a:off x="8354304" y="5433336"/>
                <a:ext cx="254880" cy="251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5406D78-4170-F6D3-722F-B05F0E206C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18304" y="5397696"/>
                  <a:ext cx="3265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722C728-A577-5CBF-F3C5-72EEB611ADA3}"/>
                    </a:ext>
                  </a:extLst>
                </p14:cNvPr>
                <p14:cNvContentPartPr/>
                <p14:nvPr/>
              </p14:nvContentPartPr>
              <p14:xfrm>
                <a:off x="7967304" y="5783616"/>
                <a:ext cx="35640" cy="160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AB11C08-1F37-8B28-98CE-DEE125F4A97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31664" y="5747976"/>
                  <a:ext cx="107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D6B39C9-93AD-E284-9F35-8C7F0E08E73F}"/>
                    </a:ext>
                  </a:extLst>
                </p14:cNvPr>
                <p14:cNvContentPartPr/>
                <p14:nvPr/>
              </p14:nvContentPartPr>
              <p14:xfrm>
                <a:off x="7889184" y="5852736"/>
                <a:ext cx="299520" cy="36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49A7DE4-0200-B797-914B-2AF69CB60F9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53544" y="5817096"/>
                  <a:ext cx="371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A13F518-C974-6F99-C7D3-9B63F132DF44}"/>
                    </a:ext>
                  </a:extLst>
                </p14:cNvPr>
                <p14:cNvContentPartPr/>
                <p14:nvPr/>
              </p14:nvContentPartPr>
              <p14:xfrm>
                <a:off x="7497504" y="6089256"/>
                <a:ext cx="332640" cy="225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72B3709-F884-4060-A919-41FD4D7F585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61504" y="6053616"/>
                  <a:ext cx="404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25FC6A3-6E93-5658-D4F8-10DD484C0BAD}"/>
                    </a:ext>
                  </a:extLst>
                </p14:cNvPr>
                <p14:cNvContentPartPr/>
                <p14:nvPr/>
              </p14:nvContentPartPr>
              <p14:xfrm>
                <a:off x="7672104" y="6205536"/>
                <a:ext cx="163800" cy="132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D244EE3-1B02-0D0F-B3BE-0200A54531C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36104" y="6169536"/>
                  <a:ext cx="235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904CD17-BA44-B53F-533D-799496AC9936}"/>
                    </a:ext>
                  </a:extLst>
                </p14:cNvPr>
                <p14:cNvContentPartPr/>
                <p14:nvPr/>
              </p14:nvContentPartPr>
              <p14:xfrm>
                <a:off x="7917264" y="6191856"/>
                <a:ext cx="196200" cy="93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7E787E8-AD97-70D5-187F-BF9B061D3FD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81624" y="6156216"/>
                  <a:ext cx="267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ED2C205-7123-56B1-0030-35D7E569F3F4}"/>
                    </a:ext>
                  </a:extLst>
                </p14:cNvPr>
                <p14:cNvContentPartPr/>
                <p14:nvPr/>
              </p14:nvContentPartPr>
              <p14:xfrm>
                <a:off x="8127504" y="6181416"/>
                <a:ext cx="81720" cy="125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9B2762-13DF-B2ED-4352-3F77A9A318D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91864" y="6145416"/>
                  <a:ext cx="153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EECA6F3-777F-A322-BB98-900035275E8E}"/>
                    </a:ext>
                  </a:extLst>
                </p14:cNvPr>
                <p14:cNvContentPartPr/>
                <p14:nvPr/>
              </p14:nvContentPartPr>
              <p14:xfrm>
                <a:off x="8293104" y="6173856"/>
                <a:ext cx="105840" cy="119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AE19060-ABBB-2AC2-9ECF-33ABDCEAA15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57104" y="6138216"/>
                  <a:ext cx="177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E5E09A9-6C7B-378F-98E7-89B6F639C490}"/>
                    </a:ext>
                  </a:extLst>
                </p14:cNvPr>
                <p14:cNvContentPartPr/>
                <p14:nvPr/>
              </p14:nvContentPartPr>
              <p14:xfrm>
                <a:off x="8420544" y="6058656"/>
                <a:ext cx="51840" cy="246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63FC121-581D-800F-6957-4741D863E2A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84544" y="6023016"/>
                  <a:ext cx="12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D444EF5-B418-5E3D-6051-D957959C2259}"/>
                    </a:ext>
                  </a:extLst>
                </p14:cNvPr>
                <p14:cNvContentPartPr/>
                <p14:nvPr/>
              </p14:nvContentPartPr>
              <p14:xfrm>
                <a:off x="8450424" y="6189336"/>
                <a:ext cx="101520" cy="28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F6CED19-D80F-C578-2221-78F897A0C4E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14784" y="6153696"/>
                  <a:ext cx="173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FC6EB1D-079D-0649-E3F3-38FE2927301F}"/>
                    </a:ext>
                  </a:extLst>
                </p14:cNvPr>
                <p14:cNvContentPartPr/>
                <p14:nvPr/>
              </p14:nvContentPartPr>
              <p14:xfrm>
                <a:off x="8592264" y="6161976"/>
                <a:ext cx="24840" cy="110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549F182-0411-AC94-EFEF-0A8D1D6096B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56264" y="6125976"/>
                  <a:ext cx="96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D1B6C7D-E9C1-7348-3285-ABB60B89D47B}"/>
                    </a:ext>
                  </a:extLst>
                </p14:cNvPr>
                <p14:cNvContentPartPr/>
                <p14:nvPr/>
              </p14:nvContentPartPr>
              <p14:xfrm>
                <a:off x="8579304" y="6052896"/>
                <a:ext cx="29880" cy="20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2677B14-EFBB-4382-FC1E-39F8E3CEA50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43664" y="6017256"/>
                  <a:ext cx="101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3230E6E-D95D-0613-1251-666F1BD97F21}"/>
                    </a:ext>
                  </a:extLst>
                </p14:cNvPr>
                <p14:cNvContentPartPr/>
                <p14:nvPr/>
              </p14:nvContentPartPr>
              <p14:xfrm>
                <a:off x="8659224" y="6118416"/>
                <a:ext cx="326160" cy="174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4F4FB61-7134-5934-2720-0B83DDF93CA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23224" y="6082416"/>
                  <a:ext cx="397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110764B-9365-6B9D-C3BA-27F80E17ACCA}"/>
                    </a:ext>
                  </a:extLst>
                </p14:cNvPr>
                <p14:cNvContentPartPr/>
                <p14:nvPr/>
              </p14:nvContentPartPr>
              <p14:xfrm>
                <a:off x="7147944" y="5403816"/>
                <a:ext cx="2021040" cy="1008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394C84F-3F5D-E31A-2F43-D95A9F94B25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11944" y="5367816"/>
                  <a:ext cx="2092680" cy="10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28CCB42-4455-FADD-4837-F1968894FA69}"/>
                    </a:ext>
                  </a:extLst>
                </p14:cNvPr>
                <p14:cNvContentPartPr/>
                <p14:nvPr/>
              </p14:nvContentPartPr>
              <p14:xfrm>
                <a:off x="8232264" y="5205456"/>
                <a:ext cx="605880" cy="277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8BA2CAA-A11E-01E6-5168-139DCA4D54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96624" y="5169456"/>
                  <a:ext cx="677520" cy="34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40675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30FDD-CFDA-74A4-1105-21AE375C3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A8746EF-0E5B-A0DF-52D5-86091BD31211}"/>
              </a:ext>
            </a:extLst>
          </p:cNvPr>
          <p:cNvSpPr txBox="1"/>
          <p:nvPr/>
        </p:nvSpPr>
        <p:spPr>
          <a:xfrm>
            <a:off x="189706" y="129296"/>
            <a:ext cx="103774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RAG flow becomes: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asks question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system would search relevant documents related with query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 useful information related with the query and send it to the LLM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would generate answer based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data source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Accurate answers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Up-to-date information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6922754-EF37-A254-5B45-ACCE81814ABA}"/>
              </a:ext>
            </a:extLst>
          </p:cNvPr>
          <p:cNvSpPr/>
          <p:nvPr/>
        </p:nvSpPr>
        <p:spPr>
          <a:xfrm>
            <a:off x="9455904" y="2093976"/>
            <a:ext cx="1306584" cy="11247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1F8B17D-3DF1-8620-D1B2-3527860E0EFF}"/>
              </a:ext>
            </a:extLst>
          </p:cNvPr>
          <p:cNvSpPr/>
          <p:nvPr/>
        </p:nvSpPr>
        <p:spPr>
          <a:xfrm>
            <a:off x="8912352" y="4386072"/>
            <a:ext cx="2316480" cy="9692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FDA6E8-BA99-4120-819A-8056F5F8A88D}"/>
              </a:ext>
            </a:extLst>
          </p:cNvPr>
          <p:cNvSpPr/>
          <p:nvPr/>
        </p:nvSpPr>
        <p:spPr>
          <a:xfrm>
            <a:off x="4850028" y="4574160"/>
            <a:ext cx="1754424" cy="7985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Data</a:t>
            </a:r>
          </a:p>
          <a:p>
            <a:pPr algn="ctr"/>
            <a:r>
              <a:rPr lang="en-US" dirty="0"/>
              <a:t>PDF, DB, etc.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ABE9BF-C91B-C869-B027-4ADAF35999E8}"/>
              </a:ext>
            </a:extLst>
          </p:cNvPr>
          <p:cNvGrpSpPr/>
          <p:nvPr/>
        </p:nvGrpSpPr>
        <p:grpSpPr>
          <a:xfrm>
            <a:off x="8301096" y="2436624"/>
            <a:ext cx="894600" cy="563760"/>
            <a:chOff x="8273664" y="3241296"/>
            <a:chExt cx="89460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C335D3B-36C9-E7B2-92A2-D6EACB5893B9}"/>
                    </a:ext>
                  </a:extLst>
                </p14:cNvPr>
                <p14:cNvContentPartPr/>
                <p14:nvPr/>
              </p14:nvContentPartPr>
              <p14:xfrm>
                <a:off x="8996904" y="3554856"/>
                <a:ext cx="2088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18329E9-92F4-4DDE-51C8-1E48A49E31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78904" y="3536856"/>
                  <a:ext cx="56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3B0802E-4A5E-5775-7BFF-8D554078E9BF}"/>
                    </a:ext>
                  </a:extLst>
                </p14:cNvPr>
                <p14:cNvContentPartPr/>
                <p14:nvPr/>
              </p14:nvContentPartPr>
              <p14:xfrm>
                <a:off x="8814384" y="3456216"/>
                <a:ext cx="35388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408450C-FC5C-BFC1-AC21-4441900A67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6366" y="3438216"/>
                  <a:ext cx="389556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3E6E42F-184C-2B84-B61A-845E04B99964}"/>
                    </a:ext>
                  </a:extLst>
                </p14:cNvPr>
                <p14:cNvContentPartPr/>
                <p14:nvPr/>
              </p14:nvContentPartPr>
              <p14:xfrm>
                <a:off x="8273664" y="3284496"/>
                <a:ext cx="142560" cy="23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7102A8-5F1A-F587-7366-6A19D88BB18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5664" y="3266524"/>
                  <a:ext cx="178200" cy="265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8B1700D-32DF-D963-E8AA-2190C7C3F30B}"/>
                    </a:ext>
                  </a:extLst>
                </p14:cNvPr>
                <p14:cNvContentPartPr/>
                <p14:nvPr/>
              </p14:nvContentPartPr>
              <p14:xfrm>
                <a:off x="8304264" y="3411936"/>
                <a:ext cx="7056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DFA906-6501-1AEB-F402-7CB7E13991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6264" y="3394179"/>
                  <a:ext cx="10620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45F816B-910E-5E0F-8D46-EE9D71DFBB76}"/>
                    </a:ext>
                  </a:extLst>
                </p14:cNvPr>
                <p14:cNvContentPartPr/>
                <p14:nvPr/>
              </p14:nvContentPartPr>
              <p14:xfrm>
                <a:off x="8469864" y="3337056"/>
                <a:ext cx="144000" cy="130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B17624F-2848-DFA0-AB8F-D14269BA947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1909" y="3319056"/>
                  <a:ext cx="179551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AD5AE19-6949-963A-ED1B-328208B87C88}"/>
                    </a:ext>
                  </a:extLst>
                </p14:cNvPr>
                <p14:cNvContentPartPr/>
                <p14:nvPr/>
              </p14:nvContentPartPr>
              <p14:xfrm>
                <a:off x="8612064" y="3241296"/>
                <a:ext cx="74880" cy="20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0D44D9-A798-FE14-9077-F24FD4519A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4064" y="3223328"/>
                  <a:ext cx="110520" cy="238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5693EB5-72D1-11EA-3513-0E7DF4D6DAFC}"/>
                    </a:ext>
                  </a:extLst>
                </p14:cNvPr>
                <p14:cNvContentPartPr/>
                <p14:nvPr/>
              </p14:nvContentPartPr>
              <p14:xfrm>
                <a:off x="8666784" y="3316536"/>
                <a:ext cx="1562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54EFDDB-398D-B7D5-C561-71B91B1820C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8784" y="3298536"/>
                  <a:ext cx="191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FAA6816-8D27-DDD6-6B15-A20D032D66A6}"/>
                    </a:ext>
                  </a:extLst>
                </p14:cNvPr>
                <p14:cNvContentPartPr/>
                <p14:nvPr/>
              </p14:nvContentPartPr>
              <p14:xfrm>
                <a:off x="8856864" y="3309696"/>
                <a:ext cx="109080" cy="9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81536E5-D9CD-9FA4-F6CF-2B08A101BD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38804" y="3291627"/>
                  <a:ext cx="144838" cy="12973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EA51E80-C120-FF70-2B3A-0AA8F4428B54}"/>
              </a:ext>
            </a:extLst>
          </p:cNvPr>
          <p:cNvGrpSpPr/>
          <p:nvPr/>
        </p:nvGrpSpPr>
        <p:grpSpPr>
          <a:xfrm>
            <a:off x="6874248" y="4831911"/>
            <a:ext cx="1768308" cy="410552"/>
            <a:chOff x="8311824" y="4818096"/>
            <a:chExt cx="551520" cy="12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5993E3B-1342-DD1B-C5D1-5285E1FCF699}"/>
                    </a:ext>
                  </a:extLst>
                </p14:cNvPr>
                <p14:cNvContentPartPr/>
                <p14:nvPr/>
              </p14:nvContentPartPr>
              <p14:xfrm>
                <a:off x="8311824" y="4866336"/>
                <a:ext cx="507960" cy="25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660660-8ACE-032F-1C94-F335DB496A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3811" y="4848082"/>
                  <a:ext cx="543625" cy="62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65E03AC-111C-F977-2A31-1B69FAA43A38}"/>
                    </a:ext>
                  </a:extLst>
                </p14:cNvPr>
                <p14:cNvContentPartPr/>
                <p14:nvPr/>
              </p14:nvContentPartPr>
              <p14:xfrm>
                <a:off x="8685504" y="4818096"/>
                <a:ext cx="177840" cy="126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2674970-8443-EDFE-AABF-DCD40C0A95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67504" y="4800096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8821DEF-5B4A-7825-4450-C328303FA3F6}"/>
                  </a:ext>
                </a:extLst>
              </p14:cNvPr>
              <p14:cNvContentPartPr/>
              <p14:nvPr/>
            </p14:nvContentPartPr>
            <p14:xfrm>
              <a:off x="10241064" y="3315816"/>
              <a:ext cx="304920" cy="8449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8821DEF-5B4A-7825-4450-C328303FA3F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3064" y="3297816"/>
                <a:ext cx="34056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755E2F9E-45D0-1184-BDCF-A139C6DC7FE3}"/>
              </a:ext>
            </a:extLst>
          </p:cNvPr>
          <p:cNvGrpSpPr/>
          <p:nvPr/>
        </p:nvGrpSpPr>
        <p:grpSpPr>
          <a:xfrm>
            <a:off x="10516104" y="3594096"/>
            <a:ext cx="426600" cy="320040"/>
            <a:chOff x="10516104" y="3594096"/>
            <a:chExt cx="42660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B93CC2E-98D1-BA29-AAA4-C4E7B6C2A547}"/>
                    </a:ext>
                  </a:extLst>
                </p14:cNvPr>
                <p14:cNvContentPartPr/>
                <p14:nvPr/>
              </p14:nvContentPartPr>
              <p14:xfrm>
                <a:off x="10616184" y="3692016"/>
                <a:ext cx="156240" cy="156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784F9E-90C7-BB7D-9217-B9C92A34434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98142" y="3674016"/>
                  <a:ext cx="191962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142F345-B9CD-556E-27AA-809E8DEA1410}"/>
                    </a:ext>
                  </a:extLst>
                </p14:cNvPr>
                <p14:cNvContentPartPr/>
                <p14:nvPr/>
              </p14:nvContentPartPr>
              <p14:xfrm>
                <a:off x="10516104" y="3594096"/>
                <a:ext cx="426600" cy="320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A8CB541-4DC3-80C4-D24E-2BA0BD1B5B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98089" y="3576096"/>
                  <a:ext cx="462270" cy="35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97BAC24-5E1E-C411-37CF-23D6B2B1C633}"/>
              </a:ext>
            </a:extLst>
          </p:cNvPr>
          <p:cNvGrpSpPr/>
          <p:nvPr/>
        </p:nvGrpSpPr>
        <p:grpSpPr>
          <a:xfrm>
            <a:off x="9602424" y="2761056"/>
            <a:ext cx="894240" cy="239040"/>
            <a:chOff x="9602424" y="2761056"/>
            <a:chExt cx="89424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4255D80-F961-F02E-5A87-4FF060338082}"/>
                    </a:ext>
                  </a:extLst>
                </p14:cNvPr>
                <p14:cNvContentPartPr/>
                <p14:nvPr/>
              </p14:nvContentPartPr>
              <p14:xfrm>
                <a:off x="9790344" y="2848896"/>
                <a:ext cx="651600" cy="151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72B349-8FC1-2C2F-4B95-8EE1E1ECEA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72344" y="2830896"/>
                  <a:ext cx="68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2A4AD5B-A1E7-FFCB-4647-3A18DB9D4E4F}"/>
                    </a:ext>
                  </a:extLst>
                </p14:cNvPr>
                <p14:cNvContentPartPr/>
                <p14:nvPr/>
              </p14:nvContentPartPr>
              <p14:xfrm>
                <a:off x="10414584" y="2804616"/>
                <a:ext cx="82080" cy="87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CFE3F1-FC3A-79C6-3E81-07452F0A56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6584" y="2786690"/>
                  <a:ext cx="117720" cy="12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3A9B841-7A96-C36A-14E1-E729CEFC7126}"/>
                    </a:ext>
                  </a:extLst>
                </p14:cNvPr>
                <p14:cNvContentPartPr/>
                <p14:nvPr/>
              </p14:nvContentPartPr>
              <p14:xfrm>
                <a:off x="9706464" y="2821536"/>
                <a:ext cx="114480" cy="8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A68E59-1A4D-96A9-9732-FE97783FFA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8464" y="2803536"/>
                  <a:ext cx="150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3B679A3-1A81-8473-1E85-9C89F7D3A6E9}"/>
                    </a:ext>
                  </a:extLst>
                </p14:cNvPr>
                <p14:cNvContentPartPr/>
                <p14:nvPr/>
              </p14:nvContentPartPr>
              <p14:xfrm>
                <a:off x="9602424" y="2761056"/>
                <a:ext cx="18180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029D72-A41F-5237-C8A2-4165A7BADE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4424" y="2743056"/>
                  <a:ext cx="2174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1DFD7A5-2F90-6CBA-7710-1F3AC6DAB354}"/>
                  </a:ext>
                </a:extLst>
              </p14:cNvPr>
              <p14:cNvContentPartPr/>
              <p14:nvPr/>
            </p14:nvContentPartPr>
            <p14:xfrm>
              <a:off x="9732744" y="2354256"/>
              <a:ext cx="96480" cy="78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1DFD7A5-2F90-6CBA-7710-1F3AC6DAB35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14744" y="2336256"/>
                <a:ext cx="1321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29EA114-0E34-6250-9AB7-764E6987F293}"/>
                  </a:ext>
                </a:extLst>
              </p14:cNvPr>
              <p14:cNvContentPartPr/>
              <p14:nvPr/>
            </p14:nvContentPartPr>
            <p14:xfrm>
              <a:off x="10298304" y="2368296"/>
              <a:ext cx="97920" cy="93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29EA114-0E34-6250-9AB7-764E6987F29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80304" y="2350296"/>
                <a:ext cx="13356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135C1E2D-3169-3324-7BB8-1794A9A5FE43}"/>
              </a:ext>
            </a:extLst>
          </p:cNvPr>
          <p:cNvGrpSpPr/>
          <p:nvPr/>
        </p:nvGrpSpPr>
        <p:grpSpPr>
          <a:xfrm>
            <a:off x="5014944" y="3850992"/>
            <a:ext cx="1209240" cy="725040"/>
            <a:chOff x="6432264" y="3677256"/>
            <a:chExt cx="1209240" cy="72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1D59390-4141-B3CE-B441-7A5A3212E9E8}"/>
                    </a:ext>
                  </a:extLst>
                </p14:cNvPr>
                <p14:cNvContentPartPr/>
                <p14:nvPr/>
              </p14:nvContentPartPr>
              <p14:xfrm>
                <a:off x="6807024" y="4154616"/>
                <a:ext cx="353880" cy="16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20E1EA-DA7D-FCF8-32F6-BEC3A5ECD1A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71384" y="4118976"/>
                  <a:ext cx="425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A48A2D3-846C-6F04-ED1F-B1DDF88658CE}"/>
                    </a:ext>
                  </a:extLst>
                </p14:cNvPr>
                <p14:cNvContentPartPr/>
                <p14:nvPr/>
              </p14:nvContentPartPr>
              <p14:xfrm>
                <a:off x="6634224" y="4073256"/>
                <a:ext cx="643320" cy="329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E923899-9902-4BA6-D24A-2A670E3696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98224" y="4037256"/>
                  <a:ext cx="7149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B351215-A41F-ABC1-1236-9EDB97C29AA0}"/>
                    </a:ext>
                  </a:extLst>
                </p14:cNvPr>
                <p14:cNvContentPartPr/>
                <p14:nvPr/>
              </p14:nvContentPartPr>
              <p14:xfrm>
                <a:off x="6432264" y="3884616"/>
                <a:ext cx="222120" cy="178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32E208-F794-72C2-0A78-1E824EB99E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96624" y="3848616"/>
                  <a:ext cx="293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332979E-4DD9-70CB-9385-0D7D662EEF04}"/>
                    </a:ext>
                  </a:extLst>
                </p14:cNvPr>
                <p14:cNvContentPartPr/>
                <p14:nvPr/>
              </p14:nvContentPartPr>
              <p14:xfrm>
                <a:off x="6661584" y="3890376"/>
                <a:ext cx="175320" cy="132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B2C1629-8275-2777-1181-1F7CA7F51D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25584" y="3854736"/>
                  <a:ext cx="246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C29AA3B-FA7C-9198-CAC7-6AC3FCEAF8BF}"/>
                    </a:ext>
                  </a:extLst>
                </p14:cNvPr>
                <p14:cNvContentPartPr/>
                <p14:nvPr/>
              </p14:nvContentPartPr>
              <p14:xfrm>
                <a:off x="6816744" y="3896136"/>
                <a:ext cx="244440" cy="110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E928D73-D69E-0DD2-B43B-E888E17234F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80744" y="3860496"/>
                  <a:ext cx="316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0F18F10-F842-BFE7-BAF3-D34F18D109C0}"/>
                    </a:ext>
                  </a:extLst>
                </p14:cNvPr>
                <p14:cNvContentPartPr/>
                <p14:nvPr/>
              </p14:nvContentPartPr>
              <p14:xfrm>
                <a:off x="7009344" y="3826656"/>
                <a:ext cx="204120" cy="130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BE304B4-6DB2-FA07-5BC0-685A9952704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73704" y="3791016"/>
                  <a:ext cx="275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B048FDD-609B-4D3B-E776-15778B3D9B3D}"/>
                    </a:ext>
                  </a:extLst>
                </p14:cNvPr>
                <p14:cNvContentPartPr/>
                <p14:nvPr/>
              </p14:nvContentPartPr>
              <p14:xfrm>
                <a:off x="7252704" y="3677256"/>
                <a:ext cx="388800" cy="273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5C7D235-918E-AE7E-0244-8B7E1F6E01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17064" y="3641616"/>
                  <a:ext cx="46044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E3F5083-8CFE-0C37-D1B7-B38E3EE7D973}"/>
              </a:ext>
            </a:extLst>
          </p:cNvPr>
          <p:cNvGrpSpPr/>
          <p:nvPr/>
        </p:nvGrpSpPr>
        <p:grpSpPr>
          <a:xfrm>
            <a:off x="6298344" y="3089735"/>
            <a:ext cx="3081872" cy="1831755"/>
            <a:chOff x="6298344" y="3089736"/>
            <a:chExt cx="3027960" cy="179971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5631833-67C0-F53F-EFCA-6D646782C5BD}"/>
                    </a:ext>
                  </a:extLst>
                </p14:cNvPr>
                <p14:cNvContentPartPr/>
                <p14:nvPr/>
              </p14:nvContentPartPr>
              <p14:xfrm>
                <a:off x="7413984" y="4422888"/>
                <a:ext cx="71280" cy="179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53AEC48-8D3C-255C-B95A-2F1CA9F615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78697" y="4387879"/>
                  <a:ext cx="141501" cy="250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4AD0B47-B2A3-4DC8-AD59-8FE99523101F}"/>
                    </a:ext>
                  </a:extLst>
                </p14:cNvPr>
                <p14:cNvContentPartPr/>
                <p14:nvPr/>
              </p14:nvContentPartPr>
              <p14:xfrm>
                <a:off x="7398864" y="4382928"/>
                <a:ext cx="223560" cy="192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63B41F-708F-4F99-5C71-68E3A993CFD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63491" y="4347522"/>
                  <a:ext cx="293953" cy="263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0232872-CB4F-362F-AC33-4C0D4D9880BD}"/>
                    </a:ext>
                  </a:extLst>
                </p14:cNvPr>
                <p14:cNvContentPartPr/>
                <p14:nvPr/>
              </p14:nvContentPartPr>
              <p14:xfrm>
                <a:off x="7636104" y="4473288"/>
                <a:ext cx="133560" cy="96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7678666-2053-0D63-F8F4-72737DDF2C6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00771" y="4437950"/>
                  <a:ext cx="203873" cy="166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00B0557-A4D8-EF01-15D2-2D98BCAA4604}"/>
                    </a:ext>
                  </a:extLst>
                </p14:cNvPr>
                <p14:cNvContentPartPr/>
                <p14:nvPr/>
              </p14:nvContentPartPr>
              <p14:xfrm>
                <a:off x="7746624" y="4318488"/>
                <a:ext cx="79200" cy="252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898DE48-297A-F0C6-9932-4973629AB8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11620" y="4283497"/>
                  <a:ext cx="149561" cy="3226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C2A0C14-7493-DCD6-87CD-86696B68CD70}"/>
                    </a:ext>
                  </a:extLst>
                </p14:cNvPr>
                <p14:cNvContentPartPr/>
                <p14:nvPr/>
              </p14:nvContentPartPr>
              <p14:xfrm>
                <a:off x="7714944" y="4428648"/>
                <a:ext cx="147600" cy="28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8E9DE43-4D18-E61A-68B5-C5ED2FD1B3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79633" y="4393899"/>
                  <a:ext cx="217869" cy="97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14734BC-61E3-4148-1C14-EEBD79430725}"/>
                    </a:ext>
                  </a:extLst>
                </p14:cNvPr>
                <p14:cNvContentPartPr/>
                <p14:nvPr/>
              </p14:nvContentPartPr>
              <p14:xfrm>
                <a:off x="7844184" y="4449168"/>
                <a:ext cx="142920" cy="117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9881CDD-5E5F-D2BD-D611-A12A46CB168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08808" y="4414065"/>
                  <a:ext cx="213319" cy="188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66907FC-6154-45FF-05A6-67C6C572A6C2}"/>
                    </a:ext>
                  </a:extLst>
                </p14:cNvPr>
                <p14:cNvContentPartPr/>
                <p14:nvPr/>
              </p14:nvContentPartPr>
              <p14:xfrm>
                <a:off x="8032104" y="4434048"/>
                <a:ext cx="41760" cy="110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32C5622-88DB-AB0C-F7FA-33DC9004312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96714" y="4398740"/>
                  <a:ext cx="112186" cy="180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3B513D0-6CE9-2641-B6F4-1E3EB005FA6F}"/>
                    </a:ext>
                  </a:extLst>
                </p14:cNvPr>
                <p14:cNvContentPartPr/>
                <p14:nvPr/>
              </p14:nvContentPartPr>
              <p14:xfrm>
                <a:off x="8022024" y="4333608"/>
                <a:ext cx="8280" cy="8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F15B3F3-EDAE-97FB-F57E-E191247FB72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86384" y="4299453"/>
                  <a:ext cx="79920" cy="769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0B4A78D-9DBA-09DF-D23E-0A2A97E84FAF}"/>
                    </a:ext>
                  </a:extLst>
                </p14:cNvPr>
                <p14:cNvContentPartPr/>
                <p14:nvPr/>
              </p14:nvContentPartPr>
              <p14:xfrm>
                <a:off x="8138664" y="4434408"/>
                <a:ext cx="95040" cy="89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CAC0FE-93B8-4F8F-797E-C8B99154F34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03686" y="4399334"/>
                  <a:ext cx="165348" cy="159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0C07B53-80F4-1FC5-EABB-BD994768154E}"/>
                    </a:ext>
                  </a:extLst>
                </p14:cNvPr>
                <p14:cNvContentPartPr/>
                <p14:nvPr/>
              </p14:nvContentPartPr>
              <p14:xfrm>
                <a:off x="8257104" y="4375368"/>
                <a:ext cx="124920" cy="129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02AE0B7-0594-F58E-96F3-F1798E1D45E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21716" y="4340312"/>
                  <a:ext cx="195342" cy="200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65200DA-B1C6-A582-F870-5EB045CBA078}"/>
                    </a:ext>
                  </a:extLst>
                </p14:cNvPr>
                <p14:cNvContentPartPr/>
                <p14:nvPr/>
              </p14:nvContentPartPr>
              <p14:xfrm>
                <a:off x="8476344" y="4389768"/>
                <a:ext cx="153360" cy="92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42C4142-0F0D-4910-60B7-D3C0AD535D5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41008" y="4354458"/>
                  <a:ext cx="223679" cy="162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546E65C-C361-E10B-833E-ABCE9F839862}"/>
                    </a:ext>
                  </a:extLst>
                </p14:cNvPr>
                <p14:cNvContentPartPr/>
                <p14:nvPr/>
              </p14:nvContentPartPr>
              <p14:xfrm>
                <a:off x="7358544" y="4699008"/>
                <a:ext cx="137520" cy="144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0A93139-6DFD-8F4E-1485-55B11D5BBB0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23192" y="4663979"/>
                  <a:ext cx="207871" cy="214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27F74B5-0C61-A4D5-9F99-248E033A9353}"/>
                    </a:ext>
                  </a:extLst>
                </p14:cNvPr>
                <p14:cNvContentPartPr/>
                <p14:nvPr/>
              </p14:nvContentPartPr>
              <p14:xfrm>
                <a:off x="7297704" y="4620888"/>
                <a:ext cx="282960" cy="268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9149BE5-9703-4DDB-3BC3-73054CE5CB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62334" y="4585551"/>
                  <a:ext cx="353346" cy="3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4D8806F-9135-04B5-195B-C98A7491435B}"/>
                    </a:ext>
                  </a:extLst>
                </p14:cNvPr>
                <p14:cNvContentPartPr/>
                <p14:nvPr/>
              </p14:nvContentPartPr>
              <p14:xfrm>
                <a:off x="6298344" y="3089736"/>
                <a:ext cx="3027960" cy="1381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82F9524-27DC-526B-F655-8BCA0F2CE8E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63324" y="3054717"/>
                  <a:ext cx="3098353" cy="145171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8472544-1D6E-F429-0CEC-BAD1108203F8}"/>
              </a:ext>
            </a:extLst>
          </p:cNvPr>
          <p:cNvGrpSpPr/>
          <p:nvPr/>
        </p:nvGrpSpPr>
        <p:grpSpPr>
          <a:xfrm>
            <a:off x="7147944" y="5205456"/>
            <a:ext cx="2021040" cy="1207080"/>
            <a:chOff x="7147944" y="5205456"/>
            <a:chExt cx="2021040" cy="12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5316783-7BC9-BAB4-A8AF-DA92F553A49C}"/>
                    </a:ext>
                  </a:extLst>
                </p14:cNvPr>
                <p14:cNvContentPartPr/>
                <p14:nvPr/>
              </p14:nvContentPartPr>
              <p14:xfrm>
                <a:off x="7419744" y="5477976"/>
                <a:ext cx="302040" cy="234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6C0B681-0837-0694-9344-86025271C96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83744" y="5442336"/>
                  <a:ext cx="3736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43B0228-041C-0F67-F96D-39B1B480E842}"/>
                    </a:ext>
                  </a:extLst>
                </p14:cNvPr>
                <p14:cNvContentPartPr/>
                <p14:nvPr/>
              </p14:nvContentPartPr>
              <p14:xfrm>
                <a:off x="7716384" y="5420016"/>
                <a:ext cx="183240" cy="259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A8422F-66DD-FC3E-275A-C105BBE2009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80384" y="5384016"/>
                  <a:ext cx="254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C4A007E-52BB-58EF-D25C-9183022C3AD8}"/>
                    </a:ext>
                  </a:extLst>
                </p14:cNvPr>
                <p14:cNvContentPartPr/>
                <p14:nvPr/>
              </p14:nvContentPartPr>
              <p14:xfrm>
                <a:off x="7964424" y="5549256"/>
                <a:ext cx="214560" cy="129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D45EB8C-4C54-4BF8-EC82-6F21DC9538C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28424" y="5513616"/>
                  <a:ext cx="286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02A0B13-B84D-2108-E1A2-33E9150AB6F0}"/>
                    </a:ext>
                  </a:extLst>
                </p14:cNvPr>
                <p14:cNvContentPartPr/>
                <p14:nvPr/>
              </p14:nvContentPartPr>
              <p14:xfrm>
                <a:off x="8211744" y="5552496"/>
                <a:ext cx="117360" cy="142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5ADCF41-6BD4-760B-48BB-FA6DF061729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75744" y="5516856"/>
                  <a:ext cx="189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BE145A1-E0FB-D276-B5C7-FC748CB0E37E}"/>
                    </a:ext>
                  </a:extLst>
                </p14:cNvPr>
                <p14:cNvContentPartPr/>
                <p14:nvPr/>
              </p14:nvContentPartPr>
              <p14:xfrm>
                <a:off x="8354304" y="5433336"/>
                <a:ext cx="254880" cy="251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5406D78-4170-F6D3-722F-B05F0E206C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18304" y="5397696"/>
                  <a:ext cx="3265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7306C67-D78F-E39E-F16C-0DBD45ECFE43}"/>
                    </a:ext>
                  </a:extLst>
                </p14:cNvPr>
                <p14:cNvContentPartPr/>
                <p14:nvPr/>
              </p14:nvContentPartPr>
              <p14:xfrm>
                <a:off x="7967304" y="5783616"/>
                <a:ext cx="35640" cy="160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AB11C08-1F37-8B28-98CE-DEE125F4A97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31664" y="5747976"/>
                  <a:ext cx="107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5F9CD4B-5095-CDFF-26A2-E98774264A73}"/>
                    </a:ext>
                  </a:extLst>
                </p14:cNvPr>
                <p14:cNvContentPartPr/>
                <p14:nvPr/>
              </p14:nvContentPartPr>
              <p14:xfrm>
                <a:off x="7889184" y="5852736"/>
                <a:ext cx="299520" cy="36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49A7DE4-0200-B797-914B-2AF69CB60F9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53544" y="5817096"/>
                  <a:ext cx="371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5344572-1C9B-700B-8E63-4EAA569744F1}"/>
                    </a:ext>
                  </a:extLst>
                </p14:cNvPr>
                <p14:cNvContentPartPr/>
                <p14:nvPr/>
              </p14:nvContentPartPr>
              <p14:xfrm>
                <a:off x="7497504" y="6089256"/>
                <a:ext cx="332640" cy="225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72B3709-F884-4060-A919-41FD4D7F585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61504" y="6053616"/>
                  <a:ext cx="404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A149DD5-C90C-FF9A-6308-CAE360522207}"/>
                    </a:ext>
                  </a:extLst>
                </p14:cNvPr>
                <p14:cNvContentPartPr/>
                <p14:nvPr/>
              </p14:nvContentPartPr>
              <p14:xfrm>
                <a:off x="7672104" y="6205536"/>
                <a:ext cx="163800" cy="132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D244EE3-1B02-0D0F-B3BE-0200A54531C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36104" y="6169536"/>
                  <a:ext cx="235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7DC6DEC-9234-9967-F24F-269C4D7844B1}"/>
                    </a:ext>
                  </a:extLst>
                </p14:cNvPr>
                <p14:cNvContentPartPr/>
                <p14:nvPr/>
              </p14:nvContentPartPr>
              <p14:xfrm>
                <a:off x="7917264" y="6191856"/>
                <a:ext cx="196200" cy="93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7E787E8-AD97-70D5-187F-BF9B061D3FD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81624" y="6156216"/>
                  <a:ext cx="267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4DB55D8-2A64-2BE4-C8ED-213137222537}"/>
                    </a:ext>
                  </a:extLst>
                </p14:cNvPr>
                <p14:cNvContentPartPr/>
                <p14:nvPr/>
              </p14:nvContentPartPr>
              <p14:xfrm>
                <a:off x="8127504" y="6181416"/>
                <a:ext cx="81720" cy="125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9B2762-13DF-B2ED-4352-3F77A9A318D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91864" y="6145416"/>
                  <a:ext cx="153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DC09E7E-E718-0793-83A9-BBE744060173}"/>
                    </a:ext>
                  </a:extLst>
                </p14:cNvPr>
                <p14:cNvContentPartPr/>
                <p14:nvPr/>
              </p14:nvContentPartPr>
              <p14:xfrm>
                <a:off x="8293104" y="6173856"/>
                <a:ext cx="105840" cy="119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AE19060-ABBB-2AC2-9ECF-33ABDCEAA15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57104" y="6138216"/>
                  <a:ext cx="177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190A541-65E6-2B85-83AC-ECDD868B0745}"/>
                    </a:ext>
                  </a:extLst>
                </p14:cNvPr>
                <p14:cNvContentPartPr/>
                <p14:nvPr/>
              </p14:nvContentPartPr>
              <p14:xfrm>
                <a:off x="8420544" y="6058656"/>
                <a:ext cx="51840" cy="246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63FC121-581D-800F-6957-4741D863E2A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84544" y="6023016"/>
                  <a:ext cx="12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FEBD7F5-A1EA-E397-17EF-D79283EE4671}"/>
                    </a:ext>
                  </a:extLst>
                </p14:cNvPr>
                <p14:cNvContentPartPr/>
                <p14:nvPr/>
              </p14:nvContentPartPr>
              <p14:xfrm>
                <a:off x="8450424" y="6189336"/>
                <a:ext cx="101520" cy="28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F6CED19-D80F-C578-2221-78F897A0C4E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14784" y="6153696"/>
                  <a:ext cx="173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FC8A38-86D5-9EDA-F318-CDBD1C5EFC59}"/>
                    </a:ext>
                  </a:extLst>
                </p14:cNvPr>
                <p14:cNvContentPartPr/>
                <p14:nvPr/>
              </p14:nvContentPartPr>
              <p14:xfrm>
                <a:off x="8592264" y="6161976"/>
                <a:ext cx="24840" cy="110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549F182-0411-AC94-EFEF-0A8D1D6096B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56264" y="6125976"/>
                  <a:ext cx="96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EED2523-3941-F5EF-8267-E421D1365E4F}"/>
                    </a:ext>
                  </a:extLst>
                </p14:cNvPr>
                <p14:cNvContentPartPr/>
                <p14:nvPr/>
              </p14:nvContentPartPr>
              <p14:xfrm>
                <a:off x="8579304" y="6052896"/>
                <a:ext cx="29880" cy="20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2677B14-EFBB-4382-FC1E-39F8E3CEA50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43664" y="6017256"/>
                  <a:ext cx="101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E73563A-0DAE-A62B-8359-965C49E54A8A}"/>
                    </a:ext>
                  </a:extLst>
                </p14:cNvPr>
                <p14:cNvContentPartPr/>
                <p14:nvPr/>
              </p14:nvContentPartPr>
              <p14:xfrm>
                <a:off x="8659224" y="6118416"/>
                <a:ext cx="326160" cy="174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4F4FB61-7134-5934-2720-0B83DDF93CA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23224" y="6082416"/>
                  <a:ext cx="397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F82ABEE-A5D0-7502-F1E8-652D4A963988}"/>
                    </a:ext>
                  </a:extLst>
                </p14:cNvPr>
                <p14:cNvContentPartPr/>
                <p14:nvPr/>
              </p14:nvContentPartPr>
              <p14:xfrm>
                <a:off x="7147944" y="5403816"/>
                <a:ext cx="2021040" cy="1008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394C84F-3F5D-E31A-2F43-D95A9F94B25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11944" y="5367816"/>
                  <a:ext cx="2092680" cy="10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0C368A6-5EF0-25B1-AE1A-C4876BC1D2E0}"/>
                    </a:ext>
                  </a:extLst>
                </p14:cNvPr>
                <p14:cNvContentPartPr/>
                <p14:nvPr/>
              </p14:nvContentPartPr>
              <p14:xfrm>
                <a:off x="8232264" y="5205456"/>
                <a:ext cx="605880" cy="277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8BA2CAA-A11E-01E6-5168-139DCA4D54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96624" y="5169456"/>
                  <a:ext cx="677520" cy="34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90822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B388F-D477-A5AD-03A2-B15517BD3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2B6D01B-979F-BEC5-FB0C-3B357CB03589}"/>
              </a:ext>
            </a:extLst>
          </p:cNvPr>
          <p:cNvSpPr txBox="1"/>
          <p:nvPr/>
        </p:nvSpPr>
        <p:spPr>
          <a:xfrm>
            <a:off x="256032" y="693105"/>
            <a:ext cx="115488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Common enterprise RAG data sources include: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Documents &amp; files</a:t>
            </a:r>
            <a:endParaRPr lang="en-US" sz="2400" u="sng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Office formats: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 Word, Excel, PowerPoint (often converted to Markdown/text 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Wikis/knowledge bases: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 Confluence, Notion, SharePoint, internal wikis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Cloud drives: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 Google Drive, OneDrive, Dropbox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Structured data</a:t>
            </a:r>
            <a:endParaRPr lang="en-US" sz="2400" u="sng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Relational DBs: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 SQLite, Postgres, MySQL, SQL Server, Oracle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Data warehouses: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 Snowflake,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BigQuery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, Redshift — for analytics-heavy queries at larger scale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NoSQL: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 MongoDB, Elasticsearch — common for logs, product catalogs, semi-structured records</a:t>
            </a:r>
          </a:p>
        </p:txBody>
      </p:sp>
    </p:spTree>
    <p:extLst>
      <p:ext uri="{BB962C8B-B14F-4D97-AF65-F5344CB8AC3E}">
        <p14:creationId xmlns:p14="http://schemas.microsoft.com/office/powerpoint/2010/main" val="1497319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418D3-81ED-25AD-40E9-0EB901FAE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3D2581E-F73E-FAEC-D352-F413AB0022AB}"/>
              </a:ext>
            </a:extLst>
          </p:cNvPr>
          <p:cNvSpPr txBox="1"/>
          <p:nvPr/>
        </p:nvSpPr>
        <p:spPr>
          <a:xfrm>
            <a:off x="220144" y="692213"/>
            <a:ext cx="1189634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Common enterprise RAG data sources include: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SaaS/collaboration tools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 (usually pulled via API, not file scan)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Slack/Teams message history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Salesforce, Zendesk, Jira, ServiceNow — support tickets, CRM records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Email (Outlook/Exchange, Gmail) — often the messiest source, needs heavy de-dup/PII filtering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Other</a:t>
            </a:r>
            <a:endParaRPr lang="en-US" sz="2400" u="sng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Web content: intranet sites, public site crawls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Code repos: for engineering-focused assistants (source + commit history)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Audio/video transcripts: call recordings, meeting notes (via a transcription step before chunking)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Scanned/image documents: examples -  pymupdf4llm for no-text-layer PDFs, etc.</a:t>
            </a:r>
          </a:p>
        </p:txBody>
      </p:sp>
    </p:spTree>
    <p:extLst>
      <p:ext uri="{BB962C8B-B14F-4D97-AF65-F5344CB8AC3E}">
        <p14:creationId xmlns:p14="http://schemas.microsoft.com/office/powerpoint/2010/main" val="2081135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15276-1D61-493C-1050-42BFFE542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4B08BB-078C-95ED-6946-0A935218ABFF}"/>
              </a:ext>
            </a:extLst>
          </p:cNvPr>
          <p:cNvSpPr txBox="1"/>
          <p:nvPr/>
        </p:nvSpPr>
        <p:spPr>
          <a:xfrm>
            <a:off x="230632" y="235680"/>
            <a:ext cx="71028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Architecture/Process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A – Ingestion ( Populate The Vector DB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B – Retrieval + Generation ( User Query 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0715B0-38FA-5CF2-0A5D-E66C746A1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556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690DF-BB5A-27B6-C83D-95556FF5F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BF3CD5B-D0F4-9909-05D6-D239545DF24E}"/>
              </a:ext>
            </a:extLst>
          </p:cNvPr>
          <p:cNvSpPr txBox="1"/>
          <p:nvPr/>
        </p:nvSpPr>
        <p:spPr>
          <a:xfrm>
            <a:off x="230632" y="235680"/>
            <a:ext cx="7102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A – Ingestion (Populate The Vector DB)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E4A01-1E5F-3DDD-E92B-98774DDD8E6C}"/>
              </a:ext>
            </a:extLst>
          </p:cNvPr>
          <p:cNvSpPr txBox="1"/>
          <p:nvPr/>
        </p:nvSpPr>
        <p:spPr>
          <a:xfrm>
            <a:off x="2647188" y="1292412"/>
            <a:ext cx="31409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Chunking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 data into small pieces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(chunks)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B8E359-C922-B041-2DCF-E06A091D9950}"/>
              </a:ext>
            </a:extLst>
          </p:cNvPr>
          <p:cNvSpPr txBox="1"/>
          <p:nvPr/>
        </p:nvSpPr>
        <p:spPr>
          <a:xfrm>
            <a:off x="6158484" y="1297770"/>
            <a:ext cx="28483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Embeddings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text into vectors using models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8E3AAF-4EA3-EAE2-3898-1417C899ADBB}"/>
              </a:ext>
            </a:extLst>
          </p:cNvPr>
          <p:cNvSpPr txBox="1"/>
          <p:nvPr/>
        </p:nvSpPr>
        <p:spPr>
          <a:xfrm>
            <a:off x="9075420" y="1246924"/>
            <a:ext cx="29946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Storage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 vectors in a database called Vector DB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(e.g., Pinecone, FAISS, etc.)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872BF6-26E0-F155-74DE-2E7D5AC304EC}"/>
              </a:ext>
            </a:extLst>
          </p:cNvPr>
          <p:cNvSpPr txBox="1"/>
          <p:nvPr/>
        </p:nvSpPr>
        <p:spPr>
          <a:xfrm>
            <a:off x="32004" y="1284839"/>
            <a:ext cx="29809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Data Collection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Collect documents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(PDFs, text, etc.)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066FAF5-B058-6F25-D9BE-0BCFA6CE2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81691889-22AB-ED8F-DCBE-7E5556EE83D3}"/>
              </a:ext>
            </a:extLst>
          </p:cNvPr>
          <p:cNvGrpSpPr/>
          <p:nvPr/>
        </p:nvGrpSpPr>
        <p:grpSpPr>
          <a:xfrm>
            <a:off x="1151784" y="4918176"/>
            <a:ext cx="296640" cy="330120"/>
            <a:chOff x="1151784" y="4918176"/>
            <a:chExt cx="29664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4A63221-98D6-7B3F-E096-669B4766EEFB}"/>
                    </a:ext>
                  </a:extLst>
                </p14:cNvPr>
                <p14:cNvContentPartPr/>
                <p14:nvPr/>
              </p14:nvContentPartPr>
              <p14:xfrm>
                <a:off x="1313784" y="5012496"/>
                <a:ext cx="48240" cy="172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4A63221-98D6-7B3F-E096-669B4766EEF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78051" y="4976571"/>
                  <a:ext cx="119349" cy="2439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BD5B242-F351-27FE-1CE0-89729C05CEEB}"/>
                    </a:ext>
                  </a:extLst>
                </p14:cNvPr>
                <p14:cNvContentPartPr/>
                <p14:nvPr/>
              </p14:nvContentPartPr>
              <p14:xfrm>
                <a:off x="1151784" y="4918176"/>
                <a:ext cx="296640" cy="330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BD5B242-F351-27FE-1CE0-89729C05CEE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15784" y="4882176"/>
                  <a:ext cx="368280" cy="40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6AFE0D5-7431-D99D-3F25-E60889713D3D}"/>
              </a:ext>
            </a:extLst>
          </p:cNvPr>
          <p:cNvGrpSpPr/>
          <p:nvPr/>
        </p:nvGrpSpPr>
        <p:grpSpPr>
          <a:xfrm>
            <a:off x="2446344" y="4818096"/>
            <a:ext cx="284760" cy="228240"/>
            <a:chOff x="2446344" y="4818096"/>
            <a:chExt cx="284760" cy="2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C97284A-9824-9EE2-C83A-B38793160D45}"/>
                    </a:ext>
                  </a:extLst>
                </p14:cNvPr>
                <p14:cNvContentPartPr/>
                <p14:nvPr/>
              </p14:nvContentPartPr>
              <p14:xfrm>
                <a:off x="2544984" y="4888656"/>
                <a:ext cx="153720" cy="104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C97284A-9824-9EE2-C83A-B38793160D4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08984" y="4852656"/>
                  <a:ext cx="2253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FF66879-5046-ABB0-AEC2-63A88D7261C1}"/>
                    </a:ext>
                  </a:extLst>
                </p14:cNvPr>
                <p14:cNvContentPartPr/>
                <p14:nvPr/>
              </p14:nvContentPartPr>
              <p14:xfrm>
                <a:off x="2446344" y="4818096"/>
                <a:ext cx="284760" cy="228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FF66879-5046-ABB0-AEC2-63A88D7261C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10344" y="4782096"/>
                  <a:ext cx="356400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113754-F093-1A54-E8AE-4750C97A2846}"/>
              </a:ext>
            </a:extLst>
          </p:cNvPr>
          <p:cNvGrpSpPr/>
          <p:nvPr/>
        </p:nvGrpSpPr>
        <p:grpSpPr>
          <a:xfrm>
            <a:off x="3546144" y="4783536"/>
            <a:ext cx="371520" cy="278640"/>
            <a:chOff x="3546144" y="4783536"/>
            <a:chExt cx="37152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420A0EC-D58F-C2C8-8BDF-1F7D83FB936F}"/>
                    </a:ext>
                  </a:extLst>
                </p14:cNvPr>
                <p14:cNvContentPartPr/>
                <p14:nvPr/>
              </p14:nvContentPartPr>
              <p14:xfrm>
                <a:off x="3672144" y="4865256"/>
                <a:ext cx="166320" cy="131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420A0EC-D58F-C2C8-8BDF-1F7D83FB936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36144" y="4829256"/>
                  <a:ext cx="2379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5EA78E1-E035-003B-549B-85801DDD0A28}"/>
                    </a:ext>
                  </a:extLst>
                </p14:cNvPr>
                <p14:cNvContentPartPr/>
                <p14:nvPr/>
              </p14:nvContentPartPr>
              <p14:xfrm>
                <a:off x="3546144" y="4783536"/>
                <a:ext cx="371520" cy="278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5EA78E1-E035-003B-549B-85801DDD0A2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10109" y="4747489"/>
                  <a:ext cx="443229" cy="35037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6238F50-C49D-1CC3-C896-301C09061960}"/>
              </a:ext>
            </a:extLst>
          </p:cNvPr>
          <p:cNvGrpSpPr/>
          <p:nvPr/>
        </p:nvGrpSpPr>
        <p:grpSpPr>
          <a:xfrm>
            <a:off x="4928904" y="5097456"/>
            <a:ext cx="330120" cy="320400"/>
            <a:chOff x="4928904" y="5097456"/>
            <a:chExt cx="33012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8A832EC-49DD-E286-D542-A50EAA079166}"/>
                    </a:ext>
                  </a:extLst>
                </p14:cNvPr>
                <p14:cNvContentPartPr/>
                <p14:nvPr/>
              </p14:nvContentPartPr>
              <p14:xfrm>
                <a:off x="5025024" y="5169816"/>
                <a:ext cx="97920" cy="189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8A832EC-49DD-E286-D542-A50EAA07916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989024" y="5133747"/>
                  <a:ext cx="169560" cy="2611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03BC820-7D67-565B-28B6-282CA0EAC828}"/>
                    </a:ext>
                  </a:extLst>
                </p14:cNvPr>
                <p14:cNvContentPartPr/>
                <p14:nvPr/>
              </p14:nvContentPartPr>
              <p14:xfrm>
                <a:off x="4928904" y="5097456"/>
                <a:ext cx="330120" cy="320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03BC820-7D67-565B-28B6-282CA0EAC82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892904" y="5061456"/>
                  <a:ext cx="401760" cy="392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21953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97937-FB0C-843B-C0E8-D7DB98614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A72543D-436C-BCE9-6AF6-0A91EACFD62E}"/>
              </a:ext>
            </a:extLst>
          </p:cNvPr>
          <p:cNvSpPr txBox="1"/>
          <p:nvPr/>
        </p:nvSpPr>
        <p:spPr>
          <a:xfrm>
            <a:off x="230632" y="235680"/>
            <a:ext cx="7102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A – Ingestion (Populate The Vector DB)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E25B8-CDC8-2860-F7D2-301AF4ADB917}"/>
              </a:ext>
            </a:extLst>
          </p:cNvPr>
          <p:cNvSpPr txBox="1"/>
          <p:nvPr/>
        </p:nvSpPr>
        <p:spPr>
          <a:xfrm>
            <a:off x="2647188" y="1292412"/>
            <a:ext cx="31409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Chunking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 data into small pieces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(chunks)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E22A7C-74FE-6BFE-D87A-FA8892866F33}"/>
              </a:ext>
            </a:extLst>
          </p:cNvPr>
          <p:cNvSpPr txBox="1"/>
          <p:nvPr/>
        </p:nvSpPr>
        <p:spPr>
          <a:xfrm>
            <a:off x="6158484" y="1297770"/>
            <a:ext cx="28483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Embeddings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text into vectors using models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0AF671-14D3-0538-C674-F97494D4A63A}"/>
              </a:ext>
            </a:extLst>
          </p:cNvPr>
          <p:cNvSpPr txBox="1"/>
          <p:nvPr/>
        </p:nvSpPr>
        <p:spPr>
          <a:xfrm>
            <a:off x="9075420" y="1246924"/>
            <a:ext cx="29946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Storage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 vectors in a database called Vector DB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(e.g., Pinecone, FAISS, etc.)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5BE0A7-F50E-9994-E631-6C1CACF7AAFF}"/>
              </a:ext>
            </a:extLst>
          </p:cNvPr>
          <p:cNvSpPr txBox="1"/>
          <p:nvPr/>
        </p:nvSpPr>
        <p:spPr>
          <a:xfrm>
            <a:off x="32004" y="1284839"/>
            <a:ext cx="29809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Data Collection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Collect documents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(PDFs, text, etc.)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80C39-0C09-DA17-D043-DD05C1E722B3}"/>
              </a:ext>
            </a:extLst>
          </p:cNvPr>
          <p:cNvSpPr/>
          <p:nvPr/>
        </p:nvSpPr>
        <p:spPr>
          <a:xfrm>
            <a:off x="148336" y="2678407"/>
            <a:ext cx="2416556" cy="3758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Loxford company has headquarter in Texas. </a:t>
            </a:r>
          </a:p>
          <a:p>
            <a:r>
              <a:rPr lang="en-US" dirty="0"/>
              <a:t>It has 30,000 employees.</a:t>
            </a:r>
          </a:p>
          <a:p>
            <a:r>
              <a:rPr lang="en-US" dirty="0"/>
              <a:t>Over the year company revenue has grown from 2K to 3M.</a:t>
            </a:r>
          </a:p>
          <a:p>
            <a:r>
              <a:rPr lang="en-US" dirty="0"/>
              <a:t>………..</a:t>
            </a:r>
          </a:p>
          <a:p>
            <a:r>
              <a:rPr lang="en-US" dirty="0"/>
              <a:t>The company is known for making all kind of software tools for constructions.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39D878-E9A7-5257-1C24-F41154031AC7}"/>
              </a:ext>
            </a:extLst>
          </p:cNvPr>
          <p:cNvSpPr/>
          <p:nvPr/>
        </p:nvSpPr>
        <p:spPr>
          <a:xfrm>
            <a:off x="3009392" y="2561420"/>
            <a:ext cx="2714752" cy="668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Loxford company has headquarter in Texas.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29C187-ECE6-B973-A921-0397E37ACF4D}"/>
              </a:ext>
            </a:extLst>
          </p:cNvPr>
          <p:cNvSpPr/>
          <p:nvPr/>
        </p:nvSpPr>
        <p:spPr>
          <a:xfrm>
            <a:off x="3009392" y="3483062"/>
            <a:ext cx="2714752" cy="5648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It has 30,000 employees.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4AD671-F7BB-A219-1183-89217A0EE48E}"/>
              </a:ext>
            </a:extLst>
          </p:cNvPr>
          <p:cNvSpPr/>
          <p:nvPr/>
        </p:nvSpPr>
        <p:spPr>
          <a:xfrm>
            <a:off x="3009392" y="4205966"/>
            <a:ext cx="2714752" cy="10828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Over the year company revenue has grown from 2K to 3M.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D82E5B-73BE-7207-7A7F-E10E9BFB1DC8}"/>
              </a:ext>
            </a:extLst>
          </p:cNvPr>
          <p:cNvSpPr/>
          <p:nvPr/>
        </p:nvSpPr>
        <p:spPr>
          <a:xfrm>
            <a:off x="3009392" y="5760720"/>
            <a:ext cx="2879344" cy="9460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The company is known for making all kind of software tools for constructions.</a:t>
            </a:r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F40F0B-626F-3802-6388-73AC0A33C16A}"/>
              </a:ext>
            </a:extLst>
          </p:cNvPr>
          <p:cNvSpPr/>
          <p:nvPr/>
        </p:nvSpPr>
        <p:spPr>
          <a:xfrm>
            <a:off x="6225286" y="2544037"/>
            <a:ext cx="2714752" cy="668297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(0.001, 0.4, -1.2, …)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9969F4-40AC-5FCD-23AB-2F3A7C710BB8}"/>
              </a:ext>
            </a:extLst>
          </p:cNvPr>
          <p:cNvSpPr/>
          <p:nvPr/>
        </p:nvSpPr>
        <p:spPr>
          <a:xfrm>
            <a:off x="6225286" y="3396051"/>
            <a:ext cx="2714752" cy="56486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(0.45, 0.1, -1.8, …)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F3A973-E1BD-7450-9096-C695DEF0FC03}"/>
              </a:ext>
            </a:extLst>
          </p:cNvPr>
          <p:cNvSpPr/>
          <p:nvPr/>
        </p:nvSpPr>
        <p:spPr>
          <a:xfrm>
            <a:off x="6225286" y="4144632"/>
            <a:ext cx="2714752" cy="108282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(0.34, 0.94, 0.63, …)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92CFF50-C78D-0752-F2D6-6E57F9A18D23}"/>
              </a:ext>
            </a:extLst>
          </p:cNvPr>
          <p:cNvSpPr/>
          <p:nvPr/>
        </p:nvSpPr>
        <p:spPr>
          <a:xfrm>
            <a:off x="6196076" y="5760720"/>
            <a:ext cx="2879344" cy="946097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(0.77, 0.82, 1.8, …)</a:t>
            </a:r>
            <a:endParaRPr lang="en-IN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3729184-6254-7DDA-6D50-F0264A28C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833" y="3537536"/>
            <a:ext cx="1057130" cy="133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522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8BF28-BE79-4111-F78E-7C4878E97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E6180D9-ED27-D32C-D3FD-6504458B3F17}"/>
              </a:ext>
            </a:extLst>
          </p:cNvPr>
          <p:cNvSpPr txBox="1"/>
          <p:nvPr/>
        </p:nvSpPr>
        <p:spPr>
          <a:xfrm>
            <a:off x="230632" y="244824"/>
            <a:ext cx="638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B - Retrieval (User Query 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6ACF8D-D627-B5DA-F4C2-95A80F48DF8E}"/>
              </a:ext>
            </a:extLst>
          </p:cNvPr>
          <p:cNvSpPr txBox="1"/>
          <p:nvPr/>
        </p:nvSpPr>
        <p:spPr>
          <a:xfrm>
            <a:off x="123444" y="756934"/>
            <a:ext cx="394563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Retrieval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user asks a question (query):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query into vector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similar data from Vector DB  (AKA context)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896540-ACCD-5CA3-2338-9F73D339010D}"/>
              </a:ext>
            </a:extLst>
          </p:cNvPr>
          <p:cNvSpPr txBox="1"/>
          <p:nvPr/>
        </p:nvSpPr>
        <p:spPr>
          <a:xfrm>
            <a:off x="4671648" y="241084"/>
            <a:ext cx="7371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Query: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founded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?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Ranked Results From </a:t>
            </a:r>
            <a:r>
              <a:rPr lang="en-US" sz="2000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VectorDB</a:t>
            </a:r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(Similar data):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Founder of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are living in Moscow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Ms. Lomax and Mr. Thomas founded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in 2018 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One of the founders of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went to MIT.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7EEF47-02F6-30D8-0246-68D223BF5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25897B4-AA18-CAB3-4D82-7B111CA2F988}"/>
              </a:ext>
            </a:extLst>
          </p:cNvPr>
          <p:cNvGrpSpPr/>
          <p:nvPr/>
        </p:nvGrpSpPr>
        <p:grpSpPr>
          <a:xfrm>
            <a:off x="4525344" y="4014576"/>
            <a:ext cx="426960" cy="446040"/>
            <a:chOff x="4525344" y="4014576"/>
            <a:chExt cx="42696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32BB86C-81A4-C4E1-06CE-114CDBC8D8F1}"/>
                    </a:ext>
                  </a:extLst>
                </p14:cNvPr>
                <p14:cNvContentPartPr/>
                <p14:nvPr/>
              </p14:nvContentPartPr>
              <p14:xfrm>
                <a:off x="4723344" y="4114656"/>
                <a:ext cx="20520" cy="219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32BB86C-81A4-C4E1-06CE-114CDBC8D8F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87704" y="4078656"/>
                  <a:ext cx="921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2770B5-EE87-5A70-5308-8C732E9D00F9}"/>
                    </a:ext>
                  </a:extLst>
                </p14:cNvPr>
                <p14:cNvContentPartPr/>
                <p14:nvPr/>
              </p14:nvContentPartPr>
              <p14:xfrm>
                <a:off x="4525344" y="4014576"/>
                <a:ext cx="426960" cy="446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82770B5-EE87-5A70-5308-8C732E9D00F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89704" y="3978576"/>
                  <a:ext cx="498600" cy="51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A93FA9-9F84-AA4E-07CF-F5896492D76D}"/>
              </a:ext>
            </a:extLst>
          </p:cNvPr>
          <p:cNvGrpSpPr/>
          <p:nvPr/>
        </p:nvGrpSpPr>
        <p:grpSpPr>
          <a:xfrm>
            <a:off x="9099504" y="4117896"/>
            <a:ext cx="570240" cy="421560"/>
            <a:chOff x="9099504" y="4117896"/>
            <a:chExt cx="57024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B48F6FE-DC32-7857-78CA-2F263F92CBD3}"/>
                    </a:ext>
                  </a:extLst>
                </p14:cNvPr>
                <p14:cNvContentPartPr/>
                <p14:nvPr/>
              </p14:nvContentPartPr>
              <p14:xfrm>
                <a:off x="9231984" y="4248936"/>
                <a:ext cx="271080" cy="195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B48F6FE-DC32-7857-78CA-2F263F92CBD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195984" y="4213296"/>
                  <a:ext cx="3427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0C51FCE-F209-60E1-E509-4D547D169F34}"/>
                    </a:ext>
                  </a:extLst>
                </p14:cNvPr>
                <p14:cNvContentPartPr/>
                <p14:nvPr/>
              </p14:nvContentPartPr>
              <p14:xfrm>
                <a:off x="9099504" y="4117896"/>
                <a:ext cx="570240" cy="421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0C51FCE-F209-60E1-E509-4D547D169F3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63504" y="4081896"/>
                  <a:ext cx="641880" cy="493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3086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58E12-6F93-E240-774F-5368D8431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A503C88-72C5-56FC-55E6-662F0C303337}"/>
              </a:ext>
            </a:extLst>
          </p:cNvPr>
          <p:cNvSpPr txBox="1"/>
          <p:nvPr/>
        </p:nvSpPr>
        <p:spPr>
          <a:xfrm>
            <a:off x="230632" y="244824"/>
            <a:ext cx="638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B ( User Query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1187CD-6660-F887-DD86-F48A37338FE6}"/>
              </a:ext>
            </a:extLst>
          </p:cNvPr>
          <p:cNvSpPr txBox="1"/>
          <p:nvPr/>
        </p:nvSpPr>
        <p:spPr>
          <a:xfrm>
            <a:off x="260604" y="872020"/>
            <a:ext cx="58353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Generation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 (retrieved data + question = prompt) to LLM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generates final answer and sends it to user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456144-71CC-F880-5332-DAB155BD3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2A2810F-4EF1-427B-0253-3EE282414154}"/>
              </a:ext>
            </a:extLst>
          </p:cNvPr>
          <p:cNvGrpSpPr/>
          <p:nvPr/>
        </p:nvGrpSpPr>
        <p:grpSpPr>
          <a:xfrm>
            <a:off x="4525344" y="4014576"/>
            <a:ext cx="426960" cy="446040"/>
            <a:chOff x="4525344" y="4014576"/>
            <a:chExt cx="42696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568B6B6-B837-4E62-1FC3-78ED9A5A2603}"/>
                    </a:ext>
                  </a:extLst>
                </p14:cNvPr>
                <p14:cNvContentPartPr/>
                <p14:nvPr/>
              </p14:nvContentPartPr>
              <p14:xfrm>
                <a:off x="4723344" y="4114656"/>
                <a:ext cx="20520" cy="219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568B6B6-B837-4E62-1FC3-78ED9A5A260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86701" y="4078656"/>
                  <a:ext cx="93439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B4A3E74-7065-F22C-5378-41B432DF1D05}"/>
                    </a:ext>
                  </a:extLst>
                </p14:cNvPr>
                <p14:cNvContentPartPr/>
                <p14:nvPr/>
              </p14:nvContentPartPr>
              <p14:xfrm>
                <a:off x="4525344" y="4014576"/>
                <a:ext cx="426960" cy="446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B4A3E74-7065-F22C-5378-41B432DF1D0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89344" y="3978605"/>
                  <a:ext cx="498600" cy="51762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83AC4C4-8F7E-FD67-A206-7F1513514E1F}"/>
              </a:ext>
            </a:extLst>
          </p:cNvPr>
          <p:cNvGrpSpPr/>
          <p:nvPr/>
        </p:nvGrpSpPr>
        <p:grpSpPr>
          <a:xfrm>
            <a:off x="9099504" y="4117896"/>
            <a:ext cx="570240" cy="421560"/>
            <a:chOff x="9099504" y="4117896"/>
            <a:chExt cx="57024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50878C0-3674-E80D-9BC2-C0AE41A81D98}"/>
                    </a:ext>
                  </a:extLst>
                </p14:cNvPr>
                <p14:cNvContentPartPr/>
                <p14:nvPr/>
              </p14:nvContentPartPr>
              <p14:xfrm>
                <a:off x="9231984" y="4248936"/>
                <a:ext cx="271080" cy="195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50878C0-3674-E80D-9BC2-C0AE41A81D9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195984" y="4212869"/>
                  <a:ext cx="342720" cy="2668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B4A2D45-CE2B-5C6D-7586-F94624EBBFFF}"/>
                    </a:ext>
                  </a:extLst>
                </p14:cNvPr>
                <p14:cNvContentPartPr/>
                <p14:nvPr/>
              </p14:nvContentPartPr>
              <p14:xfrm>
                <a:off x="9099504" y="4117896"/>
                <a:ext cx="570240" cy="421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B4A2D45-CE2B-5C6D-7586-F94624EBBFF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63527" y="4081927"/>
                  <a:ext cx="641835" cy="493139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DC378FD-2B37-A022-B9F2-7ABE2E0E7635}"/>
              </a:ext>
            </a:extLst>
          </p:cNvPr>
          <p:cNvSpPr txBox="1"/>
          <p:nvPr/>
        </p:nvSpPr>
        <p:spPr>
          <a:xfrm>
            <a:off x="6368796" y="270074"/>
            <a:ext cx="5033772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PROMPT: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Answer ONLY from the context.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</a:t>
            </a:r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Context: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context_from_VectorDB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Question: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user_query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B05F8E8-E204-5B72-1101-7FCA6BC2D8F6}"/>
              </a:ext>
            </a:extLst>
          </p:cNvPr>
          <p:cNvGrpSpPr/>
          <p:nvPr/>
        </p:nvGrpSpPr>
        <p:grpSpPr>
          <a:xfrm>
            <a:off x="6053184" y="2071296"/>
            <a:ext cx="816480" cy="617400"/>
            <a:chOff x="6053184" y="2071296"/>
            <a:chExt cx="816480" cy="61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29A4D36-14E8-8FF8-FF46-E3C1D604F18A}"/>
                    </a:ext>
                  </a:extLst>
                </p14:cNvPr>
                <p14:cNvContentPartPr/>
                <p14:nvPr/>
              </p14:nvContentPartPr>
              <p14:xfrm>
                <a:off x="6053184" y="2148696"/>
                <a:ext cx="804240" cy="540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29A4D36-14E8-8FF8-FF46-E3C1D604F18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35184" y="2131056"/>
                  <a:ext cx="83988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7902D1D-1207-242A-7166-537C47EB8E5F}"/>
                    </a:ext>
                  </a:extLst>
                </p14:cNvPr>
                <p14:cNvContentPartPr/>
                <p14:nvPr/>
              </p14:nvContentPartPr>
              <p14:xfrm>
                <a:off x="6730704" y="2071296"/>
                <a:ext cx="138960" cy="179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7902D1D-1207-242A-7166-537C47EB8E5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12704" y="2053656"/>
                  <a:ext cx="174600" cy="21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65DF8AC-65A8-965E-216A-4A0D79F89FA1}"/>
                  </a:ext>
                </a:extLst>
              </p14:cNvPr>
              <p14:cNvContentPartPr/>
              <p14:nvPr/>
            </p14:nvContentPartPr>
            <p14:xfrm>
              <a:off x="9089064" y="1669896"/>
              <a:ext cx="1811160" cy="3917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65DF8AC-65A8-965E-216A-4A0D79F89FA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71424" y="1651896"/>
                <a:ext cx="1846800" cy="395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7545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CB0ED-A7C4-4336-9593-4893F1C09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5F3A76-7918-C645-690E-59D5B5DEEB52}"/>
              </a:ext>
            </a:extLst>
          </p:cNvPr>
          <p:cNvSpPr txBox="1"/>
          <p:nvPr/>
        </p:nvSpPr>
        <p:spPr>
          <a:xfrm>
            <a:off x="230632" y="1168368"/>
            <a:ext cx="4332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passed to LLM: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51609-991D-B446-DA78-61E2C8FD389A}"/>
              </a:ext>
            </a:extLst>
          </p:cNvPr>
          <p:cNvSpPr txBox="1"/>
          <p:nvPr/>
        </p:nvSpPr>
        <p:spPr>
          <a:xfrm>
            <a:off x="2196288" y="2091912"/>
            <a:ext cx="9856520" cy="3211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PROMPT: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Answer ONLY from the context. Do NOT make </a:t>
            </a:r>
            <a:r>
              <a:rPr lang="en-US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up answers.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</a:t>
            </a:r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Context: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Founders of Loxford Academy are living in Moscow. It is cold there.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2) Ms. Lomax and Mr. Thomas created this academy in 2018.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3) One of the founders of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went to MIT.</a:t>
            </a: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Question: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founded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6226C9-8FE3-16EF-FD75-6AAF3A3C1016}"/>
              </a:ext>
            </a:extLst>
          </p:cNvPr>
          <p:cNvSpPr txBox="1"/>
          <p:nvPr/>
        </p:nvSpPr>
        <p:spPr>
          <a:xfrm>
            <a:off x="250296" y="254656"/>
            <a:ext cx="37470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B ( User Query ):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Generation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78FF5A6-5C38-2029-9408-E47A0694BFE9}"/>
              </a:ext>
            </a:extLst>
          </p:cNvPr>
          <p:cNvGrpSpPr/>
          <p:nvPr/>
        </p:nvGrpSpPr>
        <p:grpSpPr>
          <a:xfrm>
            <a:off x="362304" y="3098016"/>
            <a:ext cx="2627280" cy="1558440"/>
            <a:chOff x="362304" y="3098016"/>
            <a:chExt cx="2627280" cy="155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C82B963-2332-317A-0C55-B198559155B5}"/>
                    </a:ext>
                  </a:extLst>
                </p14:cNvPr>
                <p14:cNvContentPartPr/>
                <p14:nvPr/>
              </p14:nvContentPartPr>
              <p14:xfrm>
                <a:off x="2801664" y="3183336"/>
                <a:ext cx="187920" cy="1161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C82B963-2332-317A-0C55-B198559155B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66024" y="3147336"/>
                  <a:ext cx="259560" cy="12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E9F6F3F-2AAE-0C69-309B-AA7DAF270948}"/>
                    </a:ext>
                  </a:extLst>
                </p14:cNvPr>
                <p14:cNvContentPartPr/>
                <p14:nvPr/>
              </p14:nvContentPartPr>
              <p14:xfrm>
                <a:off x="2395224" y="3706776"/>
                <a:ext cx="383760" cy="66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E9F6F3F-2AAE-0C69-309B-AA7DAF27094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59224" y="3670776"/>
                  <a:ext cx="4554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99445E6-73F2-E169-2CA9-81267FDD4C94}"/>
                    </a:ext>
                  </a:extLst>
                </p14:cNvPr>
                <p14:cNvContentPartPr/>
                <p14:nvPr/>
              </p14:nvContentPartPr>
              <p14:xfrm>
                <a:off x="2279304" y="3690576"/>
                <a:ext cx="183960" cy="155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99445E6-73F2-E169-2CA9-81267FDD4C9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43304" y="3654936"/>
                  <a:ext cx="2556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99F1639-AE1D-F1A0-1EFC-C3156DDA2E29}"/>
                    </a:ext>
                  </a:extLst>
                </p14:cNvPr>
                <p14:cNvContentPartPr/>
                <p14:nvPr/>
              </p14:nvContentPartPr>
              <p14:xfrm>
                <a:off x="391104" y="3425976"/>
                <a:ext cx="76320" cy="231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99F1639-AE1D-F1A0-1EFC-C3156DDA2E2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5104" y="3389976"/>
                  <a:ext cx="1479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AF84E47-4CB8-EF41-6806-7A604A210A73}"/>
                    </a:ext>
                  </a:extLst>
                </p14:cNvPr>
                <p14:cNvContentPartPr/>
                <p14:nvPr/>
              </p14:nvContentPartPr>
              <p14:xfrm>
                <a:off x="362304" y="3324096"/>
                <a:ext cx="316080" cy="300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AF84E47-4CB8-EF41-6806-7A604A210A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6664" y="3288096"/>
                  <a:ext cx="3877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28DF1B6-93BD-A9AE-BB93-26D85585BA77}"/>
                    </a:ext>
                  </a:extLst>
                </p14:cNvPr>
                <p14:cNvContentPartPr/>
                <p14:nvPr/>
              </p14:nvContentPartPr>
              <p14:xfrm>
                <a:off x="693144" y="3494016"/>
                <a:ext cx="161280" cy="143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28DF1B6-93BD-A9AE-BB93-26D85585BA7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7504" y="3458016"/>
                  <a:ext cx="2329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943413-93FC-4B4D-DB2E-A8DE254A42F8}"/>
                    </a:ext>
                  </a:extLst>
                </p14:cNvPr>
                <p14:cNvContentPartPr/>
                <p14:nvPr/>
              </p14:nvContentPartPr>
              <p14:xfrm>
                <a:off x="826704" y="3269736"/>
                <a:ext cx="244080" cy="335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943413-93FC-4B4D-DB2E-A8DE254A42F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90704" y="3233736"/>
                  <a:ext cx="3157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2763F38-BE20-8B20-90A2-F80937EF6828}"/>
                    </a:ext>
                  </a:extLst>
                </p14:cNvPr>
                <p14:cNvContentPartPr/>
                <p14:nvPr/>
              </p14:nvContentPartPr>
              <p14:xfrm>
                <a:off x="908424" y="3458016"/>
                <a:ext cx="65880" cy="60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2763F38-BE20-8B20-90A2-F80937EF682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72424" y="3422016"/>
                  <a:ext cx="137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657A6FA-7F87-DC7A-84F6-9F1F661FC7D3}"/>
                    </a:ext>
                  </a:extLst>
                </p14:cNvPr>
                <p14:cNvContentPartPr/>
                <p14:nvPr/>
              </p14:nvContentPartPr>
              <p14:xfrm>
                <a:off x="1050264" y="3431016"/>
                <a:ext cx="148680" cy="147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657A6FA-7F87-DC7A-84F6-9F1F661FC7D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14264" y="3395376"/>
                  <a:ext cx="2203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3884CEA-24FF-F296-4948-037B5877B4D9}"/>
                    </a:ext>
                  </a:extLst>
                </p14:cNvPr>
                <p14:cNvContentPartPr/>
                <p14:nvPr/>
              </p14:nvContentPartPr>
              <p14:xfrm>
                <a:off x="1304424" y="3388536"/>
                <a:ext cx="67680" cy="129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3884CEA-24FF-F296-4948-037B5877B4D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68424" y="3352536"/>
                  <a:ext cx="1393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602E721-69BB-30EF-F166-7E4E364366FB}"/>
                    </a:ext>
                  </a:extLst>
                </p14:cNvPr>
                <p14:cNvContentPartPr/>
                <p14:nvPr/>
              </p14:nvContentPartPr>
              <p14:xfrm>
                <a:off x="1284264" y="3279096"/>
                <a:ext cx="7560" cy="20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602E721-69BB-30EF-F166-7E4E364366F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48624" y="3243096"/>
                  <a:ext cx="79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F56A54-9D9C-582B-81A2-267206FFF882}"/>
                    </a:ext>
                  </a:extLst>
                </p14:cNvPr>
                <p14:cNvContentPartPr/>
                <p14:nvPr/>
              </p14:nvContentPartPr>
              <p14:xfrm>
                <a:off x="1455984" y="3369096"/>
                <a:ext cx="126000" cy="132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F56A54-9D9C-582B-81A2-267206FFF88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20344" y="3333456"/>
                  <a:ext cx="1976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F610121-EA56-78C3-2837-238E3CCE8DAE}"/>
                    </a:ext>
                  </a:extLst>
                </p14:cNvPr>
                <p14:cNvContentPartPr/>
                <p14:nvPr/>
              </p14:nvContentPartPr>
              <p14:xfrm>
                <a:off x="1573704" y="3308976"/>
                <a:ext cx="137880" cy="178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F610121-EA56-78C3-2837-238E3CCE8DA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38064" y="3273336"/>
                  <a:ext cx="2095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246B1A1-B9F4-A6A3-FE3B-078F2B446816}"/>
                    </a:ext>
                  </a:extLst>
                </p14:cNvPr>
                <p14:cNvContentPartPr/>
                <p14:nvPr/>
              </p14:nvContentPartPr>
              <p14:xfrm>
                <a:off x="1793304" y="3323736"/>
                <a:ext cx="102960" cy="134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246B1A1-B9F4-A6A3-FE3B-078F2B44681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57304" y="3287736"/>
                  <a:ext cx="1746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9D85151-68E2-1F0A-AF62-5DEDD44AD94E}"/>
                    </a:ext>
                  </a:extLst>
                </p14:cNvPr>
                <p14:cNvContentPartPr/>
                <p14:nvPr/>
              </p14:nvContentPartPr>
              <p14:xfrm>
                <a:off x="1957104" y="3098016"/>
                <a:ext cx="167040" cy="322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9D85151-68E2-1F0A-AF62-5DEDD44AD94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21464" y="3062016"/>
                  <a:ext cx="23868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2EE2C96-5722-A87F-C261-5501192DFC6F}"/>
                    </a:ext>
                  </a:extLst>
                </p14:cNvPr>
                <p14:cNvContentPartPr/>
                <p14:nvPr/>
              </p14:nvContentPartPr>
              <p14:xfrm>
                <a:off x="545184" y="3816216"/>
                <a:ext cx="149760" cy="438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2EE2C96-5722-A87F-C261-5501192DFC6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9544" y="3780216"/>
                  <a:ext cx="22140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7BA3AFD-C323-D4AA-6C01-8949D967570B}"/>
                    </a:ext>
                  </a:extLst>
                </p14:cNvPr>
                <p14:cNvContentPartPr/>
                <p14:nvPr/>
              </p14:nvContentPartPr>
              <p14:xfrm>
                <a:off x="572904" y="3995136"/>
                <a:ext cx="145800" cy="79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7BA3AFD-C323-D4AA-6C01-8949D967570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7264" y="3959136"/>
                  <a:ext cx="2174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63E209B-E871-179F-6E9B-5327F03ED457}"/>
                    </a:ext>
                  </a:extLst>
                </p14:cNvPr>
                <p14:cNvContentPartPr/>
                <p14:nvPr/>
              </p14:nvContentPartPr>
              <p14:xfrm>
                <a:off x="747504" y="3882456"/>
                <a:ext cx="183600" cy="177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63E209B-E871-179F-6E9B-5327F03ED45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1504" y="3846456"/>
                  <a:ext cx="2552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4898D72-C0B8-7451-06C4-9F83818DAB6A}"/>
                    </a:ext>
                  </a:extLst>
                </p14:cNvPr>
                <p14:cNvContentPartPr/>
                <p14:nvPr/>
              </p14:nvContentPartPr>
              <p14:xfrm>
                <a:off x="987984" y="3894336"/>
                <a:ext cx="106920" cy="115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4898D72-C0B8-7451-06C4-9F83818DAB6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2344" y="3858336"/>
                  <a:ext cx="178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3E793B8-2F77-0708-009B-7551BEFDFA41}"/>
                    </a:ext>
                  </a:extLst>
                </p14:cNvPr>
                <p14:cNvContentPartPr/>
                <p14:nvPr/>
              </p14:nvContentPartPr>
              <p14:xfrm>
                <a:off x="1158624" y="3792816"/>
                <a:ext cx="322920" cy="184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3E793B8-2F77-0708-009B-7551BEFDFA4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2624" y="3756816"/>
                  <a:ext cx="3945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CE9355F-8F9F-221D-DE7F-82E9E0BF2D5D}"/>
                    </a:ext>
                  </a:extLst>
                </p14:cNvPr>
                <p14:cNvContentPartPr/>
                <p14:nvPr/>
              </p14:nvContentPartPr>
              <p14:xfrm>
                <a:off x="546984" y="4371336"/>
                <a:ext cx="208080" cy="285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CE9355F-8F9F-221D-DE7F-82E9E0BF2D5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0984" y="4335696"/>
                  <a:ext cx="2797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4CA0955-5757-7559-5A6E-C9A4669959F9}"/>
                    </a:ext>
                  </a:extLst>
                </p14:cNvPr>
                <p14:cNvContentPartPr/>
                <p14:nvPr/>
              </p14:nvContentPartPr>
              <p14:xfrm>
                <a:off x="878904" y="4427856"/>
                <a:ext cx="118080" cy="161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4CA0955-5757-7559-5A6E-C9A4669959F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2904" y="4391856"/>
                  <a:ext cx="1897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BCF9887-3560-FC74-F060-1C09B3680289}"/>
                    </a:ext>
                  </a:extLst>
                </p14:cNvPr>
                <p14:cNvContentPartPr/>
                <p14:nvPr/>
              </p14:nvContentPartPr>
              <p14:xfrm>
                <a:off x="1071144" y="4406256"/>
                <a:ext cx="153360" cy="163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BCF9887-3560-FC74-F060-1C09B368028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5504" y="4370616"/>
                  <a:ext cx="2250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1E5EDDA-6725-F203-E0A7-3BFB394DB165}"/>
                    </a:ext>
                  </a:extLst>
                </p14:cNvPr>
                <p14:cNvContentPartPr/>
                <p14:nvPr/>
              </p14:nvContentPartPr>
              <p14:xfrm>
                <a:off x="1209744" y="4202136"/>
                <a:ext cx="86040" cy="319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1E5EDDA-6725-F203-E0A7-3BFB394DB16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73744" y="4166136"/>
                  <a:ext cx="15768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1A7495-81FA-598D-A6C5-FFBCCC88680F}"/>
                    </a:ext>
                  </a:extLst>
                </p14:cNvPr>
                <p14:cNvContentPartPr/>
                <p14:nvPr/>
              </p14:nvContentPartPr>
              <p14:xfrm>
                <a:off x="1204704" y="4345776"/>
                <a:ext cx="252720" cy="111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1A7495-81FA-598D-A6C5-FFBCCC88680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68704" y="4310136"/>
                  <a:ext cx="324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E5B1FFA-7917-C9EC-AE22-FC69C936B644}"/>
                    </a:ext>
                  </a:extLst>
                </p14:cNvPr>
                <p14:cNvContentPartPr/>
                <p14:nvPr/>
              </p14:nvContentPartPr>
              <p14:xfrm>
                <a:off x="1448424" y="4311936"/>
                <a:ext cx="148320" cy="127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E5B1FFA-7917-C9EC-AE22-FC69C936B64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12784" y="4276296"/>
                  <a:ext cx="2199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E9A95FD-234C-2CB0-4E4D-C958B041F484}"/>
                    </a:ext>
                  </a:extLst>
                </p14:cNvPr>
                <p14:cNvContentPartPr/>
                <p14:nvPr/>
              </p14:nvContentPartPr>
              <p14:xfrm>
                <a:off x="1813824" y="4127616"/>
                <a:ext cx="264600" cy="237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E9A95FD-234C-2CB0-4E4D-C958B041F48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78184" y="4091976"/>
                  <a:ext cx="3362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4E42A84-CA86-3398-E76D-8ACDE494F575}"/>
                    </a:ext>
                  </a:extLst>
                </p14:cNvPr>
                <p14:cNvContentPartPr/>
                <p14:nvPr/>
              </p14:nvContentPartPr>
              <p14:xfrm>
                <a:off x="2110104" y="4070376"/>
                <a:ext cx="78480" cy="240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4E42A84-CA86-3398-E76D-8ACDE494F57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74464" y="4034376"/>
                  <a:ext cx="1501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B34E9FF-0C12-2F6D-B347-159A4BE91AC9}"/>
                    </a:ext>
                  </a:extLst>
                </p14:cNvPr>
                <p14:cNvContentPartPr/>
                <p14:nvPr/>
              </p14:nvContentPartPr>
              <p14:xfrm>
                <a:off x="2111184" y="4029336"/>
                <a:ext cx="192600" cy="270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B34E9FF-0C12-2F6D-B347-159A4BE91AC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75544" y="3993696"/>
                  <a:ext cx="264240" cy="342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30F729B-EA5A-2F82-B046-F19E34F31723}"/>
              </a:ext>
            </a:extLst>
          </p:cNvPr>
          <p:cNvSpPr txBox="1"/>
          <p:nvPr/>
        </p:nvSpPr>
        <p:spPr>
          <a:xfrm>
            <a:off x="320545" y="5825566"/>
            <a:ext cx="9163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responds: 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Ms. Lomax and Mr. Thomas founded Loxford Academy. </a:t>
            </a:r>
          </a:p>
        </p:txBody>
      </p:sp>
    </p:spTree>
    <p:extLst>
      <p:ext uri="{BB962C8B-B14F-4D97-AF65-F5344CB8AC3E}">
        <p14:creationId xmlns:p14="http://schemas.microsoft.com/office/powerpoint/2010/main" val="2321546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4048B-16A4-E9C2-26EB-7CA1A09C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CA6E609-C0F1-9D85-A721-AFD676640B9B}"/>
              </a:ext>
            </a:extLst>
          </p:cNvPr>
          <p:cNvSpPr txBox="1"/>
          <p:nvPr/>
        </p:nvSpPr>
        <p:spPr>
          <a:xfrm>
            <a:off x="477520" y="528288"/>
            <a:ext cx="63896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Key Benefits of RAG – Why it is popular 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Reduces hallucination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Keeps answers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updated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Works with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private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D9DD0B-60E3-8328-E893-511EF8360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5208BE-A4BC-AAC0-0F38-8C3BB741F52D}"/>
              </a:ext>
            </a:extLst>
          </p:cNvPr>
          <p:cNvSpPr txBox="1"/>
          <p:nvPr/>
        </p:nvSpPr>
        <p:spPr>
          <a:xfrm>
            <a:off x="9645445" y="4178710"/>
            <a:ext cx="18976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a new data about company comes in, just update the vector DB </a:t>
            </a:r>
          </a:p>
        </p:txBody>
      </p:sp>
    </p:spTree>
    <p:extLst>
      <p:ext uri="{BB962C8B-B14F-4D97-AF65-F5344CB8AC3E}">
        <p14:creationId xmlns:p14="http://schemas.microsoft.com/office/powerpoint/2010/main" val="1527148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1E41E-B699-CDCC-70E0-7B3AC4D3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B41036D-597B-4303-7F14-AB6A40044F8F}"/>
              </a:ext>
            </a:extLst>
          </p:cNvPr>
          <p:cNvSpPr txBox="1"/>
          <p:nvPr/>
        </p:nvSpPr>
        <p:spPr>
          <a:xfrm>
            <a:off x="477520" y="226536"/>
            <a:ext cx="63896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is RAG Used?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 for companies – Amazon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, etc.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support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Legal document 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record assistants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Internal knowledge assistants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549C73-B6B8-E0D6-176B-12CAE4BC9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29" y="2518664"/>
            <a:ext cx="8183351" cy="429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72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3510115" y="254691"/>
            <a:ext cx="42932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 and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4AC8A-2060-0030-B70F-A54AD807AE60}"/>
              </a:ext>
            </a:extLst>
          </p:cNvPr>
          <p:cNvSpPr txBox="1"/>
          <p:nvPr/>
        </p:nvSpPr>
        <p:spPr>
          <a:xfrm>
            <a:off x="91931" y="1282162"/>
            <a:ext cx="90127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chat GPT answer questions about your resume  ?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Upload your PDF resume on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chatGPT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can it answer questions about your resume now ?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RAG ?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an ingestion phase in RAG ?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 retrieval and generation phase in RAG ?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embedding ?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Does a user query get converted into a vector ? Why ?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benefit of RAG ?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type of data can an organization have ?</a:t>
            </a:r>
          </a:p>
          <a:p>
            <a:pPr marL="457200" indent="-457200">
              <a:buAutoNum type="arabicParenR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1409</TotalTime>
  <Words>1195</Words>
  <Application>Microsoft Office PowerPoint</Application>
  <PresentationFormat>Widescreen</PresentationFormat>
  <Paragraphs>189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Calibiri body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249</cp:revision>
  <dcterms:created xsi:type="dcterms:W3CDTF">2025-09-22T02:44:38Z</dcterms:created>
  <dcterms:modified xsi:type="dcterms:W3CDTF">2026-09-17T18:03:35Z</dcterms:modified>
</cp:coreProperties>
</file>