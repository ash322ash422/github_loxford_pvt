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82" r:id="rId3"/>
    <p:sldId id="277" r:id="rId4"/>
    <p:sldId id="291" r:id="rId5"/>
    <p:sldId id="276" r:id="rId6"/>
    <p:sldId id="284" r:id="rId7"/>
    <p:sldId id="287" r:id="rId8"/>
    <p:sldId id="288" r:id="rId9"/>
    <p:sldId id="279" r:id="rId10"/>
    <p:sldId id="289" r:id="rId11"/>
    <p:sldId id="290" r:id="rId12"/>
    <p:sldId id="280" r:id="rId13"/>
    <p:sldId id="286" r:id="rId14"/>
    <p:sldId id="285" r:id="rId15"/>
    <p:sldId id="281" r:id="rId16"/>
    <p:sldId id="28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35:45.5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7754 1 24575,'0'1'0,"0"0"0,0 0 0,-1 0 0,1 0 0,0 0 0,-1 0 0,1-1 0,-1 1 0,1 0 0,-1 0 0,1 0 0,-1 0 0,0-1 0,0 1 0,1 0 0,-1 0 0,0-1 0,0 1 0,0-1 0,-1 2 0,-22 9 0,17-8 0,-19 8 0,0-2 0,-1-1 0,-44 8 0,-88 5 0,119-17 0,-270 40 0,-267 47 0,265-64 0,-145 57 0,418-76 0,-33 9 0,22-5 0,0-2 0,-87 7 0,69-14 0,-124 21 0,92-4 0,0-5 0,-165 5 0,219-19 0,0 1 0,0 3 0,0 2 0,-82 22 0,14 3 0,35-12 0,-138 56 0,63-14 0,-11 6 0,105-44 0,-110 29 0,-28 10 0,-233 76 0,361-119 0,-60 19 0,2 5 0,-233 117 0,314-136 0,2-2 0,-75 52 0,-78 58 0,132-90 0,-207 151 0,32 42 0,131-121 0,44-45 0,4 2 0,3 3 0,-55 91 0,30-10 0,37-64 0,-8 15 0,-25 43 0,78-146 0,0 0 0,-1-1 0,1 1 0,-1-1 0,0 0 0,0 0 0,0 0 0,0 0 0,-1 0 0,1-1 0,-1 0 0,1 1 0,-6 1 0,6-3 0,1 0 0,-1-1 0,1 1 0,0-1 0,-1 0 0,1 1 0,-1-1 0,1 0 0,-1-1 0,1 1 0,-1 0 0,1-1 0,-1 1 0,1-1 0,0 0 0,-1 0 0,1 0 0,0 0 0,0 0 0,0 0 0,0-1 0,0 1 0,0-1 0,-3-2 0,-7-8 0,1 0 0,0-1 0,0 0 0,2-1 0,-1-1 0,-10-23 0,-38-102 0,40 92 0,-90-271 0,179 533 0,-55-175 0,2 0 0,1-1 0,34 48 0,-34-57 0,-6-10 0,0-1 0,26 29 0,-33-41 0,1-1 0,-1 0 0,1 0 0,0 0 0,0-1 0,0 0 0,0 0 0,1-1 0,-1 0 0,1 0 0,9 1 0,-2-1 0,-1-1 0,0-1 0,1-1 0,-1 0 0,1-1 0,-1 0 0,0-1 0,22-6 0,11-5 0,53-24 0,-33 11 0,295-125 0,-362 151 0,42-24 120,-40 23-207,0-1-1,0 0 1,0 1 0,0-1-1,-1 0 1,1 0 0,0 0-1,-1 0 1,1 0-1,-1-1 1,0 1 0,0 0-1,0-1 1,0 1 0,0-1-1,0-2 1,-1-10-6739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35:49.9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24575,'3'58'0,"2"-1"0,4 1 0,18 67 0,-2-7 0,-17-57 0,-3 0 0,-4 98 0,-1-128 0,0-21-94,1-8 14,-1 1 1,0-1 0,0 0-1,0 0 1,0 0-1,0 0 1,0 0-1,-1 0 1,1 0 0,-1 0-1,1 0 1,-1 0-1,0 0 1,0 0-1,-1 2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35:53.5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934 31 24575,'-3'-2'0,"0"0"0,0 0 0,0 0 0,0 0 0,-1 1 0,1-1 0,-1 1 0,1 0 0,-1 0 0,1 0 0,-6-1 0,-45-2 0,37 3 0,12 0 0,-236-5 0,214 7 0,0 2 0,1 0 0,-1 2 0,1 1 0,0 1 0,-49 20 0,67-23 0,-1 1 0,1 0 0,0 1 0,1 0 0,-1 0 0,1 1 0,0-1 0,1 2 0,-9 11 0,-2 6 0,-23 47 0,0 0 0,17-33 0,2 0 0,1 2 0,2 0 0,1 1 0,3 0 0,2 1 0,-13 75 0,22-91 0,0 1 0,2-1 0,0 0 0,2 0 0,2 1 0,0-1 0,1 0 0,2-1 0,1 1 0,1-1 0,1 0 0,1-1 0,26 45 0,-23-50 0,0 0 0,2-1 0,32 34 0,-36-43 0,0 0 0,1-2 0,0 1 0,0-2 0,1 1 0,0-2 0,26 10 0,-5-5 0,1-2 0,0-2 0,0-1 0,44 2 0,144-7 0,-125-2 0,-64-1 0,0 0 0,0-3 0,0 0 0,0-3 0,-1 0 0,0-2 0,44-21 0,-65 25 0,-1-1 0,1 0 0,-2 0 0,1-1 0,-1-1 0,0 0 0,-1 0 0,0-1 0,-1 0 0,1 0 0,-2-1 0,0 0 0,0-1 0,-1 0 0,-1 0 0,8-21 0,1-15 0,-1-1 0,-3 0 0,4-51 0,-12 88 0,6-49 0,-3-1 0,-3 1 0,-9-111 0,5 159 0,0 0 0,-1 0 0,-1 0 0,0 0 0,0 1 0,-2 0 0,1 0 0,-1 0 0,-1 1 0,0 0 0,-1 0 0,-9-11 0,-4 1 0,-1 1 0,0 1 0,-1 1 0,-35-21 0,28 17-1365,6 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35:58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26 24575,'187'-13'0,"-63"2"0,-116 10 0,0 1 0,1 0 0,-1 0 0,1 1 0,-1 0 0,0 0 0,1 1 0,-1 0 0,0 0 0,0 1 0,0 0 0,-1 1 0,1 0 0,-1 0 0,0 0 0,0 1 0,0 0 0,-1 1 0,1-1 0,-1 1 0,-1 0 0,1 1 0,6 10 0,1 4 0,-1 0 0,-1 0 0,-1 1 0,-1 1 0,-1-1 0,7 33 0,-6-15 0,-3 1 0,3 79 0,-9-112 0,0 0 0,-1 0 0,0 0 0,-1 0 0,0 0 0,0 0 0,-1-1 0,0 1 0,0 0 0,-1-1 0,0 0 0,0 0 0,0 0 0,-1-1 0,0 1 0,-7 5 0,-4 3 0,-1 0 0,0-1 0,-1 0 0,-32 17 0,29-21 0,0-1 0,0-1 0,-1-1 0,0-1 0,-1-1 0,-32 3 0,-21 6 0,25-5 0,37-8 0,0 2 0,-1-1 0,1 2 0,1 0 0,-27 11 0,40-15 0,0 0 0,0 0 0,0 0 0,-1 0 0,1 0 0,0 0 0,0 0 0,0 0 0,-1 0 0,1 0 0,0 1 0,0-1 0,0 0 0,0 0 0,-1 0 0,1 0 0,0 0 0,0 1 0,0-1 0,0 0 0,0 0 0,0 0 0,-1 0 0,1 1 0,0-1 0,0 0 0,0 0 0,0 0 0,0 1 0,0-1 0,0 0 0,0 0 0,0 0 0,0 1 0,0-1 0,0 0 0,0 0 0,0 0 0,0 1 0,0-1 0,0 0 0,0 0 0,0 0 0,1 1 0,-1-1 0,11 5 0,16 0 0,9-5 0,0-1 0,-1-2 0,0-1 0,59-15 0,-45 9 0,74-7 0,-86 15 0,-6 1 0,1-2 0,45-9 0,-5-3 0,128-9 0,-195 24-80,1 0 0,-1-1-1,1 1 1,-1-1 0,0 0-1,1-1 1,-1 1 0,0-1-1,0 0 1,0 0 0,0-1 0,0 0-1,0 1 1,-1-2 0,1 1-1,7-8 1,-2-5-6746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2:36:02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1099 4 24575,'-116'-1'0,"29"-2"0,-110 12 0,139 1 0,2 3 0,-59 20 0,-19 5 0,123-36 0,0 1 0,0 0 0,0 1 0,0 0 0,1 0 0,0 1 0,0 1 0,0 0 0,1 0 0,0 1 0,0 0 0,1 1 0,-1-1 0,2 2 0,-1-1 0,1 1 0,-7 12 0,-106 218 0,112-220 0,1 0 0,1 1 0,1 0 0,1 0 0,0 0 0,0 27 0,2 7 0,6 65 0,-1-95 0,1 1 0,0 0 0,2-1 0,1 0 0,1 0 0,1-1 0,19 35 0,10 6 0,54 72 0,-38-60 0,-44-62 0,0 0 0,1 0 0,0-1 0,1-1 0,1 0 0,0-1 0,0 0 0,1-1 0,0 0 0,1-1 0,0-1 0,1 0 0,0-1 0,0-1 0,27 7 0,40 8 0,12 4 0,132 17 0,-175-36 0,247 16 0,-273-22 0,-7 1 0,1-1 0,0 0 0,-1-2 0,1 0 0,0-1 0,-1-1 0,29-10 0,-44 12 0,0 0 0,-1 0 0,1-1 0,-1 0 0,1 0 0,-1 0 0,0 0 0,0 0 0,0 0 0,0-1 0,-1 0 0,5-7 0,18-53 0,-13 30 0,74-211 0,-75 198 0,-1 1 0,-2-2 0,2-67 0,1-21 0,-6 86 0,0-84 0,-6 117 0,-1 0 0,-1 0 0,0 0 0,-1 1 0,0-1 0,-2 1 0,0 0 0,-15-28 0,5 18 0,-1 0 0,-2 1 0,0 1 0,-43-39 0,23 28 0,-2 3 0,-47-30 0,66 47-682,-27-24-1,19 12-6143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7:5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134 122 6477 0 0,'-1'-11'107'0'0,"-1"0"0"0"0,1 1 0 0 0,-2-1-1 0 0,1 1 1 0 0,-2-1 0 0 0,1 1 0 0 0,-1 0 0 0 0,-8-14 0 0 0,11 23 67 0 0,1 1-162 0 0,0-1-1 0 0,0 1 1 0 0,0-1 0 0 0,0 1 0 0 0,0 0 0 0 0,0-1 0 0 0,1 1 0 0 0,-1-1-1 0 0,0 1 1 0 0,0 0 0 0 0,0-1 0 0 0,0 1 0 0 0,-1-1 0 0 0,1 1 0 0 0,0 0-1 0 0,0-1 1 0 0,0 1 0 0 0,0 0 0 0 0,0-1 0 0 0,0 1 0 0 0,-1-1 0 0 0,1 1 0 0 0,0 0-1 0 0,0-1 1 0 0,0 1 0 0 0,-1 0 0 0 0,1 0 0 0 0,0-1 0 0 0,0 1 0 0 0,-1 0-1 0 0,1-1 1 0 0,0 1 0 0 0,-1 0 0 0 0,1 0 0 0 0,-1-1 0 0 0,-10 12 152 0 0,-6 26-150 0 0,11 0 12 0 0,3 0 0 0 0,1 0-1 0 0,5 63 1 0 0,-1-11 21 0 0,-2-81-10 0 0,-1 0-1 0 0,0 0 1 0 0,-1 0 0 0 0,0 0-1 0 0,0 0 1 0 0,-1-1 0 0 0,0 1-1 0 0,0-1 1 0 0,0 0-1 0 0,-1 0 1 0 0,0 0 0 0 0,-1 0-1 0 0,0 0 1 0 0,0-1 0 0 0,0 0-1 0 0,-9 8 1 0 0,21-48-7172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0.2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710 149 6221 0 0,'-4'-4'-96'0'0,"1"-1"1"0"0,-1 1-1 0 0,1 0 0 0 0,-1 0 1 0 0,-1 1-1 0 0,1-1 1 0 0,0 1-1 0 0,-1 0 1 0 0,0 0-1 0 0,0 0 1 0 0,1 1-1 0 0,-2 0 1 0 0,1 0-1 0 0,0 0 1 0 0,0 0-1 0 0,-1 1 1 0 0,-9-2-1 0 0,-8-1 166 0 0,1 1-1 0 0,-35 0 1 0 0,47 4-65 0 0,0 0 1 0 0,0 0-1 0 0,1 1 1 0 0,-1 1-1 0 0,0 0 1 0 0,1 0-1 0 0,0 1 1 0 0,0 0-1 0 0,0 0 1 0 0,-11 8-1 0 0,-4 4 16 0 0,1 1 0 0 0,-24 23 0 0 0,13-8 24 0 0,1 2 0 0 0,2 1-1 0 0,1 2 1 0 0,3 0 0 0 0,0 2 0 0 0,3 1-1 0 0,1 1 1 0 0,2 1 0 0 0,-22 66-1 0 0,39-98-12 0 0,2 0-1 0 0,-1 0 0 0 0,1 0 0 0 0,1 0 0 0 0,0 0 0 0 0,0 1 1 0 0,1-1-1 0 0,1 1 0 0 0,0-1 0 0 0,0 0 0 0 0,1 0 0 0 0,4 16 1 0 0,-4-20-9 0 0,1 1 0 0 0,0-1 0 0 0,0 0 0 0 0,0 0 0 0 0,1 0 0 0 0,-1-1 1 0 0,2 1-1 0 0,-1-1 0 0 0,0 0 0 0 0,1 0 0 0 0,0-1 0 0 0,0 1 1 0 0,1-1-1 0 0,-1 0 0 0 0,1 0 0 0 0,0-1 0 0 0,0 0 0 0 0,0 0 1 0 0,0 0-1 0 0,8 2 0 0 0,10 2 53 0 0,0-1 1 0 0,0-1-1 0 0,0-1 1 0 0,0-2-1 0 0,1 0 0 0 0,0-1 1 0 0,-1-2-1 0 0,1 0 1 0 0,-1-2-1 0 0,1 0 1 0 0,-1-2-1 0 0,0-1 0 0 0,38-14 1 0 0,-43 13-21 0 0,-1-2 0 0 0,0 0 1 0 0,0-2-1 0 0,-1 0 0 0 0,0 0 0 0 0,-1-2 1 0 0,0 0-1 0 0,-1-1 0 0 0,0 0 0 0 0,-2-1 1 0 0,1-1-1 0 0,-2 0 0 0 0,0-1 0 0 0,-1 0 1 0 0,-1-1-1 0 0,15-33 0 0 0,-12 19 9 0 0,-1-1 0 0 0,-2 0 1 0 0,-1-1-1 0 0,-2 1 0 0 0,5-48 0 0 0,-11 69-31 0 0,-1 1-1 0 0,0-1 1 0 0,0 1 0 0 0,-1 0-1 0 0,-1-1 1 0 0,0 1 0 0 0,0 0 0 0 0,-1 0-1 0 0,-1 0 1 0 0,0 0 0 0 0,0 1-1 0 0,-1-1 1 0 0,0 1 0 0 0,-1 0-1 0 0,0 0 1 0 0,0 1 0 0 0,-1 0-1 0 0,-1 0 1 0 0,-16-15 0 0 0,5 10 5 0 0,-1 1 1 0 0,0 1-1 0 0,0 1 1 0 0,-1 0-1 0 0,-1 2 1 0 0,0 0-1 0 0,0 1 1 0 0,-38-7-1 0 0,-32-12-587 0 0,70 13-4146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1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46 5789 0 0,'0'0'-252'0'0,"-16"-15"1007"0"0,18 13-736 0 0,1-1 0 0 0,-1 1 0 0 0,0-1 0 0 0,1 1 0 0 0,-1 0 0 0 0,1 0-1 0 0,0 0 1 0 0,0 0 0 0 0,0 1 0 0 0,0-1 0 0 0,0 1 0 0 0,0-1 0 0 0,0 1 0 0 0,0 0 0 0 0,1 0 0 0 0,-1 1 0 0 0,0-1 0 0 0,1 1 0 0 0,-1-1 0 0 0,6 1 0 0 0,71 1 2 0 0,-79-1-20 0 0,3 0-4 0 0,0 0 0 0 0,0 1 0 0 0,0-1 0 0 0,0 1 0 0 0,0 0 0 0 0,0 0 0 0 0,0 0 0 0 0,0 0 0 0 0,-1 1 0 0 0,1 0 0 0 0,0 0 0 0 0,-1 0 0 0 0,0 0 0 0 0,1 0 0 0 0,-1 1 0 0 0,5 4 1 0 0,-7-5 1 0 0,0 0 0 0 0,0 0 1 0 0,0 1-1 0 0,0-1 1 0 0,0 0-1 0 0,-1 0 1 0 0,1 1-1 0 0,-1-1 0 0 0,1 0 1 0 0,-1 1-1 0 0,0-1 1 0 0,0 0-1 0 0,0 1 1 0 0,0-1-1 0 0,-1 0 1 0 0,1 1-1 0 0,-1-1 0 0 0,1 0 1 0 0,-1 0-1 0 0,0 1 1 0 0,0-1-1 0 0,0 0 1 0 0,0 0-1 0 0,0 0 0 0 0,0 0 1 0 0,-1 0-1 0 0,1 0 1 0 0,0 0-1 0 0,-3 1 1 0 0,-33 42 86 0 0,-2-2 0 0 0,-61 52 0 0 0,100-95-79 0 0,0 0 0 0 0,-1 0 0 0 0,1 0 0 0 0,0 1 0 0 0,0-1 0 0 0,0 0 1 0 0,0 0-1 0 0,-1 0 0 0 0,1 0 0 0 0,0 0 0 0 0,0 0 0 0 0,0 1 0 0 0,0-1 0 0 0,0 0 0 0 0,0 0 0 0 0,0 0 0 0 0,0 0 0 0 0,-1 0 0 0 0,1 1 0 0 0,0-1 0 0 0,0 0 0 0 0,0 0 0 0 0,0 0 0 0 0,0 0 0 0 0,0 1 0 0 0,0-1 0 0 0,0 0 0 0 0,0 0 0 0 0,0 0 0 0 0,0 1 0 0 0,0-1 0 0 0,0 0 0 0 0,0 0 0 0 0,0 0 0 0 0,0 0 0 0 0,0 1 0 0 0,1-1 0 0 0,-1 0 1 0 0,0 0-1 0 0,0 0 0 0 0,0 0 0 0 0,0 1 0 0 0,0-1 0 0 0,0 0 0 0 0,0 0 0 0 0,0 0 0 0 0,1 0 0 0 0,11 4 74 0 0,15-4-42 0 0,319-41 376 0 0,-342 40-406 0 0,3 4 298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2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663 188 4784 0 0,'0'0'-216'0'0,"-27"-31"-404"0"0,4 16 786 0 0,-2 2-1 0 0,0 1 1 0 0,0 1-1 0 0,-1 1 1 0 0,0 1 0 0 0,-1 2-1 0 0,1 0 1 0 0,-2 2-1 0 0,1 1 1 0 0,-37-1-1 0 0,46 5-129 0 0,0 1 0 0 0,0 1 0 0 0,0 0 0 0 0,0 2 0 0 0,0 0 0 0 0,0 1-1 0 0,-29 12 1 0 0,38-13-24 0 0,0 0-1 0 0,0 1 0 0 0,0 1 0 0 0,1-1 1 0 0,0 1-1 0 0,0 1 0 0 0,1 0 0 0 0,0 0 1 0 0,0 0-1 0 0,0 1 0 0 0,1 0 1 0 0,0 0-1 0 0,1 0 0 0 0,-1 1 0 0 0,-3 11 1 0 0,4-9-2 0 0,2 0 1 0 0,-1 1-1 0 0,2 0 0 0 0,-1 0 1 0 0,2 0-1 0 0,-1 0 1 0 0,2 0-1 0 0,0 0 1 0 0,0 0-1 0 0,1 0 1 0 0,0 0-1 0 0,1 0 1 0 0,1 0-1 0 0,0-1 1 0 0,0 1-1 0 0,1-1 1 0 0,1 0-1 0 0,0 0 0 0 0,8 14 1 0 0,-5-12 24 0 0,-1-2-1 0 0,1 1 1 0 0,1-1 0 0 0,0-1-1 0 0,1 1 1 0 0,0-2 0 0 0,0 1-1 0 0,1-1 1 0 0,0-1 0 0 0,1 0-1 0 0,0-1 1 0 0,0 0 0 0 0,0-1-1 0 0,1 0 1 0 0,0-1 0 0 0,20 6-1 0 0,-9-5 75 0 0,1-2 0 0 0,0 0 0 0 0,0-1 0 0 0,0-2 0 0 0,0 0 0 0 0,0-2 0 0 0,0-1-1 0 0,32-6 1 0 0,-43 5-51 0 0,1-1-1 0 0,-1-1 0 0 0,0-1 1 0 0,0 0-1 0 0,0 0 0 0 0,-1-1 1 0 0,0-1-1 0 0,0-1 0 0 0,-1 1 1 0 0,0-2-1 0 0,-1 0 0 0 0,0 0 1 0 0,0-1-1 0 0,17-24 0 0 0,-17 20 20 0 0,-1-1 0 0 0,0 0 0 0 0,-1 0 0 0 0,-1-1 0 0 0,-1 0 0 0 0,0-1 0 0 0,-2 0 0 0 0,0 0 0 0 0,0 0-1 0 0,2-32 1 0 0,-6 42-32 0 0,-1 0 0 0 0,0-1 0 0 0,-1 1 0 0 0,1-1 0 0 0,-2 1 0 0 0,1 0 0 0 0,-1 0 0 0 0,0-1 0 0 0,-1 1-1 0 0,0 1 1 0 0,0-1 0 0 0,-1 0 0 0 0,0 1 0 0 0,0 0 0 0 0,-1 0 0 0 0,0 0 0 0 0,0 0 0 0 0,0 1 0 0 0,-1-1 0 0 0,0 2-1 0 0,0-1 1 0 0,-1 1 0 0 0,0 0 0 0 0,0 0 0 0 0,-11-6 0 0 0,-7 0-18 0 0,0 1 1 0 0,-1 1-1 0 0,0 1 0 0 0,0 2 1 0 0,-1 0-1 0 0,-27-1 0 0 0,-40-10-6429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3.5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37 6197 0 0,'-14'-3'-919'0'0,"-22"-9"2456"0"0,59 2-1484 0 0,-14 7-39 0 0,0 1-1 0 0,-1 0 1 0 0,1 0-1 0 0,0 1 1 0 0,0 0-1 0 0,13 1 1 0 0,-4-1-12 0 0,73 6 25 0 0,-22 0-46 0 0,-68-5 17 0 0,0 0 0 0 0,0 0 1 0 0,0 0-1 0 0,0 0 0 0 0,0 0 1 0 0,0 1-1 0 0,0-1 0 0 0,0 0 1 0 0,0 1-1 0 0,0-1 0 0 0,0 1 1 0 0,0-1-1 0 0,0 1 1 0 0,0-1-1 0 0,0 1 0 0 0,0 0 1 0 0,-1 0-1 0 0,2 1 0 0 0,-1-1 2 0 0,-1 0 0 0 0,1 0 0 0 0,-1 0 1 0 0,1 1-1 0 0,-1-1 0 0 0,0 0 0 0 0,0 1 0 0 0,1-1 0 0 0,-1 0 0 0 0,0 0 0 0 0,0 1 0 0 0,0-1 0 0 0,0 0 0 0 0,-1 1 0 0 0,1-1 0 0 0,0 0 0 0 0,-1 1 0 0 0,1-1 1 0 0,0 0-1 0 0,-1 0 0 0 0,0 0 0 0 0,1 0 0 0 0,-1 1 0 0 0,0-1 0 0 0,1 0 0 0 0,-1 0 0 0 0,0 0 0 0 0,0 0 0 0 0,0 0 0 0 0,0-1 0 0 0,0 1 0 0 0,0 0 0 0 0,0 0 0 0 0,0 0 1 0 0,0-1-1 0 0,0 1 0 0 0,-2 0 0 0 0,-1 1 4 0 0,-91 77 15 0 0,95-79-18 0 0,0 0 0 0 0,-1 1 0 0 0,1-1 0 0 0,0 0 0 0 0,0 1 0 0 0,-1-1 0 0 0,1 1 0 0 0,0-1 0 0 0,0 0 1 0 0,0 1-1 0 0,0-1 0 0 0,0 1 0 0 0,0-1 0 0 0,0 1 0 0 0,0-1 0 0 0,0 0 0 0 0,0 1 0 0 0,0-1 0 0 0,0 1 1 0 0,0-1-1 0 0,0 1 0 0 0,0-1 0 0 0,0 0 0 0 0,0 1 0 0 0,0-1 0 0 0,1 1 0 0 0,-1-1 0 0 0,0 0 0 0 0,0 1 0 0 0,1-1 1 0 0,-1 0-1 0 0,0 1 0 0 0,0-1 0 0 0,1 0 0 0 0,-1 1 0 0 0,0-1 0 0 0,1 0 0 0 0,-1 1 0 0 0,0-1 0 0 0,1 0 1 0 0,-1 0-1 0 0,1 1 0 0 0,17 9 33 0 0,67 14 21 0 0,-67-21-54 0 0,0 1 1 0 0,0 1 0 0 0,-1 1-1 0 0,1 1 1 0 0,-2 0 0 0 0,1 1-1 0 0,24 16 1 0 0,-40-24-2 0 0,-1 0 0 0 0,1 1 1 0 0,0-1-1 0 0,-1 1 0 0 0,1 0 0 0 0,0-1 1 0 0,-1 1-1 0 0,1-1 0 0 0,0 1 0 0 0,-1 0 1 0 0,1-1-1 0 0,-1 1 0 0 0,0 0 0 0 0,1 0 1 0 0,-1-1-1 0 0,1 1 0 0 0,-1 0 0 0 0,0 0 1 0 0,0 0-1 0 0,1 0 0 0 0,-1-1 0 0 0,0 1 1 0 0,0 0-1 0 0,0 0 0 0 0,0 0 0 0 0,0 0 1 0 0,0 0-1 0 0,0-1 0 0 0,0 1 0 0 0,-1 1 1 0 0,0 0 1 0 0,0-1 0 0 0,0 1 0 0 0,0 0 1 0 0,-1-1-1 0 0,1 1 0 0 0,0-1 0 0 0,-1 0 1 0 0,1 0-1 0 0,-1 1 0 0 0,0-1 1 0 0,1 0-1 0 0,-4 1 0 0 0,-56 21 94 0 0,59-23-90 0 0,-52 13 521 0 0,-1-2 0 0 0,0-3 0 0 0,-109 2 0 0 0,164-10-525 0 0,-1 0 0 0 0,1 0 0 0 0,-1 0 0 0 0,0 0 1 0 0,1 0-1 0 0,-1 0 0 0 0,0 0 0 0 0,1 0 0 0 0,-1 0 0 0 0,0 0 0 0 0,1 0 0 0 0,-1 0 1 0 0,0-1-1 0 0,1 1 0 0 0,-1 0 0 0 0,1 0 0 0 0,-1-1 0 0 0,1 1 0 0 0,-1 0 0 0 0,0-1 1 0 0,1 1-1 0 0,-1-1 0 0 0,1 1 0 0 0,0-1 0 0 0,-2 0 0 0 0,8-12-245 0 0,20-9-1251 0 0,11 3-2145 0 0,-20 12 1453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4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885 123 5605 0 0,'-7'-30'-361'0'0,"4"24"384"0"0,-1 0 1 0 0,0 0-1 0 0,-1 0 0 0 0,1 1 1 0 0,-1-1-1 0 0,0 1 0 0 0,-1 0 1 0 0,1 0-1 0 0,-1 1 0 0 0,0 0 1 0 0,0 0-1 0 0,0 0 0 0 0,-1 1 1 0 0,-11-5-1 0 0,6 4 1 0 0,-1 1 0 0 0,1 0 1 0 0,-1 1-1 0 0,0 0 0 0 0,0 1 0 0 0,1 1 1 0 0,-23 1-1 0 0,-8 5 28 0 0,1 2 0 0 0,0 1-1 0 0,-80 31 1 0 0,72-22-12 0 0,1 3-1 0 0,-67 37 1 0 0,99-48-5 0 0,1 1 0 0 0,-1 1 0 0 0,2 0 0 0 0,-1 1 0 0 0,2 0 0 0 0,0 1-1 0 0,0 1 1 0 0,2 0 0 0 0,-21 31 0 0 0,28-37-15 0 0,1 0-1 0 0,-1 1 1 0 0,1 0-1 0 0,1 0 1 0 0,0 0-1 0 0,1 0 1 0 0,0 0-1 0 0,0 0 1 0 0,1 1-1 0 0,0-1 1 0 0,1 0-1 0 0,0 1 1 0 0,1-1-1 0 0,0 1 1 0 0,0-1-1 0 0,1 0 1 0 0,1 0-1 0 0,0 0 1 0 0,0 0-1 0 0,9 19 1 0 0,-4-16-4 0 0,0 1 0 0 0,1-2-1 0 0,0 1 1 0 0,1-1 0 0 0,0 0 0 0 0,1-1 0 0 0,0-1 0 0 0,1 1-1 0 0,0-2 1 0 0,1 0 0 0 0,0 0 0 0 0,0-1 0 0 0,22 9 0 0 0,-10-5 23 0 0,2-2 1 0 0,-1-1-1 0 0,2-1 1 0 0,-1-1-1 0 0,1-2 1 0 0,0-1-1 0 0,0 0 1 0 0,0-3 0 0 0,43-1-1 0 0,-46-3 24 0 0,-1 0 0 0 0,0-2 0 0 0,0-1-1 0 0,-1 0 1 0 0,1-2 0 0 0,-1-1 0 0 0,-1-1 0 0 0,0 0 0 0 0,0-2-1 0 0,-1-1 1 0 0,25-19 0 0 0,-17 9 35 0 0,-1-1 1 0 0,43-47-1 0 0,-61 60-26 0 0,0-1-1 0 0,-1 0 1 0 0,-1-1 0 0 0,0 0-1 0 0,0-1 1 0 0,-1 1 0 0 0,-1-1-1 0 0,0-1 1 0 0,4-19 0 0 0,-8 27-27 0 0,-1 0 1 0 0,0 0 0 0 0,-1-1 0 0 0,0 1 0 0 0,0 0 0 0 0,0 0 0 0 0,-1-1 0 0 0,0 1 0 0 0,-1 0 0 0 0,1 0 0 0 0,-1 0 0 0 0,-1 0 0 0 0,1 0 0 0 0,-5-7-1 0 0,1 4-5 0 0,0 1-1 0 0,-1-1 0 0 0,0 1 1 0 0,0 0-1 0 0,-1 1 0 0 0,0 0 1 0 0,-1 0-1 0 0,-11-8 0 0 0,-5 0 6 0 0,-1 0 0 0 0,-1 2 0 0 0,-1 0 0 0 0,1 2 0 0 0,-56-16 0 0 0,-112-19-1761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1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80 6945 0 0,'30'-78'-744'0'0,"-30"77"866"0"0,-27 23 496 0 0,20-11-591 0 0,1-1 0 0 0,0 1 0 0 0,1 0-1 0 0,0 1 1 0 0,0-1 0 0 0,-3 16-1 0 0,7-23-18 0 0,1-1 0 0 0,0 1-1 0 0,-1-1 1 0 0,1 1-1 0 0,0-1 1 0 0,1 1-1 0 0,-1-1 1 0 0,1 1-1 0 0,-1-1 1 0 0,1 0-1 0 0,0 1 1 0 0,0-1-1 0 0,1 0 1 0 0,-1 0 0 0 0,1 1-1 0 0,0-1 1 0 0,-1 0-1 0 0,1 0 1 0 0,0-1-1 0 0,1 1 1 0 0,-1 0-1 0 0,1-1 1 0 0,-1 1-1 0 0,1-1 1 0 0,0 0-1 0 0,5 4 1 0 0,0-1 8 0 0,-1 0 1 0 0,1-1-1 0 0,0 0 1 0 0,0 0-1 0 0,1 0 0 0 0,-1-1 1 0 0,1-1-1 0 0,0 1 1 0 0,15 1-1 0 0,-20-4-7 0 0,0 0 0 0 0,0 0 0 0 0,0 0 0 0 0,1 0 0 0 0,-1-1 0 0 0,0 0 0 0 0,0 0 0 0 0,0 0 0 0 0,0 0 0 0 0,0-1-1 0 0,-1 1 1 0 0,1-1 0 0 0,0 0 0 0 0,-1-1 0 0 0,1 1 0 0 0,-1 0 0 0 0,0-1 0 0 0,0 0 0 0 0,0 1 0 0 0,0-2 0 0 0,0 1 0 0 0,4-6 0 0 0,-1 0 142 0 0,-1-1 1 0 0,0 1-1 0 0,0-1 0 0 0,-1 0 1 0 0,0 0-1 0 0,-1 0 0 0 0,0-1 1 0 0,0 1-1 0 0,1-21 1 0 0,-4 30-79 0 0,1-3-1 0 0,0 1-51 0 0,-1 5 187 0 0,-9 63-122 0 0,1 99 0 0 0,4-45-33 0 0,1-14-396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676 162 5825 0 0,'-6'-11'34'0'0,"0"0"0"0"0,-1 0 0 0 0,0 1 0 0 0,-1 0 0 0 0,0 1 1 0 0,0-1-1 0 0,-1 1 0 0 0,0 1 0 0 0,-1 0 0 0 0,1 0 1 0 0,-2 1-1 0 0,1 0 0 0 0,-1 1 0 0 0,0 0 0 0 0,0 0 0 0 0,-1 2 1 0 0,0-1-1 0 0,0 1 0 0 0,0 1 0 0 0,0 0 0 0 0,-23-2 1 0 0,20 5-25 0 0,0 0 0 0 0,0 1 0 0 0,0 0 0 0 0,0 2 0 0 0,0-1 0 0 0,0 2 0 0 0,1 0 0 0 0,0 1 0 0 0,-1 0 1 0 0,2 1-1 0 0,-1 1 0 0 0,1 0 0 0 0,0 1 0 0 0,0 0 0 0 0,1 1 0 0 0,0 0 0 0 0,1 1 0 0 0,0 0 0 0 0,1 1 0 0 0,0 0 1 0 0,-12 18-1 0 0,4-4-3 0 0,1 1 0 0 0,1 1-1 0 0,2 1 1 0 0,0 0 0 0 0,2 1 0 0 0,2 0 0 0 0,0 0 0 0 0,2 1 0 0 0,-7 46 0 0 0,13-58 0 0 0,1 0-1 0 0,1 0 1 0 0,0 0-1 0 0,2 0 1 0 0,0-1-1 0 0,1 1 1 0 0,0 0-1 0 0,2-1 1 0 0,0 0 0 0 0,0 0-1 0 0,2 0 1 0 0,0-1-1 0 0,18 28 1 0 0,-19-33 22 0 0,1-1 1 0 0,1 0-1 0 0,0 0 1 0 0,0-1-1 0 0,1 0 1 0 0,0 0 0 0 0,1-1-1 0 0,0 0 1 0 0,0-1-1 0 0,0 0 1 0 0,1-1-1 0 0,0 0 1 0 0,1 0-1 0 0,-1-1 1 0 0,1-1-1 0 0,0 0 1 0 0,0 0-1 0 0,0-2 1 0 0,1 1-1 0 0,17 0 1 0 0,-3-3 41 0 0,0-2 0 0 0,1 0 0 0 0,-1-2 0 0 0,0-1 1 0 0,-1-1-1 0 0,1-1 0 0 0,-1-2 0 0 0,-1 0 0 0 0,1-2 0 0 0,-2-1 0 0 0,0-1 0 0 0,0-1 1 0 0,-1 0-1 0 0,-1-2 0 0 0,0-1 0 0 0,-1-1 0 0 0,-1-1 0 0 0,-1 0 0 0 0,-1-1 0 0 0,18-26 0 0 0,-20 23-37 0 0,-1 0 0 0 0,-1-1-1 0 0,-1 0 1 0 0,18-46-1 0 0,-28 61-24 0 0,0-1-1 0 0,-1 1 0 0 0,0 0 0 0 0,-1-1 0 0 0,0 1 0 0 0,0-1 0 0 0,-1 0 0 0 0,0 1 1 0 0,-1-1-1 0 0,0 1 0 0 0,0-1 0 0 0,-1 1 0 0 0,-1 0 0 0 0,1-1 0 0 0,-1 1 0 0 0,-1 0 0 0 0,-6-12 1 0 0,2 9 3 0 0,-1-1 0 0 0,0 1 0 0 0,-1 0 1 0 0,0 1-1 0 0,-1 1 0 0 0,0-1 1 0 0,-1 2-1 0 0,0-1 0 0 0,0 2 1 0 0,-1 0-1 0 0,0 0 0 0 0,0 1 1 0 0,-1 1-1 0 0,0 0 0 0 0,0 1 1 0 0,-21-5-1 0 0,-23-3-253 0 0,-1 2-1 0 0,-109-5 1 0 0,122 13-259 0 0,41 3 159 0 0,-24-5-5835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6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1499 24575,'2'-11'0,"0"0"0,1-1 0,0 1 0,1 0 0,1 1 0,-1-1 0,2 1 0,-1 0 0,11-14 0,4-9 0,299-551 0,-285 528 0,3 2 0,2 1 0,2 2 0,62-60 0,-65 76 0,73-49 0,-18 14 0,-60 47 0,0 1 0,1 1 0,1 2 0,1 2 0,1 1 0,0 2 0,63-16 0,27 5 0,26 0 0,-70 11 0,2 3 0,-1 4 0,117 5 0,-155 2 0,-28 1 23,1 1 0,29 7 1,-35-6-229,0 0 0,0-1 0,1-1 0,-1 0 0,0 0 0,25-3 0,-16-3-6621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7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12 24575,'-8'-11'0,"23"15"0,1 3 0,18 4 0,-13-5 0,0 0 0,-1 2 0,0 0 0,0 2 0,-1 0 0,25 17 0,-43-25 0,1 0 0,-1-1 0,0 1 0,0 0 0,0 0 0,0 0 0,0 0 0,0 0 0,0 0 0,-1 0 0,1 0 0,-1 1 0,1-1 0,-1 0 0,0 0 0,0 0 0,0 0 0,0 1 0,0-1 0,-1 0 0,1 0 0,-1 0 0,1 0 0,-1 1 0,0-1 0,0 0 0,0 0 0,0 0 0,0-1 0,-3 5 0,-5 8 0,0 0 0,-21 24 0,23-30 0,-28 30 0,-3-2 0,-67 51 0,28-24 0,34-35-1365,23-20-5461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2:00:02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10881 24575,'8'-2'0,"0"-1"0,0 1 0,0-1 0,0-1 0,0 0 0,0 0 0,-1 0 0,0-1 0,0 0 0,0 0 0,6-7 0,17-11 0,59-33 0,-29 20 0,75-62 0,63-60 0,52-45 0,-124 96 0,84-75 0,-138 119 0,130-87 0,-145 108 0,-2-1 0,-1-3 0,-3-3 0,68-81 0,-2-6 0,39-47 0,-50 51 0,169-162 0,-218 235 0,75-104 0,-71 85 0,265-366 0,130-143 0,-271 349 0,4-6 0,-80 116 0,-5-5 0,-6-4 0,80-150 0,-75 102 0,80-164 0,-109 171 0,89-334 0,-129 367 0,-6-2 0,12-207 0,-29 237 0,3-93 0,-2-41 0,1-8 0,-13 174 0,1 13 0,-3-1 0,-13-80 0,9 106 0,3 0 0,3-78 0,-2-40 0,-10 81 0,7 53 0,-4-56 0,3 5 0,-3 1 0,-38-151 0,38 195 0,-12-39 0,-3 1 0,-4 2 0,-39-75 0,25 70 0,-4 2 0,-2 1 0,-66-74 0,60 83 0,-3 1 0,-2 4 0,-3 2 0,-106-78 0,-249-166 0,286 192 0,-150-165 0,212 205 0,-32-28 0,101 98 0,-1 0 0,0 1 0,1-1 0,-1 0 0,0 1 0,0-1 0,1 1 0,-1-1 0,0 1 0,0 0 0,0-1 0,0 1 0,0 0 0,0-1 0,0 1 0,0 0 0,1 0 0,-1 0 0,0 0 0,0 0 0,0 0 0,0 0 0,0 0 0,0 0 0,0 1 0,0-1 0,0 0 0,0 1 0,0-1 0,1 0 0,-1 1 0,0-1 0,0 1 0,0 0 0,1-1 0,-1 1 0,0-1 0,1 1 0,-1 0 0,0 0 0,1-1 0,-1 1 0,1 0 0,-1 0 0,1 0 0,0 0 0,-1-1 0,1 1 0,0 0 0,-1 0 0,1 2 0,-15 60 0,12-49 0,-3 24 0,2-1 0,1 73 0,-3-140 0,4 22 0,0-1 0,0 0 0,1 0 0,1 0 0,0 1 0,1-12 0,2-8 0,-2 4 0,2 0 0,1 0 0,0 1 0,2-1 0,1 1 0,1 0 0,12-24 0,-19 45 0,1-1 0,0 1 0,0 0 0,1 1 0,-1-1 0,0 0 0,1 1 0,-1-1 0,1 1 0,-1 0 0,1 0 0,-1 0 0,1 0 0,0 0 0,0 0 0,0 1 0,-1-1 0,1 1 0,0 0 0,0 0 0,5 1 0,67 10 0,-59-8 0,279 63-1365,-277-63-5461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2.0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488 8 5384 0 0,'24'-8'528'0'0,"-34"9"-484"0"0,-78 8 110 0 0,0 4-1 0 0,-117 33 1 0 0,184-42-145 0 0,-28 9 35 0 0,47-12-54 0 0,0-1 7 0 0,0 1 0 0 0,0-1 1 0 0,1 1-1 0 0,-1 0 0 0 0,0 0 0 0 0,1 0 0 0 0,-1 0 1 0 0,0 0-1 0 0,1 0 0 0 0,-1 0 0 0 0,1 1 0 0 0,0-1 1 0 0,-1 1-1 0 0,1-1 0 0 0,0 1 0 0 0,0-1 0 0 0,0 1 1 0 0,0-1-1 0 0,0 1 0 0 0,0 0 0 0 0,1 0 1 0 0,-1-1-1 0 0,1 1 0 0 0,-1 0 0 0 0,0 3 0 0 0,-10 51-17 0 0,10-53 20 0 0,-1 28-16 0 0,1 1 0 0 0,1 0 1 0 0,2-1-1 0 0,7 42 1 0 0,1 14 31 0 0,14 91-62 0 0,-8-74 90 0 0,4 192 0 0 0,-35-86-34 0 0,0 0 0 0 0,-2 55 2 0 0,16 22 25 0 0,18 316-14 0 0,8-134 81 0 0,-11-364-50 0 0,-14-103-39 0 0,0-1-1 0 0,1 1 1 0 0,-1-1-1 0 0,0 0 0 0 0,1 1 1 0 0,-1-1-1 0 0,1 0 1 0 0,-1 1-1 0 0,1-1 1 0 0,0 0-1 0 0,0 0 1 0 0,0 0-1 0 0,-1 0 0 0 0,1 0 1 0 0,0 1-1 0 0,0-2 1 0 0,0 1-1 0 0,1 0 1 0 0,-1 0-1 0 0,0 0 0 0 0,0 0 1 0 0,0-1-1 0 0,1 1 1 0 0,-1 0-1 0 0,0-1 1 0 0,1 0-1 0 0,-1 1 0 0 0,0-1 1 0 0,1 0-1 0 0,-1 1 1 0 0,0-1-1 0 0,1 0 1 0 0,-1 0-1 0 0,1 0 1 0 0,-1 0-1 0 0,1 0 0 0 0,-1-1 1 0 0,0 1-1 0 0,1 0 1 0 0,1-1-1 0 0,59-13 300 0 0,34-21-71 0 0,-45 15-85 0 0,1 3 0 0 0,55-12 1 0 0,-106 29-194 0 0,0 0 0 0 0,0 0 0 0 0,0 0 0 0 0,1-1 0 0 0,-1 1 0 0 0,0 0 0 0 0,0-1 0 0 0,0 1 0 0 0,0-1 0 0 0,0 1 0 0 0,0-1 0 0 0,0 1 0 0 0,0-1 0 0 0,0 0 0 0 0,0 0 0 0 0,0 1 1 0 0,0-2-1 0 0,0-2-722 0 0,-1 4 606 0 0,0-1-1 0 0,0 0 1 0 0,0 0 0 0 0,0 1 0 0 0,0-1-1 0 0,0 0 1 0 0,0 1 0 0 0,-4-8-1362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1065 3 5276 0 0,'0'0'-266'0'0,"-35"-3"785"0"0,2 6-405 0 0,-65 14 1 0 0,15-2 15 0 0,-532 102 656 0 0,587-111-639 0 0,-116 19 160 0 0,141-25-296 0 0,-15 1-256 0 0,18-1 150 0 0,-1 0-1 0 0,1 0 1 0 0,-1 0 0 0 0,1 0 0 0 0,-1 0-1 0 0,1 0 1 0 0,-1 0 0 0 0,1 0 0 0 0,-1 0-1 0 0,1 0 1 0 0,-1-1 0 0 0,1 1-1 0 0,-1 0 1 0 0,1 0 0 0 0,-1 0 0 0 0,2-25-3419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 4208 0 0,'0'0'-9'0'0,"0"0"-1"0"0,0 0 0 0 0,0 0 0 0 0,0-1 0 0 0,0 1 0 0 0,0 0 1 0 0,0 0-1 0 0,0 0 0 0 0,0 0 0 0 0,1 0 0 0 0,-1 0 0 0 0,0 0 0 0 0,0-1 1 0 0,0 1-1 0 0,0 0 0 0 0,0 0 0 0 0,0 0 0 0 0,0 0 0 0 0,0 0 1 0 0,0 0-1 0 0,0-1 0 0 0,0 1 0 0 0,0 0 0 0 0,0 0 0 0 0,0 0 1 0 0,-1 0-1 0 0,1 0 0 0 0,0 0 0 0 0,0-1 0 0 0,0 1 0 0 0,0 0 1 0 0,0 0-1 0 0,0 0 0 0 0,0 0 0 0 0,0 0 0 0 0,0 0 0 0 0,0 0 1 0 0,0 0-1 0 0,-1-1 0 0 0,1 1 0 0 0,0 0 0 0 0,0 0 0 0 0,0 0 1 0 0,0 0-1 0 0,0 0 0 0 0,0 0 0 0 0,0 0 0 0 0,-1 0 0 0 0,1 0 1 0 0,0 0-1 0 0,0 0 0 0 0,0 0 0 0 0,0 0 0 0 0,0 0 0 0 0,0 0 0 0 0,-1 0 1 0 0,1 0-1 0 0,0 0 0 0 0,0 0 0 0 0,0 0 0 0 0,0 0 0 0 0,0 0 1 0 0,0 0-1 0 0,-1 0 0 0 0,1 0 0 0 0,0 0 0 0 0,0 0 0 0 0,0 0 1 0 0,0 1-1 0 0,-18 5-113 0 0,-23 15 129 0 0,-173 145 78 0 0,156-118 71 0 0,-69 69 351 0 0,126-117-502 0 0,1 1 0 0 0,0-1-1 0 0,0 0 1 0 0,-1 0-1 0 0,1 0 1 0 0,0 1-1 0 0,0-1 1 0 0,0 0-1 0 0,-1 0 1 0 0,1 0 0 0 0,0 1-1 0 0,0-1 1 0 0,0 0-1 0 0,0 1 1 0 0,-1-1-1 0 0,1 0 1 0 0,0 0 0 0 0,0 1-1 0 0,0-1 1 0 0,0 0-1 0 0,0 1 1 0 0,0-1-1 0 0,0 0 1 0 0,0 0 0 0 0,0 1-1 0 0,0-1 1 0 0,0 0-1 0 0,0 1 1 0 0,0-1-1 0 0,0 0 1 0 0,0 1-1 0 0,0-1 1 0 0,1 0 0 0 0,-1 0-1 0 0,0 1 1 0 0,0-1-1 0 0,0 0 1 0 0,0 0-1 0 0,0 1 1 0 0,1-1 0 0 0,14 8 95 0 0,17-1 50 0 0,368 30 666 0 0,-341-27-730 0 0,-57-10-298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4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 3548 0 0,'3'-32'2011'0'0,"1"12"-368"0"0,5 33-1124 0 0,15 54-835 0 0,-16-42 471 0 0,21 49-155 0 0,40 127 21 0 0,-4 54 154 0 0,-67-249-1098 0 0,-8-10 541 0 0,-11-19-2193 0 0,11 7 555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5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1 239 4916 0 0,'13'-41'-1388'0'0,"0"24"1423"0"0,1 0 0 0 0,0 1 0 0 0,2 1 0 0 0,-1 0 0 0 0,2 1 1 0 0,0 1-1 0 0,1 1 0 0 0,0 0 0 0 0,1 1 0 0 0,0 1 0 0 0,0 1 1 0 0,1 1-1 0 0,1 0 0 0 0,29-6 0 0 0,-39 12-30 0 0,0 0 0 0 0,1 0 0 0 0,-1 1 0 0 0,1 1 0 0 0,-1 0 0 0 0,1 1 1 0 0,-1 0-1 0 0,1 0 0 0 0,-1 2 0 0 0,0-1 0 0 0,1 1 0 0 0,-1 1 0 0 0,-1 0 0 0 0,1 0 0 0 0,-1 1 0 0 0,1 1 0 0 0,-1 0 0 0 0,-1 0 0 0 0,1 1 0 0 0,-1 0 1 0 0,0 0-1 0 0,7 10 0 0 0,-13-14 2 0 0,-1 0 0 0 0,0 0 0 0 0,0 1 0 0 0,0-1 0 0 0,0 1 0 0 0,-1-1 0 0 0,1 1 0 0 0,-1 0 0 0 0,0 0 0 0 0,0 0 0 0 0,0-1 0 0 0,-1 1 0 0 0,0 0 0 0 0,1 0 0 0 0,-1 0 0 0 0,0 0 0 0 0,-1 5 0 0 0,-1-1 2 0 0,0 0 0 0 0,0-1 0 0 0,-1 1 0 0 0,0-1 0 0 0,0 0 0 0 0,0 0 0 0 0,-1 0 0 0 0,-6 8 0 0 0,-5 5 19 0 0,-1 0-1 0 0,-2-1 0 0 0,0 0 1 0 0,-25 19-1 0 0,13-16 253 0 0,0 0 0 0 0,-1-3 0 0 0,-1 0-1 0 0,-37 15 1 0 0,68-34-167 0 0,-2 3 60 0 0,9-9 134 0 0,-2 3-260 0 0,0 1 0 0 0,-1 0 0 0 0,1 0 0 0 0,0 0 0 0 0,0 0 0 0 0,0 1 0 0 0,0 0 0 0 0,5-2 0 0 0,5 2-50 0 0,1 0 1 0 0,-1 1-1 0 0,0 1 0 0 0,1 0 0 0 0,-1 1 0 0 0,0 0 0 0 0,1 1 0 0 0,-1 1 0 0 0,-1 0 0 0 0,1 1 0 0 0,-1 1 0 0 0,0 0 1 0 0,0 0-1 0 0,19 14 0 0 0,15 11-13 0 0,-1 3 1 0 0,56 52-1 0 0,-76-64 4 0 0,-9-8 10 0 0,-1 1 0 0 0,0 0 0 0 0,-1 0 0 0 0,0 2 0 0 0,-1 0 0 0 0,17 29 0 0 0,-10-23 390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6.4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28 201 4044 0 0,'14'-4'-99'0'0,"0"0"0"0"0,0-1 0 0 0,0-1 0 0 0,-1-1-1 0 0,0 0 1 0 0,13-9 0 0 0,-20 12 167 0 0,0-1-1 0 0,0 1 1 0 0,0-1 0 0 0,-1-1-1 0 0,0 1 1 0 0,0-1 0 0 0,0 1-1 0 0,-1-2 1 0 0,0 1-1 0 0,0 0 1 0 0,0-1 0 0 0,-1 1-1 0 0,4-12 1 0 0,-7 16-43 0 0,1 0-1 0 0,-1 0 1 0 0,0 0-1 0 0,1-1 0 0 0,-1 1 1 0 0,0 0-1 0 0,-1 0 1 0 0,1-1-1 0 0,0 1 1 0 0,-1 0-1 0 0,1 0 1 0 0,-1 0-1 0 0,0 0 1 0 0,1 0-1 0 0,-1 0 1 0 0,0 0-1 0 0,0 0 1 0 0,0 0-1 0 0,-1 0 1 0 0,1 0-1 0 0,0 1 1 0 0,-1-1-1 0 0,1 0 1 0 0,-1 1-1 0 0,0-1 1 0 0,1 1-1 0 0,-1 0 1 0 0,0-1-1 0 0,0 1 0 0 0,0 0 1 0 0,-3-1-1 0 0,4 1 12 0 0,-3 1-30 0 0,1-1 0 0 0,0 1 0 0 0,0 0 0 0 0,0 0 0 0 0,0 0 0 0 0,-1 0 1 0 0,1 1-1 0 0,0 0 0 0 0,0-1 0 0 0,0 1 0 0 0,-4 1 0 0 0,5-1 1 0 0,-6 2-2 0 0,1 1 0 0 0,-1 0 0 0 0,1 0-1 0 0,0 1 1 0 0,0 0 0 0 0,0 0-1 0 0,1 1 1 0 0,0-1 0 0 0,0 1 0 0 0,0 1-1 0 0,1-1 1 0 0,0 1 0 0 0,0 0 0 0 0,0 0-1 0 0,1 1 1 0 0,0-1 0 0 0,-4 14-1 0 0,4-11 0 0 0,1-1-1 0 0,0 1 1 0 0,1 0-1 0 0,0 0 1 0 0,0 0-1 0 0,1 0 1 0 0,0 0-1 0 0,1 0 1 0 0,0 1-1 0 0,1-1 1 0 0,0 0-1 0 0,0 0 1 0 0,1 0-1 0 0,4 10 1 0 0,-3-13 19 0 0,1 0 0 0 0,-1 0 1 0 0,2 0-1 0 0,-1 0 0 0 0,1-1 0 0 0,0 1 1 0 0,0-1-1 0 0,1-1 0 0 0,0 1 0 0 0,0-1 1 0 0,0 0-1 0 0,0 0 0 0 0,1-1 0 0 0,0 0 1 0 0,0 0-1 0 0,0 0 0 0 0,1-1 0 0 0,-1 0 1 0 0,1-1-1 0 0,-1 1 0 0 0,1-1 1 0 0,0-1-1 0 0,0 0 0 0 0,11 1 0 0 0,-2-1-42 0 0,1-1-1 0 0,-1 0 1 0 0,1-1-1 0 0,-1-1 0 0 0,1 0 1 0 0,-1-1-1 0 0,0-1 1 0 0,0-1-1 0 0,-1-1 0 0 0,22-9 1 0 0,-31 11-444 0 0,0 0 1 0 0,0 0 0 0 0,-1-1-1 0 0,13-10 1 0 0,-4-2-1070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0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38 143 4504 0 0,'-23'-92'590'0'0,"14"60"595"0"0,8 30-1033 0 0,-4-15 567 0 0,16 82-677 0 0,2-1 0 0 0,3-1 0 0 0,25 63-1 0 0,-24-73-16 0 0,25 71-14 0 0,71 146 1 0 0,-107-257-5 0 0,0-1 0 0 0,1 0 0 0 0,1 0 0 0 0,0-1 0 0 0,0 0 1 0 0,1 0-1 0 0,1-1 0 0 0,0 0 0 0 0,0-1 0 0 0,20 14 0 0 0,-22-18 2 0 0,0-1-1 0 0,0 0 0 0 0,0-1 0 0 0,0 1 1 0 0,1-2-1 0 0,-1 1 0 0 0,1-1 0 0 0,0-1 1 0 0,0 1-1 0 0,0-1 0 0 0,0-1 0 0 0,-1 0 1 0 0,1 0-1 0 0,0-1 0 0 0,0 0 1 0 0,0 0-1 0 0,15-5 0 0 0,-12 2-364 0 0,-1 0 0 0 0,0 0 0 0 0,0-1 0 0 0,0 0 0 0 0,-1-1-1 0 0,0 0 1 0 0,0-1 0 0 0,0 0 0 0 0,17-17 0 0 0,-8 4-1819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2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17 166 5320 0 0,'-15'0'-738'0'0,"14"-1"737"0"0,1 0 0 0 0,0 0 0 0 0,-1 0 0 0 0,1 0 0 0 0,0-1 0 0 0,0 1 0 0 0,0 0 0 0 0,0 0 0 0 0,0 0 0 0 0,0 0 0 0 0,0 0 0 0 0,1 0-1 0 0,-1 0 1 0 0,0 0 0 0 0,1 0 0 0 0,-1 0 0 0 0,0 0 0 0 0,1 0 0 0 0,0 0 0 0 0,-1 0 0 0 0,1 0 0 0 0,-1 0 0 0 0,1 0 0 0 0,0 0 0 0 0,0 0-1 0 0,-1 1 1 0 0,1-1 0 0 0,0 0 0 0 0,0 1 0 0 0,2-2 0 0 0,41-35-94 0 0,-23 21-83 0 0,59-49-1806 0 0,-57 48 1548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9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38 3008 0 0,'0'0'146'0'0,"-3"-2"-89"0"0,-4-7 43 0 0,13 7 154 0 0,18 7 142 0 0,-15-3-510 0 0,9 3 117 0 0,-1 0 1 0 0,1 1-1 0 0,-1 2 0 0 0,0-1 1 0 0,0 2-1 0 0,19 13 0 0 0,-1-1 3 0 0,-18-13 4 0 0,-1 1 0 0 0,0 1 0 0 0,0 0-1 0 0,-1 2 1 0 0,0-1 0 0 0,-1 2 0 0 0,-1 0-1 0 0,0 1 1 0 0,0 0 0 0 0,16 25 0 0 0,-28-36 2 0 0,1 1 1 0 0,-1-1 0 0 0,0 1 0 0 0,0-1-1 0 0,0 1 1 0 0,0 0 0 0 0,-1-1 0 0 0,1 1-1 0 0,-1 0 1 0 0,0 0 0 0 0,0 0 0 0 0,0-1 0 0 0,-1 1-1 0 0,0 0 1 0 0,1 0 0 0 0,-1-1 0 0 0,0 1-1 0 0,-3 6 1 0 0,1-4 176 0 0,-1 1 0 0 0,1 0 0 0 0,-1-1 0 0 0,0 0 0 0 0,-1 0 0 0 0,0 0 0 0 0,-10 10 1 0 0,15-15-166 0 0,-1-1 1 0 0,1 1 0 0 0,-1-1 0 0 0,1 0-1 0 0,-1 1 1 0 0,1-1 0 0 0,0 0 0 0 0,-1 0 0 0 0,0 1-1 0 0,1-1 1 0 0,-1 0 0 0 0,1 0 0 0 0,-1 0-1 0 0,1 1 1 0 0,-1-1 0 0 0,1 0 0 0 0,-1 0 0 0 0,1 0-1 0 0,-1 0 1 0 0,0 0 0 0 0,1 0 0 0 0,-1 0-1 0 0,1 0 1 0 0,-1 0 0 0 0,1-1 0 0 0,-1 1 0 0 0,1 0-1 0 0,-1 0 1 0 0,1 0 0 0 0,-1-1 0 0 0,1 1-1 0 0,-1 0 1 0 0,1-1 0 0 0,-1 1 0 0 0,1 0 0 0 0,-1-1-1 0 0,1 1 1 0 0,-1 0 0 0 0,1-1 0 0 0,0 1-1 0 0,-1-1 1 0 0,1 1 0 0 0,0-1 0 0 0,0 1 0 0 0,-1-1-1 0 0,1 1 1 0 0,0-1 0 0 0,0 1 0 0 0,0-1-1 0 0,-1 1 1 0 0,1-2 0 0 0,-6-27 265 0 0,6-5-176 0 0,2 0 1 0 0,2 0 0 0 0,1 1 0 0 0,1-1 0 0 0,2 1 0 0 0,1 0-1 0 0,2 1 1 0 0,17-35 0 0 0,-20 53-142 0 0,3-5-105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4916 0 0,'8'12'-250'0'0,"0"0"-1"0"0,-1 0 1 0 0,-1 1-1 0 0,0 0 0 0 0,6 20 1 0 0,13 28 380 0 0,-5-21-52 0 0,-6-9 44 0 0,2-2-1 0 0,35 51 1 0 0,-37-55-2321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4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 55 3064 0 0,'-3'-3'219'0'0,"1"0"0"0"0,0 0 0 0 0,0-1 0 0 0,0 1 0 0 0,0-1 0 0 0,0 1 0 0 0,1-1 0 0 0,-2-4-1 0 0,3 6-58 0 0,-1-16-2687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9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92 175 3288 0 0,'0'0'-236'0'0,"17"3"-379"0"0,-10-3 683 0 0,0-1 1 0 0,-1 0-1 0 0,1 0 1 0 0,0 0-1 0 0,-1-1 1 0 0,0 0-1 0 0,1 0 0 0 0,-1-1 1 0 0,0 0-1 0 0,0 0 1 0 0,0 0-1 0 0,-1-1 1 0 0,1 0-1 0 0,8-8 1 0 0,-11 10-22 0 0,-1 0 1 0 0,0 0-1 0 0,0-1 1 0 0,0 0-1 0 0,0 1 1 0 0,-1-1-1 0 0,1 0 1 0 0,-1 0-1 0 0,1 0 1 0 0,-1 0-1 0 0,0 0 1 0 0,0 0-1 0 0,-1 0 1 0 0,1 0 0 0 0,0 0-1 0 0,-1 0 1 0 0,0 0-1 0 0,0-1 1 0 0,0 1-1 0 0,0 0 1 0 0,0 0-1 0 0,-1 0 1 0 0,1-1-1 0 0,-1 1 1 0 0,0 0-1 0 0,0 0 1 0 0,0 0-1 0 0,0 0 1 0 0,-1 0-1 0 0,1 1 1 0 0,-1-1 0 0 0,0 0-1 0 0,0 1 1 0 0,-2-4-1 0 0,2 4-34 0 0,0-1 0 0 0,0 1 0 0 0,0 0 0 0 0,-1-1 0 0 0,1 1 0 0 0,0 0 1 0 0,-1 0-1 0 0,0 1 0 0 0,1-1 0 0 0,-1 0 0 0 0,0 1 0 0 0,0 0 0 0 0,0-1 0 0 0,0 1 0 0 0,0 1 0 0 0,0-1 0 0 0,0 0 0 0 0,0 1 0 0 0,0-1 0 0 0,-1 1 0 0 0,1 0 0 0 0,0 0 0 0 0,0 0 1 0 0,0 1-1 0 0,0-1 0 0 0,-1 1 0 0 0,1-1 0 0 0,0 1 0 0 0,0 0 0 0 0,0 0 0 0 0,0 1 0 0 0,1-1 0 0 0,-5 3 0 0 0,-1 1-10 0 0,0 0 1 0 0,0 0-1 0 0,0 1 0 0 0,1 0 0 0 0,0 0 1 0 0,0 1-1 0 0,0 0 0 0 0,1 0 1 0 0,-9 15-1 0 0,10-15 2 0 0,1 1-1 0 0,-1 0 1 0 0,2 0 0 0 0,-1 0 0 0 0,1 0 0 0 0,1 1 0 0 0,-1-1-1 0 0,1 1 1 0 0,1 0 0 0 0,0 0 0 0 0,0 0 0 0 0,1-1-1 0 0,0 12 1 0 0,1-13 0 0 0,1-1-1 0 0,-1 0 1 0 0,1 0-1 0 0,0 0 1 0 0,0-1 0 0 0,1 1-1 0 0,0 0 1 0 0,0-1-1 0 0,0 0 1 0 0,1 1-1 0 0,-1-1 1 0 0,1-1 0 0 0,1 1-1 0 0,-1 0 1 0 0,1-1-1 0 0,-1 0 1 0 0,1 0-1 0 0,0-1 1 0 0,9 6 0 0 0,-1-2-4 0 0,0-1 0 0 0,1 0 0 0 0,0 0 0 0 0,0-2 0 0 0,0 1 0 0 0,1-2 0 0 0,-1 0 0 0 0,1-1 0 0 0,0 0 0 0 0,24-1 1 0 0,-27-2-614 0 0,-1 0 0 0 0,0 0 0 0 0,1-1 0 0 0,19-7 0 0 0,-14 2-247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20 167 3568 0 0,'-16'-50'698'0'0,"16"48"-566"0"0,-3-7 150 0 0,3 5 333 0 0,50 81-564 0 0,3-1 0 0 0,77 82 1 0 0,-114-142 154 0 0,0-1 1 0 0,1-1 0 0 0,36 24 439 0 0,-50-41-444 0 0,2-1-147 0 0,-1 0 0 0 0,-1-1-1 0 0,1 0 1 0 0,-1 1 0 0 0,1-1 0 0 0,-1-1-1 0 0,-1 1 1 0 0,1 0 0 0 0,-1-1-1 0 0,0 1 1 0 0,0-1 0 0 0,-1 1-1 0 0,1-1 1 0 0,-1 0 0 0 0,-1 0 0 0 0,1-11-1 0 0,1-20 126 0 0,-4-53-1 0 0,1 73-126 0 0,1-199 220 0 0,0 214-276 0 0,-1-4 251 0 0,-1-18-5427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6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0 158 4680 0 0,'0'0'-256'0'0,"24"2"-488"0"0,-19-3 701 0 0,10-1 7 0 0,0-2 1 0 0,1 0-1 0 0,20-8 1 0 0,-32 11 80 0 0,0-1 0 0 0,-1 0 0 0 0,1 0 1 0 0,0 0-1 0 0,-1 0 0 0 0,1-1 0 0 0,-1 0 0 0 0,0 1 0 0 0,0-1 0 0 0,0 0 0 0 0,0-1 1 0 0,-1 1-1 0 0,1 0 0 0 0,-1-1 0 0 0,0 1 0 0 0,0-1 0 0 0,0 0 0 0 0,3-7 0 0 0,-5 8-14 0 0,0 0-1 0 0,0 0 1 0 0,0 0-1 0 0,0 0 0 0 0,0 0 1 0 0,-1 0-1 0 0,1 0 1 0 0,-1 0-1 0 0,0 0 0 0 0,0 0 1 0 0,0 0-1 0 0,0 0 1 0 0,0 1-1 0 0,-1-1 0 0 0,1 0 1 0 0,-1 1-1 0 0,0-1 0 0 0,1 1 1 0 0,-1 0-1 0 0,-1-1 1 0 0,1 1-1 0 0,0 0 0 0 0,0 0 1 0 0,-1 1-1 0 0,1-1 1 0 0,-1 0-1 0 0,1 1 0 0 0,-7-3 1 0 0,8 3 13 0 0,-22 5 10 0 0,19-2-51 0 0,0-1 1 0 0,0 0 0 0 0,0 1-1 0 0,1 0 1 0 0,-1 0-1 0 0,1 0 1 0 0,-1 0 0 0 0,1 1-1 0 0,0-1 1 0 0,0 1 0 0 0,0 0-1 0 0,0 0 1 0 0,1 0-1 0 0,-1 0 1 0 0,1 0 0 0 0,-1 1-1 0 0,1-1 1 0 0,0 1-1 0 0,-1 4 1 0 0,-4 8 6 0 0,0 0 1 0 0,-6 31-1 0 0,10-38 0 0 0,2-1 0 0 0,0 1-1 0 0,0 0 1 0 0,0-1 0 0 0,1 1 0 0 0,0 0-1 0 0,1 0 1 0 0,0 0 0 0 0,0-1 0 0 0,1 1-1 0 0,0 0 1 0 0,1-1 0 0 0,0 0 0 0 0,0 1-1 0 0,1-1 1 0 0,0 0 0 0 0,0-1 0 0 0,0 1-1 0 0,9 10 1 0 0,-8-13-16 0 0,-1-1 0 0 0,1 1 0 0 0,0-1-1 0 0,0 1 1 0 0,1-1 0 0 0,-1-1 0 0 0,1 1 0 0 0,0-1 0 0 0,0 0 0 0 0,0 0-1 0 0,0-1 1 0 0,0 0 0 0 0,0 0 0 0 0,1 0 0 0 0,-1-1 0 0 0,1 0-1 0 0,0 0 1 0 0,-1 0 0 0 0,1-1 0 0 0,0 0 0 0 0,-1-1 0 0 0,1 1-1 0 0,-1-1 1 0 0,1-1 0 0 0,-1 1 0 0 0,11-5 0 0 0,26-14-2180 0 0,-24 4 764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1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110 640 4232 0 0,'0'0'-164'0'0,"-5"2"-503"0"0,-3 3 637 0 0,-1 0 0 0 0,1 1 0 0 0,0 0 0 0 0,1 0 0 0 0,0 1 0 0 0,0 0 0 0 0,0 0 0 0 0,1 1 0 0 0,0-1 0 0 0,0 1 0 0 0,-4 9 1 0 0,8-14 40 0 0,0 0 1 0 0,0 1-1 0 0,0-1 0 0 0,1 0 1 0 0,0 0-1 0 0,0 1 1 0 0,0-1-1 0 0,0 1 1 0 0,0-1-1 0 0,1 1 1 0 0,-1-1-1 0 0,1 1 1 0 0,0-1-1 0 0,0 1 1 0 0,0-1-1 0 0,1 1 1 0 0,-1 0-1 0 0,1-1 1 0 0,0 0-1 0 0,0 1 1 0 0,0-1-1 0 0,0 1 1 0 0,1-1-1 0 0,-1 0 1 0 0,1 0-1 0 0,0 0 1 0 0,0 0-1 0 0,0 0 1 0 0,0 0-1 0 0,1-1 1 0 0,-1 1-1 0 0,1-1 1 0 0,-1 1-1 0 0,6 3 1 0 0,5 1 87 0 0,-1 0 0 0 0,1-1 1 0 0,1 0-1 0 0,-1-1 0 0 0,1-1 0 0 0,-1 0 1 0 0,1-1-1 0 0,1 0 0 0 0,-1-1 1 0 0,0-1-1 0 0,0 0 0 0 0,1-1 1 0 0,-1 0-1 0 0,0-1 0 0 0,1-1 1 0 0,-1 0-1 0 0,23-8 0 0 0,-32 8-49 0 0,0 1 0 0 0,0-2 0 0 0,0 1-1 0 0,0-1 1 0 0,0 1 0 0 0,-1-1 0 0 0,0 0 0 0 0,1-1 0 0 0,-1 1-1 0 0,0-1 1 0 0,-1 0 0 0 0,1 0 0 0 0,-1 0 0 0 0,0 0 0 0 0,0-1-1 0 0,0 0 1 0 0,0 1 0 0 0,-1-1 0 0 0,0 0 0 0 0,0 0-1 0 0,0 0 1 0 0,0 0 0 0 0,-1 0 0 0 0,0-1 0 0 0,0 1 0 0 0,-1 0-1 0 0,1-1 1 0 0,-1 1 0 0 0,-1-8 0 0 0,0-11 15 0 0,-2-1 0 0 0,-1 1 0 0 0,-1 0 0 0 0,-1 1-1 0 0,-9-27 1 0 0,-201-514 1233 0 0,205 547-1110 0 0,9 36-143 0 0,10 54-84 0 0,-6-61 60 0 0,7 44-14 0 0,2 0 0 0 0,3-1 0 0 0,33 83 0 0 0,81 151-29 0 0,-125-284 19 0 0,87 151-3349 0 0,-80-141 1766 0 0,-1 2-251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2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6 412 5060 0 0,'-5'6'-181'0'0,"8"-8"85"0"0,22-15 72 0 0,28-18 65 0 0,-35 25-33 0 0,-1 0-1 0 0,0-1 0 0 0,-1 0 0 0 0,0-1 1 0 0,-1-1-1 0 0,21-23 0 0 0,-32 31 5 0 0,0 1 1 0 0,-1 0-1 0 0,0-1 0 0 0,0 0 1 0 0,0 0-1 0 0,0 0 0 0 0,-1 0 1 0 0,0 0-1 0 0,0 0 0 0 0,0-1 1 0 0,-1 1-1 0 0,1-1 0 0 0,-1 1 1 0 0,-1-1-1 0 0,1 1 0 0 0,-1-1 1 0 0,0 0-1 0 0,0 1 0 0 0,-1-1 1 0 0,1 1-1 0 0,-1-1 0 0 0,-1 1 1 0 0,1-1-1 0 0,-1 1 0 0 0,0-1 1 0 0,0 1-1 0 0,-4-8 0 0 0,-1 1 161 0 0,-1 0 0 0 0,0 0-1 0 0,-1 1 1 0 0,-17-19-1 0 0,-3 2 156 0 0,28 27-314 0 0,-17 34-14 0 0,15-23-6 0 0,0 0 0 0 0,1 0 1 0 0,0 1-1 0 0,1-1 0 0 0,1 1 1 0 0,-1 0-1 0 0,3 16 0 0 0,13 77-8 0 0,-10-77 11 0 0,10 42 8 0 0,2 0 0 0 0,34 86 0 0 0,70 126 18 0 0,-109-255-13 0 0,-1 0 0 0 0,0 0 0 0 0,-2 1-1 0 0,-2 1 1 0 0,0-1 0 0 0,-1 1 0 0 0,-2 0 0 0 0,-1 1 0 0 0,-2-1 0 0 0,-1 34 0 0 0,-3-19 218 0 0,3-42-79 0 0,-1-2-512 0 0,1-1 258 0 0,-1 0 1 0 0,1 0-1 0 0,0 0 0 0 0,0 0 0 0 0,0 0 0 0 0,0 0 1 0 0,0 0-1 0 0,1 0 0 0 0,-1 0 0 0 0,0 1 0 0 0,2-4 1 0 0,-1-3-326 0 0,-1-19-1119 0 0,0 1 142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2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11 219 4320 0 0,'0'0'-138'0'0,"-10"-4"-62"0"0,11 1 199 0 0,1 0-1 0 0,-1 0 1 0 0,1 1 0 0 0,0-1-1 0 0,0 1 1 0 0,0 0-1 0 0,1-1 1 0 0,-1 1-1 0 0,0 0 1 0 0,1 0-1 0 0,-1 1 1 0 0,6-4-1 0 0,44-25 50 0 0,-34 21-45 0 0,212-102-149 0 0,-159 79-1865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14 152 2332 0 0,'0'0'-22'0'0,"-1"0"57"0"0,0-1 1 0 0,1 1 0 0 0,-1-1 0 0 0,0 1 0 0 0,0-1-1 0 0,0 1 1 0 0,1-1 0 0 0,-1 1 0 0 0,0-1 0 0 0,0 0-1 0 0,1 1 1 0 0,-1-1 0 0 0,1 0 0 0 0,-1 0 0 0 0,0 0 0 0 0,1 1-1 0 0,0-1 1 0 0,-1 0 0 0 0,1 0 0 0 0,-1-1 0 0 0,5-2-10 0 0,-1 1 0 0 0,1-1 0 0 0,0 1 0 0 0,0 0 0 0 0,0 0 0 0 0,1 0 1 0 0,-1 1-1 0 0,1 0 0 0 0,-1-1 0 0 0,1 1 0 0 0,0 1 0 0 0,0-1 0 0 0,0 1 1 0 0,0 0-1 0 0,0 0 0 0 0,0 0 0 0 0,0 1 0 0 0,0 0 0 0 0,11 1 0 0 0,-7 0-17 0 0,0 1-1 0 0,1 0 0 0 0,-1 1 1 0 0,0 0-1 0 0,0 1 1 0 0,0 0-1 0 0,-1 0 0 0 0,1 1 1 0 0,-1 0-1 0 0,10 8 0 0 0,41 33 39 0 0,-1 3-1 0 0,79 88 1 0 0,-132-131-25 0 0,0 0 0 0 0,-1 0 0 0 0,0 0 0 0 0,0 1 1 0 0,-1 0-1 0 0,1 0 0 0 0,-2 0 0 0 0,4 9 0 0 0,-6-14 14 0 0,1-1 0 0 0,-1 1-1 0 0,0-1 1 0 0,1 1-1 0 0,-1-1 1 0 0,0 1 0 0 0,0-1-1 0 0,0 1 1 0 0,0-1-1 0 0,0 1 1 0 0,0-1 0 0 0,0 1-1 0 0,-1-1 1 0 0,1 1 0 0 0,-1-1-1 0 0,1 1 1 0 0,-1-1-1 0 0,1 1 1 0 0,-1-1 0 0 0,0 0-1 0 0,0 1 1 0 0,1-1-1 0 0,-1 0 1 0 0,0 0 0 0 0,0 0-1 0 0,0 1 1 0 0,-1-1 0 0 0,1 0-1 0 0,0 0 1 0 0,0-1-1 0 0,0 1 1 0 0,-1 0 0 0 0,1 0-1 0 0,-1-1 1 0 0,1 1-1 0 0,0 0 1 0 0,-1-1 0 0 0,1 1-1 0 0,-1-1 1 0 0,1 0 0 0 0,-1 0-1 0 0,1 1 1 0 0,-1-1-1 0 0,1 0 1 0 0,-1 0 0 0 0,0-1-1 0 0,1 1 1 0 0,-2 0 0 0 0,-1 0 11 0 0,0 0 0 0 0,0-1 0 0 0,1 1 0 0 0,-1-1 1 0 0,0 1-1 0 0,1-1 0 0 0,-1 0 0 0 0,1-1 1 0 0,-1 1-1 0 0,1-1 0 0 0,-1 1 0 0 0,1-1 1 0 0,0 0-1 0 0,0 0 0 0 0,0 0 0 0 0,0-1 1 0 0,0 1-1 0 0,-3-5 0 0 0,2 1-5 0 0,0 1 1 0 0,0-1-1 0 0,1 0 0 0 0,0 0 1 0 0,0 0-1 0 0,0 0 0 0 0,1-1 0 0 0,0 1 1 0 0,-2-12-1 0 0,2-1 0 0 0,0 0 0 0 0,1 0 0 0 0,1 0 0 0 0,0-1 0 0 0,2 1 0 0 0,5-29 0 0 0,-2 29-19 0 0,0-1 0 0 0,1 1 0 0 0,1 1 1 0 0,17-32-1 0 0,-19 40-24 0 0,1 0 0 0 0,0 1 0 0 0,1 0 0 0 0,0 0 0 0 0,0 1 0 0 0,1 0 1 0 0,0 0-1 0 0,1 1 0 0 0,16-12 0 0 0,-23 18-9 0 0,7-3 185 0 0,-18 23-4273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4.4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42 4588 0 0,'0'0'-212'0'0,"-4"13"-696"0"0,-3 2 885 0 0,0 1 0 0 0,1 0 0 0 0,0 0 1 0 0,1 1-1 0 0,1-1 0 0 0,1 1 0 0 0,-2 20 1 0 0,5-33 39 0 0,0 1 1 0 0,0-1-1 0 0,0 1 1 0 0,0-1 0 0 0,1 1-1 0 0,0-1 1 0 0,0 0-1 0 0,0 1 1 0 0,1-1-1 0 0,-1 0 1 0 0,1 0 0 0 0,0 0-1 0 0,0 0 1 0 0,0 0-1 0 0,1 0 1 0 0,0-1-1 0 0,-1 1 1 0 0,1-1 0 0 0,0 1-1 0 0,1-1 1 0 0,-1 0-1 0 0,0-1 1 0 0,1 1-1 0 0,0 0 1 0 0,0-1-1 0 0,-1 0 1 0 0,1 0 0 0 0,1 0-1 0 0,-1 0 1 0 0,0-1-1 0 0,0 0 1 0 0,1 0-1 0 0,4 1 1 0 0,-1 0 8 0 0,0-1 0 0 0,-1 0 0 0 0,1-1 0 0 0,0 1-1 0 0,0-1 1 0 0,0-1 0 0 0,-1 0 0 0 0,1 0 0 0 0,0 0 0 0 0,-1-1 0 0 0,1 0 0 0 0,-1 0 0 0 0,0-1-1 0 0,0 0 1 0 0,1 0 0 0 0,-2-1 0 0 0,1 0 0 0 0,0 0 0 0 0,-1-1 0 0 0,11-9 0 0 0,-13 9-16 0 0,0 1 0 0 0,0-1 1 0 0,0 0-1 0 0,-1 0 0 0 0,0 0 1 0 0,0-1-1 0 0,0 1 0 0 0,0-1 1 0 0,-1 1-1 0 0,0-1 0 0 0,0 0 1 0 0,-1 0-1 0 0,0 0 0 0 0,0 0 1 0 0,0 0-1 0 0,-1 0 0 0 0,1 0 0 0 0,-2 0 1 0 0,1 0-1 0 0,-1 0 0 0 0,1 0 1 0 0,-2 0-1 0 0,1 0 0 0 0,-1 0 1 0 0,0 0-1 0 0,0 0 0 0 0,-3-5 1 0 0,2 4-10 0 0,-1 0 1 0 0,0 0-1 0 0,-1 0 0 0 0,1 1 1 0 0,-1-1-1 0 0,0 1 0 0 0,-1 1 1 0 0,1-1-1 0 0,-1 1 1 0 0,0 0-1 0 0,-1 0 0 0 0,1 0 1 0 0,-1 1-1 0 0,0 0 1 0 0,0 1-1 0 0,-1-1 0 0 0,1 1 1 0 0,-16-4-1 0 0,17 6-25 0 0,-1 0-1 0 0,0 0 0 0 0,1 1 1 0 0,-1-1-1 0 0,0 1 1 0 0,1 1-1 0 0,-1-1 1 0 0,0 1-1 0 0,1 1 0 0 0,-1-1 1 0 0,1 1-1 0 0,-1 0 1 0 0,1 0-1 0 0,0 1 1 0 0,0 0-1 0 0,0 0 0 0 0,0 1 1 0 0,1-1-1 0 0,-1 1 1 0 0,1 0-1 0 0,0 1 1 0 0,0-1-1 0 0,-4 6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5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2 206 3360 0 0,'0'0'416'0'0,"-2"29"-384"0"0,144 247 736 0 0,-165-336 2322 0 0,-26-137-2478 0 0,47 188-609 0 0,0 1 0 0 0,1-1 0 0 0,0 0 0 0 0,0 0 0 0 0,1 1 0 0 0,0-1 0 0 0,0 0 0 0 0,1 0 0 0 0,0 0 0 0 0,1 1 0 0 0,-1-1 0 0 0,2 1 0 0 0,-1-1 0 0 0,1 1 0 0 0,1 0 0 0 0,0 0 0 0 0,7-11 0 0 0,-10 17-8 0 0,0 1 0 0 0,1 0-1 0 0,-1 0 1 0 0,0 0 0 0 0,1 0 0 0 0,0 0 0 0 0,-1 0-1 0 0,1 0 1 0 0,-1 1 0 0 0,1-1 0 0 0,0 1 0 0 0,0-1-1 0 0,-1 1 1 0 0,1 0 0 0 0,0-1 0 0 0,0 1-1 0 0,-1 0 1 0 0,1 0 0 0 0,0 0 0 0 0,0 0 0 0 0,2 1-1 0 0,0-1 2 0 0,22 14-56 0 0,-6 7 28 0 0,-1 1 0 0 0,-1 0 0 0 0,28 47 0 0 0,-11-17 8 0 0,-23-33 50 0 0,-1-1 1 0 0,-1 2 0 0 0,12 30 771 0 0,-24-52-788 0 0,0 1 0 0 0,0-1 1 0 0,0 0-1 0 0,1 0 0 0 0,-1 0 0 0 0,0 1 1 0 0,1-1-1 0 0,-1-1 0 0 0,-1-2 1 0 0,3 4-6 0 0,-5-7 13 0 0,0-2 1 0 0,1 1 0 0 0,0 0-1 0 0,1-1 1 0 0,0 0-1 0 0,0 0 1 0 0,1 0-1 0 0,0 0 1 0 0,1 0 0 0 0,0 0-1 0 0,1 0 1 0 0,0-1-1 0 0,0 1 1 0 0,3-10 0 0 0,-1 6-21 0 0,1 1 1 0 0,0 0-1 0 0,1 0 1 0 0,1 0-1 0 0,0 0 1 0 0,1 1-1 0 0,0-1 1 0 0,1 1-1 0 0,0 1 1 0 0,16-19-1 0 0,-19 25-6 0 0,0 1 0 0 0,0 0 0 0 0,0 0 0 0 0,1 0 0 0 0,0 1 0 0 0,0-1 0 0 0,0 1 0 0 0,0 0 0 0 0,0 0 0 0 0,1 1 0 0 0,10-4 0 0 0,-12 5-1 0 0,0 1 0 0 0,1-1 0 0 0,-1 1 0 0 0,0 0 1 0 0,0 0-1 0 0,1 0 0 0 0,-1 1 0 0 0,0 0 0 0 0,1 0 0 0 0,-1 0 0 0 0,0 0 0 0 0,0 0 0 0 0,0 1 1 0 0,0 0-1 0 0,0 0 0 0 0,-1 0 0 0 0,1 0 0 0 0,4 3 0 0 0,-1 2-1 0 0,1 0 0 0 0,-1 0 0 0 0,0 1 0 0 0,-1 0-1 0 0,0 0 1 0 0,0 0 0 0 0,-1 1 0 0 0,0 0 0 0 0,0 0 0 0 0,-1 0-1 0 0,0 1 1 0 0,3 13 0 0 0,-3-11 7 0 0,0-1 0 0 0,1 0 0 0 0,0 1 0 0 0,1-2 1 0 0,0 1-1 0 0,1-1 0 0 0,12 15 0 0 0,-14-20-4 0 0,1-1-1 0 0,0 0 1 0 0,0 0 0 0 0,0-1 0 0 0,0 0-1 0 0,0 0 1 0 0,1 0 0 0 0,-1-1 0 0 0,1 0-1 0 0,0 0 1 0 0,0-1 0 0 0,0 0-1 0 0,13 1 1 0 0,-1-1-1178 0 0,-1-1 0 0 0,1-1 0 0 0,35-6 0 0 0,-31 3-946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6.8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31 275 5064 0 0,'-30'-131'257'0'0,"30"129"-143"0"0,-1-13 251 0 0,2 7-52 0 0,5 13-212 0 0,4 6-143 0 0,5 5 43 0 0,-1 1 0 0 0,23 35-1 0 0,-7-9 3 0 0,62 81 15 0 0,-28-36 11 0 0,96 103 1 0 0,-23-66 2451 0 0,-136-125-2461 0 0,-1 0-1 0 0,1-1 0 0 0,0 1 0 0 0,0-1 0 0 0,-1 1 0 0 0,1-1 0 0 0,0 0 0 0 0,-1 1 0 0 0,1-1 0 0 0,-1 0 0 0 0,1 1 0 0 0,-1-1 1 0 0,1 0-1 0 0,-1 0 0 0 0,1 0 0 0 0,-1 1 0 0 0,0-1 0 0 0,1 0 0 0 0,-1 0 0 0 0,0 0 0 0 0,0 0 0 0 0,1 0 0 0 0,-1 1 0 0 0,0-1 1 0 0,0 0-1 0 0,0 0 0 0 0,0 0 0 0 0,0 0 0 0 0,-1-1 0 0 0,0-30 362 0 0,1 32-368 0 0,-21-679 1160 0 0,18 654-1234 0 0,3-6-2254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137 286 6353 0 0,'0'0'-448'0'0,"23"-1"-901"0"0,-8-7 1195 0 0,0-1 1 0 0,-1-1 0 0 0,0 0 0 0 0,0 0-1 0 0,-1-1 1 0 0,20-22 0 0 0,-28 27 173 0 0,0 0 1 0 0,0 0 0 0 0,-1-1-1 0 0,0 0 1 0 0,0 0 0 0 0,0 0 0 0 0,-1 0-1 0 0,0 0 1 0 0,0-1 0 0 0,-1 1-1 0 0,0-1 1 0 0,0 0 0 0 0,-1 1-1 0 0,0-1 1 0 0,0 0 0 0 0,-1 0-1 0 0,-1-10 1 0 0,1 15-10 0 0,-1 0 1 0 0,0 1-1 0 0,0-1 1 0 0,0 0-1 0 0,0 1 0 0 0,0-1 1 0 0,-1 1-1 0 0,1-1 0 0 0,-1 1 1 0 0,0-1-1 0 0,1 1 1 0 0,-1 0-1 0 0,0 0 0 0 0,0 0 1 0 0,-1 0-1 0 0,1 1 1 0 0,0-1-1 0 0,-1 0 0 0 0,1 1 1 0 0,-1 0-1 0 0,1-1 0 0 0,-1 1 1 0 0,1 0-1 0 0,-1 0 1 0 0,0 1-1 0 0,0-1 0 0 0,0 0 1 0 0,1 1-1 0 0,-1 0 0 0 0,0 0 1 0 0,0-1-1 0 0,0 2 1 0 0,-4-1-1 0 0,-1 0 3 0 0,-1 1 0 0 0,0 0 0 0 0,0 0 0 0 0,1 1 0 0 0,-1 0 0 0 0,1 0 0 0 0,0 1 0 0 0,-1 0 0 0 0,-14 8 0 0 0,11-2-3 0 0,-1 0-1 0 0,2 1 0 0 0,-1 1 0 0 0,2 0 1 0 0,-1 0-1 0 0,1 1 0 0 0,1 0 0 0 0,0 1 0 0 0,1 0 1 0 0,0 0-1 0 0,1 1 0 0 0,1 0 0 0 0,0 0 1 0 0,-4 17-1 0 0,8-25 6 0 0,0 1 1 0 0,0 0-1 0 0,1 0 1 0 0,0 0-1 0 0,1 0 1 0 0,-1 0-1 0 0,1 0 1 0 0,1 0-1 0 0,-1 0 1 0 0,1 0-1 0 0,0 0 0 0 0,1 0 1 0 0,0 0-1 0 0,0 0 1 0 0,0 0-1 0 0,1-1 1 0 0,0 1-1 0 0,0-1 1 0 0,1 0-1 0 0,0 0 1 0 0,0 0-1 0 0,0-1 1 0 0,1 1-1 0 0,0-1 0 0 0,0 0 1 0 0,0 0-1 0 0,0-1 1 0 0,1 1-1 0 0,0-1 1 0 0,0-1-1 0 0,0 1 1 0 0,9 3-1 0 0,-7-3-11 0 0,0 0-1 0 0,1-1 1 0 0,0 0-1 0 0,-1-1 0 0 0,1 0 1 0 0,0 0-1 0 0,0-1 1 0 0,0 0-1 0 0,1 0 1 0 0,12-2-1 0 0,-14 0-363 0 0,0 0 0 0 0,-1-1 0 0 0,1 0 0 0 0,0 0 0 0 0,-1 0 0 0 0,1-1 0 0 0,10-6 0 0 0,-1-1-41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8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160 1 2944 0 0,'0'0'-41'0'0,"-4"4"0"0"0,-13 15 100 0 0,1 0-1 0 0,1 1 0 0 0,1 1 1 0 0,1 0-1 0 0,0 1 0 0 0,2 0 0 0 0,1 1 1 0 0,0 0-1 0 0,2 0 0 0 0,1 1 1 0 0,1 0-1 0 0,0 1 0 0 0,2-1 1 0 0,-1 27-1 0 0,5-48-26 0 0,0 1 0 0 0,0-1 0 0 0,0 1 0 0 0,1-1 0 0 0,-1 0 0 0 0,1 1-1 0 0,0-1 1 0 0,0 0 0 0 0,0 1 0 0 0,1-1 0 0 0,-1 0 0 0 0,1 0 0 0 0,-1 0 0 0 0,1 0 0 0 0,0 0 0 0 0,0 0 0 0 0,0 0 0 0 0,5 4 0 0 0,-3-4 2 0 0,1-1 0 0 0,-1 1 1 0 0,0-1-1 0 0,1 0 0 0 0,-1 0 1 0 0,1 0-1 0 0,-1-1 0 0 0,1 0 0 0 0,0 1 1 0 0,0-2-1 0 0,9 2 0 0 0,11-2 48 0 0,-1-2-1 0 0,0 0 0 0 0,0-1 0 0 0,32-9 0 0 0,-40 8-55 0 0,2 0-362 0 0,0-1 0 0 0,0 0 1 0 0,-1-2-1 0 0,0 0 0 0 0,0-1 0 0 0,26-17 0 0 0,-25 12-644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8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36 158 3648 0 0,'-5'-34'-227'0'0,"3"16"670"0"0,-1 0 0 0 0,0 0 1 0 0,-1 0-1 0 0,-8-20 0 0 0,8 30-74 0 0,1 2 98 0 0,4 8-195 0 0,4 18-193 0 0,6 50 0 0 0,4 0 1 0 0,28 80-1 0 0,6 24-28 0 0,24 99 33 0 0,-37-150 77 0 0,-33-118-103 0 0,0-40-5618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0 198 4868 0 0,'0'0'-236'0'0,"11"-19"-822"0"0,35-6 929 0 0,1 2 0 0 0,65-23 0 0 0,105-24-17 0 0,-164 56 51 0 0,-50 14 154 0 0,-3 0-57 0 0,0 1 0 0 0,0 0-1 0 0,1 0 1 0 0,-1-1 0 0 0,0 1 0 0 0,0 0 0 0 0,0 0 0 0 0,0-1-1 0 0,0 1 1 0 0,0 0 0 0 0,0 0 0 0 0,0 0 0 0 0,0-1 0 0 0,0 1-1 0 0,0 0 1 0 0,-1 0 0 0 0,1-1 0 0 0,0 1 0 0 0,0 0 0 0 0,-1-1 0 0 0,1 1-1 0 0,0 0 1 0 0,-1-1 0 0 0,1 1 0 0 0,-1 0 0 0 0,1-1 0 0 0,-2 2-1 0 0,-17 25 15 0 0,16-23-4 0 0,-7 11-9 0 0,2 0 1 0 0,0 0 0 0 0,1 1 0 0 0,-10 29 0 0 0,15-39 23 0 0,0 0-1 0 0,0 0 1 0 0,1 0 0 0 0,0 0 0 0 0,0 1 0 0 0,0-1 0 0 0,1 0-1 0 0,0 0 1 0 0,0 1 0 0 0,0-1 0 0 0,1 0 0 0 0,0 0 0 0 0,1 0-1 0 0,-1 0 1 0 0,1 0 0 0 0,4 9 0 0 0,-3-12 5 0 0,0 0 1 0 0,0 0-1 0 0,0 0 1 0 0,1 0-1 0 0,-1 0 1 0 0,1-1-1 0 0,0 0 1 0 0,0 0-1 0 0,0 0 0 0 0,0 0 1 0 0,0-1-1 0 0,0 1 1 0 0,1-1-1 0 0,-1 0 1 0 0,0 0-1 0 0,1-1 1 0 0,7 1-1 0 0,11 0 129 0 0,44-2-1 0 0,-60 0-129 0 0,0 1 1 0 0,0-1-1 0 0,0-1 0 0 0,0 1 0 0 0,-1-1 0 0 0,1 0 0 0 0,-1 0 0 0 0,1-1 0 0 0,-1 0 0 0 0,0 0 0 0 0,0-1 0 0 0,10-6 0 0 0,-14 7-20 0 0,1 1-1 0 0,-1-1 0 0 0,0 0 0 0 0,0 0 1 0 0,0 0-1 0 0,0 0 0 0 0,-1 0 0 0 0,1 0 1 0 0,-1 0-1 0 0,0 0 0 0 0,0-1 1 0 0,0 1-1 0 0,0 0 0 0 0,0-1 0 0 0,-1 1 1 0 0,1-1-1 0 0,-1 1 0 0 0,0-1 0 0 0,0 1 1 0 0,-1-1-1 0 0,1 1 0 0 0,0-1 0 0 0,-1 1 1 0 0,0 0-1 0 0,0-1 0 0 0,0 1 1 0 0,-3-4-1 0 0,2 2-4 0 0,0 0 0 0 0,0 0 0 0 0,-1 1 0 0 0,0-1 1 0 0,0 1-1 0 0,0 0 0 0 0,0-1 0 0 0,-1 2 0 0 0,0-1 0 0 0,1 0 1 0 0,-1 1-1 0 0,-1 0 0 0 0,1 0 0 0 0,0 0 0 0 0,-1 0 0 0 0,0 1 0 0 0,1-1 1 0 0,-11-2-1 0 0,-1 0 10 0 0,0 2 0 0 0,0 0 0 0 0,-1 0 0 0 0,1 2 0 0 0,-27 0 0 0 0,13 2-160 0 0,-44 10 1 0 0,71-11-297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7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55 3340 0 0,'0'0'-180'0'0,"6"1"-515"0"0,21 4 694 0 0,0 0 0 0 0,-1 2 0 0 0,1 1 0 0 0,-1 1 0 0 0,34 18 0 0 0,-42-18 16 0 0,-1 1 0 0 0,0 0 1 0 0,0 2-1 0 0,-1 0 0 0 0,-1 0 0 0 0,0 2 0 0 0,-1 0 0 0 0,20 24 1 0 0,-32-35 25 0 0,0-1 0 0 0,-1 1 1 0 0,1 0-1 0 0,-1-1 0 0 0,0 1 1 0 0,0 0-1 0 0,0 0 1 0 0,0 0-1 0 0,0 0 0 0 0,0 0 1 0 0,-1 0-1 0 0,0 0 0 0 0,1 0 1 0 0,-1 0-1 0 0,0 0 1 0 0,0 1-1 0 0,-1-1 0 0 0,1 0 1 0 0,-1 0-1 0 0,0 0 0 0 0,1 0 1 0 0,-1 0-1 0 0,0-1 1 0 0,-1 1-1 0 0,1 0 0 0 0,-1 0 1 0 0,1-1-1 0 0,-1 1 0 0 0,0 0 1 0 0,0-1-1 0 0,0 0 1 0 0,0 1-1 0 0,0-1 0 0 0,0 0 1 0 0,-1 0-1 0 0,-6 4 784 0 0,4-9-609 0 0,4 2-193 0 0,-1 0 1 0 0,0 0-1 0 0,1 0 0 0 0,-1-1 1 0 0,0 1-1 0 0,1-1 0 0 0,0 1 1 0 0,-1-1-1 0 0,1 1 1 0 0,0-1-1 0 0,0 0 0 0 0,0 0 1 0 0,0 0-1 0 0,0 1 0 0 0,0-1 1 0 0,-1-4-1 0 0,1 1 30 0 0,1-1 0 0 0,-1 0 1 0 0,1 0-1 0 0,1 0 0 0 0,-1 0 0 0 0,2-6 0 0 0,4-22 43 0 0,2-1-1 0 0,2 2 1 0 0,1-1 0 0 0,1 1-1 0 0,2 1 1 0 0,22-38 0 0 0,-35 68-100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0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14 175 4612 0 0,'-11'-82'-113'0'0,"11"80"206"0"0,-2 46 177 0 0,4 74 0 0 0,5-74-222 0 0,1-1-1 0 0,2 0 1 0 0,3-1 0 0 0,0 0 0 0 0,3-1 0 0 0,2 0 0 0 0,26 44 0 0 0,-64-127 1149 0 0,3 0 0 0 0,-25-89 1 0 0,25 64-1079 0 0,-15-130 1 0 0,31 189-121 0 0,0-1 0 0 0,1 1 0 0 0,0-1 0 0 0,3-16 1 0 0,-3 22-4 0 0,2-1 0 0 0,-1 1 0 0 0,0-1 0 0 0,1 1 0 0 0,-1 0 0 0 0,1 0 0 0 0,0 0 0 0 0,0 0 0 0 0,1 0 0 0 0,-1 0 1 0 0,0 0-1 0 0,1 1 0 0 0,0-1 0 0 0,5-3 0 0 0,1 0-3 0 0,-1 0 0 0 0,1 1 0 0 0,0 0 0 0 0,1 1 0 0 0,-1 0 0 0 0,1 0 0 0 0,0 1 0 0 0,0 1 0 0 0,0-1 0 0 0,0 2 0 0 0,11-2 0 0 0,-3 3-4 0 0,0 0-1 0 0,-1 1 0 0 0,1 0 0 0 0,0 2 0 0 0,33 8 1 0 0,-18 0-2 0 0,-1 1 1 0 0,0 1-1 0 0,-1 2 0 0 0,-1 1 1 0 0,0 1-1 0 0,34 27 1 0 0,-41-27 3 0 0,-2 2 1 0 0,0 0-1 0 0,37 44 0 0 0,-52-55 7 0 0,0 0 0 0 0,0 0 0 0 0,-1 1 0 0 0,0 0 0 0 0,0 0 0 0 0,-1 0-1 0 0,0 0 1 0 0,0 1 0 0 0,-2-1 0 0 0,1 1 0 0 0,-1 0 0 0 0,0 0-1 0 0,-1 0 1 0 0,0 16 0 0 0,-2-18 4 0 0,-1 0 1 0 0,0 1-1 0 0,-1-1 0 0 0,0 0 1 0 0,0 0-1 0 0,-1 0 0 0 0,1-1 1 0 0,-2 1-1 0 0,1-1 0 0 0,-1 0 1 0 0,0 0-1 0 0,-1-1 0 0 0,0 1 1 0 0,0-1-1 0 0,0 0 0 0 0,-1-1 1 0 0,1 0-1 0 0,-13 8 0 0 0,-7 3 12 0 0,-1-1 0 0 0,0-1 0 0 0,-53 19 0 0 0,65-28 18 0 0,1 0 0 0 0,-1-1 1 0 0,0-1-1 0 0,0 0 1 0 0,-1-1-1 0 0,1 0 0 0 0,0-2 1 0 0,-1 0-1 0 0,1 0 1 0 0,-1-1-1 0 0,1-1 0 0 0,0-1 1 0 0,0 0-1 0 0,-16-6 1 0 0,30 8-149 0 0,-1 1 1 0 0,1-1-1 0 0,0 0 0 0 0,0 0 1 0 0,1 0-1 0 0,-1 0 1 0 0,0 0-1 0 0,0 0 1 0 0,0 0-1 0 0,0 0 1 0 0,1 0-1 0 0,-1 0 1 0 0,1 0-1 0 0,-1 0 1 0 0,1-1-1 0 0,-1 1 1 0 0,1 0-1 0 0,0 0 1 0 0,-1-1-1 0 0,1 1 1 0 0,0 0-1 0 0,0-1 1 0 0,0 1-1 0 0,0 0 1 0 0,0 0-1 0 0,0-1 1 0 0,0 1-1 0 0,1 0 1 0 0,-1-1-1 0 0,0 1 0 0 0,1 0 1 0 0,-1 0-1 0 0,1 0 1 0 0,-1-1-1 0 0,1 1 1 0 0,0 0-1 0 0,-1 0 1 0 0,1 0-1 0 0,0 0 1 0 0,0 0-1 0 0,2-1 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1 141 6169 0 0,'0'-141'562'0'0,"19"178"-476"0"0,47 175 96 0 0,-23-88-126 0 0,42 160 75 0 0,-81-274 38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2.1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99 4196 0 0,'0'0'-37'0'0,"-1"-1"0"0"0,1 1-1 0 0,-1-1 1 0 0,0 1-1 0 0,1-1 1 0 0,-1 1-1 0 0,1-1 1 0 0,-1 0-1 0 0,1 1 1 0 0,0-1 0 0 0,-1 0-1 0 0,1 0 1 0 0,0 1-1 0 0,-1-1 1 0 0,1 0-1 0 0,0 0 1 0 0,0 0 0 0 0,0 1-1 0 0,0-1 1 0 0,0 0-1 0 0,0 0 1 0 0,0 0-1 0 0,0 1 1 0 0,0-1 0 0 0,0 0-1 0 0,0 0 1 0 0,0 0-1 0 0,1 1 1 0 0,-1-1-1 0 0,0 0 1 0 0,1-1 0 0 0,23-21-419 0 0,35-6 293 0 0,-44 24 141 0 0,0 0 0 0 0,0 2 0 0 0,1-1 0 0 0,-1 2 0 0 0,1 0 0 0 0,28 1 0 0 0,-35 1 16 0 0,1 0-1 0 0,0 1 1 0 0,-1 0-1 0 0,1 1 1 0 0,-1 0 0 0 0,1 0-1 0 0,-1 1 1 0 0,0 0-1 0 0,0 1 1 0 0,0 0-1 0 0,-1 0 1 0 0,10 7-1 0 0,-15-9 10 0 0,-1 0 0 0 0,0-1 0 0 0,0 1 0 0 0,0 0 0 0 0,0 1 0 0 0,0-1 0 0 0,0 0 0 0 0,-1 0 0 0 0,1 1 0 0 0,-1-1 0 0 0,1 1 0 0 0,-1 0-1 0 0,0-1 1 0 0,0 1 0 0 0,0 0 0 0 0,-1-1 0 0 0,1 1 0 0 0,-1 0 0 0 0,1 0 0 0 0,-1 3 0 0 0,0-1 6 0 0,-1 0 0 0 0,0-1 1 0 0,0 1-1 0 0,0 0 0 0 0,-1-1 0 0 0,0 1 1 0 0,0-1-1 0 0,0 0 0 0 0,0 1 0 0 0,0-1 1 0 0,-5 5-1 0 0,-8 9 76 0 0,-1 0-1 0 0,0-1 1 0 0,-38 29 0 0 0,39-34-11 0 0,-124 90 2240 0 0,144-100-2271 0 0,1 0 1 0 0,0-1-1 0 0,0 1 1 0 0,-1-1-1 0 0,9 1 0 0 0,20 2 12 0 0,-1 2-1 0 0,0 2 0 0 0,-1 1 0 0 0,39 15 1 0 0,-54-17-49 0 0,0 1 0 0 0,-1 1 1 0 0,0 0-1 0 0,0 1 0 0 0,-1 0 0 0 0,0 1 1 0 0,-1 1-1 0 0,-1 1 0 0 0,16 17 1 0 0,-27-28-5 0 0,0 0 1 0 0,0 1 0 0 0,0-1-1 0 0,0 1 1 0 0,-1 0 0 0 0,1 0-1 0 0,-1-1 1 0 0,0 1 0 0 0,0 0 0 0 0,0 0-1 0 0,0 0 1 0 0,0 1 0 0 0,-1-1-1 0 0,1 0 1 0 0,-1 0 0 0 0,0 0-1 0 0,0 0 1 0 0,0 0 0 0 0,0 1 0 0 0,-1-1-1 0 0,-1 5 1 0 0,0-3 13 0 0,0 0 0 0 0,0 0 0 0 0,-1 0 0 0 0,0-1 1 0 0,0 0-1 0 0,0 1 0 0 0,-1-1 0 0 0,1 0 0 0 0,-1 0 0 0 0,0-1 0 0 0,-8 7 0 0 0,-4 0 90 0 0,-1 0 0 0 0,0-1-1 0 0,0 0 1 0 0,-1-2 0 0 0,1 0 0 0 0,-25 6-1 0 0,22-8 142 0 0,0-1 0 0 0,-1-1 0 0 0,-33 1-1 0 0,-3-11-670 0 0,51 5-120 0 0,0 1 0 0 0,1-2 0 0 0,-1 1 0 0 0,1 0 0 0 0,-1-1 0 0 0,-9-7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4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3.png"/><Relationship Id="rId46" Type="http://schemas.openxmlformats.org/officeDocument/2006/relationships/customXml" Target="../ink/ink15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10.xml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57" Type="http://schemas.openxmlformats.org/officeDocument/2006/relationships/image" Target="../media/image210.png"/><Relationship Id="rId10" Type="http://schemas.openxmlformats.org/officeDocument/2006/relationships/customXml" Target="../ink/ink5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37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43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52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11" Type="http://schemas.openxmlformats.org/officeDocument/2006/relationships/image" Target="../media/image10.png"/><Relationship Id="rId24" Type="http://schemas.openxmlformats.org/officeDocument/2006/relationships/customXml" Target="../ink/ink40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47.xml"/><Relationship Id="rId66" Type="http://schemas.openxmlformats.org/officeDocument/2006/relationships/customXml" Target="../ink/ink51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0" Type="http://schemas.openxmlformats.org/officeDocument/2006/relationships/customXml" Target="../ink/ink33.xml"/><Relationship Id="rId19" Type="http://schemas.openxmlformats.org/officeDocument/2006/relationships/image" Target="../media/image14.png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Relationship Id="rId4" Type="http://schemas.openxmlformats.org/officeDocument/2006/relationships/customXml" Target="../ink/ink30.xml"/><Relationship Id="rId9" Type="http://schemas.openxmlformats.org/officeDocument/2006/relationships/image" Target="../media/image90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Relationship Id="rId48" Type="http://schemas.openxmlformats.org/officeDocument/2006/relationships/customXml" Target="../ink/ink42.xml"/><Relationship Id="rId56" Type="http://schemas.openxmlformats.org/officeDocument/2006/relationships/customXml" Target="../ink/ink46.xml"/><Relationship Id="rId64" Type="http://schemas.openxmlformats.org/officeDocument/2006/relationships/customXml" Target="../ink/ink50.xml"/><Relationship Id="rId69" Type="http://schemas.openxmlformats.org/officeDocument/2006/relationships/image" Target="../media/image8.png"/><Relationship Id="rId8" Type="http://schemas.openxmlformats.org/officeDocument/2006/relationships/customXml" Target="../ink/ink32.xml"/><Relationship Id="rId51" Type="http://schemas.openxmlformats.org/officeDocument/2006/relationships/image" Target="../media/image30.png"/><Relationship Id="rId72" Type="http://schemas.openxmlformats.org/officeDocument/2006/relationships/customXml" Target="../ink/ink54.xml"/><Relationship Id="rId3" Type="http://schemas.openxmlformats.org/officeDocument/2006/relationships/image" Target="../media/image60.png"/><Relationship Id="rId12" Type="http://schemas.openxmlformats.org/officeDocument/2006/relationships/customXml" Target="../ink/ink34.xml"/><Relationship Id="rId17" Type="http://schemas.openxmlformats.org/officeDocument/2006/relationships/image" Target="../media/image13.png"/><Relationship Id="rId46" Type="http://schemas.openxmlformats.org/officeDocument/2006/relationships/customXml" Target="../ink/ink41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38.xml"/><Relationship Id="rId54" Type="http://schemas.openxmlformats.org/officeDocument/2006/relationships/customXml" Target="../ink/ink45.xml"/><Relationship Id="rId62" Type="http://schemas.openxmlformats.org/officeDocument/2006/relationships/customXml" Target="../ink/ink49.xml"/><Relationship Id="rId7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49" Type="http://schemas.openxmlformats.org/officeDocument/2006/relationships/image" Target="../media/image29.png"/><Relationship Id="rId57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9" Type="http://schemas.openxmlformats.org/officeDocument/2006/relationships/image" Target="../media/image39.png"/><Relationship Id="rId21" Type="http://schemas.openxmlformats.org/officeDocument/2006/relationships/image" Target="../media/image26.png"/><Relationship Id="rId34" Type="http://schemas.openxmlformats.org/officeDocument/2006/relationships/customXml" Target="../ink/ink71.xml"/><Relationship Id="rId42" Type="http://schemas.openxmlformats.org/officeDocument/2006/relationships/customXml" Target="../ink/ink75.xml"/><Relationship Id="rId47" Type="http://schemas.openxmlformats.org/officeDocument/2006/relationships/image" Target="../media/image43.png"/><Relationship Id="rId50" Type="http://schemas.openxmlformats.org/officeDocument/2006/relationships/customXml" Target="../ink/ink79.xml"/><Relationship Id="rId7" Type="http://schemas.openxmlformats.org/officeDocument/2006/relationships/image" Target="../media/image19.png"/><Relationship Id="rId2" Type="http://schemas.openxmlformats.org/officeDocument/2006/relationships/customXml" Target="../ink/ink55.xml"/><Relationship Id="rId16" Type="http://schemas.openxmlformats.org/officeDocument/2006/relationships/customXml" Target="../ink/ink62.xml"/><Relationship Id="rId29" Type="http://schemas.openxmlformats.org/officeDocument/2006/relationships/image" Target="../media/image34.png"/><Relationship Id="rId11" Type="http://schemas.openxmlformats.org/officeDocument/2006/relationships/image" Target="../media/image21.png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../media/image38.png"/><Relationship Id="rId40" Type="http://schemas.openxmlformats.org/officeDocument/2006/relationships/customXml" Target="../ink/ink74.xml"/><Relationship Id="rId45" Type="http://schemas.openxmlformats.org/officeDocument/2006/relationships/image" Target="../media/image42.png"/><Relationship Id="rId53" Type="http://schemas.openxmlformats.org/officeDocument/2006/relationships/image" Target="../media/image46.png"/><Relationship Id="rId5" Type="http://schemas.openxmlformats.org/officeDocument/2006/relationships/image" Target="../media/image18.png"/><Relationship Id="rId10" Type="http://schemas.openxmlformats.org/officeDocument/2006/relationships/customXml" Target="../ink/ink59.xml"/><Relationship Id="rId19" Type="http://schemas.openxmlformats.org/officeDocument/2006/relationships/image" Target="../media/image25.png"/><Relationship Id="rId31" Type="http://schemas.openxmlformats.org/officeDocument/2006/relationships/image" Target="../media/image35.png"/><Relationship Id="rId44" Type="http://schemas.openxmlformats.org/officeDocument/2006/relationships/customXml" Target="../ink/ink76.xml"/><Relationship Id="rId52" Type="http://schemas.openxmlformats.org/officeDocument/2006/relationships/customXml" Target="../ink/ink80.xml"/><Relationship Id="rId4" Type="http://schemas.openxmlformats.org/officeDocument/2006/relationships/customXml" Target="../ink/ink56.xml"/><Relationship Id="rId9" Type="http://schemas.openxmlformats.org/officeDocument/2006/relationships/image" Target="../media/image20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33.png"/><Relationship Id="rId30" Type="http://schemas.openxmlformats.org/officeDocument/2006/relationships/customXml" Target="../ink/ink69.xml"/><Relationship Id="rId35" Type="http://schemas.openxmlformats.org/officeDocument/2006/relationships/image" Target="../media/image37.png"/><Relationship Id="rId43" Type="http://schemas.openxmlformats.org/officeDocument/2006/relationships/image" Target="../media/image41.png"/><Relationship Id="rId48" Type="http://schemas.openxmlformats.org/officeDocument/2006/relationships/customXml" Target="../ink/ink78.xml"/><Relationship Id="rId8" Type="http://schemas.openxmlformats.org/officeDocument/2006/relationships/customXml" Target="../ink/ink58.xml"/><Relationship Id="rId51" Type="http://schemas.openxmlformats.org/officeDocument/2006/relationships/image" Target="../media/image45.png"/><Relationship Id="rId3" Type="http://schemas.openxmlformats.org/officeDocument/2006/relationships/image" Target="../media/image17.png"/><Relationship Id="rId12" Type="http://schemas.openxmlformats.org/officeDocument/2006/relationships/customXml" Target="../ink/ink60.xml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36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20" Type="http://schemas.openxmlformats.org/officeDocument/2006/relationships/customXml" Target="../ink/ink64.xml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.xml"/><Relationship Id="rId51" Type="http://schemas.openxmlformats.org/officeDocument/2006/relationships/image" Target="../media/image413.png"/><Relationship Id="rId47" Type="http://schemas.openxmlformats.org/officeDocument/2006/relationships/image" Target="../media/image391.png"/><Relationship Id="rId50" Type="http://schemas.openxmlformats.org/officeDocument/2006/relationships/customXml" Target="../ink/ink87.xml"/><Relationship Id="rId55" Type="http://schemas.openxmlformats.org/officeDocument/2006/relationships/image" Target="../media/image6.png"/><Relationship Id="rId63" Type="http://schemas.openxmlformats.org/officeDocument/2006/relationships/image" Target="../media/image50.png"/><Relationship Id="rId25" Type="http://schemas.openxmlformats.org/officeDocument/2006/relationships/image" Target="../media/image201.png"/><Relationship Id="rId46" Type="http://schemas.openxmlformats.org/officeDocument/2006/relationships/customXml" Target="../ink/ink85.xml"/><Relationship Id="rId59" Type="http://schemas.openxmlformats.org/officeDocument/2006/relationships/image" Target="../media/image48.png"/><Relationship Id="rId2" Type="http://schemas.openxmlformats.org/officeDocument/2006/relationships/customXml" Target="../ink/ink81.xml"/><Relationship Id="rId54" Type="http://schemas.openxmlformats.org/officeDocument/2006/relationships/customXml" Target="../ink/ink89.xml"/><Relationship Id="rId62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82.xml"/><Relationship Id="rId45" Type="http://schemas.openxmlformats.org/officeDocument/2006/relationships/image" Target="../media/image381.png"/><Relationship Id="rId53" Type="http://schemas.openxmlformats.org/officeDocument/2006/relationships/image" Target="../media/image5.png"/><Relationship Id="rId58" Type="http://schemas.openxmlformats.org/officeDocument/2006/relationships/customXml" Target="../ink/ink91.xml"/><Relationship Id="rId23" Type="http://schemas.openxmlformats.org/officeDocument/2006/relationships/image" Target="../media/image191.png"/><Relationship Id="rId28" Type="http://schemas.openxmlformats.org/officeDocument/2006/relationships/customXml" Target="../ink/ink84.xml"/><Relationship Id="rId49" Type="http://schemas.openxmlformats.org/officeDocument/2006/relationships/image" Target="../media/image401.png"/><Relationship Id="rId57" Type="http://schemas.openxmlformats.org/officeDocument/2006/relationships/image" Target="../media/image47.png"/><Relationship Id="rId61" Type="http://schemas.openxmlformats.org/officeDocument/2006/relationships/image" Target="../media/image49.png"/><Relationship Id="rId52" Type="http://schemas.openxmlformats.org/officeDocument/2006/relationships/customXml" Target="../ink/ink88.xml"/><Relationship Id="rId60" Type="http://schemas.openxmlformats.org/officeDocument/2006/relationships/customXml" Target="../ink/ink92.xml"/><Relationship Id="rId65" Type="http://schemas.openxmlformats.org/officeDocument/2006/relationships/image" Target="../media/image51.png"/><Relationship Id="rId27" Type="http://schemas.openxmlformats.org/officeDocument/2006/relationships/image" Target="../media/image2.png"/><Relationship Id="rId48" Type="http://schemas.openxmlformats.org/officeDocument/2006/relationships/customXml" Target="../ink/ink86.xml"/><Relationship Id="rId56" Type="http://schemas.openxmlformats.org/officeDocument/2006/relationships/customXml" Target="../ink/ink90.xml"/><Relationship Id="rId64" Type="http://schemas.openxmlformats.org/officeDocument/2006/relationships/customXml" Target="../ink/ink94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5.xml"/><Relationship Id="rId117" Type="http://schemas.openxmlformats.org/officeDocument/2006/relationships/image" Target="../media/image72.png"/><Relationship Id="rId21" Type="http://schemas.openxmlformats.org/officeDocument/2006/relationships/image" Target="../media/image171.png"/><Relationship Id="rId47" Type="http://schemas.openxmlformats.org/officeDocument/2006/relationships/image" Target="../media/image391.png"/><Relationship Id="rId63" Type="http://schemas.openxmlformats.org/officeDocument/2006/relationships/image" Target="../media/image331.png"/><Relationship Id="rId68" Type="http://schemas.openxmlformats.org/officeDocument/2006/relationships/customXml" Target="../ink/ink119.xml"/><Relationship Id="rId84" Type="http://schemas.openxmlformats.org/officeDocument/2006/relationships/customXml" Target="../ink/ink127.xml"/><Relationship Id="rId89" Type="http://schemas.openxmlformats.org/officeDocument/2006/relationships/image" Target="../media/image56.png"/><Relationship Id="rId112" Type="http://schemas.openxmlformats.org/officeDocument/2006/relationships/customXml" Target="../ink/ink141.xml"/><Relationship Id="rId133" Type="http://schemas.openxmlformats.org/officeDocument/2006/relationships/image" Target="../media/image81.png"/><Relationship Id="rId16" Type="http://schemas.openxmlformats.org/officeDocument/2006/relationships/customXml" Target="../ink/ink100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1.png"/><Relationship Id="rId53" Type="http://schemas.openxmlformats.org/officeDocument/2006/relationships/image" Target="../media/image5.png"/><Relationship Id="rId74" Type="http://schemas.openxmlformats.org/officeDocument/2006/relationships/customXml" Target="../ink/ink122.xml"/><Relationship Id="rId79" Type="http://schemas.openxmlformats.org/officeDocument/2006/relationships/image" Target="../media/image513.png"/><Relationship Id="rId102" Type="http://schemas.openxmlformats.org/officeDocument/2006/relationships/customXml" Target="../ink/ink136.xml"/><Relationship Id="rId123" Type="http://schemas.openxmlformats.org/officeDocument/2006/relationships/image" Target="../media/image75.png"/><Relationship Id="rId128" Type="http://schemas.openxmlformats.org/officeDocument/2006/relationships/customXml" Target="../ink/ink149.xml"/><Relationship Id="rId90" Type="http://schemas.openxmlformats.org/officeDocument/2006/relationships/customXml" Target="../ink/ink130.xml"/><Relationship Id="rId95" Type="http://schemas.openxmlformats.org/officeDocument/2006/relationships/image" Target="../media/image59.png"/><Relationship Id="rId22" Type="http://schemas.openxmlformats.org/officeDocument/2006/relationships/customXml" Target="../ink/ink103.xml"/><Relationship Id="rId27" Type="http://schemas.openxmlformats.org/officeDocument/2006/relationships/image" Target="../media/image2.png"/><Relationship Id="rId48" Type="http://schemas.openxmlformats.org/officeDocument/2006/relationships/customXml" Target="../ink/ink110.xml"/><Relationship Id="rId64" Type="http://schemas.openxmlformats.org/officeDocument/2006/relationships/customXml" Target="../ink/ink117.xml"/><Relationship Id="rId69" Type="http://schemas.openxmlformats.org/officeDocument/2006/relationships/image" Target="../media/image461.png"/><Relationship Id="rId113" Type="http://schemas.openxmlformats.org/officeDocument/2006/relationships/image" Target="../media/image69.png"/><Relationship Id="rId118" Type="http://schemas.openxmlformats.org/officeDocument/2006/relationships/customXml" Target="../ink/ink144.xml"/><Relationship Id="rId134" Type="http://schemas.openxmlformats.org/officeDocument/2006/relationships/customXml" Target="../ink/ink152.xml"/><Relationship Id="rId80" Type="http://schemas.openxmlformats.org/officeDocument/2006/relationships/customXml" Target="../ink/ink125.xml"/><Relationship Id="rId85" Type="http://schemas.openxmlformats.org/officeDocument/2006/relationships/image" Target="../media/image54.png"/><Relationship Id="rId12" Type="http://schemas.openxmlformats.org/officeDocument/2006/relationships/customXml" Target="../ink/ink98.xml"/><Relationship Id="rId17" Type="http://schemas.openxmlformats.org/officeDocument/2006/relationships/image" Target="../media/image910.png"/><Relationship Id="rId38" Type="http://schemas.openxmlformats.org/officeDocument/2006/relationships/customXml" Target="../ink/ink107.xml"/><Relationship Id="rId59" Type="http://schemas.openxmlformats.org/officeDocument/2006/relationships/image" Target="../media/image231.png"/><Relationship Id="rId103" Type="http://schemas.openxmlformats.org/officeDocument/2006/relationships/image" Target="../media/image64.png"/><Relationship Id="rId108" Type="http://schemas.openxmlformats.org/officeDocument/2006/relationships/customXml" Target="../ink/ink139.xml"/><Relationship Id="rId124" Type="http://schemas.openxmlformats.org/officeDocument/2006/relationships/customXml" Target="../ink/ink147.xml"/><Relationship Id="rId129" Type="http://schemas.openxmlformats.org/officeDocument/2006/relationships/image" Target="../media/image78.png"/><Relationship Id="rId54" Type="http://schemas.openxmlformats.org/officeDocument/2006/relationships/customXml" Target="../ink/ink113.xml"/><Relationship Id="rId70" Type="http://schemas.openxmlformats.org/officeDocument/2006/relationships/customXml" Target="../ink/ink120.xml"/><Relationship Id="rId75" Type="http://schemas.openxmlformats.org/officeDocument/2006/relationships/image" Target="../media/image491.png"/><Relationship Id="rId91" Type="http://schemas.openxmlformats.org/officeDocument/2006/relationships/image" Target="../media/image57.png"/><Relationship Id="rId96" Type="http://schemas.openxmlformats.org/officeDocument/2006/relationships/customXml" Target="../ink/ink133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1.png"/><Relationship Id="rId28" Type="http://schemas.openxmlformats.org/officeDocument/2006/relationships/customXml" Target="../ink/ink106.xml"/><Relationship Id="rId49" Type="http://schemas.openxmlformats.org/officeDocument/2006/relationships/image" Target="../media/image401.png"/><Relationship Id="rId114" Type="http://schemas.openxmlformats.org/officeDocument/2006/relationships/customXml" Target="../ink/ink142.xml"/><Relationship Id="rId119" Type="http://schemas.openxmlformats.org/officeDocument/2006/relationships/image" Target="../media/image73.png"/><Relationship Id="rId10" Type="http://schemas.openxmlformats.org/officeDocument/2006/relationships/customXml" Target="../ink/ink97.xml"/><Relationship Id="rId52" Type="http://schemas.openxmlformats.org/officeDocument/2006/relationships/customXml" Target="../ink/ink112.xml"/><Relationship Id="rId60" Type="http://schemas.openxmlformats.org/officeDocument/2006/relationships/customXml" Target="../ink/ink115.xml"/><Relationship Id="rId65" Type="http://schemas.openxmlformats.org/officeDocument/2006/relationships/image" Target="../media/image441.png"/><Relationship Id="rId73" Type="http://schemas.openxmlformats.org/officeDocument/2006/relationships/image" Target="../media/image481.png"/><Relationship Id="rId78" Type="http://schemas.openxmlformats.org/officeDocument/2006/relationships/customXml" Target="../ink/ink124.xml"/><Relationship Id="rId81" Type="http://schemas.openxmlformats.org/officeDocument/2006/relationships/image" Target="../media/image52.png"/><Relationship Id="rId86" Type="http://schemas.openxmlformats.org/officeDocument/2006/relationships/customXml" Target="../ink/ink128.xml"/><Relationship Id="rId94" Type="http://schemas.openxmlformats.org/officeDocument/2006/relationships/customXml" Target="../ink/ink132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46.xml"/><Relationship Id="rId130" Type="http://schemas.openxmlformats.org/officeDocument/2006/relationships/customXml" Target="../ink/ink150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01.xml"/><Relationship Id="rId39" Type="http://schemas.openxmlformats.org/officeDocument/2006/relationships/image" Target="../media/image351.png"/><Relationship Id="rId109" Type="http://schemas.openxmlformats.org/officeDocument/2006/relationships/image" Target="../media/image67.png"/><Relationship Id="rId50" Type="http://schemas.openxmlformats.org/officeDocument/2006/relationships/customXml" Target="../ink/ink111.xml"/><Relationship Id="rId55" Type="http://schemas.openxmlformats.org/officeDocument/2006/relationships/image" Target="../media/image6.png"/><Relationship Id="rId76" Type="http://schemas.openxmlformats.org/officeDocument/2006/relationships/customXml" Target="../ink/ink123.xml"/><Relationship Id="rId97" Type="http://schemas.openxmlformats.org/officeDocument/2006/relationships/image" Target="../media/image61.png"/><Relationship Id="rId104" Type="http://schemas.openxmlformats.org/officeDocument/2006/relationships/customXml" Target="../ink/ink137.xml"/><Relationship Id="rId120" Type="http://schemas.openxmlformats.org/officeDocument/2006/relationships/customXml" Target="../ink/ink145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1.png"/><Relationship Id="rId92" Type="http://schemas.openxmlformats.org/officeDocument/2006/relationships/customXml" Target="../ink/ink131.xml"/><Relationship Id="rId2" Type="http://schemas.openxmlformats.org/officeDocument/2006/relationships/customXml" Target="../ink/ink95.xml"/><Relationship Id="rId24" Type="http://schemas.openxmlformats.org/officeDocument/2006/relationships/customXml" Target="../ink/ink104.xml"/><Relationship Id="rId40" Type="http://schemas.openxmlformats.org/officeDocument/2006/relationships/customXml" Target="../ink/ink108.xml"/><Relationship Id="rId45" Type="http://schemas.openxmlformats.org/officeDocument/2006/relationships/image" Target="../media/image381.png"/><Relationship Id="rId66" Type="http://schemas.openxmlformats.org/officeDocument/2006/relationships/customXml" Target="../ink/ink118.xml"/><Relationship Id="rId87" Type="http://schemas.openxmlformats.org/officeDocument/2006/relationships/image" Target="../media/image55.png"/><Relationship Id="rId110" Type="http://schemas.openxmlformats.org/officeDocument/2006/relationships/customXml" Target="../ink/ink140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153.xml"/><Relationship Id="rId61" Type="http://schemas.openxmlformats.org/officeDocument/2006/relationships/image" Target="../media/image241.png"/><Relationship Id="rId82" Type="http://schemas.openxmlformats.org/officeDocument/2006/relationships/customXml" Target="../ink/ink126.xml"/><Relationship Id="rId19" Type="http://schemas.openxmlformats.org/officeDocument/2006/relationships/image" Target="../media/image160.png"/><Relationship Id="rId14" Type="http://schemas.openxmlformats.org/officeDocument/2006/relationships/customXml" Target="../ink/ink99.xml"/><Relationship Id="rId56" Type="http://schemas.openxmlformats.org/officeDocument/2006/relationships/customXml" Target="../ink/ink114.xml"/><Relationship Id="rId77" Type="http://schemas.openxmlformats.org/officeDocument/2006/relationships/image" Target="../media/image501.png"/><Relationship Id="rId100" Type="http://schemas.openxmlformats.org/officeDocument/2006/relationships/customXml" Target="../ink/ink135.xml"/><Relationship Id="rId105" Type="http://schemas.openxmlformats.org/officeDocument/2006/relationships/image" Target="../media/image65.png"/><Relationship Id="rId126" Type="http://schemas.openxmlformats.org/officeDocument/2006/relationships/customXml" Target="../ink/ink148.xml"/><Relationship Id="rId8" Type="http://schemas.openxmlformats.org/officeDocument/2006/relationships/customXml" Target="../ink/ink96.xml"/><Relationship Id="rId51" Type="http://schemas.openxmlformats.org/officeDocument/2006/relationships/image" Target="../media/image413.png"/><Relationship Id="rId72" Type="http://schemas.openxmlformats.org/officeDocument/2006/relationships/customXml" Target="../ink/ink121.xml"/><Relationship Id="rId93" Type="http://schemas.openxmlformats.org/officeDocument/2006/relationships/image" Target="../media/image58.png"/><Relationship Id="rId98" Type="http://schemas.openxmlformats.org/officeDocument/2006/relationships/customXml" Target="../ink/ink134.xml"/><Relationship Id="rId121" Type="http://schemas.openxmlformats.org/officeDocument/2006/relationships/image" Target="../media/image74.png"/><Relationship Id="rId25" Type="http://schemas.openxmlformats.org/officeDocument/2006/relationships/image" Target="../media/image201.png"/><Relationship Id="rId46" Type="http://schemas.openxmlformats.org/officeDocument/2006/relationships/customXml" Target="../ink/ink109.xml"/><Relationship Id="rId67" Type="http://schemas.openxmlformats.org/officeDocument/2006/relationships/image" Target="../media/image451.png"/><Relationship Id="rId116" Type="http://schemas.openxmlformats.org/officeDocument/2006/relationships/customXml" Target="../ink/ink143.xml"/><Relationship Id="rId137" Type="http://schemas.openxmlformats.org/officeDocument/2006/relationships/image" Target="../media/image83.png"/><Relationship Id="rId20" Type="http://schemas.openxmlformats.org/officeDocument/2006/relationships/customXml" Target="../ink/ink102.xml"/><Relationship Id="rId62" Type="http://schemas.openxmlformats.org/officeDocument/2006/relationships/customXml" Target="../ink/ink116.xml"/><Relationship Id="rId83" Type="http://schemas.openxmlformats.org/officeDocument/2006/relationships/image" Target="../media/image53.png"/><Relationship Id="rId88" Type="http://schemas.openxmlformats.org/officeDocument/2006/relationships/customXml" Target="../ink/ink129.xml"/><Relationship Id="rId111" Type="http://schemas.openxmlformats.org/officeDocument/2006/relationships/image" Target="../media/image68.png"/><Relationship Id="rId132" Type="http://schemas.openxmlformats.org/officeDocument/2006/relationships/customXml" Target="../ink/ink151.xml"/><Relationship Id="rId15" Type="http://schemas.openxmlformats.org/officeDocument/2006/relationships/image" Target="../media/image810.png"/><Relationship Id="rId106" Type="http://schemas.openxmlformats.org/officeDocument/2006/relationships/customXml" Target="../ink/ink138.xml"/><Relationship Id="rId127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customXml" Target="../ink/ink159.xml"/><Relationship Id="rId18" Type="http://schemas.openxmlformats.org/officeDocument/2006/relationships/image" Target="../media/image371.png"/><Relationship Id="rId3" Type="http://schemas.openxmlformats.org/officeDocument/2006/relationships/customXml" Target="../ink/ink154.xml"/><Relationship Id="rId7" Type="http://schemas.openxmlformats.org/officeDocument/2006/relationships/customXml" Target="../ink/ink156.xml"/><Relationship Id="rId12" Type="http://schemas.openxmlformats.org/officeDocument/2006/relationships/image" Target="../media/image312.png"/><Relationship Id="rId17" Type="http://schemas.openxmlformats.org/officeDocument/2006/relationships/customXml" Target="../ink/ink161.xml"/><Relationship Id="rId2" Type="http://schemas.openxmlformats.org/officeDocument/2006/relationships/image" Target="../media/image84.png"/><Relationship Id="rId16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customXml" Target="../ink/ink158.xml"/><Relationship Id="rId5" Type="http://schemas.openxmlformats.org/officeDocument/2006/relationships/customXml" Target="../ink/ink155.xml"/><Relationship Id="rId15" Type="http://schemas.openxmlformats.org/officeDocument/2006/relationships/customXml" Target="../ink/ink160.xml"/><Relationship Id="rId10" Type="http://schemas.openxmlformats.org/officeDocument/2006/relationships/image" Target="../media/image261.png"/><Relationship Id="rId4" Type="http://schemas.openxmlformats.org/officeDocument/2006/relationships/image" Target="../media/image212.png"/><Relationship Id="rId9" Type="http://schemas.openxmlformats.org/officeDocument/2006/relationships/customXml" Target="../ink/ink157.xml"/><Relationship Id="rId14" Type="http://schemas.openxmlformats.org/officeDocument/2006/relationships/image" Target="../media/image3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162.xml"/><Relationship Id="rId7" Type="http://schemas.openxmlformats.org/officeDocument/2006/relationships/customXml" Target="../ink/ink164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163.xml"/><Relationship Id="rId10" Type="http://schemas.openxmlformats.org/officeDocument/2006/relationships/image" Target="../media/image190.png"/><Relationship Id="rId4" Type="http://schemas.openxmlformats.org/officeDocument/2006/relationships/image" Target="../media/image161.png"/><Relationship Id="rId9" Type="http://schemas.openxmlformats.org/officeDocument/2006/relationships/customXml" Target="../ink/ink16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customXml" Target="../ink/ink171.xml"/><Relationship Id="rId3" Type="http://schemas.openxmlformats.org/officeDocument/2006/relationships/customXml" Target="../ink/ink166.xml"/><Relationship Id="rId7" Type="http://schemas.openxmlformats.org/officeDocument/2006/relationships/customXml" Target="../ink/ink168.xml"/><Relationship Id="rId12" Type="http://schemas.openxmlformats.org/officeDocument/2006/relationships/image" Target="../media/image230.png"/><Relationship Id="rId2" Type="http://schemas.openxmlformats.org/officeDocument/2006/relationships/image" Target="../media/image84.png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170.xml"/><Relationship Id="rId5" Type="http://schemas.openxmlformats.org/officeDocument/2006/relationships/customXml" Target="../ink/ink167.xml"/><Relationship Id="rId15" Type="http://schemas.openxmlformats.org/officeDocument/2006/relationships/customXml" Target="../ink/ink172.xml"/><Relationship Id="rId10" Type="http://schemas.openxmlformats.org/officeDocument/2006/relationships/image" Target="../media/image220.png"/><Relationship Id="rId4" Type="http://schemas.openxmlformats.org/officeDocument/2006/relationships/image" Target="../media/image711.png"/><Relationship Id="rId9" Type="http://schemas.openxmlformats.org/officeDocument/2006/relationships/customXml" Target="../ink/ink169.xml"/><Relationship Id="rId14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png"/><Relationship Id="rId18" Type="http://schemas.openxmlformats.org/officeDocument/2006/relationships/customXml" Target="../ink/ink181.xml"/><Relationship Id="rId26" Type="http://schemas.openxmlformats.org/officeDocument/2006/relationships/customXml" Target="../ink/ink185.xml"/><Relationship Id="rId39" Type="http://schemas.openxmlformats.org/officeDocument/2006/relationships/image" Target="../media/image440.png"/><Relationship Id="rId21" Type="http://schemas.openxmlformats.org/officeDocument/2006/relationships/image" Target="../media/image350.png"/><Relationship Id="rId34" Type="http://schemas.openxmlformats.org/officeDocument/2006/relationships/customXml" Target="../ink/ink189.xml"/><Relationship Id="rId42" Type="http://schemas.openxmlformats.org/officeDocument/2006/relationships/customXml" Target="../ink/ink193.xml"/><Relationship Id="rId47" Type="http://schemas.openxmlformats.org/officeDocument/2006/relationships/image" Target="../media/image480.png"/><Relationship Id="rId50" Type="http://schemas.openxmlformats.org/officeDocument/2006/relationships/customXml" Target="../ink/ink197.xml"/><Relationship Id="rId55" Type="http://schemas.openxmlformats.org/officeDocument/2006/relationships/image" Target="../media/image520.png"/><Relationship Id="rId7" Type="http://schemas.openxmlformats.org/officeDocument/2006/relationships/image" Target="../media/image280.png"/><Relationship Id="rId2" Type="http://schemas.openxmlformats.org/officeDocument/2006/relationships/customXml" Target="../ink/ink173.xml"/><Relationship Id="rId16" Type="http://schemas.openxmlformats.org/officeDocument/2006/relationships/customXml" Target="../ink/ink180.xml"/><Relationship Id="rId29" Type="http://schemas.openxmlformats.org/officeDocument/2006/relationships/image" Target="../media/image390.png"/><Relationship Id="rId11" Type="http://schemas.openxmlformats.org/officeDocument/2006/relationships/image" Target="../media/image300.png"/><Relationship Id="rId24" Type="http://schemas.openxmlformats.org/officeDocument/2006/relationships/customXml" Target="../ink/ink184.xml"/><Relationship Id="rId32" Type="http://schemas.openxmlformats.org/officeDocument/2006/relationships/customXml" Target="../ink/ink188.xml"/><Relationship Id="rId37" Type="http://schemas.openxmlformats.org/officeDocument/2006/relationships/image" Target="../media/image430.png"/><Relationship Id="rId40" Type="http://schemas.openxmlformats.org/officeDocument/2006/relationships/customXml" Target="../ink/ink192.xml"/><Relationship Id="rId45" Type="http://schemas.openxmlformats.org/officeDocument/2006/relationships/image" Target="../media/image470.png"/><Relationship Id="rId53" Type="http://schemas.openxmlformats.org/officeDocument/2006/relationships/image" Target="../media/image512.png"/><Relationship Id="rId58" Type="http://schemas.openxmlformats.org/officeDocument/2006/relationships/customXml" Target="../ink/ink201.xml"/><Relationship Id="rId5" Type="http://schemas.openxmlformats.org/officeDocument/2006/relationships/image" Target="../media/image270.png"/><Relationship Id="rId19" Type="http://schemas.openxmlformats.org/officeDocument/2006/relationships/image" Target="../media/image340.png"/><Relationship Id="rId4" Type="http://schemas.openxmlformats.org/officeDocument/2006/relationships/customXml" Target="../ink/ink174.xml"/><Relationship Id="rId9" Type="http://schemas.openxmlformats.org/officeDocument/2006/relationships/image" Target="../media/image290.png"/><Relationship Id="rId14" Type="http://schemas.openxmlformats.org/officeDocument/2006/relationships/customXml" Target="../ink/ink179.xml"/><Relationship Id="rId22" Type="http://schemas.openxmlformats.org/officeDocument/2006/relationships/customXml" Target="../ink/ink183.xml"/><Relationship Id="rId27" Type="http://schemas.openxmlformats.org/officeDocument/2006/relationships/image" Target="../media/image380.png"/><Relationship Id="rId30" Type="http://schemas.openxmlformats.org/officeDocument/2006/relationships/customXml" Target="../ink/ink187.xml"/><Relationship Id="rId35" Type="http://schemas.openxmlformats.org/officeDocument/2006/relationships/image" Target="../media/image420.png"/><Relationship Id="rId43" Type="http://schemas.openxmlformats.org/officeDocument/2006/relationships/image" Target="../media/image460.png"/><Relationship Id="rId48" Type="http://schemas.openxmlformats.org/officeDocument/2006/relationships/customXml" Target="../ink/ink196.xml"/><Relationship Id="rId56" Type="http://schemas.openxmlformats.org/officeDocument/2006/relationships/customXml" Target="../ink/ink200.xml"/><Relationship Id="rId8" Type="http://schemas.openxmlformats.org/officeDocument/2006/relationships/customXml" Target="../ink/ink176.xml"/><Relationship Id="rId51" Type="http://schemas.openxmlformats.org/officeDocument/2006/relationships/image" Target="../media/image500.png"/><Relationship Id="rId3" Type="http://schemas.openxmlformats.org/officeDocument/2006/relationships/image" Target="../media/image260.png"/><Relationship Id="rId12" Type="http://schemas.openxmlformats.org/officeDocument/2006/relationships/customXml" Target="../ink/ink178.xml"/><Relationship Id="rId17" Type="http://schemas.openxmlformats.org/officeDocument/2006/relationships/image" Target="../media/image330.png"/><Relationship Id="rId25" Type="http://schemas.openxmlformats.org/officeDocument/2006/relationships/image" Target="../media/image370.png"/><Relationship Id="rId33" Type="http://schemas.openxmlformats.org/officeDocument/2006/relationships/image" Target="../media/image412.png"/><Relationship Id="rId38" Type="http://schemas.openxmlformats.org/officeDocument/2006/relationships/customXml" Target="../ink/ink191.xml"/><Relationship Id="rId46" Type="http://schemas.openxmlformats.org/officeDocument/2006/relationships/customXml" Target="../ink/ink195.xml"/><Relationship Id="rId59" Type="http://schemas.openxmlformats.org/officeDocument/2006/relationships/image" Target="../media/image540.png"/><Relationship Id="rId20" Type="http://schemas.openxmlformats.org/officeDocument/2006/relationships/customXml" Target="../ink/ink182.xml"/><Relationship Id="rId41" Type="http://schemas.openxmlformats.org/officeDocument/2006/relationships/image" Target="../media/image450.png"/><Relationship Id="rId54" Type="http://schemas.openxmlformats.org/officeDocument/2006/relationships/customXml" Target="../ink/ink1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5.xml"/><Relationship Id="rId15" Type="http://schemas.openxmlformats.org/officeDocument/2006/relationships/image" Target="../media/image320.png"/><Relationship Id="rId23" Type="http://schemas.openxmlformats.org/officeDocument/2006/relationships/image" Target="../media/image360.png"/><Relationship Id="rId28" Type="http://schemas.openxmlformats.org/officeDocument/2006/relationships/customXml" Target="../ink/ink186.xml"/><Relationship Id="rId36" Type="http://schemas.openxmlformats.org/officeDocument/2006/relationships/customXml" Target="../ink/ink190.xml"/><Relationship Id="rId49" Type="http://schemas.openxmlformats.org/officeDocument/2006/relationships/image" Target="../media/image490.png"/><Relationship Id="rId57" Type="http://schemas.openxmlformats.org/officeDocument/2006/relationships/image" Target="../media/image530.png"/><Relationship Id="rId10" Type="http://schemas.openxmlformats.org/officeDocument/2006/relationships/customXml" Target="../ink/ink177.xml"/><Relationship Id="rId31" Type="http://schemas.openxmlformats.org/officeDocument/2006/relationships/image" Target="../media/image400.png"/><Relationship Id="rId44" Type="http://schemas.openxmlformats.org/officeDocument/2006/relationships/customXml" Target="../ink/ink194.xml"/><Relationship Id="rId52" Type="http://schemas.openxmlformats.org/officeDocument/2006/relationships/customXml" Target="../ink/ink19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</a:t>
            </a:r>
          </a:p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Retrieval-Augmented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DCC2-29D2-1866-D201-BD6FA17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479D0-2265-21A3-873A-ACF81CE31294}"/>
              </a:ext>
            </a:extLst>
          </p:cNvPr>
          <p:cNvSpPr txBox="1"/>
          <p:nvPr/>
        </p:nvSpPr>
        <p:spPr>
          <a:xfrm>
            <a:off x="74772" y="848421"/>
            <a:ext cx="9582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ChatGPT or any LLM answer questions about YOUR personal files?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No!  - It does NOT have access to your personal data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It cannot answer questions related to your resume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8F612C-4745-BDD8-CB00-89AA99FC83F9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37129A-1393-571A-65EA-569FDA30C151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2DB3C7-E9CE-C0B6-28E5-C5FBE14D9194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A8FD3E-2F8D-EAB0-E6EE-FDDF281E0984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BFC4BE-0DB2-2729-E7C0-866901E18EAB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DBF986-A497-4029-A7DC-1B6E3A741D1B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B6300-B656-2017-FE0B-73EFF6841E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C7474-D879-0923-5933-EB889E9A631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A83801-47DF-93BA-BA06-3931044A69A0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AA941-F843-9D57-BF16-725A1E3B5475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45D7CD-276A-ED80-8FD0-B20973D1B733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44747F-89F6-9B29-63F6-4BC9217C6A0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AF3CF7-F705-D682-6D76-E0A5C435804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98E51F-C106-51D9-B9E8-CDF02C57C4C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55DEF-B77A-568B-B20F-5809C4D7D758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13F230-F8A5-A66E-DF78-1CF63C4E811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A0FB42-C92A-FD79-EE96-364BCE4CC80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4406A2-1376-2699-129D-A3C4E306E281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5D1576-DE0A-28BA-E676-E4D3AD02B695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7269B41-6C92-019A-68E9-D7AC375FC5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635667-803D-9668-7BDF-AE4C5B9AAA26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320062-B601-BA8D-D145-75137DAABE42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94F965-BE4A-1CDF-5C57-4FB6D9BC43F0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92355-AE0F-7BAC-791C-7347DABE4836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4DD885-699E-2A0F-C486-80021AC89081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921293-30AC-43F7-CCA4-A99C6C77FA2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D8565E-995F-4927-E0C5-E67AD84A5E35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13FF24-5C9C-117D-DE9C-CA35724FD3CD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D13FC3-6F32-F8BE-621E-F63548C1297F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5509A-FE34-BB16-D2D1-9B8BDD8BB4E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3855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8542-EAA5-84AA-F564-FCD25D33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55192-FF9D-4A0D-16B8-878F91A3BFD8}"/>
              </a:ext>
            </a:extLst>
          </p:cNvPr>
          <p:cNvSpPr txBox="1"/>
          <p:nvPr/>
        </p:nvSpPr>
        <p:spPr>
          <a:xfrm>
            <a:off x="8759551" y="5773646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F52249-E228-8BA6-083E-1E00266C8C4B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6BA9D3-DD9D-FA3B-8D27-8630CC945D73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3FDD7D-F7CC-2004-6855-051CA4553486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E0E75F-DA2F-1D85-431E-1B98EC5DD78C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310C6E-7DEE-580A-E064-AFA71E8E8ADD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07A91-8CC4-4E31-EE18-94ABE68F30C8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73CC77-6004-E590-ED29-726BC6F5124A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189764-7C56-3567-2147-1F0390505CCC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F0063-189D-FAD8-9055-94BD43AF87DE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7E039A-8ABD-8143-0308-5BAE02777B8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3A4DFA-0229-B41B-8E40-AE603BD5888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1294F3-E23D-D75D-9A02-3E7E69BD68F6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5586AF-2E64-D2C7-1F3F-6256B8F1E13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0DE31D-1750-DF14-96D2-045BCEC7D7C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134758B-BDD5-587F-2640-F4F5D5B21BD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21D12D-E76D-A2EC-9DF3-20414893D3EB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EEEFF9-589A-2183-2F21-4B64B55802B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48C03A-BD2D-B403-6757-4ECE5E1908E2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71A239-E09D-90C5-3BA0-5373FD1EBF5F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1AFB662-6C6C-58BE-0EAF-55976961CB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63D18E-BD75-8CFE-EB86-9AAF9C841DD0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9B14C2-D291-A4F7-3E05-B12DD8C6631C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BACD4C-C645-903B-79FD-97CDECEAD3C9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BA0E6A-F164-3903-79CA-3868E90D3F28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C5452A-B563-227C-381D-2880E74562FE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2B9A5-41F8-076E-1091-A1DD0ADB91C6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94C87D-7474-2272-B274-46C5E073A68B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0496A4-3779-0C70-FB92-1A8629819A73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8CC528-8687-01EE-F9EA-2F60E45653F4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114B6-0371-FD07-DBE4-E1E56F26566E}"/>
              </a:ext>
            </a:extLst>
          </p:cNvPr>
          <p:cNvSpPr/>
          <p:nvPr/>
        </p:nvSpPr>
        <p:spPr>
          <a:xfrm>
            <a:off x="5475448" y="4718025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818C5-37B0-EE64-90FC-51BA4303A5D6}"/>
              </a:ext>
            </a:extLst>
          </p:cNvPr>
          <p:cNvSpPr txBox="1"/>
          <p:nvPr/>
        </p:nvSpPr>
        <p:spPr>
          <a:xfrm>
            <a:off x="351233" y="415186"/>
            <a:ext cx="106749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can you design a system that uses LLM to Q&amp;A from your domain ?</a:t>
            </a:r>
          </a:p>
          <a:p>
            <a:r>
              <a:rPr lang="en-US" sz="2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would business leverage LLM to their own private data ?</a:t>
            </a:r>
          </a:p>
        </p:txBody>
      </p:sp>
    </p:spTree>
    <p:extLst>
      <p:ext uri="{BB962C8B-B14F-4D97-AF65-F5344CB8AC3E}">
        <p14:creationId xmlns:p14="http://schemas.microsoft.com/office/powerpoint/2010/main" val="7557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59A1-CAC0-265B-7FF3-C2466684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71A153-11F0-75A9-5F81-0C5DBF54B226}"/>
              </a:ext>
            </a:extLst>
          </p:cNvPr>
          <p:cNvSpPr txBox="1"/>
          <p:nvPr/>
        </p:nvSpPr>
        <p:spPr>
          <a:xfrm>
            <a:off x="222792" y="290126"/>
            <a:ext cx="82470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the problem with LLM first.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Problem with Normal LLMs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trained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data (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Say training data=Google-News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know recent updates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(Say training time=2020)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sometimes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hallucinate (make up answers)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A11AE-43D3-8C22-6C1B-1EA247C38B2C}"/>
              </a:ext>
            </a:extLst>
          </p:cNvPr>
          <p:cNvSpPr txBox="1"/>
          <p:nvPr/>
        </p:nvSpPr>
        <p:spPr>
          <a:xfrm>
            <a:off x="8759551" y="5773646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5F44E4-5ABA-7B53-F18D-173B05B55C2E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1414E9-628A-89E9-0BC4-2B181DE6A57C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92ECE5-889A-38B8-DACE-ED671B2F04C1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B8ED87-4F31-F392-DFC1-3C18C92A1A40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B8ED87-4F31-F392-DFC1-3C18C92A1A4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32" y="3273704"/>
                  <a:ext cx="270305" cy="887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D7A718F-A4A5-505D-64BF-D28859A2A21D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D7A718F-A4A5-505D-64BF-D28859A2A2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297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FD535C-E5F7-958F-D161-6A6D98585F91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5EDB1F-E859-8385-AC6B-11AE49E2DC8B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5EDB1F-E859-8385-AC6B-11AE49E2DC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EDC1E09-EA08-E7C0-6C88-7B2AF9DCE702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EDC1E09-EA08-E7C0-6C88-7B2AF9DCE7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D1C97FE-9A28-59B3-916E-3D47A2F17DB2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D1C97FE-9A28-59B3-916E-3D47A2F17D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C6DBD5-7534-8E12-C68E-F9AA6948AEA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C6DBD5-7534-8E12-C68E-F9AA6948AE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DA24BA-730C-2D47-B482-F8B5DB195032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DA24BA-730C-2D47-B482-F8B5DB1950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791B34-6BD2-FFB4-DFBC-97F324A87459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791B34-6BD2-FFB4-DFBC-97F324A874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4EB3E0B-E780-3B20-35C0-2ACBEE141071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4EB3E0B-E780-3B20-35C0-2ACBEE1410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374F5B-3C09-D688-A14F-B634C97BA98E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374F5B-3C09-D688-A14F-B634C97BA9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CD9083-E60B-D778-EEC9-5F9705D4AFC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CD9083-E60B-D778-EEC9-5F9705D4AF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5B9D0-518A-1B7E-4FF3-32CBFAEA6FC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CAC3CA-E337-17BA-F5B1-7720D527AFC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CAC3CA-E337-17BA-F5B1-7720D527AF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C74D82-1D64-82E2-BAF2-D86F8FE4BCBE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C74D82-1D64-82E2-BAF2-D86F8FE4BC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924F05-9854-3377-902D-919DB834D64C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924F05-9854-3377-902D-919DB834D6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D294DB-BD6E-2791-2C1D-090685AB61AF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D294DB-BD6E-2791-2C1D-090685AB61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D612071-CD6C-E524-111E-831314DE5AC1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D612071-CD6C-E524-111E-831314DE5AC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508AC4A-9647-9E5C-F398-5B0DAE6C5FF8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508AC4A-9647-9E5C-F398-5B0DAE6C5FF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BCD2512-77B8-BBF8-688A-EC115A20FA32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A097AE-732D-9695-8D19-69BE1FFE6CED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A097AE-732D-9695-8D19-69BE1FFE6C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27617" y="3576816"/>
                  <a:ext cx="221573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685A0B-DC3C-97BF-9A5E-6CD52774C394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685A0B-DC3C-97BF-9A5E-6CD52774C3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72264" y="351057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C0E335-90D7-1404-1164-E8AE2DDC83C6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C0E335-90D7-1404-1164-E8AE2DDC83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98144" y="352065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E598A0-B91E-8D71-2B67-903D585201D5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E598A0-B91E-8D71-2B67-903D585201D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90224" y="3472483"/>
                  <a:ext cx="317160" cy="2637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6B3065-8854-4554-6927-B48BB2C4343B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6B3065-8854-4554-6927-B48BB2C434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38624" y="356529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8357BC-7AE0-D46D-CBE9-93E4BB6CC053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8357BC-7AE0-D46D-CBE9-93E4BB6CC0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4DEFEA-9524-0E15-302A-1E789963B0B3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4DEFEA-9524-0E15-302A-1E789963B0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84144" y="354081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395EAA-6059-AC8E-6EE1-52DCF5271EA3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395EAA-6059-AC8E-6EE1-52DCF5271E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4AAEF0-9A20-9107-97BD-107A02E25DE2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4AAEF0-9A20-9107-97BD-107A02E25D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89274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01A3269-ED94-68A7-AA0F-7089C1EB35A9}"/>
              </a:ext>
            </a:extLst>
          </p:cNvPr>
          <p:cNvSpPr/>
          <p:nvPr/>
        </p:nvSpPr>
        <p:spPr>
          <a:xfrm>
            <a:off x="5475448" y="4718025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4890BD-8F64-5E0A-77A0-426F6B684819}"/>
              </a:ext>
            </a:extLst>
          </p:cNvPr>
          <p:cNvSpPr txBox="1"/>
          <p:nvPr/>
        </p:nvSpPr>
        <p:spPr>
          <a:xfrm>
            <a:off x="279083" y="3316536"/>
            <a:ext cx="74822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my company, Loxford Academy, policy on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 raise ?"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 LLM will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Guess 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generic answer ❌</a:t>
            </a:r>
          </a:p>
        </p:txBody>
      </p:sp>
    </p:spTree>
    <p:extLst>
      <p:ext uri="{BB962C8B-B14F-4D97-AF65-F5344CB8AC3E}">
        <p14:creationId xmlns:p14="http://schemas.microsoft.com/office/powerpoint/2010/main" val="79985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BAC-173C-4BED-6760-88F24DDA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3AAE2A-52C9-12F0-81C0-985F19AC1E23}"/>
              </a:ext>
            </a:extLst>
          </p:cNvPr>
          <p:cNvSpPr txBox="1"/>
          <p:nvPr/>
        </p:nvSpPr>
        <p:spPr>
          <a:xfrm>
            <a:off x="343940" y="205092"/>
            <a:ext cx="85684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is RAG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which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relevant information from an external-private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that information to generate a accurate response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213334-49BA-F5DE-5276-2039CFDBF2A1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5F938-177F-3C43-39FE-7CA30B71F712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B3FFAA-8F7F-468C-EB5F-15A2425EECE2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EA5624-824A-D172-B558-84B4F2C66189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4AF69B-C71F-8C32-FC2F-033479847B48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989191-CEBD-58F3-12A7-B36856FD532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2EA0D82-F7CC-D99D-DBDE-8AA69F52442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108ED-F0E5-48BD-6C20-F9E637981910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D0F1DE-9868-7CE5-6A31-0DBDA2C43A81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38E011-F994-27DA-F07C-6CD89D4E3C77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5FF469-1923-7A69-4148-0615AC4BC93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A2D5FF-57C9-B849-D51D-A10E787E75B6}"/>
                  </a:ext>
                </a:extLst>
              </p14:cNvPr>
              <p14:cNvContentPartPr/>
              <p14:nvPr/>
            </p14:nvContentPartPr>
            <p14:xfrm>
              <a:off x="6263977" y="3037908"/>
              <a:ext cx="2791800" cy="1122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A2D5FF-57C9-B849-D51D-A10E787E75B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45977" y="3020268"/>
                <a:ext cx="2827440" cy="11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00C8CC-399B-4089-18C4-C4D380DAAAA4}"/>
                  </a:ext>
                </a:extLst>
              </p14:cNvPr>
              <p14:cNvContentPartPr/>
              <p14:nvPr/>
            </p14:nvContentPartPr>
            <p14:xfrm>
              <a:off x="7108537" y="4139148"/>
              <a:ext cx="30960" cy="27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00C8CC-399B-4089-18C4-C4D380DAAAA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90897" y="4121508"/>
                <a:ext cx="6660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7A06A5-3EC9-A838-2DB6-E3EA7736D80B}"/>
                  </a:ext>
                </a:extLst>
              </p14:cNvPr>
              <p14:cNvContentPartPr/>
              <p14:nvPr/>
            </p14:nvContentPartPr>
            <p14:xfrm>
              <a:off x="6821617" y="4088748"/>
              <a:ext cx="495000" cy="484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7A06A5-3EC9-A838-2DB6-E3EA7736D80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03617" y="4070748"/>
                <a:ext cx="53064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761543-2E3B-A0A6-0654-84F3B923A0F5}"/>
                  </a:ext>
                </a:extLst>
              </p14:cNvPr>
              <p14:cNvContentPartPr/>
              <p14:nvPr/>
            </p14:nvContentPartPr>
            <p14:xfrm>
              <a:off x="10814737" y="4090548"/>
              <a:ext cx="360360" cy="294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761543-2E3B-A0A6-0654-84F3B923A0F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796737" y="4072908"/>
                <a:ext cx="39600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D18C55-CE29-8E5F-A6A6-E9F5E4FED650}"/>
                  </a:ext>
                </a:extLst>
              </p14:cNvPr>
              <p14:cNvContentPartPr/>
              <p14:nvPr/>
            </p14:nvContentPartPr>
            <p14:xfrm>
              <a:off x="10616377" y="3970668"/>
              <a:ext cx="610560" cy="573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D18C55-CE29-8E5F-A6A6-E9F5E4FED65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598737" y="3952668"/>
                <a:ext cx="646200" cy="608760"/>
              </a:xfrm>
              <a:prstGeom prst="rect">
                <a:avLst/>
              </a:prstGeom>
            </p:spPr>
          </p:pic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33F99B0E-ECBB-6A6B-A509-218EB63C99C2}"/>
              </a:ext>
            </a:extLst>
          </p:cNvPr>
          <p:cNvSpPr txBox="1"/>
          <p:nvPr/>
        </p:nvSpPr>
        <p:spPr>
          <a:xfrm>
            <a:off x="178741" y="5512071"/>
            <a:ext cx="11383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RAG helps you use LLM for your domain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connects the LLM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own data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PDFs, Databases, Websites, etc.</a:t>
            </a:r>
          </a:p>
        </p:txBody>
      </p:sp>
    </p:spTree>
    <p:extLst>
      <p:ext uri="{BB962C8B-B14F-4D97-AF65-F5344CB8AC3E}">
        <p14:creationId xmlns:p14="http://schemas.microsoft.com/office/powerpoint/2010/main" val="100710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0FDD-CFDA-74A4-1105-21AE375C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8746EF-0E5B-A0DF-52D5-86091BD31211}"/>
              </a:ext>
            </a:extLst>
          </p:cNvPr>
          <p:cNvSpPr txBox="1"/>
          <p:nvPr/>
        </p:nvSpPr>
        <p:spPr>
          <a:xfrm>
            <a:off x="210680" y="265144"/>
            <a:ext cx="10377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flow: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would search relevant documents related with query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useful information related with the query and send it to the LLM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would generate answer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 source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922754-EF37-A254-5B45-ACCE81814ABA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F8B17D-3DF1-8620-D1B2-3527860E0EFF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DA6E8-BA99-4120-819A-8056F5F8A88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ABE9BF-C91B-C869-B027-4ADAF35999E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335D3B-36C9-E7B2-92A2-D6EACB5893B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0802E-4A5E-5775-7BFF-8D554078E9BF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E6E42F-184C-2B84-B61A-845E04B99964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B1700D-32DF-D963-E8AA-2190C7C3F30B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5F816B-910E-5E0F-8D46-EE9D71DFBB7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D5AE19-6949-963A-ED1B-328208B87C8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693EB5-72D1-11EA-3513-0E7DF4D6DAFC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AA6816-8D27-DDD6-6B15-A20D032D66A6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51E80-C120-FF70-2B3A-0AA8F4428B54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93E3B-1342-DD1B-C5D1-5285E1FCF69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5E03AC-111C-F977-2A31-1B69FAA43A3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55E2F9E-45D0-1184-BDCF-A139C6DC7FE3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93CC2E-98D1-BA29-AAA4-C4E7B6C2A54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42F345-B9CD-556E-27AA-809E8DEA141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7BAC24-5E1E-C411-37CF-23D6B2B1C63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255D80-F961-F02E-5A87-4FF060338082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4AD5B-A1E7-FFCB-4647-3A18DB9D4E4F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A9B841-7A96-C36A-14E1-E729CEFC712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B679A3-1A81-8473-1E85-9C89F7D3A6E9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35C1E2D-3169-3324-7BB8-1794A9A5FE4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D59390-4141-B3CE-B441-7A5A3212E9E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48A2D3-846C-6F04-ED1F-B1DDF88658C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51215-A41F-ABC1-1236-9EDB97C29AA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32979E-4DD9-70CB-9385-0D7D662EEF0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29AA3B-FA7C-9198-CAC7-6AC3FCEAF8BF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18F10-F842-BFE7-BAF3-D34F18D109C0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048FDD-609B-4D3B-E776-15778B3D9B3D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3F5083-8CFE-0C37-D1B7-B38E3EE7D97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631833-67C0-F53F-EFCA-6D646782C5BD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AD0B47-B2A3-4DC8-AD59-8FE99523101F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232872-CB4F-362F-AC33-4C0D4D9880BD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0B0557-A4D8-EF01-15D2-2D98BCAA4604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2A0C14-7493-DCD6-87CD-86696B68CD70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4734BC-61E3-4148-1C14-EEBD794307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6907FC-6154-45FF-05A6-67C6C572A6C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B513D0-6CE9-2641-B6F4-1E3EB005FA6F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B4A78D-9DBA-09DF-D23E-0A2A97E84FAF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C07B53-80F4-1FC5-EABB-BD994768154E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5200DA-B1C6-A582-F870-5EB045CBA078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46E65C-C361-E10B-833E-ABCE9F839862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7F74B5-0C61-A4D5-9F99-248E033A9353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D8806F-9135-04B5-195B-C98A7491435B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472544-1D6E-F429-0CEC-BAD1108203F8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16783-7BC9-BAB4-A8AF-DA92F553A49C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3B0228-041C-0F67-F96D-39B1B480E84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4A007E-52BB-58EF-D25C-9183022C3AD8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2A0B13-B84D-2108-E1A2-33E9150AB6F0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E145A1-E0FB-D276-B5C7-FC748CB0E37E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306C67-D78F-E39E-F16C-0DBD45ECFE4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F9CD4B-5095-CDFF-26A2-E98774264A7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344572-1C9B-700B-8E63-4EAA569744F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49DD5-C90C-FF9A-6308-CAE360522207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DC6DEC-9234-9967-F24F-269C4D7844B1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DB55D8-2A64-2BE4-C8ED-21313722253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C09E7E-E718-0793-83A9-BBE744060173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90A541-65E6-2B85-83AC-ECDD868B0745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EBD7F5-A1EA-E397-17EF-D79283EE4671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FC8A38-86D5-9EDA-F318-CDBD1C5EFC59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ED2523-3941-F5EF-8267-E421D1365E4F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73563A-0DAE-A62B-8359-965C49E54A8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82ABEE-A5D0-7502-F1E8-652D4A963988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C368A6-5EF0-25B1-AE1A-C4876BC1D2E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0B7BFDB-9A5E-BB50-0A46-0E5EC6CD8528}"/>
              </a:ext>
            </a:extLst>
          </p:cNvPr>
          <p:cNvSpPr txBox="1"/>
          <p:nvPr/>
        </p:nvSpPr>
        <p:spPr>
          <a:xfrm>
            <a:off x="219849" y="4538042"/>
            <a:ext cx="4260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Advantge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RAG: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Accurate answers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Up-to-date information</a:t>
            </a:r>
          </a:p>
        </p:txBody>
      </p:sp>
    </p:spTree>
    <p:extLst>
      <p:ext uri="{BB962C8B-B14F-4D97-AF65-F5344CB8AC3E}">
        <p14:creationId xmlns:p14="http://schemas.microsoft.com/office/powerpoint/2010/main" val="209082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88F-D477-A5AD-03A2-B15517BD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B6D01B-979F-BEC5-FB0C-3B357CB03589}"/>
              </a:ext>
            </a:extLst>
          </p:cNvPr>
          <p:cNvSpPr txBox="1"/>
          <p:nvPr/>
        </p:nvSpPr>
        <p:spPr>
          <a:xfrm>
            <a:off x="256032" y="693105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Common enterprise RAG data sources include: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Documents &amp; files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Office formats: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Word, Excel, PowerPoint (often converted to Markdown/text 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Wikis/knowledge bases: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Confluence, Notion, SharePoint, internal wikis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Cloud drives: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Google Drive, OneDrive, Dropbox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Structured data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Relational DBs: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SQLite, Postgres, MySQL, SQL Server, Oracle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Data warehouses: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Snowflake,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BigQuery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, Redshift — for analytics-heavy queries at larger scale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NoSQL: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MongoDB, Elasticsearch — common for logs, product catalogs, semi-structured records</a:t>
            </a:r>
          </a:p>
        </p:txBody>
      </p:sp>
    </p:spTree>
    <p:extLst>
      <p:ext uri="{BB962C8B-B14F-4D97-AF65-F5344CB8AC3E}">
        <p14:creationId xmlns:p14="http://schemas.microsoft.com/office/powerpoint/2010/main" val="149731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18D3-81ED-25AD-40E9-0EB901FA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2581E-F73E-FAEC-D352-F413AB0022AB}"/>
              </a:ext>
            </a:extLst>
          </p:cNvPr>
          <p:cNvSpPr txBox="1"/>
          <p:nvPr/>
        </p:nvSpPr>
        <p:spPr>
          <a:xfrm>
            <a:off x="220144" y="692213"/>
            <a:ext cx="118963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Common enterprise RAG data sources include: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SaaS/collaboration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(usually pulled via API, not file scan)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Slack/Teams message history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Salesforce, Zendesk, Jira, ServiceNow — support tickets, CRM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Email (Outlook/Exchange, Gmail) — often the messiest source, needs heavy de-dup/PII filtering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Other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Web content: intranet sites, public site crawls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Code repos: for engineering-focused assistants (source + commit history)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Audio/video transcripts: call recordings, meeting notes (via a transcription step before chunking)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Scanned/image documents: examples -  pymupdf4llm for no-text-layer PDFs, etc.</a:t>
            </a:r>
          </a:p>
        </p:txBody>
      </p:sp>
    </p:spTree>
    <p:extLst>
      <p:ext uri="{BB962C8B-B14F-4D97-AF65-F5344CB8AC3E}">
        <p14:creationId xmlns:p14="http://schemas.microsoft.com/office/powerpoint/2010/main" val="208113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5276-1D61-493C-1050-42BFFE5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4B08BB-078C-95ED-6946-0A935218ABFF}"/>
              </a:ext>
            </a:extLst>
          </p:cNvPr>
          <p:cNvSpPr txBox="1"/>
          <p:nvPr/>
        </p:nvSpPr>
        <p:spPr>
          <a:xfrm>
            <a:off x="230632" y="235680"/>
            <a:ext cx="7102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Architecture/Process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 Populate The Vector DB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– Retrieval + Generation ( User Query 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715B0-38FA-5CF2-0A5D-E66C746A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5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90DF-BB5A-27B6-C83D-95556FF5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F3CD5B-D0F4-9909-05D6-D239545DF24E}"/>
              </a:ext>
            </a:extLst>
          </p:cNvPr>
          <p:cNvSpPr txBox="1"/>
          <p:nvPr/>
        </p:nvSpPr>
        <p:spPr>
          <a:xfrm>
            <a:off x="230632" y="235680"/>
            <a:ext cx="7102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E4A01-1E5F-3DDD-E92B-98774DDD8E6C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8E359-C922-B041-2DCF-E06A091D9950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E3AAF-4EA3-EAE2-3898-1417C899ADBB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72BF6-26E0-F155-74DE-2E7D5AC304EC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6FAF5-B058-6F25-D9BE-0BCFA6CE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1691889-22AB-ED8F-DCBE-7E5556EE83D3}"/>
              </a:ext>
            </a:extLst>
          </p:cNvPr>
          <p:cNvGrpSpPr/>
          <p:nvPr/>
        </p:nvGrpSpPr>
        <p:grpSpPr>
          <a:xfrm>
            <a:off x="1151784" y="4918176"/>
            <a:ext cx="296640" cy="330120"/>
            <a:chOff x="1151784" y="4918176"/>
            <a:chExt cx="2966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A63221-98D6-7B3F-E096-669B4766EEFB}"/>
                    </a:ext>
                  </a:extLst>
                </p14:cNvPr>
                <p14:cNvContentPartPr/>
                <p14:nvPr/>
              </p14:nvContentPartPr>
              <p14:xfrm>
                <a:off x="1313784" y="5012496"/>
                <a:ext cx="48240" cy="17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A63221-98D6-7B3F-E096-669B4766EE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8051" y="4976571"/>
                  <a:ext cx="119349" cy="243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D5B242-F351-27FE-1CE0-89729C05CEEB}"/>
                    </a:ext>
                  </a:extLst>
                </p14:cNvPr>
                <p14:cNvContentPartPr/>
                <p14:nvPr/>
              </p14:nvContentPartPr>
              <p14:xfrm>
                <a:off x="1151784" y="4918176"/>
                <a:ext cx="29664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D5B242-F351-27FE-1CE0-89729C05CEE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5784" y="4882176"/>
                  <a:ext cx="3682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AFE0D5-7431-D99D-3F25-E60889713D3D}"/>
              </a:ext>
            </a:extLst>
          </p:cNvPr>
          <p:cNvGrpSpPr/>
          <p:nvPr/>
        </p:nvGrpSpPr>
        <p:grpSpPr>
          <a:xfrm>
            <a:off x="2446344" y="4818096"/>
            <a:ext cx="284760" cy="228240"/>
            <a:chOff x="2446344" y="4818096"/>
            <a:chExt cx="284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97284A-9824-9EE2-C83A-B38793160D45}"/>
                    </a:ext>
                  </a:extLst>
                </p14:cNvPr>
                <p14:cNvContentPartPr/>
                <p14:nvPr/>
              </p14:nvContentPartPr>
              <p14:xfrm>
                <a:off x="2544984" y="4888656"/>
                <a:ext cx="153720" cy="10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97284A-9824-9EE2-C83A-B38793160D4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8984" y="4852656"/>
                  <a:ext cx="22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F66879-5046-ABB0-AEC2-63A88D7261C1}"/>
                    </a:ext>
                  </a:extLst>
                </p14:cNvPr>
                <p14:cNvContentPartPr/>
                <p14:nvPr/>
              </p14:nvContentPartPr>
              <p14:xfrm>
                <a:off x="2446344" y="4818096"/>
                <a:ext cx="284760" cy="228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F66879-5046-ABB0-AEC2-63A88D7261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0344" y="4782096"/>
                  <a:ext cx="3564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113754-F093-1A54-E8AE-4750C97A2846}"/>
              </a:ext>
            </a:extLst>
          </p:cNvPr>
          <p:cNvGrpSpPr/>
          <p:nvPr/>
        </p:nvGrpSpPr>
        <p:grpSpPr>
          <a:xfrm>
            <a:off x="3546144" y="4783536"/>
            <a:ext cx="371520" cy="278640"/>
            <a:chOff x="3546144" y="4783536"/>
            <a:chExt cx="3715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20A0EC-D58F-C2C8-8BDF-1F7D83FB936F}"/>
                    </a:ext>
                  </a:extLst>
                </p14:cNvPr>
                <p14:cNvContentPartPr/>
                <p14:nvPr/>
              </p14:nvContentPartPr>
              <p14:xfrm>
                <a:off x="3672144" y="4865256"/>
                <a:ext cx="1663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20A0EC-D58F-C2C8-8BDF-1F7D83FB93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6144" y="4829256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EA78E1-E035-003B-549B-85801DDD0A28}"/>
                    </a:ext>
                  </a:extLst>
                </p14:cNvPr>
                <p14:cNvContentPartPr/>
                <p14:nvPr/>
              </p14:nvContentPartPr>
              <p14:xfrm>
                <a:off x="3546144" y="4783536"/>
                <a:ext cx="371520" cy="27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EA78E1-E035-003B-549B-85801DDD0A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0109" y="4747489"/>
                  <a:ext cx="443229" cy="35037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238F50-C49D-1CC3-C896-301C09061960}"/>
              </a:ext>
            </a:extLst>
          </p:cNvPr>
          <p:cNvGrpSpPr/>
          <p:nvPr/>
        </p:nvGrpSpPr>
        <p:grpSpPr>
          <a:xfrm>
            <a:off x="4928904" y="5097456"/>
            <a:ext cx="330120" cy="320400"/>
            <a:chOff x="4928904" y="5097456"/>
            <a:chExt cx="3301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8A832EC-49DD-E286-D542-A50EAA079166}"/>
                    </a:ext>
                  </a:extLst>
                </p14:cNvPr>
                <p14:cNvContentPartPr/>
                <p14:nvPr/>
              </p14:nvContentPartPr>
              <p14:xfrm>
                <a:off x="5025024" y="5169816"/>
                <a:ext cx="97920" cy="18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8A832EC-49DD-E286-D542-A50EAA07916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9024" y="5133747"/>
                  <a:ext cx="169560" cy="261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3BC820-7D67-565B-28B6-282CA0EAC828}"/>
                    </a:ext>
                  </a:extLst>
                </p14:cNvPr>
                <p14:cNvContentPartPr/>
                <p14:nvPr/>
              </p14:nvContentPartPr>
              <p14:xfrm>
                <a:off x="4928904" y="5097456"/>
                <a:ext cx="330120" cy="32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3BC820-7D67-565B-28B6-282CA0EAC8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92904" y="5061456"/>
                  <a:ext cx="401760" cy="39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195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7937-FB0C-843B-C0E8-D7DB9861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72543D-436C-BCE9-6AF6-0A91EACFD62E}"/>
              </a:ext>
            </a:extLst>
          </p:cNvPr>
          <p:cNvSpPr txBox="1"/>
          <p:nvPr/>
        </p:nvSpPr>
        <p:spPr>
          <a:xfrm>
            <a:off x="230632" y="235680"/>
            <a:ext cx="7102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E25B8-CDC8-2860-F7D2-301AF4ADB917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E22A7C-74FE-6BFE-D87A-FA8892866F33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AF671-14D3-0538-C674-F97494D4A63A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BE0A7-F50E-9994-E631-6C1CACF7AAFF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80C39-0C09-DA17-D043-DD05C1E722B3}"/>
              </a:ext>
            </a:extLst>
          </p:cNvPr>
          <p:cNvSpPr/>
          <p:nvPr/>
        </p:nvSpPr>
        <p:spPr>
          <a:xfrm>
            <a:off x="148336" y="2678407"/>
            <a:ext cx="2416556" cy="3758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Loxford company has headquarter in Texas. </a:t>
            </a:r>
          </a:p>
          <a:p>
            <a:r>
              <a:rPr lang="en-US" dirty="0"/>
              <a:t>It has 30,000 employees.</a:t>
            </a:r>
          </a:p>
          <a:p>
            <a:r>
              <a:rPr lang="en-US" dirty="0"/>
              <a:t>Over the year company revenue has grown from 2K to 3M.</a:t>
            </a:r>
          </a:p>
          <a:p>
            <a:r>
              <a:rPr lang="en-US" dirty="0"/>
              <a:t>………..</a:t>
            </a:r>
          </a:p>
          <a:p>
            <a:r>
              <a:rPr lang="en-US" dirty="0"/>
              <a:t>The company is known for making all kind of software tools for constructions.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9D878-E9A7-5257-1C24-F41154031AC7}"/>
              </a:ext>
            </a:extLst>
          </p:cNvPr>
          <p:cNvSpPr/>
          <p:nvPr/>
        </p:nvSpPr>
        <p:spPr>
          <a:xfrm>
            <a:off x="3009392" y="2561420"/>
            <a:ext cx="2714752" cy="668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Loxford company has headquarter in Texas.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9C187-ECE6-B973-A921-0397E37ACF4D}"/>
              </a:ext>
            </a:extLst>
          </p:cNvPr>
          <p:cNvSpPr/>
          <p:nvPr/>
        </p:nvSpPr>
        <p:spPr>
          <a:xfrm>
            <a:off x="3009392" y="3483062"/>
            <a:ext cx="2714752" cy="564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 has 30,000 employees.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4AD671-F7BB-A219-1183-89217A0EE48E}"/>
              </a:ext>
            </a:extLst>
          </p:cNvPr>
          <p:cNvSpPr/>
          <p:nvPr/>
        </p:nvSpPr>
        <p:spPr>
          <a:xfrm>
            <a:off x="3009392" y="4205966"/>
            <a:ext cx="2714752" cy="1082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Over the year company revenue has grown from 2K to 3M.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D82E5B-73BE-7207-7A7F-E10E9BFB1DC8}"/>
              </a:ext>
            </a:extLst>
          </p:cNvPr>
          <p:cNvSpPr/>
          <p:nvPr/>
        </p:nvSpPr>
        <p:spPr>
          <a:xfrm>
            <a:off x="3009392" y="5760720"/>
            <a:ext cx="2879344" cy="946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company is known for making all kind of software tools for constructions.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F40F0B-626F-3802-6388-73AC0A33C16A}"/>
              </a:ext>
            </a:extLst>
          </p:cNvPr>
          <p:cNvSpPr/>
          <p:nvPr/>
        </p:nvSpPr>
        <p:spPr>
          <a:xfrm>
            <a:off x="6225286" y="2544037"/>
            <a:ext cx="2714752" cy="66829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(0.001, 0.4, -1.2, …)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969F4-40AC-5FCD-23AB-2F3A7C710BB8}"/>
              </a:ext>
            </a:extLst>
          </p:cNvPr>
          <p:cNvSpPr/>
          <p:nvPr/>
        </p:nvSpPr>
        <p:spPr>
          <a:xfrm>
            <a:off x="6225286" y="3396051"/>
            <a:ext cx="2714752" cy="5648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(0.45, 0.1, -1.8, …)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3A973-E1BD-7450-9096-C695DEF0FC03}"/>
              </a:ext>
            </a:extLst>
          </p:cNvPr>
          <p:cNvSpPr/>
          <p:nvPr/>
        </p:nvSpPr>
        <p:spPr>
          <a:xfrm>
            <a:off x="6225286" y="4144632"/>
            <a:ext cx="2714752" cy="108282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(0.34, 0.94, 0.63, …)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2CFF50-C78D-0752-F2D6-6E57F9A18D23}"/>
              </a:ext>
            </a:extLst>
          </p:cNvPr>
          <p:cNvSpPr/>
          <p:nvPr/>
        </p:nvSpPr>
        <p:spPr>
          <a:xfrm>
            <a:off x="6196076" y="5760720"/>
            <a:ext cx="2879344" cy="94609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(0.77, 0.82, 1.8, …)</a:t>
            </a:r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3729184-6254-7DDA-6D50-F0264A28C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3" y="3537536"/>
            <a:ext cx="1057130" cy="13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2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BF28-BE79-4111-F78E-7C4878E9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6180D9-ED27-D32C-D3FD-6504458B3F1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- Retrieval (User Query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ACF8D-D627-B5DA-F4C2-95A80F48DF8E}"/>
              </a:ext>
            </a:extLst>
          </p:cNvPr>
          <p:cNvSpPr txBox="1"/>
          <p:nvPr/>
        </p:nvSpPr>
        <p:spPr>
          <a:xfrm>
            <a:off x="123444" y="756934"/>
            <a:ext cx="394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Retrieval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user asks a question (query):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query into vector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similar data from Vector DB  (AKA context)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6540-ACCD-5CA3-2338-9F73D339010D}"/>
              </a:ext>
            </a:extLst>
          </p:cNvPr>
          <p:cNvSpPr txBox="1"/>
          <p:nvPr/>
        </p:nvSpPr>
        <p:spPr>
          <a:xfrm>
            <a:off x="4671648" y="241084"/>
            <a:ext cx="737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Query: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 From </a:t>
            </a:r>
            <a:r>
              <a:rPr lang="en-US" sz="2000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VectorDB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(Similar data):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are living in Moscow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Ms. Lomax and Mr. Thomas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2018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One of the founders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EEF47-02F6-30D8-0246-68D223B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97B4-AA18-CAB3-4D82-7B111CA2F988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7704" y="4078656"/>
                  <a:ext cx="92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704" y="3978576"/>
                  <a:ext cx="49860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93FA9-9F84-AA4E-07CF-F5896492D76D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3296"/>
                  <a:ext cx="342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04" y="4081896"/>
                  <a:ext cx="64188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08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8E12-6F93-E240-774F-5368D84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A503C88-72C5-56FC-55E6-662F0C30333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187CD-6660-F887-DD86-F48A37338FE6}"/>
              </a:ext>
            </a:extLst>
          </p:cNvPr>
          <p:cNvSpPr txBox="1"/>
          <p:nvPr/>
        </p:nvSpPr>
        <p:spPr>
          <a:xfrm>
            <a:off x="260604" y="872020"/>
            <a:ext cx="5835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(retrieved data + question = prompt) to LLM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generates final answer and sends it to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144-71CC-F880-5332-DAB155BD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2810F-4EF1-427B-0253-3EE282414154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6701" y="4078656"/>
                  <a:ext cx="93439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344" y="3978605"/>
                  <a:ext cx="498600" cy="5176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3AC4C4-8F7E-FD67-A206-7F1513514E1F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2869"/>
                  <a:ext cx="342720" cy="266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27" y="4081927"/>
                  <a:ext cx="641835" cy="49313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C378FD-2B37-A022-B9F2-7ABE2E0E7635}"/>
              </a:ext>
            </a:extLst>
          </p:cNvPr>
          <p:cNvSpPr txBox="1"/>
          <p:nvPr/>
        </p:nvSpPr>
        <p:spPr>
          <a:xfrm>
            <a:off x="6368796" y="270074"/>
            <a:ext cx="503377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context_from_VectorDB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user_query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5F8E8-E204-5B72-1101-7FCA6BC2D8F6}"/>
              </a:ext>
            </a:extLst>
          </p:cNvPr>
          <p:cNvGrpSpPr/>
          <p:nvPr/>
        </p:nvGrpSpPr>
        <p:grpSpPr>
          <a:xfrm>
            <a:off x="6053184" y="2071296"/>
            <a:ext cx="816480" cy="617400"/>
            <a:chOff x="6053184" y="2071296"/>
            <a:chExt cx="816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14:cNvPr>
                <p14:cNvContentPartPr/>
                <p14:nvPr/>
              </p14:nvContentPartPr>
              <p14:xfrm>
                <a:off x="6053184" y="2148696"/>
                <a:ext cx="804240" cy="54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35184" y="2131056"/>
                  <a:ext cx="8398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14:cNvPr>
                <p14:cNvContentPartPr/>
                <p14:nvPr/>
              </p14:nvContentPartPr>
              <p14:xfrm>
                <a:off x="6730704" y="2071296"/>
                <a:ext cx="13896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12704" y="2053656"/>
                  <a:ext cx="1746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14:cNvPr>
              <p14:cNvContentPartPr/>
              <p14:nvPr/>
            </p14:nvContentPartPr>
            <p14:xfrm>
              <a:off x="9089064" y="1669896"/>
              <a:ext cx="1811160" cy="391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1424" y="1651896"/>
                <a:ext cx="18468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54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B0ED-A7C4-4336-9593-4893F1C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5F3A76-7918-C645-690E-59D5B5DEEB52}"/>
              </a:ext>
            </a:extLst>
          </p:cNvPr>
          <p:cNvSpPr txBox="1"/>
          <p:nvPr/>
        </p:nvSpPr>
        <p:spPr>
          <a:xfrm>
            <a:off x="230632" y="1168368"/>
            <a:ext cx="4332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passed to LLM: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1609-991D-B446-DA78-61E2C8FD389A}"/>
              </a:ext>
            </a:extLst>
          </p:cNvPr>
          <p:cNvSpPr txBox="1"/>
          <p:nvPr/>
        </p:nvSpPr>
        <p:spPr>
          <a:xfrm>
            <a:off x="2196288" y="2091912"/>
            <a:ext cx="9856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 Do NOT make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 answers.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Founders of Loxford Academy are living in Moscow. It is cold there.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2) Ms. Lomax and Mr. Thomas created this academy in 2018.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3) One of the founders of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226C9-8FE3-16EF-FD75-6AAF3A3C1016}"/>
              </a:ext>
            </a:extLst>
          </p:cNvPr>
          <p:cNvSpPr txBox="1"/>
          <p:nvPr/>
        </p:nvSpPr>
        <p:spPr>
          <a:xfrm>
            <a:off x="250296" y="254656"/>
            <a:ext cx="3747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8FF5A6-5C38-2029-9408-E47A0694BFE9}"/>
              </a:ext>
            </a:extLst>
          </p:cNvPr>
          <p:cNvGrpSpPr/>
          <p:nvPr/>
        </p:nvGrpSpPr>
        <p:grpSpPr>
          <a:xfrm>
            <a:off x="362304" y="3098016"/>
            <a:ext cx="2627280" cy="1558440"/>
            <a:chOff x="362304" y="3098016"/>
            <a:chExt cx="2627280" cy="15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14:cNvPr>
                <p14:cNvContentPartPr/>
                <p14:nvPr/>
              </p14:nvContentPartPr>
              <p14:xfrm>
                <a:off x="2801664" y="3183336"/>
                <a:ext cx="187920" cy="1161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6024" y="3147336"/>
                  <a:ext cx="259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14:cNvPr>
                <p14:cNvContentPartPr/>
                <p14:nvPr/>
              </p14:nvContentPartPr>
              <p14:xfrm>
                <a:off x="2395224" y="3706776"/>
                <a:ext cx="38376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9224" y="3670776"/>
                  <a:ext cx="455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14:cNvPr>
                <p14:cNvContentPartPr/>
                <p14:nvPr/>
              </p14:nvContentPartPr>
              <p14:xfrm>
                <a:off x="2279304" y="3690576"/>
                <a:ext cx="183960" cy="15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304" y="3654936"/>
                  <a:ext cx="255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14:cNvPr>
                <p14:cNvContentPartPr/>
                <p14:nvPr/>
              </p14:nvContentPartPr>
              <p14:xfrm>
                <a:off x="391104" y="3425976"/>
                <a:ext cx="7632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5104" y="3389976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14:cNvPr>
                <p14:cNvContentPartPr/>
                <p14:nvPr/>
              </p14:nvContentPartPr>
              <p14:xfrm>
                <a:off x="362304" y="3324096"/>
                <a:ext cx="31608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64" y="3288096"/>
                  <a:ext cx="38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14:cNvPr>
                <p14:cNvContentPartPr/>
                <p14:nvPr/>
              </p14:nvContentPartPr>
              <p14:xfrm>
                <a:off x="693144" y="3494016"/>
                <a:ext cx="1612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04" y="3458016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14:cNvPr>
                <p14:cNvContentPartPr/>
                <p14:nvPr/>
              </p14:nvContentPartPr>
              <p14:xfrm>
                <a:off x="826704" y="3269736"/>
                <a:ext cx="244080" cy="33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704" y="3233736"/>
                  <a:ext cx="31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14:cNvPr>
                <p14:cNvContentPartPr/>
                <p14:nvPr/>
              </p14:nvContentPartPr>
              <p14:xfrm>
                <a:off x="908424" y="3458016"/>
                <a:ext cx="6588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424" y="3422016"/>
                  <a:ext cx="13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14:cNvPr>
                <p14:cNvContentPartPr/>
                <p14:nvPr/>
              </p14:nvContentPartPr>
              <p14:xfrm>
                <a:off x="1050264" y="3431016"/>
                <a:ext cx="14868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4264" y="3395376"/>
                  <a:ext cx="22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14:cNvPr>
                <p14:cNvContentPartPr/>
                <p14:nvPr/>
              </p14:nvContentPartPr>
              <p14:xfrm>
                <a:off x="1304424" y="3388536"/>
                <a:ext cx="67680" cy="12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8424" y="3352536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14:cNvPr>
                <p14:cNvContentPartPr/>
                <p14:nvPr/>
              </p14:nvContentPartPr>
              <p14:xfrm>
                <a:off x="1284264" y="3279096"/>
                <a:ext cx="756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8624" y="3243096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14:cNvPr>
                <p14:cNvContentPartPr/>
                <p14:nvPr/>
              </p14:nvContentPartPr>
              <p14:xfrm>
                <a:off x="1455984" y="3369096"/>
                <a:ext cx="126000" cy="1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0344" y="3333456"/>
                  <a:ext cx="197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14:cNvPr>
                <p14:cNvContentPartPr/>
                <p14:nvPr/>
              </p14:nvContentPartPr>
              <p14:xfrm>
                <a:off x="1573704" y="3308976"/>
                <a:ext cx="137880" cy="17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8064" y="3273336"/>
                  <a:ext cx="209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14:cNvPr>
                <p14:cNvContentPartPr/>
                <p14:nvPr/>
              </p14:nvContentPartPr>
              <p14:xfrm>
                <a:off x="1793304" y="3323736"/>
                <a:ext cx="102960" cy="134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7304" y="3287736"/>
                  <a:ext cx="17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14:cNvPr>
                <p14:cNvContentPartPr/>
                <p14:nvPr/>
              </p14:nvContentPartPr>
              <p14:xfrm>
                <a:off x="1957104" y="3098016"/>
                <a:ext cx="167040" cy="322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1464" y="3062016"/>
                  <a:ext cx="238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14:cNvPr>
                <p14:cNvContentPartPr/>
                <p14:nvPr/>
              </p14:nvContentPartPr>
              <p14:xfrm>
                <a:off x="545184" y="3816216"/>
                <a:ext cx="1497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9544" y="3780216"/>
                  <a:ext cx="221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14:cNvPr>
                <p14:cNvContentPartPr/>
                <p14:nvPr/>
              </p14:nvContentPartPr>
              <p14:xfrm>
                <a:off x="572904" y="3995136"/>
                <a:ext cx="145800" cy="7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264" y="3959136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14:cNvPr>
                <p14:cNvContentPartPr/>
                <p14:nvPr/>
              </p14:nvContentPartPr>
              <p14:xfrm>
                <a:off x="747504" y="3882456"/>
                <a:ext cx="18360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504" y="3846456"/>
                  <a:ext cx="25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14:cNvPr>
                <p14:cNvContentPartPr/>
                <p14:nvPr/>
              </p14:nvContentPartPr>
              <p14:xfrm>
                <a:off x="987984" y="3894336"/>
                <a:ext cx="1069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344" y="385833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14:cNvPr>
                <p14:cNvContentPartPr/>
                <p14:nvPr/>
              </p14:nvContentPartPr>
              <p14:xfrm>
                <a:off x="1158624" y="3792816"/>
                <a:ext cx="322920" cy="18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624" y="3756816"/>
                  <a:ext cx="39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14:cNvPr>
                <p14:cNvContentPartPr/>
                <p14:nvPr/>
              </p14:nvContentPartPr>
              <p14:xfrm>
                <a:off x="546984" y="4371336"/>
                <a:ext cx="20808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984" y="4335696"/>
                  <a:ext cx="279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14:cNvPr>
                <p14:cNvContentPartPr/>
                <p14:nvPr/>
              </p14:nvContentPartPr>
              <p14:xfrm>
                <a:off x="878904" y="4427856"/>
                <a:ext cx="11808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904" y="4391856"/>
                  <a:ext cx="18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14:cNvPr>
                <p14:cNvContentPartPr/>
                <p14:nvPr/>
              </p14:nvContentPartPr>
              <p14:xfrm>
                <a:off x="1071144" y="4406256"/>
                <a:ext cx="15336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504" y="4370616"/>
                  <a:ext cx="22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14:cNvPr>
                <p14:cNvContentPartPr/>
                <p14:nvPr/>
              </p14:nvContentPartPr>
              <p14:xfrm>
                <a:off x="1209744" y="4202136"/>
                <a:ext cx="86040" cy="31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3744" y="4166136"/>
                  <a:ext cx="157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14:cNvPr>
                <p14:cNvContentPartPr/>
                <p14:nvPr/>
              </p14:nvContentPartPr>
              <p14:xfrm>
                <a:off x="1204704" y="4345776"/>
                <a:ext cx="252720" cy="11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704" y="4310136"/>
                  <a:ext cx="32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14:cNvPr>
                <p14:cNvContentPartPr/>
                <p14:nvPr/>
              </p14:nvContentPartPr>
              <p14:xfrm>
                <a:off x="1448424" y="4311936"/>
                <a:ext cx="148320" cy="12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784" y="4276296"/>
                  <a:ext cx="219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14:cNvPr>
                <p14:cNvContentPartPr/>
                <p14:nvPr/>
              </p14:nvContentPartPr>
              <p14:xfrm>
                <a:off x="1813824" y="4127616"/>
                <a:ext cx="264600" cy="23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8184" y="4091976"/>
                  <a:ext cx="33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14:cNvPr>
                <p14:cNvContentPartPr/>
                <p14:nvPr/>
              </p14:nvContentPartPr>
              <p14:xfrm>
                <a:off x="2110104" y="4070376"/>
                <a:ext cx="78480" cy="240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464" y="4034376"/>
                  <a:ext cx="150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14:cNvPr>
                <p14:cNvContentPartPr/>
                <p14:nvPr/>
              </p14:nvContentPartPr>
              <p14:xfrm>
                <a:off x="2111184" y="4029336"/>
                <a:ext cx="192600" cy="2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544" y="3993696"/>
                  <a:ext cx="264240" cy="34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0F729B-EA5A-2F82-B046-F19E34F31723}"/>
              </a:ext>
            </a:extLst>
          </p:cNvPr>
          <p:cNvSpPr txBox="1"/>
          <p:nvPr/>
        </p:nvSpPr>
        <p:spPr>
          <a:xfrm>
            <a:off x="320545" y="5825566"/>
            <a:ext cx="916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responds: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Ms. Lomax and Mr. Thomas founded Loxford Academy. </a:t>
            </a:r>
          </a:p>
        </p:txBody>
      </p:sp>
    </p:spTree>
    <p:extLst>
      <p:ext uri="{BB962C8B-B14F-4D97-AF65-F5344CB8AC3E}">
        <p14:creationId xmlns:p14="http://schemas.microsoft.com/office/powerpoint/2010/main" val="232154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48B-16A4-E9C2-26EB-7CA1A09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A6E609-C0F1-9D85-A721-AFD676640B9B}"/>
              </a:ext>
            </a:extLst>
          </p:cNvPr>
          <p:cNvSpPr txBox="1"/>
          <p:nvPr/>
        </p:nvSpPr>
        <p:spPr>
          <a:xfrm>
            <a:off x="477520" y="528288"/>
            <a:ext cx="638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Benefits of RAG – Why it is popular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Reduces hallucination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Keeps answers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updated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Works with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private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DD0B-60E3-8328-E893-511EF836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5208BE-A4BC-AAC0-0F38-8C3BB741F52D}"/>
              </a:ext>
            </a:extLst>
          </p:cNvPr>
          <p:cNvSpPr txBox="1"/>
          <p:nvPr/>
        </p:nvSpPr>
        <p:spPr>
          <a:xfrm>
            <a:off x="9645445" y="4178710"/>
            <a:ext cx="18976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new data about company comes in, just update the vector DB </a:t>
            </a:r>
          </a:p>
        </p:txBody>
      </p:sp>
    </p:spTree>
    <p:extLst>
      <p:ext uri="{BB962C8B-B14F-4D97-AF65-F5344CB8AC3E}">
        <p14:creationId xmlns:p14="http://schemas.microsoft.com/office/powerpoint/2010/main" val="152714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E41E-B699-CDCC-70E0-7B3AC4D3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41036D-597B-4303-7F14-AB6A40044F8F}"/>
              </a:ext>
            </a:extLst>
          </p:cNvPr>
          <p:cNvSpPr txBox="1"/>
          <p:nvPr/>
        </p:nvSpPr>
        <p:spPr>
          <a:xfrm>
            <a:off x="477520" y="226536"/>
            <a:ext cx="63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is RAG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for companies – Amazon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record assistants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knowledge assistants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49C73-B6B8-E0D6-176B-12CAE4BC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2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3510115" y="254691"/>
            <a:ext cx="42932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 and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4AC8A-2060-0030-B70F-A54AD807AE60}"/>
              </a:ext>
            </a:extLst>
          </p:cNvPr>
          <p:cNvSpPr txBox="1"/>
          <p:nvPr/>
        </p:nvSpPr>
        <p:spPr>
          <a:xfrm>
            <a:off x="91930" y="1282162"/>
            <a:ext cx="120214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 GPT answer questions about your resume 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Upload your PDF resume on ChatGPT and can it answer questions about your resume now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 ingestion phase in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retrieval and generation phase in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embedding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 user query get converted into a vector ? Why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benefit of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data can an organization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have 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1495</TotalTime>
  <Words>1225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Calibiri body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260</cp:revision>
  <dcterms:created xsi:type="dcterms:W3CDTF">2025-09-22T02:44:38Z</dcterms:created>
  <dcterms:modified xsi:type="dcterms:W3CDTF">2026-09-29T12:41:21Z</dcterms:modified>
</cp:coreProperties>
</file>