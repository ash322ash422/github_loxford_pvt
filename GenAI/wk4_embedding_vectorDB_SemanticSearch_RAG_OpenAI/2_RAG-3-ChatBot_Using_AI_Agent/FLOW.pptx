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5" r:id="rId4"/>
    <p:sldId id="278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 </a:t>
            </a:r>
          </a:p>
          <a:p>
            <a:pPr algn="ctr">
              <a:buNone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AI Agent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1FA3B-9CD4-CE3D-0CFE-CCB91540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194580"/>
            <a:ext cx="10092945" cy="52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A17B59-EAE1-B2BF-0482-068DF121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263" y="1052738"/>
            <a:ext cx="3686689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8F08-ED06-90CB-D431-BFBB0753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77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E620-9F59-28E3-060E-17368FBE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1DB9-9177-E7A7-1E7E-FBB5DCB4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FD2B4-C66F-02A3-672E-391342BE039F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267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1124</TotalTime>
  <Words>21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198</cp:revision>
  <dcterms:created xsi:type="dcterms:W3CDTF">2025-09-22T02:44:38Z</dcterms:created>
  <dcterms:modified xsi:type="dcterms:W3CDTF">2026-07-20T06:04:55Z</dcterms:modified>
</cp:coreProperties>
</file>