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9" r:id="rId4"/>
    <p:sldId id="280" r:id="rId5"/>
    <p:sldId id="292" r:id="rId6"/>
    <p:sldId id="284" r:id="rId7"/>
    <p:sldId id="285" r:id="rId8"/>
    <p:sldId id="286" r:id="rId9"/>
    <p:sldId id="287" r:id="rId10"/>
    <p:sldId id="288" r:id="rId11"/>
    <p:sldId id="289" r:id="rId12"/>
    <p:sldId id="291" r:id="rId13"/>
    <p:sldId id="2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3B149A-643E-4B87-BD43-F9546B545451}"/>
              </a:ext>
            </a:extLst>
          </p:cNvPr>
          <p:cNvSpPr txBox="1"/>
          <p:nvPr/>
        </p:nvSpPr>
        <p:spPr>
          <a:xfrm>
            <a:off x="2802636" y="1332792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7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691E9-05C1-DE7F-708E-89E930642E79}"/>
              </a:ext>
            </a:extLst>
          </p:cNvPr>
          <p:cNvSpPr txBox="1"/>
          <p:nvPr/>
        </p:nvSpPr>
        <p:spPr>
          <a:xfrm>
            <a:off x="816102" y="2967335"/>
            <a:ext cx="60944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</a:t>
            </a: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 in LLM?</a:t>
            </a:r>
            <a:endParaRPr lang="en-IN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LLMs hallucinate ?</a:t>
            </a:r>
          </a:p>
          <a:p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hallucination bad ?</a:t>
            </a:r>
          </a:p>
          <a:p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hallucination</a:t>
            </a:r>
          </a:p>
          <a:p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we reduce hallucinations ?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77CDC-1BCC-5FF9-EF0E-7414BA30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19AC06-750D-7818-7963-F53611150A4D}"/>
              </a:ext>
            </a:extLst>
          </p:cNvPr>
          <p:cNvSpPr txBox="1"/>
          <p:nvPr/>
        </p:nvSpPr>
        <p:spPr>
          <a:xfrm>
            <a:off x="678180" y="1019431"/>
            <a:ext cx="107076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hallucination?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hallucination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occurs when a model generates information that is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unsupported, incorrect, fabricated, or misleading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while presenting it as if it were valid.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54C1F-5453-04B2-5989-61E757AEBD1D}"/>
              </a:ext>
            </a:extLst>
          </p:cNvPr>
          <p:cNvSpPr txBox="1"/>
          <p:nvPr/>
        </p:nvSpPr>
        <p:spPr>
          <a:xfrm>
            <a:off x="1065276" y="3751701"/>
            <a:ext cx="95600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example</a:t>
            </a:r>
          </a:p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won the Nobel Prize in Computer Science in 2025?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Model: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2025 Nobel Prize in Computer Science was awarded to Dr. X for contributions to quantum computing.”</a:t>
            </a:r>
          </a:p>
        </p:txBody>
      </p:sp>
    </p:spTree>
    <p:extLst>
      <p:ext uri="{BB962C8B-B14F-4D97-AF65-F5344CB8AC3E}">
        <p14:creationId xmlns:p14="http://schemas.microsoft.com/office/powerpoint/2010/main" val="2096112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67A58-8EAC-8C27-A558-5D8645C9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529645-56DF-C6A6-1796-8BEF671B7EB9}"/>
              </a:ext>
            </a:extLst>
          </p:cNvPr>
          <p:cNvSpPr txBox="1"/>
          <p:nvPr/>
        </p:nvSpPr>
        <p:spPr>
          <a:xfrm>
            <a:off x="301752" y="477488"/>
            <a:ext cx="11228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LLMs hallucinate?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learns patterns in language and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tokens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its learned distribution and context. 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a database of truth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9957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6C8D-E1B0-4937-31F9-79F6D23A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D00F0-5DD6-C56D-6F52-FAD0EA6BDCA8}"/>
              </a:ext>
            </a:extLst>
          </p:cNvPr>
          <p:cNvSpPr txBox="1"/>
          <p:nvPr/>
        </p:nvSpPr>
        <p:spPr>
          <a:xfrm>
            <a:off x="292608" y="608171"/>
            <a:ext cx="121188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hallucination Bad ?</a:t>
            </a:r>
          </a:p>
          <a:p>
            <a:endParaRPr lang="en-IN" sz="22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</a:t>
            </a:r>
            <a:r>
              <a:rPr lang="en-IN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2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 are not always bad</a:t>
            </a:r>
          </a:p>
          <a:p>
            <a:pPr>
              <a:buNone/>
            </a:pPr>
            <a:endParaRPr lang="en-IN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IN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creative writing</a:t>
            </a:r>
            <a:r>
              <a:rPr lang="en-IN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we generate something that doesn't exist</a:t>
            </a:r>
          </a:p>
          <a:p>
            <a:pPr>
              <a:buNone/>
            </a:pPr>
            <a:endParaRPr lang="en-IN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>
              <a:buNone/>
            </a:pPr>
            <a:r>
              <a:rPr lang="en-IN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IN" sz="2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a fictional story about a creature living in city on Mars in less than 400 words."</a:t>
            </a:r>
          </a:p>
          <a:p>
            <a:pPr>
              <a:buNone/>
            </a:pPr>
            <a:endParaRPr lang="en-IN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Inventing:</a:t>
            </a:r>
          </a:p>
          <a:p>
            <a:pPr>
              <a:buNone/>
            </a:pPr>
            <a:r>
              <a:rPr lang="en-IN" sz="2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“There lived a creature names Sada on Mars. ….The city of Aurora was founded in 2147…."</a:t>
            </a:r>
          </a:p>
        </p:txBody>
      </p:sp>
    </p:spTree>
    <p:extLst>
      <p:ext uri="{BB962C8B-B14F-4D97-AF65-F5344CB8AC3E}">
        <p14:creationId xmlns:p14="http://schemas.microsoft.com/office/powerpoint/2010/main" val="3755044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E6EE-29CB-5BB6-3A07-630F307A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297F4B-09D6-FFB8-BCAF-457BD874911D}"/>
              </a:ext>
            </a:extLst>
          </p:cNvPr>
          <p:cNvSpPr txBox="1"/>
          <p:nvPr/>
        </p:nvSpPr>
        <p:spPr>
          <a:xfrm>
            <a:off x="265176" y="303752"/>
            <a:ext cx="112288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Types of hallucination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learns patterns in language and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tokens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its learned distribution and context. 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a database of truth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F9F6A-D539-445B-E5F1-3B9BF7D0CC25}"/>
              </a:ext>
            </a:extLst>
          </p:cNvPr>
          <p:cNvSpPr txBox="1"/>
          <p:nvPr/>
        </p:nvSpPr>
        <p:spPr>
          <a:xfrm>
            <a:off x="109728" y="3089994"/>
            <a:ext cx="5884164" cy="286232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bg1"/>
                </a:solidFill>
              </a:rPr>
              <a:t>A. Intrinsic hallucination</a:t>
            </a:r>
          </a:p>
          <a:p>
            <a:pPr>
              <a:buNone/>
            </a:pPr>
            <a:r>
              <a:rPr lang="en-IN" sz="2000" dirty="0">
                <a:solidFill>
                  <a:schemeClr val="bg1"/>
                </a:solidFill>
              </a:rPr>
              <a:t>The output </a:t>
            </a:r>
            <a:r>
              <a:rPr lang="en-IN" sz="2000" b="1" u="sng" dirty="0">
                <a:solidFill>
                  <a:schemeClr val="bg1"/>
                </a:solidFill>
              </a:rPr>
              <a:t>contradicts</a:t>
            </a:r>
            <a:r>
              <a:rPr lang="en-IN" sz="2000" b="1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the provided source/context.</a:t>
            </a:r>
          </a:p>
          <a:p>
            <a:pPr>
              <a:buNone/>
            </a:pPr>
            <a:endParaRPr lang="en-IN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bg1"/>
                </a:solidFill>
              </a:rPr>
              <a:t>Example:</a:t>
            </a:r>
          </a:p>
          <a:p>
            <a:pPr>
              <a:buNone/>
            </a:pPr>
            <a:r>
              <a:rPr lang="en-IN" sz="2000" dirty="0">
                <a:solidFill>
                  <a:schemeClr val="bg1"/>
                </a:solidFill>
              </a:rPr>
              <a:t>Document says: "The company was founded in </a:t>
            </a:r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2010</a:t>
            </a:r>
            <a:r>
              <a:rPr lang="en-IN" sz="2000" dirty="0">
                <a:solidFill>
                  <a:schemeClr val="bg1"/>
                </a:solidFill>
              </a:rPr>
              <a:t>."</a:t>
            </a:r>
          </a:p>
          <a:p>
            <a:pPr>
              <a:buNone/>
            </a:pPr>
            <a:r>
              <a:rPr lang="en-IN" sz="2000" dirty="0">
                <a:solidFill>
                  <a:schemeClr val="bg1"/>
                </a:solidFill>
              </a:rPr>
              <a:t>LLM says           :  "The company was founded in </a:t>
            </a:r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2005</a:t>
            </a:r>
            <a:r>
              <a:rPr lang="en-IN" sz="2000" dirty="0">
                <a:solidFill>
                  <a:schemeClr val="bg1"/>
                </a:solidFill>
              </a:rPr>
              <a:t>.“</a:t>
            </a:r>
          </a:p>
          <a:p>
            <a:pPr>
              <a:buNone/>
            </a:pPr>
            <a:endParaRPr lang="en-IN" sz="2000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2000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F9AA0-FD02-DFD2-A203-68F28D17BCFF}"/>
              </a:ext>
            </a:extLst>
          </p:cNvPr>
          <p:cNvSpPr txBox="1"/>
          <p:nvPr/>
        </p:nvSpPr>
        <p:spPr>
          <a:xfrm>
            <a:off x="6198110" y="3080172"/>
            <a:ext cx="5884162" cy="286232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bg1"/>
                </a:solidFill>
              </a:rPr>
              <a:t>B. Extrinsic hallucination</a:t>
            </a:r>
          </a:p>
          <a:p>
            <a:pPr>
              <a:buNone/>
            </a:pPr>
            <a:r>
              <a:rPr lang="en-IN" sz="2000" dirty="0">
                <a:solidFill>
                  <a:schemeClr val="bg1"/>
                </a:solidFill>
              </a:rPr>
              <a:t>The output of LLM is </a:t>
            </a:r>
            <a:r>
              <a:rPr lang="en-IN" sz="2000" b="1" u="sng" dirty="0">
                <a:solidFill>
                  <a:schemeClr val="bg1"/>
                </a:solidFill>
              </a:rPr>
              <a:t>not supported </a:t>
            </a:r>
            <a:r>
              <a:rPr lang="en-IN" sz="2000" dirty="0">
                <a:solidFill>
                  <a:schemeClr val="bg1"/>
                </a:solidFill>
              </a:rPr>
              <a:t>by the source.</a:t>
            </a:r>
          </a:p>
          <a:p>
            <a:pPr>
              <a:buNone/>
            </a:pPr>
            <a:endParaRPr lang="en-IN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bg1"/>
                </a:solidFill>
              </a:rPr>
              <a:t>Example:</a:t>
            </a:r>
          </a:p>
          <a:p>
            <a:pPr>
              <a:buNone/>
            </a:pPr>
            <a:r>
              <a:rPr lang="en-IN" sz="2000" dirty="0">
                <a:solidFill>
                  <a:schemeClr val="bg1"/>
                </a:solidFill>
              </a:rPr>
              <a:t>Document says: "The company makes smartphones."</a:t>
            </a:r>
          </a:p>
          <a:p>
            <a:pPr>
              <a:buNone/>
            </a:pPr>
            <a:endParaRPr lang="en-IN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bg1"/>
                </a:solidFill>
              </a:rPr>
              <a:t>LLM says:</a:t>
            </a:r>
          </a:p>
          <a:p>
            <a:pPr>
              <a:buNone/>
            </a:pPr>
            <a:r>
              <a:rPr lang="en-IN" sz="2000" dirty="0">
                <a:solidFill>
                  <a:schemeClr val="bg1"/>
                </a:solidFill>
              </a:rPr>
              <a:t>"The company manufactures smartphones </a:t>
            </a:r>
            <a:r>
              <a:rPr lang="en-IN" sz="2000" b="1" i="1" dirty="0">
                <a:solidFill>
                  <a:srgbClr val="FFFF00"/>
                </a:solidFill>
              </a:rPr>
              <a:t>and owns 37 factories in Europe</a:t>
            </a:r>
            <a:r>
              <a:rPr lang="en-IN" sz="2000" dirty="0">
                <a:solidFill>
                  <a:schemeClr val="bg1"/>
                </a:solidFill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469786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1423-4C95-58D3-AF35-1BFB1791B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13E613-C1EB-210A-0E2C-004766CAAB10}"/>
              </a:ext>
            </a:extLst>
          </p:cNvPr>
          <p:cNvSpPr txBox="1"/>
          <p:nvPr/>
        </p:nvSpPr>
        <p:spPr>
          <a:xfrm>
            <a:off x="2711196" y="2905780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we reduce hallucinations?</a:t>
            </a:r>
          </a:p>
        </p:txBody>
      </p:sp>
    </p:spTree>
    <p:extLst>
      <p:ext uri="{BB962C8B-B14F-4D97-AF65-F5344CB8AC3E}">
        <p14:creationId xmlns:p14="http://schemas.microsoft.com/office/powerpoint/2010/main" val="3480742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53627-3B0C-5A9D-4FD4-CD79E3F77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F7D229-4EEC-D66E-2537-6646C8D68EB4}"/>
              </a:ext>
            </a:extLst>
          </p:cNvPr>
          <p:cNvSpPr txBox="1"/>
          <p:nvPr/>
        </p:nvSpPr>
        <p:spPr>
          <a:xfrm>
            <a:off x="411480" y="358384"/>
            <a:ext cx="102047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— Better prompting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Tell the model what to do when information is unavailable.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prompt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“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Question: Who founded Loxford Academy ?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Answer only using the supplied context.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---</a:t>
            </a: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[</a:t>
            </a:r>
            <a:r>
              <a:rPr lang="en-IN" sz="2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copy_paste_context_here</a:t>
            </a: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]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---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If the answer cannot be determined from the context,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say "I don't have enough information."</a:t>
            </a:r>
          </a:p>
          <a:p>
            <a:pPr rtl="0">
              <a:buNone/>
            </a:pP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Do not invent facts, citations, names, numbers,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or references.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”</a:t>
            </a: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011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8AD7-7581-E7F5-1982-EC4CC7D5F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0BB728-10DD-17A1-71A1-BBE1D71F01FF}"/>
              </a:ext>
            </a:extLst>
          </p:cNvPr>
          <p:cNvSpPr txBox="1"/>
          <p:nvPr/>
        </p:nvSpPr>
        <p:spPr>
          <a:xfrm>
            <a:off x="262128" y="212080"/>
            <a:ext cx="58338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– Grounding in source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Ground the model in an authoritative source.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/ Database / Documents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Grounded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9B047-363C-5DD2-9B0B-475D6A192D0D}"/>
              </a:ext>
            </a:extLst>
          </p:cNvPr>
          <p:cNvSpPr txBox="1"/>
          <p:nvPr/>
        </p:nvSpPr>
        <p:spPr>
          <a:xfrm>
            <a:off x="5241036" y="2044237"/>
            <a:ext cx="6807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- SQL database, APIs, knowledge graphs, etc.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2A954ED-F54C-8DF0-7D2E-2542B73745AF}"/>
              </a:ext>
            </a:extLst>
          </p:cNvPr>
          <p:cNvSpPr/>
          <p:nvPr/>
        </p:nvSpPr>
        <p:spPr>
          <a:xfrm>
            <a:off x="4690872" y="2167128"/>
            <a:ext cx="475488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375AD9-76FA-0E7C-0972-1618A13067F4}"/>
              </a:ext>
            </a:extLst>
          </p:cNvPr>
          <p:cNvSpPr txBox="1"/>
          <p:nvPr/>
        </p:nvSpPr>
        <p:spPr>
          <a:xfrm>
            <a:off x="4111752" y="3687901"/>
            <a:ext cx="79369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asking: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"What is the customer's order # 1234 status?"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the model access to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Order DB: (</a:t>
            </a: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Order_No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1234, Status = Shipped)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ask it to formulate the response.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"What is the customer's order # 1234 status?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Order_No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1234, Status = Shipped)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31713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DC10-6CF7-CB9B-BBD6-927B09AC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D1A66B-98BA-4310-025F-51FD11054D38}"/>
              </a:ext>
            </a:extLst>
          </p:cNvPr>
          <p:cNvSpPr txBox="1"/>
          <p:nvPr/>
        </p:nvSpPr>
        <p:spPr>
          <a:xfrm>
            <a:off x="262128" y="212080"/>
            <a:ext cx="583387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3 - Structured output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it to give answer in a certain  schema: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schema: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"answer": "...",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"confidence": 0.0,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"evidence": [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{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"source": "...",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"quote": "..."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}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]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doesn't magically make the answer factual, but it makes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validation and monitoring much easier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9E31E7-2F3A-0535-3BDD-0CD3972BD6EE}"/>
              </a:ext>
            </a:extLst>
          </p:cNvPr>
          <p:cNvSpPr txBox="1"/>
          <p:nvPr/>
        </p:nvSpPr>
        <p:spPr>
          <a:xfrm>
            <a:off x="4709160" y="3166734"/>
            <a:ext cx="5644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you are asking to give citation / source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AF533AA-BFB9-3EEE-B216-26EF048E470F}"/>
              </a:ext>
            </a:extLst>
          </p:cNvPr>
          <p:cNvSpPr/>
          <p:nvPr/>
        </p:nvSpPr>
        <p:spPr>
          <a:xfrm>
            <a:off x="3218688" y="3201541"/>
            <a:ext cx="1325880" cy="3423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79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8C17-4B57-9550-7E30-FDAE6E710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F829BC-59DB-A5A8-2C36-9FD994BD2D0F}"/>
              </a:ext>
            </a:extLst>
          </p:cNvPr>
          <p:cNvSpPr txBox="1"/>
          <p:nvPr/>
        </p:nvSpPr>
        <p:spPr>
          <a:xfrm>
            <a:off x="262128" y="212080"/>
            <a:ext cx="105643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4 - Use deterministic tools whenever possible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tasks involving exact information, don't rely entirely on an LLM.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24A8A-7A4B-E189-9A01-ADCA24B17C14}"/>
              </a:ext>
            </a:extLst>
          </p:cNvPr>
          <p:cNvSpPr txBox="1"/>
          <p:nvPr/>
        </p:nvSpPr>
        <p:spPr>
          <a:xfrm>
            <a:off x="386334" y="1859340"/>
            <a:ext cx="33627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architecture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"Calculate total sales"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LLM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A86E3-1D9B-B7ED-A0AA-6F1403A61A24}"/>
              </a:ext>
            </a:extLst>
          </p:cNvPr>
          <p:cNvSpPr txBox="1"/>
          <p:nvPr/>
        </p:nvSpPr>
        <p:spPr>
          <a:xfrm>
            <a:off x="6403086" y="1746486"/>
            <a:ext cx="57127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architecture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↓</a:t>
            </a:r>
          </a:p>
          <a:p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Python-tool / Calculator-tool / SQL-tool</a:t>
            </a:r>
          </a:p>
          <a:p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↓</a:t>
            </a:r>
          </a:p>
          <a:p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Exact result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explains result</a:t>
            </a:r>
          </a:p>
        </p:txBody>
      </p:sp>
    </p:spTree>
    <p:extLst>
      <p:ext uri="{BB962C8B-B14F-4D97-AF65-F5344CB8AC3E}">
        <p14:creationId xmlns:p14="http://schemas.microsoft.com/office/powerpoint/2010/main" val="199478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D8CCC-1A03-9584-8400-634CB489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315615-F2BE-0754-65CF-8F70DC0BF886}"/>
              </a:ext>
            </a:extLst>
          </p:cNvPr>
          <p:cNvSpPr txBox="1"/>
          <p:nvPr/>
        </p:nvSpPr>
        <p:spPr>
          <a:xfrm>
            <a:off x="6403086" y="1746486"/>
            <a:ext cx="57127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architecture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↓</a:t>
            </a:r>
          </a:p>
          <a:p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SQL-tool</a:t>
            </a:r>
          </a:p>
          <a:p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↓</a:t>
            </a:r>
          </a:p>
          <a:p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Exact result (say, 12000)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explains 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AA139-EA2A-5FB4-D654-EA29A2C0B895}"/>
              </a:ext>
            </a:extLst>
          </p:cNvPr>
          <p:cNvSpPr txBox="1"/>
          <p:nvPr/>
        </p:nvSpPr>
        <p:spPr>
          <a:xfrm>
            <a:off x="1470470" y="2508233"/>
            <a:ext cx="31249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 sum(sales)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region=“Asia”</a:t>
            </a:r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43E5ED1-51D7-BF98-1AAA-C3A0AD2A5195}"/>
              </a:ext>
            </a:extLst>
          </p:cNvPr>
          <p:cNvSpPr/>
          <p:nvPr/>
        </p:nvSpPr>
        <p:spPr>
          <a:xfrm rot="11750920">
            <a:off x="3974200" y="3331417"/>
            <a:ext cx="2309445" cy="3108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287682-7EEB-B967-1F97-FBC7FAABEDA3}"/>
              </a:ext>
            </a:extLst>
          </p:cNvPr>
          <p:cNvSpPr txBox="1"/>
          <p:nvPr/>
        </p:nvSpPr>
        <p:spPr>
          <a:xfrm>
            <a:off x="220599" y="3707767"/>
            <a:ext cx="67288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Question: What is the total sales in Asia ?</a:t>
            </a:r>
          </a:p>
          <a:p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 only using the supplied context.</a:t>
            </a:r>
          </a:p>
          <a:p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---</a:t>
            </a:r>
          </a:p>
          <a:p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sales = 12000, region=‘Asia’</a:t>
            </a:r>
          </a:p>
          <a:p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---</a:t>
            </a:r>
          </a:p>
          <a:p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If the answer cannot be determined from the context,</a:t>
            </a:r>
          </a:p>
          <a:p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say "I don't have enough information."</a:t>
            </a:r>
          </a:p>
          <a:p>
            <a:endParaRPr lang="en-IN" sz="20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 not invent facts, citations, names, numbers, or references.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0AE9F97-3336-02A5-D802-647F0AF2AB76}"/>
              </a:ext>
            </a:extLst>
          </p:cNvPr>
          <p:cNvSpPr/>
          <p:nvPr/>
        </p:nvSpPr>
        <p:spPr>
          <a:xfrm rot="10800000">
            <a:off x="5844054" y="4782312"/>
            <a:ext cx="56692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CD39BA-8936-5A46-2F10-5F1BE6FD15B1}"/>
              </a:ext>
            </a:extLst>
          </p:cNvPr>
          <p:cNvSpPr txBox="1"/>
          <p:nvPr/>
        </p:nvSpPr>
        <p:spPr>
          <a:xfrm>
            <a:off x="7613522" y="5820281"/>
            <a:ext cx="4057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total sales in Asia is 12,000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CECA93D-2BC7-23FF-D57C-9D31835C15E6}"/>
              </a:ext>
            </a:extLst>
          </p:cNvPr>
          <p:cNvSpPr/>
          <p:nvPr/>
        </p:nvSpPr>
        <p:spPr>
          <a:xfrm rot="1892468">
            <a:off x="7549888" y="5587656"/>
            <a:ext cx="56692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B4DAF9-ABE7-7130-0D8E-7EE57BF3617C}"/>
              </a:ext>
            </a:extLst>
          </p:cNvPr>
          <p:cNvSpPr txBox="1"/>
          <p:nvPr/>
        </p:nvSpPr>
        <p:spPr>
          <a:xfrm>
            <a:off x="262128" y="212080"/>
            <a:ext cx="10564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deterministic tool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42AAD-D52A-6A1A-723C-AF7445A26AA3}"/>
              </a:ext>
            </a:extLst>
          </p:cNvPr>
          <p:cNvSpPr txBox="1"/>
          <p:nvPr/>
        </p:nvSpPr>
        <p:spPr>
          <a:xfrm>
            <a:off x="1126998" y="1125807"/>
            <a:ext cx="3947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the total sales in Asia ?</a:t>
            </a:r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53D732E-0049-7DC5-B7EA-0ABA5597D5A8}"/>
              </a:ext>
            </a:extLst>
          </p:cNvPr>
          <p:cNvSpPr/>
          <p:nvPr/>
        </p:nvSpPr>
        <p:spPr>
          <a:xfrm rot="11750920">
            <a:off x="3974201" y="1749854"/>
            <a:ext cx="2309445" cy="3108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95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6FA8B-B8EA-E06B-4013-6AE7D793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D67F8-FF6F-B666-0BD1-2A4785C7F72C}"/>
              </a:ext>
            </a:extLst>
          </p:cNvPr>
          <p:cNvSpPr txBox="1"/>
          <p:nvPr/>
        </p:nvSpPr>
        <p:spPr>
          <a:xfrm>
            <a:off x="262128" y="212080"/>
            <a:ext cx="10564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5 - Regression testing for LLMs.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8BCC4-4348-6EAF-C657-AE3A08C82AC8}"/>
              </a:ext>
            </a:extLst>
          </p:cNvPr>
          <p:cNvSpPr txBox="1"/>
          <p:nvPr/>
        </p:nvSpPr>
        <p:spPr>
          <a:xfrm>
            <a:off x="441198" y="1074509"/>
            <a:ext cx="8611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production systems, create a dataset of known questions: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C585D-0D1B-3DD4-A77A-3BEB092E5970}"/>
              </a:ext>
            </a:extLst>
          </p:cNvPr>
          <p:cNvSpPr txBox="1"/>
          <p:nvPr/>
        </p:nvSpPr>
        <p:spPr>
          <a:xfrm>
            <a:off x="944118" y="1674674"/>
            <a:ext cx="67917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Question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                               </a:t>
            </a:r>
            <a:r>
              <a:rPr lang="en-IN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Expected Answer</a:t>
            </a:r>
          </a:p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----------------------------------------------------------------------</a:t>
            </a:r>
          </a:p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our refund period?                  30 days</a:t>
            </a:r>
          </a:p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Who is the CEO?                                    John Doe</a:t>
            </a:r>
          </a:p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price of course ML?                ₹999</a:t>
            </a:r>
          </a:p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customer support email?       support@loxfordacademy.com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1584E-C46B-2B3E-8B38-3EBB10046089}"/>
              </a:ext>
            </a:extLst>
          </p:cNvPr>
          <p:cNvSpPr txBox="1"/>
          <p:nvPr/>
        </p:nvSpPr>
        <p:spPr>
          <a:xfrm>
            <a:off x="880110" y="3844498"/>
            <a:ext cx="60944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run the model against it after every: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change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change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 change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 change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chunking change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retriever change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57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810</Words>
  <Application>Microsoft Office PowerPoint</Application>
  <PresentationFormat>Widescreen</PresentationFormat>
  <Paragraphs>156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34</cp:revision>
  <dcterms:created xsi:type="dcterms:W3CDTF">2026-09-25T02:37:34Z</dcterms:created>
  <dcterms:modified xsi:type="dcterms:W3CDTF">2026-09-25T06:10:05Z</dcterms:modified>
</cp:coreProperties>
</file>