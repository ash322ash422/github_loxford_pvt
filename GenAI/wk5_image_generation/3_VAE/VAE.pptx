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6" r:id="rId2"/>
    <p:sldId id="272" r:id="rId3"/>
    <p:sldId id="273" r:id="rId4"/>
    <p:sldId id="274" r:id="rId5"/>
    <p:sldId id="277" r:id="rId6"/>
    <p:sldId id="278" r:id="rId7"/>
    <p:sldId id="257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4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rxiv.org/abs/1312.6114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medium.com/@morgan_lynch/generative-ai-with-variational-autoencoders-86d1926df6e8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2123"/>
            <a:ext cx="10515600" cy="707216"/>
          </a:xfrm>
        </p:spPr>
        <p:txBody>
          <a:bodyPr/>
          <a:lstStyle/>
          <a:p>
            <a:pPr algn="ctr"/>
            <a:r>
              <a:rPr lang="en-US" dirty="0"/>
              <a:t>4.2) </a:t>
            </a:r>
            <a:r>
              <a:rPr lang="en-US" b="1" dirty="0" err="1"/>
              <a:t>Variational</a:t>
            </a:r>
            <a:r>
              <a:rPr lang="en-US" b="1" dirty="0"/>
              <a:t> </a:t>
            </a:r>
            <a:r>
              <a:rPr lang="en-US" b="1" dirty="0" err="1"/>
              <a:t>Autoencoders</a:t>
            </a:r>
            <a:r>
              <a:rPr lang="en-US" b="1" dirty="0"/>
              <a:t> (VAEs) p1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8" y="1119044"/>
            <a:ext cx="11720946" cy="183197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 2013, </a:t>
            </a:r>
            <a:r>
              <a:rPr lang="en-US" dirty="0" err="1"/>
              <a:t>Diederik</a:t>
            </a:r>
            <a:r>
              <a:rPr lang="en-US" dirty="0"/>
              <a:t> P. </a:t>
            </a:r>
            <a:r>
              <a:rPr lang="en-US" dirty="0" err="1"/>
              <a:t>Kingma</a:t>
            </a:r>
            <a:r>
              <a:rPr lang="en-US" dirty="0"/>
              <a:t> and Max Welling introduced VAEs in a </a:t>
            </a:r>
            <a:r>
              <a:rPr lang="en-US" u="sng" dirty="0">
                <a:hlinkClick r:id="rId2"/>
              </a:rPr>
              <a:t>paper</a:t>
            </a:r>
            <a:r>
              <a:rPr lang="en-US" dirty="0"/>
              <a:t> called "Auto-Encoding </a:t>
            </a:r>
            <a:r>
              <a:rPr lang="en-US" dirty="0" err="1"/>
              <a:t>Variational</a:t>
            </a:r>
            <a:r>
              <a:rPr lang="en-US" dirty="0"/>
              <a:t> Bayes.“</a:t>
            </a:r>
          </a:p>
          <a:p>
            <a:r>
              <a:rPr lang="en-US" dirty="0"/>
              <a:t>A variational autoencoder, in essence, learns how to describe the </a:t>
            </a:r>
            <a:r>
              <a:rPr lang="en-US" b="1" dirty="0"/>
              <a:t>nature of some data</a:t>
            </a:r>
            <a:r>
              <a:rPr lang="en-US" dirty="0"/>
              <a:t>. This description is then modified slightly to generate a distribution of the data. Then, using this distribution, a sample can be taken at any point and the associated data reconstructed.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07" y="3130724"/>
            <a:ext cx="5106124" cy="36768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582" y="4072535"/>
            <a:ext cx="4178733" cy="216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81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00" y="614564"/>
            <a:ext cx="5429221" cy="603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7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55" y="802032"/>
            <a:ext cx="7108776" cy="514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VAE math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https://synthesis.ai/2023/02/07/generative-ai-i-variational-autoencoders/</a:t>
            </a:r>
          </a:p>
        </p:txBody>
      </p:sp>
    </p:spTree>
    <p:extLst>
      <p:ext uri="{BB962C8B-B14F-4D97-AF65-F5344CB8AC3E}">
        <p14:creationId xmlns:p14="http://schemas.microsoft.com/office/powerpoint/2010/main" val="2375256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VAE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https://medium.com/@morgan_lynch/generative-ai-with-variational-autoencoders-86d1926df6e8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015" y="88650"/>
            <a:ext cx="3962953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500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1091</TotalTime>
  <Words>107</Words>
  <Application>Microsoft Office PowerPoint</Application>
  <PresentationFormat>Widescreen</PresentationFormat>
  <Paragraphs>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4.2) Variational Autoencoders (VAEs) p1</vt:lpstr>
      <vt:lpstr>PowerPoint Presentation</vt:lpstr>
      <vt:lpstr>PowerPoint Presentation</vt:lpstr>
      <vt:lpstr>VAE math here</vt:lpstr>
      <vt:lpstr>VAE implementations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175</cp:revision>
  <dcterms:created xsi:type="dcterms:W3CDTF">2025-09-22T02:44:38Z</dcterms:created>
  <dcterms:modified xsi:type="dcterms:W3CDTF">2026-05-01T18:21:29Z</dcterms:modified>
</cp:coreProperties>
</file>