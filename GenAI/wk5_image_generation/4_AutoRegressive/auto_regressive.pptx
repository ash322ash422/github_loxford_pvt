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6" r:id="rId2"/>
    <p:sldId id="290" r:id="rId3"/>
    <p:sldId id="293" r:id="rId4"/>
    <p:sldId id="291" r:id="rId5"/>
    <p:sldId id="257" r:id="rId6"/>
    <p:sldId id="292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B938450-18F5-504D-ED78-9C26A58C38DD}"/>
              </a:ext>
            </a:extLst>
          </p:cNvPr>
          <p:cNvSpPr txBox="1"/>
          <p:nvPr/>
        </p:nvSpPr>
        <p:spPr>
          <a:xfrm>
            <a:off x="199644" y="1267659"/>
            <a:ext cx="117927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Autoregressive models are a type ML model that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predicts the next value in a sequence based on the previous values in that sequence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 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models assume that the future values in the sequence are dependent on the past values and use this dependency to make predictions. 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the context of natural language processing, autoregressive models are often applied to generate text or make predictions based on previous words in a sentence. </a:t>
            </a:r>
          </a:p>
        </p:txBody>
      </p:sp>
    </p:spTree>
    <p:extLst>
      <p:ext uri="{BB962C8B-B14F-4D97-AF65-F5344CB8AC3E}">
        <p14:creationId xmlns:p14="http://schemas.microsoft.com/office/powerpoint/2010/main" val="24341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A7AD0-527F-7B04-463F-74BCD5524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9BF383-210F-13F7-E427-D87B5B774897}"/>
                  </a:ext>
                </a:extLst>
              </p:cNvPr>
              <p:cNvSpPr txBox="1"/>
              <p:nvPr/>
            </p:nvSpPr>
            <p:spPr>
              <a:xfrm>
                <a:off x="164592" y="856179"/>
                <a:ext cx="11792712" cy="4183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Mathematical Form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an AR model of order </a:t>
                </a:r>
                <a:r>
                  <a:rPr lang="en-US" sz="24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(called AR(p)):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current value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,...</m:t>
                    </m:r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past values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constant term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coefficients (how much past influences present)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random noise (unpredictable part)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9BF383-210F-13F7-E427-D87B5B774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" y="856179"/>
                <a:ext cx="11792712" cy="4183518"/>
              </a:xfrm>
              <a:prstGeom prst="rect">
                <a:avLst/>
              </a:prstGeom>
              <a:blipFill>
                <a:blip r:embed="rId2"/>
                <a:stretch>
                  <a:fillRect l="-775" t="-1164" b="-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973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A6AE9-7953-C5A5-FE71-3870DF9A0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929D92-3809-071B-73C3-9ADC84E4905F}"/>
              </a:ext>
            </a:extLst>
          </p:cNvPr>
          <p:cNvSpPr txBox="1"/>
          <p:nvPr/>
        </p:nvSpPr>
        <p:spPr>
          <a:xfrm>
            <a:off x="4499" y="338261"/>
            <a:ext cx="1161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following animation of Google DeepMind’s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WaveNet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illustrates this well: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output is generated in a feed-forward fashion from several input x values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669F20-0843-719F-E320-12AB2AB88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4" y="1325544"/>
            <a:ext cx="9152444" cy="42069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E47800-229D-3FC5-FBFA-EA107BF330D3}"/>
              </a:ext>
            </a:extLst>
          </p:cNvPr>
          <p:cNvSpPr txBox="1"/>
          <p:nvPr/>
        </p:nvSpPr>
        <p:spPr>
          <a:xfrm>
            <a:off x="1531769" y="5610431"/>
            <a:ext cx="9128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India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has huge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coastal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area. This gives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fisherman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ability to make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money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family. It helps ????</a:t>
            </a:r>
          </a:p>
        </p:txBody>
      </p:sp>
    </p:spTree>
    <p:extLst>
      <p:ext uri="{BB962C8B-B14F-4D97-AF65-F5344CB8AC3E}">
        <p14:creationId xmlns:p14="http://schemas.microsoft.com/office/powerpoint/2010/main" val="42678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700933-DFEF-1F96-DDF9-F43273F0D85A}"/>
              </a:ext>
            </a:extLst>
          </p:cNvPr>
          <p:cNvSpPr txBox="1"/>
          <p:nvPr/>
        </p:nvSpPr>
        <p:spPr>
          <a:xfrm>
            <a:off x="274320" y="374440"/>
            <a:ext cx="96926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Auto Regressive Models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 &amp; NLP: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Modern LLMs use "autoregressive decoding" to generate text one token at a time, where each new word is conditioned on all previous words in the sentence.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Forecasting: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are used to predict stock prices, exchange rates, and market trends by analyzing historical records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5CED7-9C22-1C91-5EE4-BD3944B3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11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1093</TotalTime>
  <Words>246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179</cp:revision>
  <dcterms:created xsi:type="dcterms:W3CDTF">2025-09-22T02:44:38Z</dcterms:created>
  <dcterms:modified xsi:type="dcterms:W3CDTF">2026-09-19T15:00:56Z</dcterms:modified>
</cp:coreProperties>
</file>