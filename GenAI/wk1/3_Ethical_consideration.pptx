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9BEC6-CD07-E642-935A-717866C4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F9C6-0E8F-AA0F-037B-923186F095C2}"/>
              </a:ext>
            </a:extLst>
          </p:cNvPr>
          <p:cNvSpPr txBox="1">
            <a:spLocks/>
          </p:cNvSpPr>
          <p:nvPr/>
        </p:nvSpPr>
        <p:spPr>
          <a:xfrm>
            <a:off x="216568" y="112459"/>
            <a:ext cx="11839074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Ethical consideration and Responsibility consideration(p1)</a:t>
            </a:r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A1E9E92-71E9-C75D-2837-E8633C236160}"/>
              </a:ext>
            </a:extLst>
          </p:cNvPr>
          <p:cNvSpPr txBox="1">
            <a:spLocks/>
          </p:cNvSpPr>
          <p:nvPr/>
        </p:nvSpPr>
        <p:spPr>
          <a:xfrm>
            <a:off x="348916" y="661734"/>
            <a:ext cx="11626516" cy="59556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GenAI  has several disadvantages, including:</a:t>
            </a:r>
          </a:p>
          <a:p>
            <a:pPr algn="l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Job displacement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GenAI may replace human workers, leading to job losses.</a:t>
            </a:r>
          </a:p>
          <a:p>
            <a:pPr algn="l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Generative AI (Gen AI) can lead to job displacement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 automating repetitive tasks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across various industries, potentially replacing human workers in roles that involve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routine data analysis, content creation, customer service interactions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other tasks that can be replicated with AI algorithms, leading to job losses, especially for individuals with low-skill levels or in occupations heavily reliant on these repetitive functions. </a:t>
            </a:r>
          </a:p>
          <a:p>
            <a:pPr algn="l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 about how Gen AI can cause job displacement:</a:t>
            </a:r>
          </a:p>
          <a:p>
            <a:pPr algn="l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Automating routine tasks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Gen AI excels at performing repetitive tasks like data entry, report generation, and basic customer support, which can easily replace human workers in these roles. </a:t>
            </a:r>
          </a:p>
          <a:p>
            <a:pPr algn="l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Impact on white-collar jobs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While traditionally thought to primarily affect blue-collar jobs, Gen AI can also automate tasks in white-collar professions like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writing, coding, and legal research,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potentially displacing workers in these fields. </a:t>
            </a:r>
          </a:p>
          <a:p>
            <a:pPr algn="l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Sector-specific impact: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Certain industries like manufacturing and customer service are likely to experience a more significant impact from Gen AI automation due to the prevalence of repetitive tasks. 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94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2026-09-25T08:43:29Z</dcterms:modified>
</cp:coreProperties>
</file>