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7" r:id="rId3"/>
    <p:sldId id="281" r:id="rId4"/>
    <p:sldId id="282" r:id="rId5"/>
    <p:sldId id="283" r:id="rId6"/>
    <p:sldId id="284" r:id="rId7"/>
    <p:sldId id="276" r:id="rId8"/>
    <p:sldId id="280" r:id="rId9"/>
    <p:sldId id="279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19.2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245 104 5821 0 0,'-3'-7'-12'0'0,"0"-1"1"0"0,0 1-1 0 0,0-1 0 0 0,-1 1 1 0 0,0 0-1 0 0,-1 1 1 0 0,1-1-1 0 0,-1 1 1 0 0,-1 0-1 0 0,1 0 1 0 0,-1 0-1 0 0,0 1 1 0 0,0-1-1 0 0,-9-4 1 0 0,13 9 94 0 0,-22 14-17 0 0,18-9-54 0 0,0 0 0 0 0,0 1 1 0 0,0 0-1 0 0,1 0 0 0 0,0 1 1 0 0,0-1-1 0 0,0 1 0 0 0,1 0 1 0 0,-1 0-1 0 0,-5 14 1 0 0,-26 67 22 0 0,36-86-34 0 0,-10 29 0 0 0,1 0 0 0 0,2 1 1 0 0,1 0-1 0 0,2 1 0 0 0,1-1 1 0 0,0 36-1 0 0,4-50 6 0 0,-1 0 1 0 0,2 0-1 0 0,0-1 0 0 0,2 1 1 0 0,-1 0-1 0 0,2-1 0 0 0,0 0 1 0 0,1 0-1 0 0,1 0 0 0 0,0-1 1 0 0,1 0-1 0 0,0-1 0 0 0,12 15 1 0 0,-11-19 0 0 0,1-1 1 0 0,1 1-1 0 0,0-2 1 0 0,0 1 0 0 0,0-2-1 0 0,1 1 1 0 0,0-2 0 0 0,1 1-1 0 0,0-2 1 0 0,0 0 0 0 0,0 0-1 0 0,0-1 1 0 0,16 2 0 0 0,-9-2 74 0 0,1-1 0 0 0,-1 0 0 0 0,1-2 0 0 0,0 0 0 0 0,0-2 1 0 0,0 0-1 0 0,-1-1 0 0 0,22-6 0 0 0,-37 7-20 0 0,0 0 0 0 0,0-1 0 0 0,0 0 0 0 0,0 0 0 0 0,-1-1 0 0 0,1 1 0 0 0,-1-1 0 0 0,1 0 0 0 0,-1 0 0 0 0,0 0 0 0 0,0-1 0 0 0,0 1 0 0 0,-1-1 0 0 0,1 0 1 0 0,4-8-1 0 0,-3 5-1 0 0,-1-1 1 0 0,0 0 0 0 0,-1-1 0 0 0,0 1 0 0 0,0-1-1 0 0,-1 1 1 0 0,0-1 0 0 0,1-14 0 0 0,-2-1 19 0 0,0-1 0 0 0,-2 1 0 0 0,-1 0 1 0 0,-1-1-1 0 0,-10-42 0 0 0,8 44-15 0 0,-2 0-1 0 0,0 1 1 0 0,-1 0 0 0 0,-1 0 0 0 0,-1 1 0 0 0,-1 0 0 0 0,0 0-1 0 0,-28-34 1 0 0,26 40-12 0 0,0 0-1 0 0,-2 1 1 0 0,1 1-1 0 0,-2 0 0 0 0,0 1 1 0 0,0 1-1 0 0,-1 0 1 0 0,-1 1-1 0 0,1 1 1 0 0,-2 1-1 0 0,-32-11 1 0 0,-4 2-312 0 0,52 16 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1.6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11 245 5621 0 0,'-11'-29'412'0'0,"16"56"-367"0"0,1 0 0 0 0,1 0 0 0 0,14 35 0 0 0,9 35-82 0 0,39 100 62 0 0,-36-114-7 0 0,16 52 2955 0 0,-57-141-2501 0 0,-12-19-446 0 0,-10-48 275 0 0,4-1 0 0 0,-24-103 0 0 0,36 122-204 0 0,-33-190 98 0 0,45 235-214 0 0,1 0-1 0 0,0 0 1 0 0,1 0-1 0 0,0 0 1 0 0,0 0-1 0 0,1-1 1 0 0,1 1-1 0 0,4-17 1 0 0,-4 23 3 0 0,-1 0 0 0 0,1 0 0 0 0,0 0 0 0 0,1 0 0 0 0,-1 0 0 0 0,1 0 0 0 0,0 1 0 0 0,0-1 0 0 0,0 1 0 0 0,0 0 0 0 0,0 0 0 0 0,1 0 0 0 0,0 0 0 0 0,-1 1 0 0 0,1-1 0 0 0,8-3 0 0 0,-5 3-11 0 0,1 1 1 0 0,-1 0-1 0 0,1 0 1 0 0,0 1-1 0 0,-1-1 0 0 0,1 2 1 0 0,0-1-1 0 0,0 1 1 0 0,9 1-1 0 0,-1 1-16 0 0,0 0 0 0 0,0 1-1 0 0,-1 1 1 0 0,1 1 0 0 0,-1 0-1 0 0,0 1 1 0 0,0 0 0 0 0,25 16-1 0 0,-33-17 26 0 0,0 0 0 0 0,0 0 0 0 0,-1 1 0 0 0,0 0 1 0 0,0 0-1 0 0,0 1 0 0 0,-1 0 0 0 0,9 13 0 0 0,-13-18 13 0 0,1 1 0 0 0,-1 0-1 0 0,0 0 1 0 0,0 0 0 0 0,0 0 0 0 0,0 0 0 0 0,0 0 0 0 0,-1 0 0 0 0,1 0 0 0 0,-1 0 0 0 0,0 0-1 0 0,0 0 1 0 0,0 0 0 0 0,0 0 0 0 0,0 0 0 0 0,-1 1 0 0 0,0-1 0 0 0,1 0 0 0 0,-1 0 0 0 0,0 0 0 0 0,-1-1-1 0 0,1 1 1 0 0,0 0 0 0 0,-1 0 0 0 0,0-1 0 0 0,-3 5 0 0 0,-10 9 1 0 0,0-2 0 0 0,-2 0 0 0 0,0 0 0 0 0,0-2 0 0 0,-1 0 0 0 0,-1-1 0 0 0,0-1-1 0 0,-27 10 1 0 0,-5 6 33 0 0,23-14 202 0 0,43-24-129 0 0,-11 10-108 0 0,0 0 0 0 0,0 0 0 0 0,0 0 0 0 0,0 1 0 0 0,0-1 0 0 0,1 1 0 0 0,-1 0-1 0 0,1 1 1 0 0,-1-1 0 0 0,1 1 0 0 0,-1 0 0 0 0,7 0 0 0 0,19-2-33 0 0,225-41-66 0 0,-208 32 71 0 0,0-3 0 0 0,-1-1 0 0 0,61-30 1 0 0,-99 41 29 0 0,0 0 1 0 0,0-1 0 0 0,0-1 0 0 0,-1 0 0 0 0,0 0 0 0 0,0 0 0 0 0,0 0 0 0 0,-1-1 0 0 0,0 0 0 0 0,0-1-1 0 0,-1 0 1 0 0,0 1 0 0 0,5-11 0 0 0,-8 15 1 0 0,-1-1-1 0 0,1 0 0 0 0,-1 0 1 0 0,0 0-1 0 0,0 0 1 0 0,-1-1-1 0 0,1 1 1 0 0,-1 0-1 0 0,0 0 0 0 0,0 0 1 0 0,0-1-1 0 0,0 1 1 0 0,-1 0-1 0 0,1 0 0 0 0,-1 0 1 0 0,0 0-1 0 0,-1 0 1 0 0,1 0-1 0 0,-1 0 1 0 0,0 0-1 0 0,0 0 0 0 0,0 1 1 0 0,0-1-1 0 0,0 1 1 0 0,-1-1-1 0 0,0 1 0 0 0,0 0 1 0 0,0 0-1 0 0,0 0 1 0 0,0 1-1 0 0,-5-4 1 0 0,5 3-2 0 0,0 1 0 0 0,-1 0 1 0 0,1-1-1 0 0,-1 1 0 0 0,0 1 1 0 0,0-1-1 0 0,0 0 1 0 0,0 1-1 0 0,0 0 0 0 0,0 0 1 0 0,0 0-1 0 0,0 0 0 0 0,0 1 1 0 0,0 0-1 0 0,0 0 1 0 0,-1 0-1 0 0,1 0 0 0 0,0 0 1 0 0,-7 2-1 0 0,4 1-2 0 0,1-1 1 0 0,-1 1-1 0 0,0 0 1 0 0,1 1-1 0 0,0-1 1 0 0,0 1-1 0 0,0 0 1 0 0,0 1-1 0 0,1-1 0 0 0,-10 11 1 0 0,7-6 3 0 0,0 1 0 0 0,1 0 0 0 0,-1 0 0 0 0,2 0 0 0 0,0 1 0 0 0,0 0 0 0 0,1 0 0 0 0,0 0 0 0 0,1 1 0 0 0,0 0 0 0 0,1 0 0 0 0,0 0 0 0 0,-1 16 0 0 0,4-23 2 0 0,0 0 0 0 0,0 0 0 0 0,1 0-1 0 0,0 0 1 0 0,0 0 0 0 0,0 0 0 0 0,0 0-1 0 0,1 0 1 0 0,-1 0 0 0 0,1 0 0 0 0,1-1 0 0 0,-1 1-1 0 0,1-1 1 0 0,-1 1 0 0 0,7 6 0 0 0,-3-6 1 0 0,-1-1 1 0 0,1 1-1 0 0,-1-1 1 0 0,1 0-1 0 0,0-1 0 0 0,1 0 1 0 0,-1 0-1 0 0,0 0 1 0 0,1-1-1 0 0,0 0 1 0 0,7 2-1 0 0,11 1 3 0 0,1-2-1 0 0,0 0 1 0 0,-1-1-1 0 0,1-2 1 0 0,0-1 0 0 0,0 0-1 0 0,-1-2 1 0 0,1-2-1 0 0,-1 0 1 0 0,31-10 0 0 0,-50 13-7 0 0,0-1 0 0 0,0 1 1 0 0,0-1-1 0 0,-1 0 1 0 0,1 0-1 0 0,-1-1 1 0 0,0 1-1 0 0,0-1 1 0 0,0 0-1 0 0,-1-1 1 0 0,1 1-1 0 0,-1-1 1 0 0,0 0-1 0 0,-1 0 1 0 0,1 0-1 0 0,-1 0 1 0 0,0-1-1 0 0,0 0 1 0 0,4-10-1 0 0,-5 8 3 0 0,-1 0 0 0 0,0 0 0 0 0,0-1 0 0 0,0 1 0 0 0,-1-1 0 0 0,-1 1 0 0 0,1 0 0 0 0,-1-1 0 0 0,-1 1 0 0 0,1 0 0 0 0,-1-1 0 0 0,-1 1 0 0 0,0 0 0 0 0,-5-10 1 0 0,-10-17 79 0 0,-7-20 157 0 0,18 40-249 0 0,2 22-27 0 0,5-3 33 0 0,-1-1 0 0 0,1 1-1 0 0,0-1 1 0 0,0 1 0 0 0,0-1 0 0 0,1 0 0 0 0,-1 1 0 0 0,1-1-1 0 0,2 5 1 0 0,19 69 2 0 0,-18-59 5 0 0,0 0-1 0 0,2 0 1 0 0,10 23-1 0 0,-4-14 47 0 0,-2 0-1 0 0,11 39 1 0 0,-21-65 25 0 0,0 1 170 0 0,0-1-222 0 0,0-1-1 0 0,1 0 1 0 0,-1 0 0 0 0,0 0 0 0 0,0 0 0 0 0,0 1-1 0 0,0-1 1 0 0,0 0 0 0 0,0 0 0 0 0,0 0-1 0 0,0 1 1 0 0,0-1 0 0 0,0 0 0 0 0,0 0 0 0 0,0 0-1 0 0,0 1 1 0 0,0-1 0 0 0,0 0 0 0 0,0 0 0 0 0,0 0-1 0 0,0 1 1 0 0,0-1 0 0 0,0 0 0 0 0,0 0-1 0 0,0 0 1 0 0,0 0 0 0 0,0 1 0 0 0,0-1 0 0 0,0 0-1 0 0,0 0 1 0 0,0 0 0 0 0,-1 0 0 0 0,1 1 0 0 0,0-1-1 0 0,0 0 1 0 0,0 0 0 0 0,0 0 0 0 0,0 0-1 0 0,-1 0 1 0 0,1 1 0 0 0,0-1 0 0 0,0 0 0 0 0,0 0-1 0 0,0 0 1 0 0,-1 0 0 0 0,1 0 0 0 0,0 0 0 0 0,0 0-1 0 0,0 0 1 0 0,-1 0 0 0 0,1 0 0 0 0,0 0-1 0 0,0 0 1 0 0,0 0 0 0 0,-1 0 0 0 0,1 0 0 0 0,0 0-1 0 0,0 0 1 0 0,0 0 0 0 0,-1 0 0 0 0,1 0 0 0 0,0 0-1 0 0,0 0 1 0 0,0 0 0 0 0,-1-1 0 0 0,-4-2 6 0 0,0-1 0 0 0,0-1 1 0 0,1 1-1 0 0,-1-1 1 0 0,1 1-1 0 0,0-1 1 0 0,0-1-1 0 0,1 1 0 0 0,-1 0 1 0 0,1-1-1 0 0,1 0 1 0 0,-1 1-1 0 0,1-1 0 0 0,0 0 1 0 0,0-1-1 0 0,0 1 1 0 0,1 0-1 0 0,0 0 0 0 0,0-9 1 0 0,0 4-58 0 0,1 1 1 0 0,0-1 0 0 0,1 0 0 0 0,0 1-1 0 0,0-1 1 0 0,1 1 0 0 0,1-1-1 0 0,5-16 1 0 0,-6 24 6 0 0,-1-1 1 0 0,1 1-1 0 0,0-1 1 0 0,0 1-1 0 0,0 0 1 0 0,1 0-1 0 0,-1 0 1 0 0,1 0-1 0 0,0 0 1 0 0,0 1-1 0 0,0-1 0 0 0,0 1 1 0 0,0 0-1 0 0,0 0 1 0 0,0 0-1 0 0,1 0 1 0 0,-1 0-1 0 0,1 1 1 0 0,0-1-1 0 0,-1 1 1 0 0,1 0-1 0 0,0 1 1 0 0,0-1-1 0 0,-1 0 0 0 0,1 1 1 0 0,0 0-1 0 0,0 0 1 0 0,6 1-1 0 0,8 1-22 0 0,0 1-1 0 0,0 0 1 0 0,0 2-1 0 0,0 0 0 0 0,-1 1 1 0 0,0 1-1 0 0,24 12 1 0 0,-30-13 27 0 0,-1 0 0 0 0,0 0 0 0 0,0 1 0 0 0,-1 0 0 0 0,0 1 0 0 0,0 0 0 0 0,0 0 0 0 0,-1 1 0 0 0,-1 0 0 0 0,1 1 0 0 0,-2-1 0 0 0,1 2 0 0 0,5 12 0 0 0,0-7-8 0 0,0 0-1020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2.7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32 215 6065 0 0,'-21'-37'-102'0'0,"20"35"200"0"0,-6-14 312 0 0,4 7-115 0 0,4 9-95 0 0,21 46-216 0 0,30 96 0 0 0,-21-53 7 0 0,53 96 77 0 0,-67-143 2588 0 0,-20-44-2604 0 0,-1 0 1 0 0,1 0-1 0 0,0 0 1 0 0,-1-1 0 0 0,1 1-1 0 0,0-1 1 0 0,1 0-1 0 0,-1 1 1 0 0,0-2-1 0 0,1 1 1 0 0,0 0-1 0 0,0 0 1 0 0,0-1-1 0 0,-3-5 1 0 0,0 0 65 0 0,-14-24-47 0 0,2-1 1 0 0,1-1-1 0 0,-19-67 1 0 0,23 68-91 0 0,5 12-29 0 0,1 0 0 0 0,1-1 0 0 0,1 0 0 0 0,-1-25 0 0 0,4 37 13 0 0,1 0 0 0 0,0 0 0 0 0,1 0 1 0 0,0 0-1 0 0,0 0 0 0 0,1 0 0 0 0,1 0 0 0 0,0 1 1 0 0,1-1-1 0 0,7-16 0 0 0,-7 20 13 0 0,0 1 0 0 0,0 0 0 0 0,1 0 1 0 0,0 0-1 0 0,0 1 0 0 0,0-1 0 0 0,1 1 0 0 0,0 1 0 0 0,0-1 1 0 0,0 1-1 0 0,0 0 0 0 0,1 0 0 0 0,0 1 0 0 0,-1-1 1 0 0,1 2-1 0 0,0-1 0 0 0,1 1 0 0 0,11-2 0 0 0,-13 4 9 0 0,1 1-1 0 0,-1 0 1 0 0,1 1-1 0 0,-1-1 1 0 0,0 1-1 0 0,0 1 1 0 0,0-1-1 0 0,0 1 1 0 0,0 0-1 0 0,0 0 1 0 0,-1 1-1 0 0,1-1 1 0 0,-1 1-1 0 0,8 9 1 0 0,8 8-18 0 0,-1 0 0 0 0,17 26-1 0 0,-14-18 14 0 0,14 18 4 0 0,38 63 1 0 0,-61-86 8 0 0,0 1 1 0 0,-2 1 0 0 0,-1 0-1 0 0,14 48 1 0 0,-11-11 33 0 0,-11-57 416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14 153 6365 0 0,'-12'1'-942'0'0,"11"-4"398"0"0,23-9 270 0 0,44-16 330 0 0,122-25-171 0 0,-37 12 86 0 0,-81 24-460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5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87 188 3308 0 0,'-74'3'1488'0'0,"73"-3"-1205"0"0,-9-6 731 0 0,10 6-995 0 0,-1 0 1 0 0,1 0 0 0 0,0 0 0 0 0,0 0-1 0 0,0 0 1 0 0,0 0 0 0 0,0 0-1 0 0,0 0 1 0 0,-1 0 0 0 0,33-14 36 0 0,-1 3 1 0 0,1 0-1 0 0,1 2 1 0 0,44-6-1 0 0,-41 7-27 0 0,551-108 388 0 0,-584 116-442 0 0,-11 2-874 0 0,-56 18-1819 0 0,51-18 1198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0 4512 0 0,'-17'4'118'0'0,"13"-4"55"0"0,1 0-1 0 0,0 1 0 0 0,0-1 1 0 0,0 1-1 0 0,0 0 0 0 0,0 0 1 0 0,0 0-1 0 0,-6 4 0 0 0,8-4-133 0 0,0 0-32 0 0,0 0 0 0 0,0 0 0 0 0,1 0 0 0 0,-1 0 0 0 0,0 0 0 0 0,1 0 0 0 0,-1 0-1 0 0,1 0 1 0 0,-1 1 0 0 0,1-1 0 0 0,0 0 0 0 0,-1 0 0 0 0,1 1 0 0 0,0-1 0 0 0,0 0 0 0 0,0 0 0 0 0,0 1 0 0 0,0-1 0 0 0,0 0 0 0 0,0 0 0 0 0,1 1 0 0 0,-1-1 0 0 0,0 0 0 0 0,1 2 0 0 0,8 33-4 0 0,12 18 40 0 0,81 173 84 0 0,-79-177 28 0 0,-19-37-3052 0 0,7-32 928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4.3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7 208 4972 0 0,'-6'4'-131'0'0,"13"-5"88"0"0,32-12 114 0 0,24-7 50 0 0,19-1 1 0 0,532-114 892 0 0,-486 114-475 0 0,-126 20-595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6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1199 3178 4612 0 0,'0'0'1727'0'0,"-1"-5"-1533"0"0,-6-294 1497 0 0,1 237-1609 0 0,-4-56 339 0 0,-43-200-1 0 0,-59-189 796 0 0,104 478-1142 0 0,-71-266 531 0 0,56 223-327 0 0,-4 1 0 0 0,-37-71 0 0 0,-44-29 80 0 0,43 75-250 0 0,-65-83-20 0 0,64 93-70 0 0,40 48-25 0 0,-29-59 0 0 0,29 48-17 0 0,-6-22 41 0 0,24 51-31 0 0,-1-1 0 0 0,-13-21 0 0 0,-21-28-31 0 0,-14-20 1 0 0,-45-58-10 0 0,73 110 74 0 0,28 36-18 0 0,-27-38 92 0 0,26 38-90 0 0,140 2-8019 0 0,-81 3 5524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7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4 364 5897 0 0,'-3'-90'448'0'0,"3"88"-344"0"0,1-13 178 0 0,-2 15-276 0 0,1-1 0 0 0,0 1 0 0 0,0 0 0 0 0,0-1 1 0 0,0 1-1 0 0,0-1 0 0 0,0 1 0 0 0,0 0 0 0 0,1-1 0 0 0,-1 1 0 0 0,0 0 0 0 0,0-1 0 0 0,0 1 0 0 0,0-1 0 0 0,0 1 0 0 0,1 0 0 0 0,-1 0 0 0 0,0-1 0 0 0,0 1 0 0 0,0 0 0 0 0,1-1 0 0 0,-1 1 0 0 0,0 0 0 0 0,0 0 0 0 0,1-1 0 0 0,-1 1 0 0 0,0 0 0 0 0,1 0 0 0 0,-1 0 0 0 0,0-1 0 0 0,1 1 0 0 0,-1 0 0 0 0,0 0 0 0 0,1 0 0 0 0,-1 0 0 0 0,1 0 0 0 0,-1 0 0 0 0,0 0 0 0 0,1 0 0 0 0,-1 0 0 0 0,0 0 0 0 0,1 0 1 0 0,-1 0-1 0 0,1 0 0 0 0,-1 0 0 0 0,0 0 0 0 0,1 0 0 0 0,36 21 12 0 0,62 48 0 0 0,7 5-16 0 0,13 7 3177 0 0,-116-83-3120 0 0,0 0-1 0 0,-1 0 1 0 0,1 0-1 0 0,-1 0 1 0 0,1-1-1 0 0,-1 1 0 0 0,0-1 1 0 0,0 1-1 0 0,0-1 1 0 0,0 0-1 0 0,0 0 1 0 0,-1 0-1 0 0,1 0 1 0 0,-1 0-1 0 0,2-5 1 0 0,5-8 119 0 0,24-29-83 0 0,2 1 1 0 0,1 2 0 0 0,3 2-1 0 0,2 1 1 0 0,55-42 0 0 0,-10 1-178 0 0,-84 79-71 0 0,2-39-6919 0 0,2 23 4309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0.9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1233 615 5929 0 0,'0'0'-336'0'0,"-28"-3"1354"0"0,-1-5-746 0 0,0-1 0 0 0,1-1-1 0 0,0-1 1 0 0,-27-16 0 0 0,-44-18 159 0 0,-121-47 298 0 0,75 29-238 0 0,76 30 8 0 0,-87-54 0 0 0,85 45-343 0 0,20 14-80 0 0,-83-53 291 0 0,86 51-157 0 0,47 29-204 0 0,-36-25 44 0 0,36 25-118 0 0,-3-5-243 0 0,36-2-5825 0 0,-8 5 3023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2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58 6541 0 0,'-26'-14'-1220'0'0,"-34"-18"1048"0"0,58 31 251 0 0,0 0 79 0 0,0 0 1 0 0,-1-1-1 0 0,1 1 1 0 0,-1 0 0 0 0,1 0-1 0 0,-1 0 1 0 0,0 0-1 0 0,1 1 1 0 0,-1-1-1 0 0,0 1 1 0 0,0 0-1 0 0,1 0 1 0 0,-5 0-1 0 0,5 3-155 0 0,1 0 0 0 0,-1 0-1 0 0,1 0 1 0 0,0 0 0 0 0,0 0-1 0 0,0 1 1 0 0,0-1 0 0 0,0 0 0 0 0,1 1-1 0 0,-1-1 1 0 0,1 1 0 0 0,0-1-1 0 0,0 0 1 0 0,0 1 0 0 0,1-1-1 0 0,-1 1 1 0 0,1-1 0 0 0,1 5-1 0 0,19 66 29 0 0,13 9 28 0 0,63 111 1 0 0,-94-186-38 0 0,0 0-1 0 0,0 1 1 0 0,0-1 0 0 0,-1 1-1 0 0,1 11 1 0 0,-3-19 9 0 0,0 0 0 0 0,-1 1 0 0 0,1-1 0 0 0,0 0 0 0 0,-1 1 0 0 0,0-1 0 0 0,1 0 0 0 0,-1 0 0 0 0,1 1 0 0 0,-1-1 0 0 0,0 0 0 0 0,0 0 0 0 0,0 0 0 0 0,0 0 0 0 0,0 0 0 0 0,0 0 0 0 0,0 0 0 0 0,0 0 0 0 0,0-1 0 0 0,0 1 1 0 0,0 0-1 0 0,-1 0 0 0 0,1-1 0 0 0,-2 1 0 0 0,-37 12 475 0 0,31-11-416 0 0,-88 17 683 0 0,23-5-1064 0 0,25 0-2792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5.8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28 2532 0 0,'-9'-7'1877'0'0,"18"4"-1114"0"0,40 5-939 0 0,1 1 299 0 0,139-6-3 0 0,-186 3-100 0 0,-12-2-47 0 0,-65-6-11 0 0,-114 1 1 0 0,185 7 26 0 0,-22-2-35 0 0,22 2 46 0 0,0 0-1 0 0,1 0 0 0 0,-1 1 0 0 0,0-1 0 0 0,1 1 0 0 0,-1-1 0 0 0,1 1 0 0 0,-1 0 1 0 0,1 0-1 0 0,-1 0 0 0 0,1 0 0 0 0,-1 1 0 0 0,1-1 0 0 0,0 1 0 0 0,0-1 0 0 0,0 1 1 0 0,0 0-1 0 0,0 0 0 0 0,0 0 0 0 0,0 0 0 0 0,1 0 0 0 0,-1 0 0 0 0,1 1 0 0 0,-2 1 0 0 0,-4 10-4 0 0,0-1-1 0 0,1 1 0 0 0,1 0 0 0 0,0 0 1 0 0,1 1-1 0 0,0-1 0 0 0,2 1 0 0 0,-1 0 0 0 0,2 0 1 0 0,0 0-1 0 0,0 0 0 0 0,2 0 0 0 0,0 0 1 0 0,3 17-1 0 0,7 27 35 0 0,3-1 0 0 0,26 71 0 0 0,-19-62 24 0 0,-14-49 19 0 0,-2 0 0 0 0,0 0 0 0 0,-1 1 0 0 0,0 0 1 0 0,-2 0-1 0 0,0-1 0 0 0,-2 1 0 0 0,-1 28 0 0 0,1-28 203 0 0,7-16-310 0 0,19-23-1070 0 0,-10 6-144 0 0,6-3-562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6.2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40 117 4956 0 0,'-23'-4'-473'0'0,"9"-1"506"0"0,14 5-29 0 0,0 0 0 0 0,0 0 0 0 0,0 0 0 0 0,0 0 0 0 0,-1 0 0 0 0,1 0 0 0 0,0 0 0 0 0,0 0 0 0 0,0 0 0 0 0,0 0 0 0 0,0 0 1 0 0,0 0-1 0 0,0 0 0 0 0,-1 0 0 0 0,1 0 0 0 0,0 0 0 0 0,0 0 0 0 0,0 0 0 0 0,0-1 0 0 0,0 1 0 0 0,0 0 0 0 0,0 0 0 0 0,0 0 0 0 0,0 0 1 0 0,0 0-1 0 0,0 0 0 0 0,-1 0 0 0 0,1-1 0 0 0,0 1 0 0 0,0 0 0 0 0,0 0 0 0 0,0 0 0 0 0,0 0 0 0 0,0 0 0 0 0,0 0 0 0 0,0 0 1 0 0,0-1-1 0 0,0 1 0 0 0,0 0 0 0 0,0 0 0 0 0,0 0 0 0 0,0 0 0 0 0,0 0 0 0 0,0 0 0 0 0,1-1 0 0 0,-1 1 0 0 0,0 0 0 0 0,0 0 0 0 0,0 0 1 0 0,0 0-1 0 0,0 0 0 0 0,0 0 0 0 0,0 0 0 0 0,0 0 0 0 0,0-1 0 0 0,0 1 0 0 0,0 0 0 0 0,0 0 0 0 0,1 0 0 0 0,-1 0 0 0 0,12-7 10 0 0,1 0 0 0 0,0 1-1 0 0,0 0 1 0 0,0 1-1 0 0,1 1 1 0 0,18-4-1 0 0,99-13 46 0 0,-14 2-33 0 0,-1 0 156 0 0,-113 19-194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7.2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1 225 3484 0 0,'3'-37'7'0'0,"0"-9"1130"0"0,-3 36-371 0 0,5 33-649 0 0,21 115-35 0 0,54 161 0 0 0,-19-116 1559 0 0,-62-189-1522 0 0,-7-70 4 0 0,2 1 0 0 0,4-1 0 0 0,11-116 0 0 0,-3 142-109 0 0,16-64 0 0 0,-17 96-33 0 0,0 0 1 0 0,1 1 0 0 0,1-1 0 0 0,1 2-1 0 0,1-1 1 0 0,18-27 0 0 0,-23 41 5 0 0,-1-1 1 0 0,1 1 0 0 0,0 0 0 0 0,0 0-1 0 0,0 0 1 0 0,0 1 0 0 0,0-1-1 0 0,1 1 1 0 0,-1 0 0 0 0,1 0 0 0 0,-1 1-1 0 0,1-1 1 0 0,0 1 0 0 0,0 0-1 0 0,0 0 1 0 0,0 1 0 0 0,5-1 0 0 0,1 1-10 0 0,0-1 0 0 0,-1 2 1 0 0,1-1-1 0 0,-1 2 1 0 0,1-1-1 0 0,13 5 1 0 0,-19-4 8 0 0,1 1 1 0 0,0 0-1 0 0,-1 0 1 0 0,1 1 0 0 0,-1-1-1 0 0,0 1 1 0 0,0 0-1 0 0,-1 0 1 0 0,1 1 0 0 0,-1-1-1 0 0,0 1 1 0 0,0 0-1 0 0,0 0 1 0 0,-1 1 0 0 0,0-1-1 0 0,0 1 1 0 0,4 9-1 0 0,3 11-3 0 0,-2 0 0 0 0,10 50-1 0 0,-10-35 8 0 0,31 98-10 0 0,-18-67-5 0 0,20 122 0 0 0,-41-167 64 0 0,3 13 51 0 0,-3-39-54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7.6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41 106 4668 0 0,'-23'-6'-725'0'0,"22"6"733"0"0,0 0 0 0 0,1 0 0 0 0,-1 0 0 0 0,0 0 0 0 0,1 0 0 0 0,-1 0 0 0 0,0 0 0 0 0,0 0 0 0 0,1-1 0 0 0,-1 1 0 0 0,0 0 0 0 0,1 0 0 0 0,-1-1 0 0 0,0 1 0 0 0,1 0 0 0 0,-1-1 0 0 0,1 1 0 0 0,-1-1 0 0 0,1 1 1 0 0,-1-1-1 0 0,0 1 0 0 0,1-1 0 0 0,0 1 0 0 0,-1-1 0 0 0,1 1 0 0 0,-1-1 0 0 0,0-1 0 0 0,10-4 2 0 0,1 1 1 0 0,-1 0 0 0 0,1 0-1 0 0,-1 1 1 0 0,1 0 0 0 0,1 1-1 0 0,16-4 1 0 0,86-11 135 0 0,-65 11-47 0 0,-10 1-35 0 0,0 0 248 0 0,63-4 0 0 0,-98 10-368 0 0,8-4-2216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1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1 110 3700 0 0,'16'-28'-264'0'0,"14"-27"938"0"0,-29 53-577 0 0,-1 0-1 0 0,1 0 1 0 0,0 0-1 0 0,0 0 1 0 0,0 0-1 0 0,0 0 1 0 0,0 0-1 0 0,0 0 1 0 0,0 1 0 0 0,1-1-1 0 0,-1 0 1 0 0,3-1-1 0 0,-4 3-82 0 0,1 0 0 0 0,-1-1-1 0 0,1 1 1 0 0,-1 0 0 0 0,1 0-1 0 0,-1 0 1 0 0,0 0 0 0 0,1 0 0 0 0,-1 0-1 0 0,1 0 1 0 0,-1 0 0 0 0,1 0-1 0 0,-1 0 1 0 0,1 1 0 0 0,-1-1 0 0 0,0 0-1 0 0,1 0 1 0 0,-1 0 0 0 0,1 0 0 0 0,-1 1-1 0 0,0-1 1 0 0,1 0 0 0 0,-1 0-1 0 0,0 1 1 0 0,1-1 0 0 0,-1 0 0 0 0,0 1-1 0 0,1-1 1 0 0,-1 0 0 0 0,0 1-1 0 0,0-1 1 0 0,1 0 0 0 0,-1 1 0 0 0,0 0-1 0 0,5 8-19 0 0,-2 0 0 0 0,1 0 0 0 0,-1 1 0 0 0,2 10-1 0 0,1 1 104 0 0,12 34-59 0 0,-1-9 6 0 0,-2 0 1 0 0,-1 2-1 0 0,-3 0 0 0 0,-3 0 1 0 0,5 72-1 0 0,-13-119-54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6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17 101 4220 0 0,'0'0'-206'0'0,"-11"-10"94"0"0,11 10 135 0 0,-1-1-1 0 0,1 1 1 0 0,0 0-1 0 0,-1 0 0 0 0,1-1 1 0 0,0 1-1 0 0,-1 0 1 0 0,1-1-1 0 0,0 1 0 0 0,-1 0 1 0 0,1-1-1 0 0,0 1 0 0 0,0 0 1 0 0,0-1-1 0 0,-1 1 1 0 0,1-1-1 0 0,0 1 0 0 0,0 0 1 0 0,0-1-1 0 0,0 1 0 0 0,0-1 1 0 0,0 1-1 0 0,0-1 1 0 0,0 1-1 0 0,0 0 0 0 0,0-1 1 0 0,0 1-1 0 0,0-1 0 0 0,0 1 1 0 0,0-1-1 0 0,0 1 1 0 0,0 0-1 0 0,0-1 0 0 0,1 0 1 0 0,28-9 26 0 0,0 0 1 0 0,1 2 0 0 0,0 2 0 0 0,0 0-1 0 0,1 2 1 0 0,34 0 0 0 0,17-3 11 0 0,-47 2-21 0 0,125-9 233 0 0,-147 12-138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9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40 3368 0 0,'0'0'11'0'0,"0"1"0"0"0,0 0 0 0 0,0 0 0 0 0,0 0 0 0 0,0 0-1 0 0,0-1 1 0 0,0 1 0 0 0,0 0 0 0 0,0 0 0 0 0,0 0 0 0 0,0 0 0 0 0,0 0-1 0 0,1-1 1 0 0,-1 1 0 0 0,0 0 0 0 0,1 0 0 0 0,-1-1 0 0 0,0 1 0 0 0,1 0-1 0 0,-1 0 1 0 0,1-1 0 0 0,-1 1 0 0 0,1 0 0 0 0,0-1 0 0 0,-1 1 0 0 0,1-1-1 0 0,0 1 1 0 0,-1-1 0 0 0,1 1 0 0 0,0-1 0 0 0,-1 1 0 0 0,1-1 0 0 0,0 0-1 0 0,0 1 1 0 0,0-1 0 0 0,-1 0 0 0 0,1 0 0 0 0,0 0 0 0 0,0 0 0 0 0,0 1-1 0 0,0-1 1 0 0,0 0 0 0 0,-1 0 0 0 0,1-1 0 0 0,0 1 0 0 0,1 0 0 0 0,53-1 523 0 0,-44 0-467 0 0,323-22 1556 0 0,-312 22-1453 0 0,40-6-302 0 0,-45-6-1955 0 0,-11 7 1068 0 0,6-6-160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9.7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306 53 3892 0 0,'-16'-31'-721'0'0,"9"27"701"0"0,0 1-1 0 0,0 0 1 0 0,0 1 0 0 0,0-1-1 0 0,0 1 1 0 0,-1 1 0 0 0,1-1-1 0 0,-1 1 1 0 0,1 1 0 0 0,-1-1-1 0 0,1 1 1 0 0,-1 1 0 0 0,-13 1-1 0 0,13-1 20 0 0,1 0-1 0 0,-1 0 1 0 0,1 0-1 0 0,-1 1 1 0 0,1 1-1 0 0,0-1 1 0 0,0 1-1 0 0,0 0 1 0 0,0 0-1 0 0,1 1 1 0 0,-1 0-1 0 0,1 0 1 0 0,0 1-1 0 0,0 0 1 0 0,0 0-1 0 0,1 0 1 0 0,0 1-1 0 0,0-1 1 0 0,0 1-1 0 0,1 0 1 0 0,0 1-1 0 0,0-1 1 0 0,-3 8-1 0 0,5-9 13 0 0,0 1 0 0 0,1 0-1 0 0,0 0 1 0 0,0 0 0 0 0,0 0 0 0 0,1 0 0 0 0,0 0-1 0 0,0 0 1 0 0,0 0 0 0 0,1 0 0 0 0,0 0-1 0 0,0 0 1 0 0,1-1 0 0 0,-1 1 0 0 0,1 0-1 0 0,1-1 1 0 0,-1 1 0 0 0,1-1 0 0 0,0 0 0 0 0,0 0-1 0 0,0 0 1 0 0,1 0 0 0 0,-1 0 0 0 0,1-1-1 0 0,1 1 1 0 0,5 4 0 0 0,19 14 49 0 0,1-1 0 0 0,1-1 0 0 0,50 24 0 0 0,-42-25 12 0 0,71 51 1 0 0,-106-68-59 0 0,0-1 0 0 0,-1 1 0 0 0,0 0 0 0 0,0 0 0 0 0,0 0 0 0 0,0 0 0 0 0,0 0 0 0 0,-1 1 0 0 0,1-1 0 0 0,-1 1 1 0 0,0 0-1 0 0,0-1 0 0 0,0 1 0 0 0,-1 0 0 0 0,1 0 0 0 0,0 5 0 0 0,-2-7-6 0 0,0-1 0 0 0,-1 0 0 0 0,1 0 0 0 0,-1 1 0 0 0,1-1 1 0 0,-1 0-1 0 0,0 0 0 0 0,1 0 0 0 0,-1 1 0 0 0,0-1 0 0 0,0 0 0 0 0,0 0 0 0 0,0 0 0 0 0,0 0 0 0 0,0-1 0 0 0,0 1 1 0 0,0 0-1 0 0,0 0 0 0 0,-1-1 0 0 0,0 2 0 0 0,-30 12 121 0 0,26-11-95 0 0,-28 8 147 0 0,-1-1-1 0 0,0-2 1 0 0,-1-1-1 0 0,0-2 1 0 0,0-2-1 0 0,-58-1 1 0 0,90-1-188 0 0,1-1 1 0 0,-1 0-1 0 0,0 0 0 0 0,0 0 1 0 0,0-1-1 0 0,0 1 0 0 0,0-1 1 0 0,1 0-1 0 0,-1 0 1 0 0,0 0-1 0 0,1-1 0 0 0,-1 1 1 0 0,0-1-1 0 0,1 0 0 0 0,0 0 1 0 0,-5-3-1 0 0,8 5-69 0 0,-1-1-1 0 0,1 0 1 0 0,0 1-1 0 0,0-1 1 0 0,-1 1 0 0 0,1-1-1 0 0,0 0 1 0 0,0 1-1 0 0,0-1 1 0 0,0 1 0 0 0,0-1-1 0 0,-1 0 1 0 0,1 1-1 0 0,0-1 1 0 0,1 0-1 0 0,-1 1 1 0 0,0-1 0 0 0,0 1-1 0 0,0-1 1 0 0,0 0-1 0 0,0 1 1 0 0,1-1 0 0 0,-1 1-1 0 0,0-1 1 0 0,0 0-1 0 0,1 1 1 0 0,-1-1 0 0 0,0 1-1 0 0,1-1 1 0 0,0 0-1 0 0,15-11-947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0.3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483 60 3676 0 0,'1'-2'-48'0'0,"0"0"0"0"0,-1 0 0 0 0,1 0 0 0 0,0 0 0 0 0,-1 0 0 0 0,1 0 0 0 0,-1 0 0 0 0,0-1 0 0 0,1 1 0 0 0,-1 0 0 0 0,0 0 0 0 0,0-1 1 0 0,-1 1-1 0 0,1 0 0 0 0,-1-3 0 0 0,0 3 47 0 0,-1 1 1 0 0,1-1-1 0 0,0 1 0 0 0,-1-1 1 0 0,0 1-1 0 0,1 0 1 0 0,-1-1-1 0 0,0 1 1 0 0,1 0-1 0 0,-1 0 1 0 0,0 0-1 0 0,0 0 1 0 0,0 1-1 0 0,0-1 1 0 0,0 0-1 0 0,0 1 1 0 0,0 0-1 0 0,0-1 1 0 0,-4 1-1 0 0,-9-2 21 0 0,0 1 0 0 0,0 1 0 0 0,0 1 1 0 0,0 0-1 0 0,0 1 0 0 0,0 0 0 0 0,-25 8 0 0 0,29-7-6 0 0,0 1 0 0 0,0-1 1 0 0,0 2-1 0 0,0 0 0 0 0,0 0 0 0 0,1 1 1 0 0,0 0-1 0 0,1 1 0 0 0,-1 0 0 0 0,-15 16 1 0 0,23-20-6 0 0,0 0 1 0 0,0-1 0 0 0,1 1-1 0 0,-1 0 1 0 0,1 1 0 0 0,-1-1-1 0 0,1 0 1 0 0,0 0 0 0 0,1 1-1 0 0,-1-1 1 0 0,0 0 0 0 0,1 1-1 0 0,0-1 1 0 0,0 0 0 0 0,0 1-1 0 0,0-1 1 0 0,0 0 0 0 0,1 1-1 0 0,0-1 1 0 0,-1 0 0 0 0,1 1-1 0 0,0-1 1 0 0,1 0 0 0 0,-1 0-1 0 0,1 0 1 0 0,-1 0 0 0 0,1 0-1 0 0,0 0 1 0 0,4 4 0 0 0,6 9 9 0 0,1 0 1 0 0,1-1-1 0 0,28 23 0 0 0,-30-27-8 0 0,26 20 11 0 0,61 39 0 0 0,-63-48 0 0 0,-2 2 0 0 0,57 52 0 0 0,-90-75-13 0 0,0 0 1 0 0,1 0-1 0 0,-1 0 0 0 0,0 0 0 0 0,0 1 0 0 0,0-1 0 0 0,0 1 0 0 0,0-1 0 0 0,-1 0 0 0 0,1 1 1 0 0,0-1-1 0 0,-1 1 0 0 0,1 0 0 0 0,-1-1 0 0 0,1 1 0 0 0,-1-1 0 0 0,0 1 0 0 0,1 0 0 0 0,-1-1 1 0 0,0 1-1 0 0,0 0 0 0 0,0-1 0 0 0,-1 4 0 0 0,0-3 11 0 0,0 0 1 0 0,0 0-1 0 0,0 0 0 0 0,-1 0 0 0 0,1 0 1 0 0,-1 0-1 0 0,1 0 0 0 0,-1 0 1 0 0,0-1-1 0 0,1 1 0 0 0,-1 0 0 0 0,0-1 1 0 0,0 0-1 0 0,-3 2 0 0 0,-8 4 73 0 0,0-1-1 0 0,0-1 0 0 0,0 0 1 0 0,-22 4-1 0 0,-25 6 119 0 0,-1-2 0 0 0,0-3 0 0 0,0-3 0 0 0,-83 0 1 0 0,99-17-466 0 0,43 9 96 0 0,-1 0-1 0 0,1 1 1 0 0,0-1 0 0 0,0-1 0 0 0,0 1-1 0 0,0 0 1 0 0,0 0 0 0 0,0-1-1 0 0,1 1 1 0 0,-1-1 0 0 0,0 0-1 0 0,1 1 1 0 0,-1-1 0 0 0,1 0-1 0 0,-1 0 1 0 0,1 0 0 0 0,-2-4 0 0 0,0-6-628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1.2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40 3212 0 0,'0'0'-252'0'0,"-16"-3"-758"0"0,184-19 1862 0 0,127 8 130 0 0,-292 14-829 0 0,11 4-1802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2.1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77 2748 0 0,'0'0'23'0'0,"-1"-1"1"0"0,1 1-1 0 0,0 0 0 0 0,-1 0 0 0 0,1 0 0 0 0,0 0 1 0 0,0 0-1 0 0,-1-1 0 0 0,1 1 0 0 0,0 0 0 0 0,-1 0 1 0 0,1-1-1 0 0,0 1 0 0 0,0 0 0 0 0,0 0 0 0 0,-1-1 1 0 0,1 1-1 0 0,0 0 0 0 0,0-1 0 0 0,0 1 0 0 0,0 0 1 0 0,-1-1-1 0 0,1 1 0 0 0,0 0 0 0 0,0-1 0 0 0,0 1 1 0 0,0 0-1 0 0,0-1 0 0 0,0 1 0 0 0,0 0 0 0 0,0-1 1 0 0,0 1-1 0 0,0-1 0 0 0,7-3 6 0 0,0 0 0 0 0,0 0 1 0 0,0 0-1 0 0,0 1 0 0 0,0 1 0 0 0,1-1 0 0 0,-1 1 1 0 0,1 0-1 0 0,9-1 0 0 0,76-8 85 0 0,-92 11-114 0 0,37-3 40 0 0,17-2 160 0 0,61-12 1 0 0,-114 17 10 0 0,-12 0-192 0 0,-93 3 156 0 0,-36 1-2860 0 0,120-4 2437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1.4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269 50 1572 0 0,'6'-8'5885'0'0,"-7"7"-5877"0"0,-1 0 0 0 0,1-1 0 0 0,-1 1 0 0 0,0 0 1 0 0,1 0-1 0 0,-1 0 0 0 0,0 0 0 0 0,0 0 0 0 0,0 0 1 0 0,0 0-1 0 0,0 1 0 0 0,0-1 0 0 0,0 1 1 0 0,0-1-1 0 0,0 1 0 0 0,0 0 0 0 0,0 0 0 0 0,0 0 1 0 0,0 0-1 0 0,0 0 0 0 0,0 0 0 0 0,-2 1 0 0 0,-3 1-5 0 0,1-1 1 0 0,-1 2-1 0 0,1-1 0 0 0,0 1 0 0 0,0 0 0 0 0,0 0 1 0 0,-6 5-1 0 0,-4 3-13 0 0,1 1 0 0 0,0 1 1 0 0,1 0-1 0 0,-16 20 0 0 0,20-21 9 0 0,1 0 1 0 0,0 1-1 0 0,1 0 0 0 0,0 1 0 0 0,1 0 0 0 0,1 0 1 0 0,0 0-1 0 0,1 1 0 0 0,1 0 0 0 0,0 0 1 0 0,-3 20-1 0 0,7-27 1 0 0,-1 0 0 0 0,2 1 1 0 0,-1-1-1 0 0,1 0 0 0 0,0 0 0 0 0,0-1 0 0 0,1 1 1 0 0,0 0-1 0 0,1 0 0 0 0,0-1 0 0 0,0 1 0 0 0,0-1 1 0 0,1 0-1 0 0,0 0 0 0 0,1 0 0 0 0,-1-1 1 0 0,1 1-1 0 0,0-1 0 0 0,1 0 0 0 0,0-1 0 0 0,0 1 1 0 0,0-1-1 0 0,10 6 0 0 0,4 2 2 0 0,1-2 0 0 0,0 0 0 0 0,1-1 1 0 0,0-1-1 0 0,0-2 0 0 0,40 10 0 0 0,-27-11 14 0 0,0 0 0 0 0,1-3 0 0 0,65 0 0 0 0,-84-5-6 0 0,0 0-1 0 0,0-1 1 0 0,0 0 0 0 0,0-1 0 0 0,-1-2 0 0 0,1 1-1 0 0,-1-2 1 0 0,-1 0 0 0 0,1-1 0 0 0,-1 0 0 0 0,16-13-1 0 0,-23 15 15 0 0,1 0-1 0 0,-1-1 0 0 0,-1 0 0 0 0,1 0 1 0 0,-1-1-1 0 0,-1 0 0 0 0,1 0 1 0 0,-1-1-1 0 0,-1 1 0 0 0,0-1 0 0 0,0-1 1 0 0,0 1-1 0 0,-1-1 0 0 0,-1 1 1 0 0,0-1-1 0 0,0 0 0 0 0,-1-1 1 0 0,0 1-1 0 0,1-19 0 0 0,-4 19-5 0 0,0 1 0 0 0,-1-1 0 0 0,0 1 0 0 0,0-1 0 0 0,-1 1 0 0 0,-1 0 0 0 0,1 0-1 0 0,-1 0 1 0 0,-1 0 0 0 0,0 1 0 0 0,0 0 0 0 0,0 0 0 0 0,-1 0 0 0 0,0 1 0 0 0,-1-1 0 0 0,0 2 0 0 0,0-1 0 0 0,0 1 0 0 0,-1 0-1 0 0,-11-7 1 0 0,-5-3-4 0 0,-1 2 0 0 0,-1 0 0 0 0,0 2-1 0 0,-1 1 1 0 0,-42-12 0 0 0,-100-24-885 0 0,217 36-5141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2.5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 5585 0 0,'13'-61'624'0'0,"-12"60"-488"0"0,1-12 541 0 0,-4 54-672 0 0,3 1 1 0 0,1-1-1 0 0,2 0 0 0 0,2 0 1 0 0,1 0-1 0 0,3 0 0 0 0,1-1 1 0 0,1-1-1 0 0,3 0 0 0 0,1-1 1 0 0,2 0-1 0 0,27 41 0 0 0,-5-5 17 0 0,-24-42 18 0 0,32 46 0 0 0,-48-77-33 0 0,1-1 0 0 0,-1 0 0 0 0,0 1 0 0 0,1-1 0 0 0,-1 1 0 0 0,0-1 0 0 0,0 0 0 0 0,1 1 0 0 0,-1-1 0 0 0,0 1 0 0 0,0-1 0 0 0,0 1 0 0 0,0-1 0 0 0,1 0 0 0 0,-1 1 0 0 0,0-1 0 0 0,0 1 0 0 0,0-1 0 0 0,0 1 0 0 0,0-1 0 0 0,0 1 0 0 0,0-1 0 0 0,0 1 0 0 0,-1-1 0 0 0,1 1 0 0 0,0-1 0 0 0,0 1 0 0 0,0-1 0 0 0,0 1 0 0 0,-1-1 0 0 0,1 0 0 0 0,0 1 0 0 0,0-1 0 0 0,-1 1 0 0 0,1-1 0 0 0,0 0 0 0 0,-1 1 0 0 0,1-1 0 0 0,0 0-1 0 0,-1 1 1 0 0,1-1 0 0 0,-1 0 0 0 0,1 0 0 0 0,0 1 0 0 0,-1-1 0 0 0,1 0 0 0 0,-1 0 0 0 0,1 0 0 0 0,-1 0 0 0 0,1 1 0 0 0,-1-1 0 0 0,1 0 0 0 0,-1 0 0 0 0,1 0 0 0 0,-1 0 0 0 0,1 0 0 0 0,-1 0 0 0 0,1 0 0 0 0,0 0 0 0 0,-1-1 0 0 0,1 1 0 0 0,-1 0 0 0 0,1 0 0 0 0,-1 0 0 0 0,1 0 0 0 0,-1-1 0 0 0,-10-6 29 0 0,1-1 0 0 0,1 0-1 0 0,0 0 1 0 0,0-1 0 0 0,0 0 0 0 0,1 0-1 0 0,0-1 1 0 0,1 0 0 0 0,0-1-1 0 0,1 0 1 0 0,0 0 0 0 0,1 0 0 0 0,0 0-1 0 0,1-1 1 0 0,-6-21 0 0 0,-3-22 49 0 0,2 0 0 0 0,-4-67 0 0 0,13 100-65 0 0,-2-41 91 0 0,4 0 0 0 0,12-110 1 0 0,-9 138-61 0 0,19-52 35 0 0,-22 85-88 0 0,1 0 1 0 0,0 0-1 0 0,0 0 1 0 0,-1 0-1 0 0,1 0 1 0 0,0 0-1 0 0,1 1 0 0 0,-1-1 1 0 0,0 0-1 0 0,0 1 1 0 0,1-1-1 0 0,-1 0 1 0 0,1 1-1 0 0,-1 0 1 0 0,1-1-1 0 0,0 1 1 0 0,-1 0-1 0 0,1 0 0 0 0,0 0 1 0 0,0 0-1 0 0,0 0 1 0 0,0 0-1 0 0,3 0 1 0 0,-3 0-3 0 0,7-1-3 0 0,0 0-1 0 0,1 1 0 0 0,-1-1 1 0 0,0 2-1 0 0,0-1 1 0 0,1 1-1 0 0,-1 1 1 0 0,0 0-1 0 0,0 0 1 0 0,16 5-1 0 0,1 1-38 0 0,0 1-1 0 0,33 15 0 0 0,-43-15-6 0 0,0 0-1 0 0,0 0 0 0 0,-1 1 1 0 0,0 1-1 0 0,0 1 0 0 0,-1 0 1 0 0,-1 1-1 0 0,0 1 0 0 0,12 13 1 0 0,-24-24 40 0 0,0 0 1 0 0,1 0 0 0 0,-1-1-1 0 0,0 1 1 0 0,0 0 0 0 0,0 0-1 0 0,0 0 1 0 0,-1 0 0 0 0,1 0 0 0 0,0 0-1 0 0,-1 0 1 0 0,1 0 0 0 0,-1 0-1 0 0,0 0 1 0 0,0 1 0 0 0,0-1-1 0 0,0 0 1 0 0,0 0 0 0 0,0 0-1 0 0,-1 0 1 0 0,1 0 0 0 0,-2 4-1 0 0,0-2 3 0 0,0-1 0 0 0,0 0 0 0 0,0 0 0 0 0,0 0-1 0 0,-1 0 1 0 0,1 0 0 0 0,-1 0 0 0 0,0 0-1 0 0,0-1 1 0 0,0 0 0 0 0,-6 4 0 0 0,-7 3-2 0 0,-1-1 1 0 0,1-1 0 0 0,-2 0-1 0 0,-19 5 1 0 0,-21 2 237 0 0,-110 13 1 0 0,164-26-188 0 0,0-1 0 0 0,1 1 1 0 0,-1-1-1 0 0,0 0 1 0 0,0-1-1 0 0,1 1 0 0 0,-1-1 1 0 0,1 1-1 0 0,-1-1 0 0 0,0 0 1 0 0,-3-2-1 0 0,6 3-58 0 0,1-1 0 0 0,0 1 0 0 0,0 0 0 0 0,-1 0 0 0 0,1 0 0 0 0,0 0 0 0 0,0-1 0 0 0,-1 1 0 0 0,1 0 0 0 0,0 0 0 0 0,0-1 0 0 0,0 1 0 0 0,-1 0 0 0 0,1 0 0 0 0,0-1 0 0 0,0 1 0 0 0,0 0 0 0 0,0-1 0 0 0,0 1 0 0 0,0 0 0 0 0,0 0 0 0 0,0-1 0 0 0,-1 1 0 0 0,1 0 0 0 0,0-1 0 0 0,0 1 0 0 0,0 0 0 0 0,1-1 0 0 0,-1 1 0 0 0,0 0 0 0 0,0 0 0 0 0,0-1 0 0 0,0 1 0 0 0,0 0 0 0 0,0-1 0 0 0,0 1 0 0 0,1-1 0 0 0,18-12-1483 0 0,-5 6-579 0 0,2 2-399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3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0 272 5813 0 0,'0'0'-241'0'0,"20"-5"-887"0"0,15 5 1052 0 0,-1-3 0 0 0,0 0-1 0 0,40-10 1 0 0,-58 9 47 0 0,-1 0 0 0 0,1-1 0 0 0,-1 0 0 0 0,-1-2 0 0 0,1 1 1 0 0,-1-2-1 0 0,0 0 0 0 0,0 0 0 0 0,14-14 0 0 0,-24 19 36 0 0,-1 0 0 0 0,0-1-1 0 0,0 0 1 0 0,0 0 0 0 0,0 0-1 0 0,-1 0 1 0 0,1 0-1 0 0,-1 0 1 0 0,0 0 0 0 0,0-1-1 0 0,-1 1 1 0 0,1-1 0 0 0,-1 0-1 0 0,0 1 1 0 0,0-1-1 0 0,-1 0 1 0 0,1 0 0 0 0,-1 1-1 0 0,0-1 1 0 0,-1 0 0 0 0,0-8-1 0 0,0 10 5 0 0,0-1 0 0 0,0 1 0 0 0,-1 0 0 0 0,1-1 0 0 0,-1 1 0 0 0,1 0-1 0 0,-1 0 1 0 0,0 0 0 0 0,0 0 0 0 0,-1 1 0 0 0,1-1 0 0 0,0 0 0 0 0,-1 1 0 0 0,0 0 0 0 0,1-1-1 0 0,-1 1 1 0 0,0 0 0 0 0,0 1 0 0 0,0-1 0 0 0,-1 0 0 0 0,1 1 0 0 0,0 0 0 0 0,0 0 0 0 0,-1 0-1 0 0,1 0 1 0 0,-1 0 0 0 0,1 1 0 0 0,-1-1 0 0 0,1 1 0 0 0,-8 0 0 0 0,1 1 3 0 0,-1 0 0 0 0,1 1 0 0 0,0 0 0 0 0,0 1 0 0 0,0 0 1 0 0,0 0-1 0 0,0 1 0 0 0,1 1 0 0 0,0-1 0 0 0,0 1 0 0 0,0 1 0 0 0,0 0 0 0 0,-8 7 1 0 0,12-8-7 0 0,-1-1 1 0 0,1 1-1 0 0,0 0 1 0 0,0 1-1 0 0,0-1 1 0 0,1 1-1 0 0,0 0 1 0 0,0 0 0 0 0,1 0-1 0 0,-1 0 1 0 0,1 1-1 0 0,0 0 1 0 0,1-1-1 0 0,0 1 1 0 0,0 0-1 0 0,1 0 1 0 0,-1 0-1 0 0,1 0 1 0 0,1 1 0 0 0,0 11-1 0 0,1-14 1 0 0,0 0-1 0 0,1-1 1 0 0,-1 1 0 0 0,1-1-1 0 0,0 0 1 0 0,1 0 0 0 0,-1 1 0 0 0,1-1-1 0 0,-1-1 1 0 0,1 1 0 0 0,0 0-1 0 0,1-1 1 0 0,-1 1 0 0 0,1-1-1 0 0,-1 0 1 0 0,1 0 0 0 0,0-1-1 0 0,0 1 1 0 0,9 3 0 0 0,6 4 17 0 0,1-2 0 0 0,0 0 0 0 0,21 4 0 0 0,-17-4 13 0 0,-1-2 0 0 0,1-1 0 0 0,0-1 0 0 0,0-1 0 0 0,48-1 0 0 0,-65-2-13 0 0,0 0-1 0 0,-1-1 1 0 0,1 0 0 0 0,0-1 0 0 0,-1 1 0 0 0,0-1 0 0 0,1-1-1 0 0,-1 1 1 0 0,0-1 0 0 0,0 0 0 0 0,0 0 0 0 0,0-1-1 0 0,-1 0 1 0 0,1 0 0 0 0,-1 0 0 0 0,0-1 0 0 0,0 1 0 0 0,-1-1-1 0 0,1 0 1 0 0,-1-1 0 0 0,0 1 0 0 0,-1-1 0 0 0,1 0-1 0 0,-1 0 1 0 0,0 0 0 0 0,2-7 0 0 0,0-6 167 0 0,0 0 0 0 0,-2 0 0 0 0,0 0-1 0 0,-1-1 1 0 0,-1 1 0 0 0,-1-22 0 0 0,0 38-165 0 0,0-15 66 0 0,2 19-50 0 0,4 37-45 0 0,5 21-9 0 0,41 85 312 0 0,-52-142-89 0 0,-1 0 91 0 0,1-2-291 0 0,0 1-1 0 0,0-1 0 0 0,0 0 1 0 0,0 0-1 0 0,0 0 0 0 0,0 0 1 0 0,0 1-1 0 0,0-1 0 0 0,0 0 1 0 0,0 0-1 0 0,0 0 0 0 0,0 0 1 0 0,0 1-1 0 0,0-1 0 0 0,0 0 1 0 0,0 0-1 0 0,0 0 0 0 0,0 1 1 0 0,0-1-1 0 0,0 0 0 0 0,0 0 1 0 0,0 0-1 0 0,0 0 0 0 0,-1 0 1 0 0,1 1-1 0 0,0-1 0 0 0,0 0 1 0 0,0 0-1 0 0,0 0 0 0 0,0 0 1 0 0,0 0-1 0 0,-1 0 0 0 0,1 0 1 0 0,0 1-1 0 0,0-1 0 0 0,0 0 1 0 0,0 0-1 0 0,-1 0 0 0 0,1 0 1 0 0,0 0-1 0 0,0 0 0 0 0,0 0 1 0 0,-1 0-1 0 0,1 0 0 0 0,0 0 1 0 0,0 0-1 0 0,0 0 0 0 0,0 0 1 0 0,-1 0-1 0 0,1 0 0 0 0,0 0 1 0 0,0 0-1 0 0,0 0 0 0 0,-1-1 1 0 0,1 1-1 0 0,0 0 0 0 0,0 0 1 0 0,0 0-1 0 0,0 0 0 0 0,0 0 1 0 0,-1 0-1 0 0,-3-3 31 0 0,-1 0 0 0 0,1 0 0 0 0,-1 0 0 0 0,1-1 0 0 0,0 1 0 0 0,1-1 0 0 0,-1 0 0 0 0,1 0 0 0 0,-1 0 0 0 0,1-1 0 0 0,0 1 0 0 0,1-1 0 0 0,-1 0 0 0 0,1 1 0 0 0,0-1 0 0 0,0 0 0 0 0,0 0 0 0 0,1-1 0 0 0,-1-5 0 0 0,1 4-24 0 0,1 1 0 0 0,0 0-1 0 0,0-1 1 0 0,1 1 0 0 0,0-1 0 0 0,0 1-1 0 0,0 0 1 0 0,1 0 0 0 0,0-1-1 0 0,0 1 1 0 0,0 1 0 0 0,1-1 0 0 0,0 0-1 0 0,0 0 1 0 0,1 1 0 0 0,-1 0 0 0 0,6-6-1 0 0,-1 1-35 0 0,1 0 0 0 0,1 1 0 0 0,0 0-1 0 0,0 0 1 0 0,1 1 0 0 0,0 0 0 0 0,0 1 0 0 0,1 0-1 0 0,0 1 1 0 0,0 0 0 0 0,1 1 0 0 0,-1 1 0 0 0,1 0-1 0 0,0 0 1 0 0,0 2 0 0 0,1-1 0 0 0,-1 2-1 0 0,0-1 1 0 0,1 2 0 0 0,-1 0 0 0 0,1 1 0 0 0,-1 0-1 0 0,0 1 1 0 0,1 0 0 0 0,-1 1 0 0 0,0 0 0 0 0,-1 2-1 0 0,1-1 1 0 0,-1 1 0 0 0,1 1 0 0 0,-1 0-1 0 0,-1 1 1 0 0,0 0 0 0 0,0 1 0 0 0,0 0 0 0 0,-1 1-1 0 0,14 14 1 0 0,-21-19 1 0 0,0 0 1 0 0,-1 0-1 0 0,1 1 0 0 0,-1-1 0 0 0,0 0 1 0 0,0 1-1 0 0,-1-1 0 0 0,1 1 0 0 0,-1 0 1 0 0,0 0-1 0 0,0-1 0 0 0,-1 1 0 0 0,1 0 1 0 0,-1 0-1 0 0,0 0 0 0 0,0 0 0 0 0,-2 9 1 0 0,0 12-306 0 0,2-24-15 0 0,1 0-1 0 0,-1 0 0 0 0,0 0 1 0 0,1 0-1 0 0,-1 0 0 0 0,1 0 1 0 0,-1 0-1 0 0,1 0 0 0 0,0-1 1 0 0,0 1-1 0 0,0 0 0 0 0,2 3 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0 162 6129 0 0,'1'-6'-63'0'0,"1"1"0"0"0,-1 0 0 0 0,1 0 0 0 0,-1 0 0 0 0,2 0 0 0 0,3-7 1 0 0,-5 10 133 0 0,0-4-7 0 0,0 4-54 0 0,0 6 65 0 0,0 36-74 0 0,2-1 1 0 0,1 1-1 0 0,3-1 0 0 0,1 0 0 0 0,1 0 0 0 0,3-1 0 0 0,20 48 1 0 0,-30-83 6 0 0,16 37 114 0 0,-2 0-1 0 0,17 60 1 0 0,-33-100-94 0 0,0 0-1 0 0,0 1 1 0 0,0-1-1 0 0,0 0 1 0 0,0 0 0 0 0,0 1-1 0 0,0-1 1 0 0,1 0-1 0 0,-1 0 1 0 0,0 1 0 0 0,0-1-1 0 0,0 0 1 0 0,0 0-1 0 0,0 1 1 0 0,0-1 0 0 0,0 0-1 0 0,0 0 1 0 0,0 1-1 0 0,0-1 1 0 0,0 0 0 0 0,0 0-1 0 0,-1 1 1 0 0,1-1-1 0 0,0 0 1 0 0,0 0 0 0 0,0 1-1 0 0,0-1 1 0 0,0 0-1 0 0,0 0 1 0 0,-1 0 0 0 0,1 1-1 0 0,0-1 1 0 0,0 0-1 0 0,0 0 1 0 0,0 0 0 0 0,-1 0-1 0 0,1 1 1 0 0,0-1-1 0 0,0 0 1 0 0,-1 0 0 0 0,1 0-1 0 0,0 0 1 0 0,0 0-1 0 0,-1 0 1 0 0,1 0 0 0 0,0 0-1 0 0,0 0 1 0 0,-1 1-1 0 0,1-1 1 0 0,0 0 0 0 0,0 0-1 0 0,-1 0 1 0 0,1 0-1 0 0,0-1 1 0 0,0 1 0 0 0,-1 0-1 0 0,1 0 1 0 0,0 0-1 0 0,0 0 1 0 0,-1 0 0 0 0,1 0-1 0 0,0 0 1 0 0,-7-5 34 0 0,1 1 1 0 0,0-1-1 0 0,0 0 1 0 0,1 0-1 0 0,0 0 1 0 0,0-1 0 0 0,0 0-1 0 0,0 0 1 0 0,1 0-1 0 0,0-1 1 0 0,0 1-1 0 0,-4-12 1 0 0,3 3 5 0 0,0 1 1 0 0,1-1-1 0 0,0 0 0 0 0,2 0 1 0 0,-3-30-1 0 0,5 14-32 0 0,1 1-1 0 0,1 0 0 0 0,2-1 1 0 0,1 1-1 0 0,1 1 0 0 0,10-30 1 0 0,-10 45-50 0 0,0 1 1 0 0,0 0-1 0 0,1 0 1 0 0,1 0 0 0 0,0 1-1 0 0,0 0 1 0 0,2 1-1 0 0,-1-1 1 0 0,1 2 0 0 0,1 0-1 0 0,0 0 1 0 0,0 1-1 0 0,1 0 1 0 0,0 1 0 0 0,1 0-1 0 0,0 1 1 0 0,0 1-1 0 0,0 0 1 0 0,1 0 0 0 0,23-5-1 0 0,-31 9 7 0 0,-3 1-37 0 0,0 0 0 0 0,-1 0 0 0 0,1 0 0 0 0,0 0 0 0 0,0 1 0 0 0,0-1 0 0 0,0 1 0 0 0,0 0 0 0 0,0 0 0 0 0,6 1 0 0 0,-7 0 25 0 0,1 0 0 0 0,-1 1 1 0 0,0-1-1 0 0,0 1 0 0 0,0 0 0 0 0,0 0 1 0 0,0-1-1 0 0,-1 1 0 0 0,1 1 1 0 0,0-1-1 0 0,-1 0 0 0 0,1 0 1 0 0,-1 0-1 0 0,2 5 0 0 0,15 32-53 0 0,-1 1 0 0 0,-2 0 0 0 0,10 48 0 0 0,9 23 13 0 0,-30-101 61 0 0,8 20-12 0 0,-1 2 1 0 0,-2-1 0 0 0,-1 1-1 0 0,-1 1 1 0 0,2 44 0 0 0,-13-67 68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53 6153 0 0,'0'0'-203'0'0,"-1"-1"199"0"0,0 1 0 0 0,1 0 0 0 0,-1-1 0 0 0,0 1 0 0 0,0-1 0 0 0,1 1 0 0 0,-1-1 0 0 0,0 1 0 0 0,1-1 0 0 0,-1 0 0 0 0,1 1 0 0 0,-1-1 0 0 0,1 0 0 0 0,-1 1 0 0 0,1-1 0 0 0,-1 0 0 0 0,1 0 0 0 0,-1 0 0 0 0,1 1 0 0 0,0-1 0 0 0,0 0 0 0 0,-1 0 0 0 0,1-1 0 0 0,22-4-60 0 0,0 1 1 0 0,0 0 0 0 0,0 2-1 0 0,1 0 1 0 0,-1 2 0 0 0,41 2-1 0 0,5-2-330 0 0,59-7-1892 0 0,-94 4 1412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5.4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29 3436 0 0,'-12'-20'22'0'0,"30"15"319"0"0,-11 4-440 0 0,24-1 148 0 0,0 1 1 0 0,59 7-1 0 0,-31-1-17 0 0,23-1 2 0 0,168 5 148 0 0,-230-12-2184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6 2560 0 0,'0'0'150'0'0,"-16"-5"1393"0"0,14 5-1510 0 0,0 0 1 0 0,0 1-1 0 0,0-1 1 0 0,0 1-1 0 0,1-1 1 0 0,-1 1-1 0 0,0 0 0 0 0,0 0 1 0 0,1 0-1 0 0,-1 0 1 0 0,0 0-1 0 0,1 0 0 0 0,-1 0 1 0 0,1 1-1 0 0,0-1 1 0 0,-1 1-1 0 0,1-1 0 0 0,0 1 1 0 0,0-1-1 0 0,0 1 1 0 0,0-1-1 0 0,0 1 0 0 0,0 0 1 0 0,0 0-1 0 0,0 0 1 0 0,1-1-1 0 0,-1 1 0 0 0,1 0 1 0 0,0 0-1 0 0,-1 3 1 0 0,-2 11-31 0 0,1 1 0 0 0,1 29 0 0 0,0-18 75 0 0,0 1-61 0 0,1-1-1 0 0,1 1 1 0 0,2 0-1 0 0,9 42 1 0 0,39 110 105 0 0,-48-174-115 0 0,-1 0 14 0 0,1 0 0 0 0,-2 0 0 0 0,1 0 1 0 0,-1 0-1 0 0,0 0 0 0 0,0 13 0 0 0,-1-18-5 0 0,0-1-1 0 0,0 1 1 0 0,-1 0-1 0 0,1-1 1 0 0,-1 1 0 0 0,0-1-1 0 0,1 1 1 0 0,-1-1-1 0 0,0 1 1 0 0,0-1-1 0 0,0 1 1 0 0,0-1 0 0 0,0 0-1 0 0,0 0 1 0 0,0 1-1 0 0,0-1 1 0 0,-1 0-1 0 0,1 0 1 0 0,0 0 0 0 0,-1 0-1 0 0,1 0 1 0 0,-1-1-1 0 0,1 1 1 0 0,-1 0-1 0 0,1-1 1 0 0,-1 1 0 0 0,1-1-1 0 0,-1 1 1 0 0,0-1-1 0 0,1 0 1 0 0,-1 0 0 0 0,0 0-1 0 0,1 0 1 0 0,-3 0-1 0 0,-43 3 415 0 0,1-3-1 0 0,-1-1 1 0 0,1-3-1 0 0,-64-13 1 0 0,108 17-49 0 0,7-3-324 0 0,6-1-46 0 0,1 0 0 0 0,0 0 0 0 0,0 1 0 0 0,0 0 0 0 0,0 1 0 0 0,17 0 0 0 0,88 0-52 0 0,-55 2 30 0 0,238 2-1152 0 0,-302-2 1018 0 0,0-1-1 0 0,0 0 0 0 0,0 0 1 0 0,0 1-1 0 0,0-1 0 0 0,0 0 1 0 0,1-1-1 0 0,-1 1 0 0 0,0 0 0 0 0,1 0 1 0 0,-1-1-1 0 0,-1-1 0 0 0,-3-2-353 0 0,-15-7-1273 0 0,2 5 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hare.streamlit.i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2997-D401-F77B-FA82-D2484F7B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0B3965-F235-584B-FACA-4B9FB25DAD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1) Populate the vector DB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2) User asks questions.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42B66-B5EF-9852-12AF-C2220A37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642636"/>
            <a:ext cx="10092945" cy="52430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9EF9A4C-1A20-2DC5-3156-E44DEDA47F96}"/>
              </a:ext>
            </a:extLst>
          </p:cNvPr>
          <p:cNvGrpSpPr/>
          <p:nvPr/>
        </p:nvGrpSpPr>
        <p:grpSpPr>
          <a:xfrm>
            <a:off x="1818864" y="2720016"/>
            <a:ext cx="2144160" cy="1731240"/>
            <a:chOff x="1818864" y="2720016"/>
            <a:chExt cx="2144160" cy="17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14:cNvPr>
                <p14:cNvContentPartPr/>
                <p14:nvPr/>
              </p14:nvContentPartPr>
              <p14:xfrm>
                <a:off x="1818864" y="2892456"/>
                <a:ext cx="205560" cy="27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2864" y="2856816"/>
                  <a:ext cx="277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14:cNvPr>
                <p14:cNvContentPartPr/>
                <p14:nvPr/>
              </p14:nvContentPartPr>
              <p14:xfrm>
                <a:off x="2099304" y="2940336"/>
                <a:ext cx="52848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3304" y="2904336"/>
                  <a:ext cx="6001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14:cNvPr>
                <p14:cNvContentPartPr/>
                <p14:nvPr/>
              </p14:nvContentPartPr>
              <p14:xfrm>
                <a:off x="2701224" y="2767176"/>
                <a:ext cx="210240" cy="23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65224" y="2731536"/>
                  <a:ext cx="281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14:cNvPr>
                <p14:cNvContentPartPr/>
                <p14:nvPr/>
              </p14:nvContentPartPr>
              <p14:xfrm>
                <a:off x="2777544" y="2881296"/>
                <a:ext cx="179280" cy="55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1904" y="2845296"/>
                  <a:ext cx="25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14:cNvPr>
                <p14:cNvContentPartPr/>
                <p14:nvPr/>
              </p14:nvContentPartPr>
              <p14:xfrm>
                <a:off x="2946744" y="2720016"/>
                <a:ext cx="299160" cy="6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0744" y="2684376"/>
                  <a:ext cx="37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14:cNvPr>
                <p14:cNvContentPartPr/>
                <p14:nvPr/>
              </p14:nvContentPartPr>
              <p14:xfrm>
                <a:off x="3115224" y="2753136"/>
                <a:ext cx="62280" cy="15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9584" y="2717136"/>
                  <a:ext cx="13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14:cNvPr>
                <p14:cNvContentPartPr/>
                <p14:nvPr/>
              </p14:nvContentPartPr>
              <p14:xfrm>
                <a:off x="3001464" y="2937096"/>
                <a:ext cx="33696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5824" y="2901096"/>
                  <a:ext cx="408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14:cNvPr>
                <p14:cNvContentPartPr/>
                <p14:nvPr/>
              </p14:nvContentPartPr>
              <p14:xfrm>
                <a:off x="3293064" y="3306816"/>
                <a:ext cx="432000" cy="114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7064" y="3270816"/>
                  <a:ext cx="5036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14:cNvPr>
                <p14:cNvContentPartPr/>
                <p14:nvPr/>
              </p14:nvContentPartPr>
              <p14:xfrm>
                <a:off x="3600864" y="4273776"/>
                <a:ext cx="282600" cy="177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5224" y="4238136"/>
                  <a:ext cx="354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14:cNvPr>
                <p14:cNvContentPartPr/>
                <p14:nvPr/>
              </p14:nvContentPartPr>
              <p14:xfrm>
                <a:off x="3518784" y="2954736"/>
                <a:ext cx="444240" cy="22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82784" y="2919096"/>
                  <a:ext cx="515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14:cNvPr>
                <p14:cNvContentPartPr/>
                <p14:nvPr/>
              </p14:nvContentPartPr>
              <p14:xfrm>
                <a:off x="3856464" y="3041496"/>
                <a:ext cx="10512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20824" y="3005856"/>
                  <a:ext cx="1767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3038995-0BA0-A0D9-FC76-3989617E0CC2}"/>
              </a:ext>
            </a:extLst>
          </p:cNvPr>
          <p:cNvGrpSpPr/>
          <p:nvPr/>
        </p:nvGrpSpPr>
        <p:grpSpPr>
          <a:xfrm>
            <a:off x="7177824" y="5881896"/>
            <a:ext cx="1230840" cy="344160"/>
            <a:chOff x="7177824" y="5881896"/>
            <a:chExt cx="123084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707A4-9D72-CBAA-4E36-A40F893F51CE}"/>
                    </a:ext>
                  </a:extLst>
                </p14:cNvPr>
                <p14:cNvContentPartPr/>
                <p14:nvPr/>
              </p14:nvContentPartPr>
              <p14:xfrm>
                <a:off x="7206624" y="5881896"/>
                <a:ext cx="144720" cy="28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707A4-9D72-CBAA-4E36-A40F893F51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70624" y="5846256"/>
                  <a:ext cx="216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5BD110A-98D8-2FD0-2E61-F1B0FF32DBCD}"/>
                    </a:ext>
                  </a:extLst>
                </p14:cNvPr>
                <p14:cNvContentPartPr/>
                <p14:nvPr/>
              </p14:nvContentPartPr>
              <p14:xfrm>
                <a:off x="7177824" y="6033816"/>
                <a:ext cx="172800" cy="42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5BD110A-98D8-2FD0-2E61-F1B0FF32DBC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41824" y="5998176"/>
                  <a:ext cx="244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76BC41-D11C-04F3-22DE-4A779C2ABB77}"/>
                    </a:ext>
                  </a:extLst>
                </p14:cNvPr>
                <p14:cNvContentPartPr/>
                <p14:nvPr/>
              </p14:nvContentPartPr>
              <p14:xfrm>
                <a:off x="7457544" y="5902416"/>
                <a:ext cx="241200" cy="27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76BC41-D11C-04F3-22DE-4A779C2ABB7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21904" y="5866416"/>
                  <a:ext cx="312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330AF4-50D0-E2AF-3AE4-9B70D98D75CF}"/>
                    </a:ext>
                  </a:extLst>
                </p14:cNvPr>
                <p14:cNvContentPartPr/>
                <p14:nvPr/>
              </p14:nvContentPartPr>
              <p14:xfrm>
                <a:off x="7513344" y="6056496"/>
                <a:ext cx="161280" cy="3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330AF4-50D0-E2AF-3AE4-9B70D98D75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77344" y="6020496"/>
                  <a:ext cx="232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69528C4-B4B5-9F7C-5D7D-45E14689E257}"/>
                    </a:ext>
                  </a:extLst>
                </p14:cNvPr>
                <p14:cNvContentPartPr/>
                <p14:nvPr/>
              </p14:nvContentPartPr>
              <p14:xfrm>
                <a:off x="7815024" y="5960736"/>
                <a:ext cx="71280" cy="17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69528C4-B4B5-9F7C-5D7D-45E14689E2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79384" y="5924736"/>
                  <a:ext cx="142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72A775-B6C0-F5A8-0CCE-55CDDE4C1AC0}"/>
                    </a:ext>
                  </a:extLst>
                </p14:cNvPr>
                <p14:cNvContentPartPr/>
                <p14:nvPr/>
              </p14:nvContentPartPr>
              <p14:xfrm>
                <a:off x="7786584" y="5930856"/>
                <a:ext cx="193320" cy="3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72A775-B6C0-F5A8-0CCE-55CDDE4C1AC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50944" y="5895216"/>
                  <a:ext cx="264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3A266A-8D19-776C-4EC6-22F70D2C2189}"/>
                    </a:ext>
                  </a:extLst>
                </p14:cNvPr>
                <p14:cNvContentPartPr/>
                <p14:nvPr/>
              </p14:nvContentPartPr>
              <p14:xfrm>
                <a:off x="7739784" y="6163776"/>
                <a:ext cx="196200" cy="23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3A266A-8D19-776C-4EC6-22F70D2C218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04144" y="6127776"/>
                  <a:ext cx="267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813376-9275-A4D0-96E7-E19DBF5A9817}"/>
                    </a:ext>
                  </a:extLst>
                </p14:cNvPr>
                <p14:cNvContentPartPr/>
                <p14:nvPr/>
              </p14:nvContentPartPr>
              <p14:xfrm>
                <a:off x="8029944" y="5971536"/>
                <a:ext cx="155880" cy="21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813376-9275-A4D0-96E7-E19DBF5A98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93944" y="5935536"/>
                  <a:ext cx="2275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8BB832-94B0-BF91-713F-6B4BC60204A0}"/>
                    </a:ext>
                  </a:extLst>
                </p14:cNvPr>
                <p14:cNvContentPartPr/>
                <p14:nvPr/>
              </p14:nvContentPartPr>
              <p14:xfrm>
                <a:off x="8198424" y="5989176"/>
                <a:ext cx="210240" cy="23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BB832-94B0-BF91-713F-6B4BC60204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62424" y="5953176"/>
                  <a:ext cx="281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580BD5A-0D1B-F84B-E88E-DFFD97747C82}"/>
                    </a:ext>
                  </a:extLst>
                </p14:cNvPr>
                <p14:cNvContentPartPr/>
                <p14:nvPr/>
              </p14:nvContentPartPr>
              <p14:xfrm>
                <a:off x="7760664" y="5950296"/>
                <a:ext cx="173160" cy="1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580BD5A-0D1B-F84B-E88E-DFFD97747C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25024" y="5914656"/>
                  <a:ext cx="244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BFA77DA-EB2E-EC34-C22E-8EFB9955E9EE}"/>
                    </a:ext>
                  </a:extLst>
                </p14:cNvPr>
                <p14:cNvContentPartPr/>
                <p14:nvPr/>
              </p14:nvContentPartPr>
              <p14:xfrm>
                <a:off x="7850304" y="6178896"/>
                <a:ext cx="139680" cy="2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BFA77DA-EB2E-EC34-C22E-8EFB9955E9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14664" y="6142896"/>
                  <a:ext cx="21132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0C047F-9DDC-EF7C-87B9-B11BAEBF5CDD}"/>
              </a:ext>
            </a:extLst>
          </p:cNvPr>
          <p:cNvGrpSpPr/>
          <p:nvPr/>
        </p:nvGrpSpPr>
        <p:grpSpPr>
          <a:xfrm>
            <a:off x="10375344" y="4344696"/>
            <a:ext cx="1795320" cy="430200"/>
            <a:chOff x="10375344" y="4344696"/>
            <a:chExt cx="1795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14:cNvPr>
                <p14:cNvContentPartPr/>
                <p14:nvPr/>
              </p14:nvContentPartPr>
              <p14:xfrm>
                <a:off x="10375344" y="4424976"/>
                <a:ext cx="288360" cy="21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39344" y="4388976"/>
                  <a:ext cx="360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14:cNvPr>
                <p14:cNvContentPartPr/>
                <p14:nvPr/>
              </p14:nvContentPartPr>
              <p14:xfrm>
                <a:off x="10766304" y="4450896"/>
                <a:ext cx="200880" cy="32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30664" y="4414896"/>
                  <a:ext cx="272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14:cNvPr>
                <p14:cNvContentPartPr/>
                <p14:nvPr/>
              </p14:nvContentPartPr>
              <p14:xfrm>
                <a:off x="11002464" y="4470336"/>
                <a:ext cx="41364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66464" y="4434696"/>
                  <a:ext cx="485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14:cNvPr>
                <p14:cNvContentPartPr/>
                <p14:nvPr/>
              </p14:nvContentPartPr>
              <p14:xfrm>
                <a:off x="11631384" y="4344696"/>
                <a:ext cx="207720" cy="23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95384" y="4309056"/>
                  <a:ext cx="279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14:cNvPr>
                <p14:cNvContentPartPr/>
                <p14:nvPr/>
              </p14:nvContentPartPr>
              <p14:xfrm>
                <a:off x="11686104" y="4472856"/>
                <a:ext cx="153000" cy="1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50104" y="4437216"/>
                  <a:ext cx="224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14:cNvPr>
                <p14:cNvContentPartPr/>
                <p14:nvPr/>
              </p14:nvContentPartPr>
              <p14:xfrm>
                <a:off x="11929464" y="4392576"/>
                <a:ext cx="211680" cy="1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93464" y="4356576"/>
                  <a:ext cx="283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14:cNvPr>
                <p14:cNvContentPartPr/>
                <p14:nvPr/>
              </p14:nvContentPartPr>
              <p14:xfrm>
                <a:off x="11960064" y="4387536"/>
                <a:ext cx="210600" cy="22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24424" y="4351896"/>
                  <a:ext cx="28224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156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E731-3C2E-48E7-4330-BC5C2DFC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573E3F-BF91-CDBA-E022-F5A71FA25E56}"/>
              </a:ext>
            </a:extLst>
          </p:cNvPr>
          <p:cNvSpPr txBox="1"/>
          <p:nvPr/>
        </p:nvSpPr>
        <p:spPr>
          <a:xfrm>
            <a:off x="477520" y="226536"/>
            <a:ext cx="46156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Prepare Your Project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folder should look like: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rag-app/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|── app.py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|── rag_core.py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|── requirements.txt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└── .env   (optional locally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9E1A2-219A-30EC-CDD2-C2654DA36192}"/>
              </a:ext>
            </a:extLst>
          </p:cNvPr>
          <p:cNvSpPr txBox="1"/>
          <p:nvPr/>
        </p:nvSpPr>
        <p:spPr>
          <a:xfrm>
            <a:off x="5262372" y="1078314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requirements.txt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==1.54.0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==2.29.0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faiss-cpu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==1.13.2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pypdf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==6.9.1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==2.4.3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python-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dotenv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8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1F73-A792-CC65-A2C9-32444CA7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51D72-6696-53A8-55D8-D55E985FCA59}"/>
              </a:ext>
            </a:extLst>
          </p:cNvPr>
          <p:cNvSpPr txBox="1"/>
          <p:nvPr/>
        </p:nvSpPr>
        <p:spPr>
          <a:xfrm>
            <a:off x="477520" y="226536"/>
            <a:ext cx="83007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Push to GitHub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GitHub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 Commands: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init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add 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commit -m "initial commit"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branch -M main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remote add origin https://github.com/your-username/rag-app.git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104936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9225-0458-9EB5-CCFB-706EC083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9CCD73-76A7-FF25-9DF9-377A19027053}"/>
              </a:ext>
            </a:extLst>
          </p:cNvPr>
          <p:cNvSpPr txBox="1"/>
          <p:nvPr/>
        </p:nvSpPr>
        <p:spPr>
          <a:xfrm>
            <a:off x="477520" y="226536"/>
            <a:ext cx="83007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Deploy on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Cloud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https://share.streamlit.io/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"New app"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Repository → your GitHub repo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Branch → main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 → app.py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72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204A-ABA7-D849-5F84-B295AE45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BC3913-5FAD-D643-72AF-29E072FE25B2}"/>
              </a:ext>
            </a:extLst>
          </p:cNvPr>
          <p:cNvSpPr txBox="1"/>
          <p:nvPr/>
        </p:nvSpPr>
        <p:spPr>
          <a:xfrm>
            <a:off x="477520" y="226536"/>
            <a:ext cx="83007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Add API Key (IMPORTANT)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deployment: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Settings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OPENAI_API_KEY =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your_api_key_here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94BFC-9E53-A117-35AE-BF4C9052A286}"/>
              </a:ext>
            </a:extLst>
          </p:cNvPr>
          <p:cNvSpPr txBox="1"/>
          <p:nvPr/>
        </p:nvSpPr>
        <p:spPr>
          <a:xfrm>
            <a:off x="331216" y="3890879"/>
            <a:ext cx="681024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Done!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You’ll get a live URL like:</a:t>
            </a:r>
          </a:p>
          <a:p>
            <a:pPr rtl="0"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https://your-app-name.streamlit.app</a:t>
            </a:r>
          </a:p>
        </p:txBody>
      </p:sp>
    </p:spTree>
    <p:extLst>
      <p:ext uri="{BB962C8B-B14F-4D97-AF65-F5344CB8AC3E}">
        <p14:creationId xmlns:p14="http://schemas.microsoft.com/office/powerpoint/2010/main" val="343360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436848"/>
            <a:ext cx="1126337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Get an OpenAI API key from their website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I am using python3.12. Install following packages: </a:t>
            </a:r>
          </a:p>
          <a:p>
            <a:pPr>
              <a:buNone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–m pip install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python-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dotenv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installed following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==1.54.0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==2.29.0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==1.13.2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==6.9.1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 2.4.3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manually install above version: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–m pip install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==1.54.0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==2.29.0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==1.13.2 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==6.9.1 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 2.4.3 python-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dotenv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62DC-A1CB-8A2E-9595-90E82277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12150-FE28-E506-30D2-ED057A9684AD}"/>
              </a:ext>
            </a:extLst>
          </p:cNvPr>
          <p:cNvSpPr txBox="1"/>
          <p:nvPr/>
        </p:nvSpPr>
        <p:spPr>
          <a:xfrm>
            <a:off x="477520" y="436848"/>
            <a:ext cx="112633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Go to directory that contains app.py and run the program: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.\app.py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browser and load a PDF document-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-company: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related with the PDF doc: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Q1) Who is the current CTO of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Company ?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Q2) Tell me the range  of industries it serves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Q3) How many professional it employs 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Change wording -&gt; How many people are currently working here?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</p:txBody>
      </p:sp>
    </p:spTree>
    <p:extLst>
      <p:ext uri="{BB962C8B-B14F-4D97-AF65-F5344CB8AC3E}">
        <p14:creationId xmlns:p14="http://schemas.microsoft.com/office/powerpoint/2010/main" val="101483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7917-47B9-F2BC-4C54-FFBDB5A2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75083E-F924-6E77-B1A4-4C8D718208DC}"/>
              </a:ext>
            </a:extLst>
          </p:cNvPr>
          <p:cNvSpPr txBox="1"/>
          <p:nvPr/>
        </p:nvSpPr>
        <p:spPr>
          <a:xfrm>
            <a:off x="477520" y="436848"/>
            <a:ext cx="112633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Q4) Tell me some of the new things that is happening in the company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is not perfect. Missing the context somewhat.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some room for improvement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Increase the chunks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overlapping in the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semantic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paragraph/header splitting, etc.</a:t>
            </a:r>
          </a:p>
        </p:txBody>
      </p:sp>
    </p:spTree>
    <p:extLst>
      <p:ext uri="{BB962C8B-B14F-4D97-AF65-F5344CB8AC3E}">
        <p14:creationId xmlns:p14="http://schemas.microsoft.com/office/powerpoint/2010/main" val="345091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1371</TotalTime>
  <Words>458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235</cp:revision>
  <dcterms:created xsi:type="dcterms:W3CDTF">2025-09-22T02:44:38Z</dcterms:created>
  <dcterms:modified xsi:type="dcterms:W3CDTF">2026-03-25T08:11:27Z</dcterms:modified>
</cp:coreProperties>
</file>