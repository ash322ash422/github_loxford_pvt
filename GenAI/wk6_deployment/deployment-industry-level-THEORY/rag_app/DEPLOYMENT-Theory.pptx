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257" r:id="rId2"/>
    <p:sldId id="276" r:id="rId3"/>
    <p:sldId id="277" r:id="rId4"/>
    <p:sldId id="278" r:id="rId5"/>
    <p:sldId id="279" r:id="rId6"/>
    <p:sldId id="280" r:id="rId7"/>
    <p:sldId id="281" r:id="rId8"/>
    <p:sldId id="282" r:id="rId9"/>
    <p:sldId id="283" r:id="rId10"/>
    <p:sldId id="284" r:id="rId11"/>
    <p:sldId id="27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68EEAE26-EEC1-43C8-1E10-2F8BA9771177}"/>
              </a:ext>
            </a:extLst>
          </p:cNvPr>
          <p:cNvSpPr txBox="1"/>
          <p:nvPr/>
        </p:nvSpPr>
        <p:spPr>
          <a:xfrm>
            <a:off x="477520" y="1003776"/>
            <a:ext cx="1029208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RAG (Retrieval-Augmented Generation)</a:t>
            </a:r>
          </a:p>
          <a:p>
            <a:pPr algn="ctr">
              <a:buNone/>
            </a:pPr>
            <a:r>
              <a:rPr lang="en-US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Deployment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0642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6B8F84-1D21-6429-6A78-63032060C5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AB4804B7-AD36-D53B-93F0-B960D947887B}"/>
              </a:ext>
            </a:extLst>
          </p:cNvPr>
          <p:cNvSpPr txBox="1"/>
          <p:nvPr/>
        </p:nvSpPr>
        <p:spPr>
          <a:xfrm>
            <a:off x="267208" y="226536"/>
            <a:ext cx="1029208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1. Where to Store PDF / Documents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 want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cheap, scalable object storage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☁️ Best Options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Amazon S3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Google Cloud Storage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Azure Blob Storage 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👉 These are industry standard: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Store PDFs, DOCX, HTML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Cheap (~₹1–2 per GB/month)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Highly scalable</a:t>
            </a:r>
          </a:p>
        </p:txBody>
      </p:sp>
    </p:spTree>
    <p:extLst>
      <p:ext uri="{BB962C8B-B14F-4D97-AF65-F5344CB8AC3E}">
        <p14:creationId xmlns:p14="http://schemas.microsoft.com/office/powerpoint/2010/main" val="4947633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4A9C51-4388-88A5-8E93-C539FF3F2B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6D8FD14C-1C5E-40A0-E6B9-81C7E5D9300C}"/>
              </a:ext>
            </a:extLst>
          </p:cNvPr>
          <p:cNvSpPr txBox="1"/>
          <p:nvPr/>
        </p:nvSpPr>
        <p:spPr>
          <a:xfrm>
            <a:off x="267208" y="226536"/>
            <a:ext cx="1029208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Vector Database (Core of RAG)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Stores embeddings + enables similarity search.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🚀 Popular Vector DBs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Pinecone: Fully managed , Easiest to start , Paid but reliable </a:t>
            </a:r>
          </a:p>
          <a:p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Weaviate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 Open-source + cloud, Good hybrid search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Milvus: High-performance , Used in large-scale systems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Chroma: Local + lightweight , Perfect for demos </a:t>
            </a:r>
          </a:p>
          <a:p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Qdrant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 Fast + open-source, Good balance of simplicity + performance</a:t>
            </a:r>
          </a:p>
        </p:txBody>
      </p:sp>
    </p:spTree>
    <p:extLst>
      <p:ext uri="{BB962C8B-B14F-4D97-AF65-F5344CB8AC3E}">
        <p14:creationId xmlns:p14="http://schemas.microsoft.com/office/powerpoint/2010/main" val="20605815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471D8E-BFBB-6432-40DD-261CDEB850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DC175390-ABDA-2202-7340-61163EFABACF}"/>
              </a:ext>
            </a:extLst>
          </p:cNvPr>
          <p:cNvSpPr txBox="1"/>
          <p:nvPr/>
        </p:nvSpPr>
        <p:spPr>
          <a:xfrm>
            <a:off x="267208" y="226536"/>
            <a:ext cx="10292080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3. LLM Options (Brain of RAG)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🌐 API-based Models (Easiest)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OpenAI (GPT-4 / GPT-4.1 / GPT-5 series)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Anthropic (Claude)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Google (Gemini) 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👉 Pros: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 infra needed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Best quality 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👉 Cons: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Cost + API dependency</a:t>
            </a:r>
          </a:p>
        </p:txBody>
      </p:sp>
    </p:spTree>
    <p:extLst>
      <p:ext uri="{BB962C8B-B14F-4D97-AF65-F5344CB8AC3E}">
        <p14:creationId xmlns:p14="http://schemas.microsoft.com/office/powerpoint/2010/main" val="17147698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2B5DE9-5902-38B6-CE5B-B3EAD66E5A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1C1A30FC-F7C8-DAC8-024F-4E4C27A11946}"/>
              </a:ext>
            </a:extLst>
          </p:cNvPr>
          <p:cNvSpPr txBox="1"/>
          <p:nvPr/>
        </p:nvSpPr>
        <p:spPr>
          <a:xfrm>
            <a:off x="267208" y="226536"/>
            <a:ext cx="10292080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3. LLM Options (Brain of RAG)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🧠 Open Source Models (Self-hosted)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Meta (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LLaMA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3)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Mistral AI (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Mixtral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Mistral)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Hugging Face (hosting + inference) 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👉 Deploy via: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vLLM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Ollama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HuggingFace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Inference Endpoints </a:t>
            </a:r>
          </a:p>
          <a:p>
            <a:b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💡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Recommendation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Fast deployment → OpenAI / Claude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Cost control → Mistral /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LLaMA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(self-hosted)</a:t>
            </a:r>
          </a:p>
        </p:txBody>
      </p:sp>
    </p:spTree>
    <p:extLst>
      <p:ext uri="{BB962C8B-B14F-4D97-AF65-F5344CB8AC3E}">
        <p14:creationId xmlns:p14="http://schemas.microsoft.com/office/powerpoint/2010/main" val="30093616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D3E065-6806-5874-FCA5-4672459882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8772C11F-62C6-9250-2AD3-33159A566534}"/>
              </a:ext>
            </a:extLst>
          </p:cNvPr>
          <p:cNvSpPr txBox="1"/>
          <p:nvPr/>
        </p:nvSpPr>
        <p:spPr>
          <a:xfrm>
            <a:off x="267208" y="226536"/>
            <a:ext cx="10292080" cy="6370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4. API Gateway / Backend Layer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This is where your app logic lives.</a:t>
            </a: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⚙️ Backend Frameworks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FastAPI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(🔥 best for RAG)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Flask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Node.js (Express/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NestJS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) 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🌍 API Gateway / Hosting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AWS API Gateway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Cloudflare Workers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Vercel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Render 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💡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Recommendation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Simple →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FastAPI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+ Render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Scalable → AWS API Gateway + Lambda</a:t>
            </a:r>
          </a:p>
        </p:txBody>
      </p:sp>
    </p:spTree>
    <p:extLst>
      <p:ext uri="{BB962C8B-B14F-4D97-AF65-F5344CB8AC3E}">
        <p14:creationId xmlns:p14="http://schemas.microsoft.com/office/powerpoint/2010/main" val="28014747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E66E93-0CE4-6DE8-7522-D19A75E074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C7C27B47-2FFC-3770-FCC9-11EF416EA3D7}"/>
              </a:ext>
            </a:extLst>
          </p:cNvPr>
          <p:cNvSpPr txBox="1"/>
          <p:nvPr/>
        </p:nvSpPr>
        <p:spPr>
          <a:xfrm>
            <a:off x="267208" y="226536"/>
            <a:ext cx="1029208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5. Embedding Models (Very Important)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Used to convert text → vectors.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Options: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OpenAI Embeddings (text-embedding-3-large)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Hugging Face models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Sentence Transformers (all-MiniLM-L6-v2) </a:t>
            </a:r>
          </a:p>
          <a:p>
            <a:b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💡 Tip: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Keep embeddings same across indexing + querying</a:t>
            </a:r>
          </a:p>
        </p:txBody>
      </p:sp>
    </p:spTree>
    <p:extLst>
      <p:ext uri="{BB962C8B-B14F-4D97-AF65-F5344CB8AC3E}">
        <p14:creationId xmlns:p14="http://schemas.microsoft.com/office/powerpoint/2010/main" val="8915480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F02F1F-CACE-F5B1-D14B-403C063CC6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5ADF5F3-74CF-6B58-0684-36BE1466F452}"/>
              </a:ext>
            </a:extLst>
          </p:cNvPr>
          <p:cNvSpPr txBox="1"/>
          <p:nvPr/>
        </p:nvSpPr>
        <p:spPr>
          <a:xfrm>
            <a:off x="267208" y="226536"/>
            <a:ext cx="1029208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6. Orchestration Framework (Optional but Powerful)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LangChain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LlamaIndex 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👉 Helps with: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Chunking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Retrieval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Pipelines </a:t>
            </a:r>
          </a:p>
        </p:txBody>
      </p:sp>
    </p:spTree>
    <p:extLst>
      <p:ext uri="{BB962C8B-B14F-4D97-AF65-F5344CB8AC3E}">
        <p14:creationId xmlns:p14="http://schemas.microsoft.com/office/powerpoint/2010/main" val="28519221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E04366-6B89-812E-D741-FE490D4C1C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56E3F381-3E36-07CC-A672-391FA901E13A}"/>
              </a:ext>
            </a:extLst>
          </p:cNvPr>
          <p:cNvSpPr txBox="1"/>
          <p:nvPr/>
        </p:nvSpPr>
        <p:spPr>
          <a:xfrm>
            <a:off x="267208" y="226536"/>
            <a:ext cx="1029208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7. Deployment Platforms (Where your app runs)</a:t>
            </a: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Easy Platforms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Render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Railway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Vercel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b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Advanced / Scalable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Amazon Web Services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Google Cloud Platform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Microsoft Azure</a:t>
            </a:r>
          </a:p>
        </p:txBody>
      </p:sp>
    </p:spTree>
    <p:extLst>
      <p:ext uri="{BB962C8B-B14F-4D97-AF65-F5344CB8AC3E}">
        <p14:creationId xmlns:p14="http://schemas.microsoft.com/office/powerpoint/2010/main" val="27060676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9C2501-0EF4-73BD-FA05-C867911E15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435110B7-FFF6-7E23-3538-0EF74533EEFA}"/>
              </a:ext>
            </a:extLst>
          </p:cNvPr>
          <p:cNvSpPr txBox="1"/>
          <p:nvPr/>
        </p:nvSpPr>
        <p:spPr>
          <a:xfrm>
            <a:off x="267208" y="226536"/>
            <a:ext cx="5036312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 Stacks (Pick One)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Beginner Stack (₹0–₹1000/month)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PDFs →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Supabase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Storage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Vector DB → Chroma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Backend →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FastAPI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LLM → OpenAI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Hosting → Render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723D6B4-DF5F-9504-4247-AB62634AA4EC}"/>
              </a:ext>
            </a:extLst>
          </p:cNvPr>
          <p:cNvSpPr txBox="1"/>
          <p:nvPr/>
        </p:nvSpPr>
        <p:spPr>
          <a:xfrm>
            <a:off x="6021324" y="997357"/>
            <a:ext cx="619048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Advanced / Scalable Stack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PDFs → S3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Vector DB →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Weaviate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/ Milvus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Backend →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FastAPI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+ Kubernetes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LLM →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Mixtral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/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LLaMA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(self-hosted)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API Gateway → AWS API Gateway</a:t>
            </a:r>
          </a:p>
        </p:txBody>
      </p:sp>
    </p:spTree>
    <p:extLst>
      <p:ext uri="{BB962C8B-B14F-4D97-AF65-F5344CB8AC3E}">
        <p14:creationId xmlns:p14="http://schemas.microsoft.com/office/powerpoint/2010/main" val="23270255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31D7F-4279-DA2E-FA64-6CF3C441D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66253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1384</TotalTime>
  <Words>447</Words>
  <Application>Microsoft Office PowerPoint</Application>
  <PresentationFormat>Widescreen</PresentationFormat>
  <Paragraphs>111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246</cp:revision>
  <dcterms:created xsi:type="dcterms:W3CDTF">2025-09-22T02:44:38Z</dcterms:created>
  <dcterms:modified xsi:type="dcterms:W3CDTF">2026-09-19T16:07:50Z</dcterms:modified>
</cp:coreProperties>
</file>