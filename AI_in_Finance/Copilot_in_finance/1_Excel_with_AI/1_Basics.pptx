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926D9-92D1-E8B3-0A7C-CE739AF4CDF8}"/>
              </a:ext>
            </a:extLst>
          </p:cNvPr>
          <p:cNvSpPr txBox="1"/>
          <p:nvPr/>
        </p:nvSpPr>
        <p:spPr>
          <a:xfrm>
            <a:off x="916686" y="554659"/>
            <a:ext cx="94983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Microsoft Copilot (</a:t>
            </a: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Copilot Premium V</a:t>
            </a:r>
            <a:r>
              <a:rPr lang="en-IN" sz="2400" b="0" u="none" strike="noStrike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+mn-lt"/>
              </a:rPr>
              <a:t>ersion – Rs. 2000 p.m.) in Excel can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analyze data,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formulas,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visual charts,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sort or filter information 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using simple text prompts</a:t>
            </a:r>
          </a:p>
        </p:txBody>
      </p:sp>
    </p:spTree>
    <p:extLst>
      <p:ext uri="{BB962C8B-B14F-4D97-AF65-F5344CB8AC3E}">
        <p14:creationId xmlns:p14="http://schemas.microsoft.com/office/powerpoint/2010/main" val="393887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2026-10-09T10:12:16Z</dcterms:modified>
</cp:coreProperties>
</file>