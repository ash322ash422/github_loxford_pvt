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xml" ContentType="application/vnd.openxmlformats-officedocument.presentationml.notesSlide+xml"/>
  <Override PartName="/ppt/ink/ink10.xml" ContentType="application/inkml+xml"/>
  <Override PartName="/ppt/notesSlides/notesSlide3.xml" ContentType="application/vnd.openxmlformats-officedocument.presentationml.notesSlide+xml"/>
  <Override PartName="/ppt/ink/ink11.xml" ContentType="application/inkml+xml"/>
  <Override PartName="/ppt/notesSlides/notesSlide4.xml" ContentType="application/vnd.openxmlformats-officedocument.presentationml.notesSlide+xml"/>
  <Override PartName="/ppt/ink/ink12.xml" ContentType="application/inkml+xml"/>
  <Override PartName="/ppt/notesSlides/notesSlide5.xml" ContentType="application/vnd.openxmlformats-officedocument.presentationml.notesSlide+xml"/>
  <Override PartName="/ppt/ink/ink13.xml" ContentType="application/inkml+xml"/>
  <Override PartName="/ppt/notesSlides/notesSlide6.xml" ContentType="application/vnd.openxmlformats-officedocument.presentationml.notesSlide+xml"/>
  <Override PartName="/ppt/ink/ink14.xml" ContentType="application/inkml+xml"/>
  <Override PartName="/ppt/notesSlides/notesSlide7.xml" ContentType="application/vnd.openxmlformats-officedocument.presentationml.notesSlide+xml"/>
  <Override PartName="/ppt/ink/ink15.xml" ContentType="application/inkml+xml"/>
  <Override PartName="/ppt/notesSlides/notesSlide8.xml" ContentType="application/vnd.openxmlformats-officedocument.presentationml.notesSlide+xml"/>
  <Override PartName="/ppt/ink/ink16.xml" ContentType="application/inkml+xml"/>
  <Override PartName="/ppt/notesSlides/notesSlide9.xml" ContentType="application/vnd.openxmlformats-officedocument.presentationml.notesSlide+xml"/>
  <Override PartName="/ppt/ink/ink17.xml" ContentType="application/inkml+xml"/>
  <Override PartName="/ppt/notesSlides/notesSlide10.xml" ContentType="application/vnd.openxmlformats-officedocument.presentationml.notesSlide+xml"/>
  <Override PartName="/ppt/ink/ink18.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567" r:id="rId2"/>
    <p:sldId id="568" r:id="rId3"/>
    <p:sldId id="569" r:id="rId4"/>
    <p:sldId id="599" r:id="rId5"/>
    <p:sldId id="605" r:id="rId6"/>
    <p:sldId id="606" r:id="rId7"/>
    <p:sldId id="570" r:id="rId8"/>
    <p:sldId id="610" r:id="rId9"/>
    <p:sldId id="598" r:id="rId10"/>
    <p:sldId id="572" r:id="rId11"/>
    <p:sldId id="594" r:id="rId12"/>
    <p:sldId id="574" r:id="rId13"/>
    <p:sldId id="602" r:id="rId14"/>
    <p:sldId id="600" r:id="rId15"/>
    <p:sldId id="604" r:id="rId16"/>
    <p:sldId id="608" r:id="rId17"/>
    <p:sldId id="607" r:id="rId18"/>
    <p:sldId id="609" r:id="rId19"/>
    <p:sldId id="575" r:id="rId20"/>
    <p:sldId id="579" r:id="rId21"/>
    <p:sldId id="582" r:id="rId22"/>
    <p:sldId id="576" r:id="rId23"/>
    <p:sldId id="585" r:id="rId24"/>
    <p:sldId id="603" r:id="rId25"/>
    <p:sldId id="590" r:id="rId26"/>
    <p:sldId id="588" r:id="rId27"/>
    <p:sldId id="591" r:id="rId28"/>
    <p:sldId id="584" r:id="rId2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3CBEEB-B054-48AA-995C-80A9183777BF}" v="39" dt="2025-06-01T03:52:33.045"/>
    <p1510:client id="{E739AC72-F1BE-4AD3-B495-8A214C811FC8}" v="27" dt="2025-06-01T13:39:37.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9" autoAdjust="0"/>
    <p:restoredTop sz="94660"/>
  </p:normalViewPr>
  <p:slideViewPr>
    <p:cSldViewPr>
      <p:cViewPr varScale="1">
        <p:scale>
          <a:sx n="143" d="100"/>
          <a:sy n="143" d="100"/>
        </p:scale>
        <p:origin x="606"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ushlendra sisodia" userId="217e2e523c915028" providerId="LiveId" clId="{BD3CBEEB-B054-48AA-995C-80A9183777BF}"/>
    <pc:docChg chg="undo custSel addSld modSld sldOrd">
      <pc:chgData name="kaushlendra sisodia" userId="217e2e523c915028" providerId="LiveId" clId="{BD3CBEEB-B054-48AA-995C-80A9183777BF}" dt="2025-06-01T03:54:36.676" v="2902" actId="2890"/>
      <pc:docMkLst>
        <pc:docMk/>
      </pc:docMkLst>
      <pc:sldChg chg="modSp mod">
        <pc:chgData name="kaushlendra sisodia" userId="217e2e523c915028" providerId="LiveId" clId="{BD3CBEEB-B054-48AA-995C-80A9183777BF}" dt="2025-05-31T03:24:36.858" v="1" actId="108"/>
        <pc:sldMkLst>
          <pc:docMk/>
          <pc:sldMk cId="90094506" sldId="551"/>
        </pc:sldMkLst>
        <pc:spChg chg="mod">
          <ac:chgData name="kaushlendra sisodia" userId="217e2e523c915028" providerId="LiveId" clId="{BD3CBEEB-B054-48AA-995C-80A9183777BF}" dt="2025-05-31T03:24:36.858" v="1" actId="108"/>
          <ac:spMkLst>
            <pc:docMk/>
            <pc:sldMk cId="90094506" sldId="551"/>
            <ac:spMk id="5" creationId="{00000000-0000-0000-0000-000000000000}"/>
          </ac:spMkLst>
        </pc:spChg>
      </pc:sldChg>
      <pc:sldChg chg="modSp mod">
        <pc:chgData name="kaushlendra sisodia" userId="217e2e523c915028" providerId="LiveId" clId="{BD3CBEEB-B054-48AA-995C-80A9183777BF}" dt="2025-05-31T12:06:39.143" v="2698" actId="5793"/>
        <pc:sldMkLst>
          <pc:docMk/>
          <pc:sldMk cId="616969867" sldId="554"/>
        </pc:sldMkLst>
        <pc:spChg chg="mod">
          <ac:chgData name="kaushlendra sisodia" userId="217e2e523c915028" providerId="LiveId" clId="{BD3CBEEB-B054-48AA-995C-80A9183777BF}" dt="2025-05-31T12:06:25.483" v="2694"/>
          <ac:spMkLst>
            <pc:docMk/>
            <pc:sldMk cId="616969867" sldId="554"/>
            <ac:spMk id="4098" creationId="{81C4DE99-8931-7874-1FF8-1F386C464CB6}"/>
          </ac:spMkLst>
        </pc:spChg>
        <pc:spChg chg="mod">
          <ac:chgData name="kaushlendra sisodia" userId="217e2e523c915028" providerId="LiveId" clId="{BD3CBEEB-B054-48AA-995C-80A9183777BF}" dt="2025-05-31T12:06:39.143" v="2698" actId="5793"/>
          <ac:spMkLst>
            <pc:docMk/>
            <pc:sldMk cId="616969867" sldId="554"/>
            <ac:spMk id="21507" creationId="{49BE2D32-5EA3-AB29-8B41-33DCB46DAA23}"/>
          </ac:spMkLst>
        </pc:spChg>
      </pc:sldChg>
      <pc:sldChg chg="addSp modSp add mod">
        <pc:chgData name="kaushlendra sisodia" userId="217e2e523c915028" providerId="LiveId" clId="{BD3CBEEB-B054-48AA-995C-80A9183777BF}" dt="2025-05-31T03:51:44.201" v="59" actId="1076"/>
        <pc:sldMkLst>
          <pc:docMk/>
          <pc:sldMk cId="1624034439" sldId="555"/>
        </pc:sldMkLst>
        <pc:spChg chg="mod">
          <ac:chgData name="kaushlendra sisodia" userId="217e2e523c915028" providerId="LiveId" clId="{BD3CBEEB-B054-48AA-995C-80A9183777BF}" dt="2025-05-31T03:45:30.341" v="37" actId="27636"/>
          <ac:spMkLst>
            <pc:docMk/>
            <pc:sldMk cId="1624034439" sldId="555"/>
            <ac:spMk id="4098" creationId="{777244CC-0BA1-4166-951C-97FEFCA8EF33}"/>
          </ac:spMkLst>
        </pc:spChg>
        <pc:spChg chg="mod">
          <ac:chgData name="kaushlendra sisodia" userId="217e2e523c915028" providerId="LiveId" clId="{BD3CBEEB-B054-48AA-995C-80A9183777BF}" dt="2025-05-31T03:51:20.898" v="55" actId="27636"/>
          <ac:spMkLst>
            <pc:docMk/>
            <pc:sldMk cId="1624034439" sldId="555"/>
            <ac:spMk id="21507" creationId="{6BBA99BD-BB3F-677C-16A6-266A31263EA3}"/>
          </ac:spMkLst>
        </pc:spChg>
        <pc:picChg chg="add mod">
          <ac:chgData name="kaushlendra sisodia" userId="217e2e523c915028" providerId="LiveId" clId="{BD3CBEEB-B054-48AA-995C-80A9183777BF}" dt="2025-05-31T03:51:44.201" v="59" actId="1076"/>
          <ac:picMkLst>
            <pc:docMk/>
            <pc:sldMk cId="1624034439" sldId="555"/>
            <ac:picMk id="3" creationId="{F650D83C-C3DC-3288-41FA-BA574377D54C}"/>
          </ac:picMkLst>
        </pc:picChg>
      </pc:sldChg>
      <pc:sldChg chg="addSp delSp modSp add mod">
        <pc:chgData name="kaushlendra sisodia" userId="217e2e523c915028" providerId="LiveId" clId="{BD3CBEEB-B054-48AA-995C-80A9183777BF}" dt="2025-05-31T05:50:35.135" v="78" actId="1076"/>
        <pc:sldMkLst>
          <pc:docMk/>
          <pc:sldMk cId="4139983500" sldId="556"/>
        </pc:sldMkLst>
        <pc:spChg chg="add del mod">
          <ac:chgData name="kaushlendra sisodia" userId="217e2e523c915028" providerId="LiveId" clId="{BD3CBEEB-B054-48AA-995C-80A9183777BF}" dt="2025-05-31T05:49:44.753" v="62" actId="22"/>
          <ac:spMkLst>
            <pc:docMk/>
            <pc:sldMk cId="4139983500" sldId="556"/>
            <ac:spMk id="3" creationId="{DEF45498-95AE-1A07-720A-93B1F89FACD5}"/>
          </ac:spMkLst>
        </pc:spChg>
        <pc:spChg chg="add mod">
          <ac:chgData name="kaushlendra sisodia" userId="217e2e523c915028" providerId="LiveId" clId="{BD3CBEEB-B054-48AA-995C-80A9183777BF}" dt="2025-05-31T05:50:35.135" v="78" actId="1076"/>
          <ac:spMkLst>
            <pc:docMk/>
            <pc:sldMk cId="4139983500" sldId="556"/>
            <ac:spMk id="7" creationId="{D9FD818F-4EEE-3EBA-3EAE-535D7BE7AF31}"/>
          </ac:spMkLst>
        </pc:spChg>
        <pc:spChg chg="mod">
          <ac:chgData name="kaushlendra sisodia" userId="217e2e523c915028" providerId="LiveId" clId="{BD3CBEEB-B054-48AA-995C-80A9183777BF}" dt="2025-05-31T05:50:15.043" v="73" actId="1076"/>
          <ac:spMkLst>
            <pc:docMk/>
            <pc:sldMk cId="4139983500" sldId="556"/>
            <ac:spMk id="4098" creationId="{5544D0DD-37FF-DF18-7862-9F69D9128690}"/>
          </ac:spMkLst>
        </pc:spChg>
        <pc:spChg chg="del">
          <ac:chgData name="kaushlendra sisodia" userId="217e2e523c915028" providerId="LiveId" clId="{BD3CBEEB-B054-48AA-995C-80A9183777BF}" dt="2025-05-31T05:49:42.132" v="61" actId="478"/>
          <ac:spMkLst>
            <pc:docMk/>
            <pc:sldMk cId="4139983500" sldId="556"/>
            <ac:spMk id="21507" creationId="{DFB34D02-A1DA-B586-6BB7-2EAF2116E454}"/>
          </ac:spMkLst>
        </pc:spChg>
        <pc:picChg chg="add del mod ord">
          <ac:chgData name="kaushlendra sisodia" userId="217e2e523c915028" providerId="LiveId" clId="{BD3CBEEB-B054-48AA-995C-80A9183777BF}" dt="2025-05-31T05:49:51.720" v="65" actId="478"/>
          <ac:picMkLst>
            <pc:docMk/>
            <pc:sldMk cId="4139983500" sldId="556"/>
            <ac:picMk id="5" creationId="{7E94B5E6-1E8A-9D12-F8CD-3B12EBBC6033}"/>
          </ac:picMkLst>
        </pc:picChg>
        <pc:picChg chg="add mod ord">
          <ac:chgData name="kaushlendra sisodia" userId="217e2e523c915028" providerId="LiveId" clId="{BD3CBEEB-B054-48AA-995C-80A9183777BF}" dt="2025-05-31T05:50:29.216" v="76" actId="167"/>
          <ac:picMkLst>
            <pc:docMk/>
            <pc:sldMk cId="4139983500" sldId="556"/>
            <ac:picMk id="9" creationId="{E7B2CFEE-24FD-7414-CFB6-CFC37AE2E9C4}"/>
          </ac:picMkLst>
        </pc:picChg>
      </pc:sldChg>
      <pc:sldChg chg="addSp delSp modSp add mod">
        <pc:chgData name="kaushlendra sisodia" userId="217e2e523c915028" providerId="LiveId" clId="{BD3CBEEB-B054-48AA-995C-80A9183777BF}" dt="2025-05-31T05:53:35.448" v="121" actId="14100"/>
        <pc:sldMkLst>
          <pc:docMk/>
          <pc:sldMk cId="1961263966" sldId="557"/>
        </pc:sldMkLst>
        <pc:spChg chg="del">
          <ac:chgData name="kaushlendra sisodia" userId="217e2e523c915028" providerId="LiveId" clId="{BD3CBEEB-B054-48AA-995C-80A9183777BF}" dt="2025-05-31T05:53:28.462" v="118" actId="478"/>
          <ac:spMkLst>
            <pc:docMk/>
            <pc:sldMk cId="1961263966" sldId="557"/>
            <ac:spMk id="7" creationId="{A9E0B6B2-61D9-8538-936E-1F21CAF460F4}"/>
          </ac:spMkLst>
        </pc:spChg>
        <pc:spChg chg="mod">
          <ac:chgData name="kaushlendra sisodia" userId="217e2e523c915028" providerId="LiveId" clId="{BD3CBEEB-B054-48AA-995C-80A9183777BF}" dt="2025-05-31T05:53:06.613" v="116" actId="27636"/>
          <ac:spMkLst>
            <pc:docMk/>
            <pc:sldMk cId="1961263966" sldId="557"/>
            <ac:spMk id="4098" creationId="{3AFE1470-F51D-0824-E8D5-287DC8DB61CA}"/>
          </ac:spMkLst>
        </pc:spChg>
        <pc:picChg chg="add mod">
          <ac:chgData name="kaushlendra sisodia" userId="217e2e523c915028" providerId="LiveId" clId="{BD3CBEEB-B054-48AA-995C-80A9183777BF}" dt="2025-05-31T05:53:35.448" v="121" actId="14100"/>
          <ac:picMkLst>
            <pc:docMk/>
            <pc:sldMk cId="1961263966" sldId="557"/>
            <ac:picMk id="3" creationId="{A3DAD761-BF95-59C5-6FBD-847B9E5212E9}"/>
          </ac:picMkLst>
        </pc:picChg>
        <pc:picChg chg="del">
          <ac:chgData name="kaushlendra sisodia" userId="217e2e523c915028" providerId="LiveId" clId="{BD3CBEEB-B054-48AA-995C-80A9183777BF}" dt="2025-05-31T05:52:41.713" v="80" actId="478"/>
          <ac:picMkLst>
            <pc:docMk/>
            <pc:sldMk cId="1961263966" sldId="557"/>
            <ac:picMk id="9" creationId="{94B39250-1FDD-8894-A574-59FE2370D73A}"/>
          </ac:picMkLst>
        </pc:picChg>
      </pc:sldChg>
      <pc:sldChg chg="addSp delSp modSp add mod">
        <pc:chgData name="kaushlendra sisodia" userId="217e2e523c915028" providerId="LiveId" clId="{BD3CBEEB-B054-48AA-995C-80A9183777BF}" dt="2025-05-31T06:16:34.243" v="268" actId="1076"/>
        <pc:sldMkLst>
          <pc:docMk/>
          <pc:sldMk cId="553718394" sldId="558"/>
        </pc:sldMkLst>
        <pc:spChg chg="add mod">
          <ac:chgData name="kaushlendra sisodia" userId="217e2e523c915028" providerId="LiveId" clId="{BD3CBEEB-B054-48AA-995C-80A9183777BF}" dt="2025-05-31T06:16:31.921" v="267" actId="1076"/>
          <ac:spMkLst>
            <pc:docMk/>
            <pc:sldMk cId="553718394" sldId="558"/>
            <ac:spMk id="6" creationId="{1665DD83-2D44-8B3A-82C0-34027D6B07CF}"/>
          </ac:spMkLst>
        </pc:spChg>
        <pc:spChg chg="mod">
          <ac:chgData name="kaushlendra sisodia" userId="217e2e523c915028" providerId="LiveId" clId="{BD3CBEEB-B054-48AA-995C-80A9183777BF}" dt="2025-05-31T06:16:34.243" v="268" actId="1076"/>
          <ac:spMkLst>
            <pc:docMk/>
            <pc:sldMk cId="553718394" sldId="558"/>
            <ac:spMk id="4098" creationId="{B4E00EEE-90DA-27E9-26E8-91B5B13EEF82}"/>
          </ac:spMkLst>
        </pc:spChg>
        <pc:picChg chg="del">
          <ac:chgData name="kaushlendra sisodia" userId="217e2e523c915028" providerId="LiveId" clId="{BD3CBEEB-B054-48AA-995C-80A9183777BF}" dt="2025-05-31T05:54:14.973" v="159" actId="478"/>
          <ac:picMkLst>
            <pc:docMk/>
            <pc:sldMk cId="553718394" sldId="558"/>
            <ac:picMk id="3" creationId="{0D8FF64B-45E7-5A9C-E271-EF537FFFB835}"/>
          </ac:picMkLst>
        </pc:picChg>
        <pc:picChg chg="add del mod">
          <ac:chgData name="kaushlendra sisodia" userId="217e2e523c915028" providerId="LiveId" clId="{BD3CBEEB-B054-48AA-995C-80A9183777BF}" dt="2025-05-31T06:06:47.784" v="227" actId="478"/>
          <ac:picMkLst>
            <pc:docMk/>
            <pc:sldMk cId="553718394" sldId="558"/>
            <ac:picMk id="4" creationId="{9D639D7A-B27A-6476-B2D6-569DA482EA34}"/>
          </ac:picMkLst>
        </pc:picChg>
      </pc:sldChg>
      <pc:sldChg chg="addSp delSp modSp add mod">
        <pc:chgData name="kaushlendra sisodia" userId="217e2e523c915028" providerId="LiveId" clId="{BD3CBEEB-B054-48AA-995C-80A9183777BF}" dt="2025-05-31T06:21:37.393" v="340" actId="15"/>
        <pc:sldMkLst>
          <pc:docMk/>
          <pc:sldMk cId="1588330745" sldId="559"/>
        </pc:sldMkLst>
        <pc:spChg chg="add mod">
          <ac:chgData name="kaushlendra sisodia" userId="217e2e523c915028" providerId="LiveId" clId="{BD3CBEEB-B054-48AA-995C-80A9183777BF}" dt="2025-05-31T06:21:37.393" v="340" actId="15"/>
          <ac:spMkLst>
            <pc:docMk/>
            <pc:sldMk cId="1588330745" sldId="559"/>
            <ac:spMk id="6" creationId="{25E53EC4-4033-AC60-C774-286F5868A3A1}"/>
          </ac:spMkLst>
        </pc:spChg>
        <pc:spChg chg="mod">
          <ac:chgData name="kaushlendra sisodia" userId="217e2e523c915028" providerId="LiveId" clId="{BD3CBEEB-B054-48AA-995C-80A9183777BF}" dt="2025-05-31T05:55:08.906" v="183" actId="20577"/>
          <ac:spMkLst>
            <pc:docMk/>
            <pc:sldMk cId="1588330745" sldId="559"/>
            <ac:spMk id="4098" creationId="{677C0B03-1C70-20C3-553A-CC234063B6B0}"/>
          </ac:spMkLst>
        </pc:spChg>
        <pc:picChg chg="add del mod">
          <ac:chgData name="kaushlendra sisodia" userId="217e2e523c915028" providerId="LiveId" clId="{BD3CBEEB-B054-48AA-995C-80A9183777BF}" dt="2025-05-31T06:16:42.093" v="269" actId="478"/>
          <ac:picMkLst>
            <pc:docMk/>
            <pc:sldMk cId="1588330745" sldId="559"/>
            <ac:picMk id="3" creationId="{8DF61AEA-C5DB-7880-39D3-445439E0AB73}"/>
          </ac:picMkLst>
        </pc:picChg>
        <pc:picChg chg="del mod">
          <ac:chgData name="kaushlendra sisodia" userId="217e2e523c915028" providerId="LiveId" clId="{BD3CBEEB-B054-48AA-995C-80A9183777BF}" dt="2025-05-31T05:55:10.601" v="185" actId="478"/>
          <ac:picMkLst>
            <pc:docMk/>
            <pc:sldMk cId="1588330745" sldId="559"/>
            <ac:picMk id="4" creationId="{85C21918-5952-5E57-B4F8-8F201991E2A9}"/>
          </ac:picMkLst>
        </pc:picChg>
      </pc:sldChg>
      <pc:sldChg chg="addSp delSp modSp add mod">
        <pc:chgData name="kaushlendra sisodia" userId="217e2e523c915028" providerId="LiveId" clId="{BD3CBEEB-B054-48AA-995C-80A9183777BF}" dt="2025-05-31T05:57:33.469" v="196" actId="1076"/>
        <pc:sldMkLst>
          <pc:docMk/>
          <pc:sldMk cId="1105933305" sldId="560"/>
        </pc:sldMkLst>
        <pc:spChg chg="mod">
          <ac:chgData name="kaushlendra sisodia" userId="217e2e523c915028" providerId="LiveId" clId="{BD3CBEEB-B054-48AA-995C-80A9183777BF}" dt="2025-05-31T05:57:33.469" v="196" actId="1076"/>
          <ac:spMkLst>
            <pc:docMk/>
            <pc:sldMk cId="1105933305" sldId="560"/>
            <ac:spMk id="4098" creationId="{5D81A84F-E167-9636-2F12-0883F8C87052}"/>
          </ac:spMkLst>
        </pc:spChg>
        <pc:picChg chg="del">
          <ac:chgData name="kaushlendra sisodia" userId="217e2e523c915028" providerId="LiveId" clId="{BD3CBEEB-B054-48AA-995C-80A9183777BF}" dt="2025-05-31T05:57:22.129" v="191" actId="478"/>
          <ac:picMkLst>
            <pc:docMk/>
            <pc:sldMk cId="1105933305" sldId="560"/>
            <ac:picMk id="3" creationId="{AC7C59C8-6230-3C4A-B7C3-3B017E9E7E7A}"/>
          </ac:picMkLst>
        </pc:picChg>
        <pc:picChg chg="add mod">
          <ac:chgData name="kaushlendra sisodia" userId="217e2e523c915028" providerId="LiveId" clId="{BD3CBEEB-B054-48AA-995C-80A9183777BF}" dt="2025-05-31T05:57:27.815" v="193" actId="1076"/>
          <ac:picMkLst>
            <pc:docMk/>
            <pc:sldMk cId="1105933305" sldId="560"/>
            <ac:picMk id="4" creationId="{7754B1AF-14AE-1309-BB63-78312BF98071}"/>
          </ac:picMkLst>
        </pc:picChg>
      </pc:sldChg>
      <pc:sldChg chg="addSp delSp modSp add mod">
        <pc:chgData name="kaushlendra sisodia" userId="217e2e523c915028" providerId="LiveId" clId="{BD3CBEEB-B054-48AA-995C-80A9183777BF}" dt="2025-05-31T08:12:09.836" v="851" actId="27636"/>
        <pc:sldMkLst>
          <pc:docMk/>
          <pc:sldMk cId="2408731666" sldId="561"/>
        </pc:sldMkLst>
        <pc:spChg chg="add mod">
          <ac:chgData name="kaushlendra sisodia" userId="217e2e523c915028" providerId="LiveId" clId="{BD3CBEEB-B054-48AA-995C-80A9183777BF}" dt="2025-05-31T08:12:09.836" v="851" actId="27636"/>
          <ac:spMkLst>
            <pc:docMk/>
            <pc:sldMk cId="2408731666" sldId="561"/>
            <ac:spMk id="5" creationId="{21983F12-B4ED-3498-D7DD-380CE5EE311E}"/>
          </ac:spMkLst>
        </pc:spChg>
        <pc:spChg chg="mod">
          <ac:chgData name="kaushlendra sisodia" userId="217e2e523c915028" providerId="LiveId" clId="{BD3CBEEB-B054-48AA-995C-80A9183777BF}" dt="2025-05-31T05:58:11.484" v="203" actId="1076"/>
          <ac:spMkLst>
            <pc:docMk/>
            <pc:sldMk cId="2408731666" sldId="561"/>
            <ac:spMk id="4098" creationId="{1ABFF56C-27A0-987C-E18A-47372C78B068}"/>
          </ac:spMkLst>
        </pc:spChg>
        <pc:picChg chg="add del mod">
          <ac:chgData name="kaushlendra sisodia" userId="217e2e523c915028" providerId="LiveId" clId="{BD3CBEEB-B054-48AA-995C-80A9183777BF}" dt="2025-05-31T08:04:17.449" v="341" actId="478"/>
          <ac:picMkLst>
            <pc:docMk/>
            <pc:sldMk cId="2408731666" sldId="561"/>
            <ac:picMk id="3" creationId="{291A52DC-7E8A-AA67-CA30-81AFECF0A02B}"/>
          </ac:picMkLst>
        </pc:picChg>
        <pc:picChg chg="del">
          <ac:chgData name="kaushlendra sisodia" userId="217e2e523c915028" providerId="LiveId" clId="{BD3CBEEB-B054-48AA-995C-80A9183777BF}" dt="2025-05-31T05:57:48.532" v="198" actId="478"/>
          <ac:picMkLst>
            <pc:docMk/>
            <pc:sldMk cId="2408731666" sldId="561"/>
            <ac:picMk id="4" creationId="{50365882-64A8-58FF-D73A-7C1C96449415}"/>
          </ac:picMkLst>
        </pc:picChg>
      </pc:sldChg>
      <pc:sldChg chg="addSp delSp modSp add mod">
        <pc:chgData name="kaushlendra sisodia" userId="217e2e523c915028" providerId="LiveId" clId="{BD3CBEEB-B054-48AA-995C-80A9183777BF}" dt="2025-05-31T08:19:26.024" v="1186" actId="14100"/>
        <pc:sldMkLst>
          <pc:docMk/>
          <pc:sldMk cId="3628543741" sldId="562"/>
        </pc:sldMkLst>
        <pc:spChg chg="add del mod">
          <ac:chgData name="kaushlendra sisodia" userId="217e2e523c915028" providerId="LiveId" clId="{BD3CBEEB-B054-48AA-995C-80A9183777BF}" dt="2025-05-31T08:19:18.307" v="1183" actId="22"/>
          <ac:spMkLst>
            <pc:docMk/>
            <pc:sldMk cId="3628543741" sldId="562"/>
            <ac:spMk id="5" creationId="{66DD8F4F-D1D8-7113-72A3-EF3AB853BDA8}"/>
          </ac:spMkLst>
        </pc:spChg>
        <pc:spChg chg="mod">
          <ac:chgData name="kaushlendra sisodia" userId="217e2e523c915028" providerId="LiveId" clId="{BD3CBEEB-B054-48AA-995C-80A9183777BF}" dt="2025-05-31T05:58:35.125" v="216" actId="20577"/>
          <ac:spMkLst>
            <pc:docMk/>
            <pc:sldMk cId="3628543741" sldId="562"/>
            <ac:spMk id="4098" creationId="{7073FBE7-EE08-0607-28EA-08DBAF8B2998}"/>
          </ac:spMkLst>
        </pc:spChg>
        <pc:picChg chg="del">
          <ac:chgData name="kaushlendra sisodia" userId="217e2e523c915028" providerId="LiveId" clId="{BD3CBEEB-B054-48AA-995C-80A9183777BF}" dt="2025-05-31T05:58:37.172" v="217" actId="478"/>
          <ac:picMkLst>
            <pc:docMk/>
            <pc:sldMk cId="3628543741" sldId="562"/>
            <ac:picMk id="3" creationId="{47169322-FBFF-3B73-1311-750E71A7416F}"/>
          </ac:picMkLst>
        </pc:picChg>
        <pc:picChg chg="add del mod">
          <ac:chgData name="kaushlendra sisodia" userId="217e2e523c915028" providerId="LiveId" clId="{BD3CBEEB-B054-48AA-995C-80A9183777BF}" dt="2025-05-31T05:59:23.988" v="222" actId="478"/>
          <ac:picMkLst>
            <pc:docMk/>
            <pc:sldMk cId="3628543741" sldId="562"/>
            <ac:picMk id="4" creationId="{3C8D98FD-6DD1-9F5C-8E2D-A83C71718A18}"/>
          </ac:picMkLst>
        </pc:picChg>
        <pc:picChg chg="add mod ord">
          <ac:chgData name="kaushlendra sisodia" userId="217e2e523c915028" providerId="LiveId" clId="{BD3CBEEB-B054-48AA-995C-80A9183777BF}" dt="2025-05-31T08:19:26.024" v="1186" actId="14100"/>
          <ac:picMkLst>
            <pc:docMk/>
            <pc:sldMk cId="3628543741" sldId="562"/>
            <ac:picMk id="7" creationId="{A358F198-5BDC-B63C-4283-2E6CC7C2C872}"/>
          </ac:picMkLst>
        </pc:picChg>
      </pc:sldChg>
      <pc:sldChg chg="modSp add mod">
        <pc:chgData name="kaushlendra sisodia" userId="217e2e523c915028" providerId="LiveId" clId="{BD3CBEEB-B054-48AA-995C-80A9183777BF}" dt="2025-05-31T08:18:40.477" v="1182" actId="207"/>
        <pc:sldMkLst>
          <pc:docMk/>
          <pc:sldMk cId="1694372464" sldId="563"/>
        </pc:sldMkLst>
        <pc:spChg chg="mod">
          <ac:chgData name="kaushlendra sisodia" userId="217e2e523c915028" providerId="LiveId" clId="{BD3CBEEB-B054-48AA-995C-80A9183777BF}" dt="2025-05-31T08:18:40.477" v="1182" actId="207"/>
          <ac:spMkLst>
            <pc:docMk/>
            <pc:sldMk cId="1694372464" sldId="563"/>
            <ac:spMk id="5" creationId="{8D103A6A-3DCC-1FCA-4B98-0A7B9CC7479A}"/>
          </ac:spMkLst>
        </pc:spChg>
        <pc:spChg chg="mod">
          <ac:chgData name="kaushlendra sisodia" userId="217e2e523c915028" providerId="LiveId" clId="{BD3CBEEB-B054-48AA-995C-80A9183777BF}" dt="2025-05-31T08:12:36.577" v="865" actId="20577"/>
          <ac:spMkLst>
            <pc:docMk/>
            <pc:sldMk cId="1694372464" sldId="563"/>
            <ac:spMk id="4098" creationId="{7B28AD91-0508-349D-FB8F-5EB78F22E48B}"/>
          </ac:spMkLst>
        </pc:spChg>
      </pc:sldChg>
      <pc:sldChg chg="addSp delSp modSp add mod">
        <pc:chgData name="kaushlendra sisodia" userId="217e2e523c915028" providerId="LiveId" clId="{BD3CBEEB-B054-48AA-995C-80A9183777BF}" dt="2025-05-31T08:20:37.720" v="1245" actId="6549"/>
        <pc:sldMkLst>
          <pc:docMk/>
          <pc:sldMk cId="2129032167" sldId="564"/>
        </pc:sldMkLst>
        <pc:spChg chg="add mod">
          <ac:chgData name="kaushlendra sisodia" userId="217e2e523c915028" providerId="LiveId" clId="{BD3CBEEB-B054-48AA-995C-80A9183777BF}" dt="2025-05-31T08:19:45.054" v="1188" actId="478"/>
          <ac:spMkLst>
            <pc:docMk/>
            <pc:sldMk cId="2129032167" sldId="564"/>
            <ac:spMk id="3" creationId="{3E81C002-2E37-429B-45D4-4BBB81FB551C}"/>
          </ac:spMkLst>
        </pc:spChg>
        <pc:spChg chg="mod">
          <ac:chgData name="kaushlendra sisodia" userId="217e2e523c915028" providerId="LiveId" clId="{BD3CBEEB-B054-48AA-995C-80A9183777BF}" dt="2025-05-31T08:20:37.720" v="1245" actId="6549"/>
          <ac:spMkLst>
            <pc:docMk/>
            <pc:sldMk cId="2129032167" sldId="564"/>
            <ac:spMk id="4098" creationId="{5E0E2ACE-DA61-2456-15EB-17B1F217EAC0}"/>
          </ac:spMkLst>
        </pc:spChg>
        <pc:picChg chg="add mod">
          <ac:chgData name="kaushlendra sisodia" userId="217e2e523c915028" providerId="LiveId" clId="{BD3CBEEB-B054-48AA-995C-80A9183777BF}" dt="2025-05-31T08:19:53.548" v="1192" actId="1076"/>
          <ac:picMkLst>
            <pc:docMk/>
            <pc:sldMk cId="2129032167" sldId="564"/>
            <ac:picMk id="5" creationId="{E7AA0AE7-6A9F-BCB2-B109-B2F6E549133A}"/>
          </ac:picMkLst>
        </pc:picChg>
        <pc:picChg chg="del">
          <ac:chgData name="kaushlendra sisodia" userId="217e2e523c915028" providerId="LiveId" clId="{BD3CBEEB-B054-48AA-995C-80A9183777BF}" dt="2025-05-31T08:19:45.054" v="1188" actId="478"/>
          <ac:picMkLst>
            <pc:docMk/>
            <pc:sldMk cId="2129032167" sldId="564"/>
            <ac:picMk id="7" creationId="{8F7D372D-B742-D105-6983-2D70B0100D1D}"/>
          </ac:picMkLst>
        </pc:picChg>
      </pc:sldChg>
      <pc:sldChg chg="delSp modSp add mod">
        <pc:chgData name="kaushlendra sisodia" userId="217e2e523c915028" providerId="LiveId" clId="{BD3CBEEB-B054-48AA-995C-80A9183777BF}" dt="2025-05-31T08:30:33.504" v="1296" actId="27636"/>
        <pc:sldMkLst>
          <pc:docMk/>
          <pc:sldMk cId="728102325" sldId="565"/>
        </pc:sldMkLst>
        <pc:spChg chg="mod">
          <ac:chgData name="kaushlendra sisodia" userId="217e2e523c915028" providerId="LiveId" clId="{BD3CBEEB-B054-48AA-995C-80A9183777BF}" dt="2025-05-31T08:30:33.504" v="1296" actId="27636"/>
          <ac:spMkLst>
            <pc:docMk/>
            <pc:sldMk cId="728102325" sldId="565"/>
            <ac:spMk id="3" creationId="{486145D0-9071-C66F-D06F-BB815DC61026}"/>
          </ac:spMkLst>
        </pc:spChg>
        <pc:spChg chg="mod">
          <ac:chgData name="kaushlendra sisodia" userId="217e2e523c915028" providerId="LiveId" clId="{BD3CBEEB-B054-48AA-995C-80A9183777BF}" dt="2025-05-31T08:29:06.708" v="1282" actId="20577"/>
          <ac:spMkLst>
            <pc:docMk/>
            <pc:sldMk cId="728102325" sldId="565"/>
            <ac:spMk id="4098" creationId="{60BBE2FF-610E-20EC-F5DC-48FBF13D5968}"/>
          </ac:spMkLst>
        </pc:spChg>
        <pc:picChg chg="del">
          <ac:chgData name="kaushlendra sisodia" userId="217e2e523c915028" providerId="LiveId" clId="{BD3CBEEB-B054-48AA-995C-80A9183777BF}" dt="2025-05-31T08:21:05.231" v="1247" actId="478"/>
          <ac:picMkLst>
            <pc:docMk/>
            <pc:sldMk cId="728102325" sldId="565"/>
            <ac:picMk id="5" creationId="{B4BEA598-C084-F804-F437-E3CF436D5644}"/>
          </ac:picMkLst>
        </pc:picChg>
      </pc:sldChg>
      <pc:sldChg chg="modSp add mod">
        <pc:chgData name="kaushlendra sisodia" userId="217e2e523c915028" providerId="LiveId" clId="{BD3CBEEB-B054-48AA-995C-80A9183777BF}" dt="2025-05-31T10:10:32.515" v="1643" actId="5793"/>
        <pc:sldMkLst>
          <pc:docMk/>
          <pc:sldMk cId="1845260161" sldId="566"/>
        </pc:sldMkLst>
        <pc:spChg chg="mod">
          <ac:chgData name="kaushlendra sisodia" userId="217e2e523c915028" providerId="LiveId" clId="{BD3CBEEB-B054-48AA-995C-80A9183777BF}" dt="2025-05-31T10:10:32.515" v="1643" actId="5793"/>
          <ac:spMkLst>
            <pc:docMk/>
            <pc:sldMk cId="1845260161" sldId="566"/>
            <ac:spMk id="3" creationId="{1E895E7C-F905-CFCF-0065-1FA932E26361}"/>
          </ac:spMkLst>
        </pc:spChg>
        <pc:spChg chg="mod">
          <ac:chgData name="kaushlendra sisodia" userId="217e2e523c915028" providerId="LiveId" clId="{BD3CBEEB-B054-48AA-995C-80A9183777BF}" dt="2025-05-31T10:05:36.335" v="1316" actId="20577"/>
          <ac:spMkLst>
            <pc:docMk/>
            <pc:sldMk cId="1845260161" sldId="566"/>
            <ac:spMk id="4098" creationId="{40A3C795-0736-66D5-BF24-A579C603856A}"/>
          </ac:spMkLst>
        </pc:spChg>
      </pc:sldChg>
      <pc:sldChg chg="addSp delSp modSp add mod">
        <pc:chgData name="kaushlendra sisodia" userId="217e2e523c915028" providerId="LiveId" clId="{BD3CBEEB-B054-48AA-995C-80A9183777BF}" dt="2025-05-31T10:11:29.852" v="1648" actId="1076"/>
        <pc:sldMkLst>
          <pc:docMk/>
          <pc:sldMk cId="2509827430" sldId="567"/>
        </pc:sldMkLst>
        <pc:spChg chg="del">
          <ac:chgData name="kaushlendra sisodia" userId="217e2e523c915028" providerId="LiveId" clId="{BD3CBEEB-B054-48AA-995C-80A9183777BF}" dt="2025-05-31T10:11:22.379" v="1645" actId="478"/>
          <ac:spMkLst>
            <pc:docMk/>
            <pc:sldMk cId="2509827430" sldId="567"/>
            <ac:spMk id="3" creationId="{8A1EA8AF-D81C-797D-3E44-7C3786CF45BE}"/>
          </ac:spMkLst>
        </pc:spChg>
        <pc:spChg chg="add mod">
          <ac:chgData name="kaushlendra sisodia" userId="217e2e523c915028" providerId="LiveId" clId="{BD3CBEEB-B054-48AA-995C-80A9183777BF}" dt="2025-05-31T10:11:22.379" v="1645" actId="478"/>
          <ac:spMkLst>
            <pc:docMk/>
            <pc:sldMk cId="2509827430" sldId="567"/>
            <ac:spMk id="4" creationId="{44EC0A6C-87BC-BB1F-BEE1-6BD21AA9DAA9}"/>
          </ac:spMkLst>
        </pc:spChg>
        <pc:picChg chg="add mod">
          <ac:chgData name="kaushlendra sisodia" userId="217e2e523c915028" providerId="LiveId" clId="{BD3CBEEB-B054-48AA-995C-80A9183777BF}" dt="2025-05-31T10:11:29.852" v="1648" actId="1076"/>
          <ac:picMkLst>
            <pc:docMk/>
            <pc:sldMk cId="2509827430" sldId="567"/>
            <ac:picMk id="6" creationId="{6DC97415-1FCC-129B-E527-130CF7ECDAFF}"/>
          </ac:picMkLst>
        </pc:picChg>
      </pc:sldChg>
      <pc:sldChg chg="modSp add mod ord">
        <pc:chgData name="kaushlendra sisodia" userId="217e2e523c915028" providerId="LiveId" clId="{BD3CBEEB-B054-48AA-995C-80A9183777BF}" dt="2025-05-31T10:24:22.005" v="2240" actId="5793"/>
        <pc:sldMkLst>
          <pc:docMk/>
          <pc:sldMk cId="1957890295" sldId="568"/>
        </pc:sldMkLst>
        <pc:spChg chg="mod">
          <ac:chgData name="kaushlendra sisodia" userId="217e2e523c915028" providerId="LiveId" clId="{BD3CBEEB-B054-48AA-995C-80A9183777BF}" dt="2025-05-31T10:24:22.005" v="2240" actId="5793"/>
          <ac:spMkLst>
            <pc:docMk/>
            <pc:sldMk cId="1957890295" sldId="568"/>
            <ac:spMk id="3" creationId="{14F2D2C9-F66F-FECE-3A21-6A341F7DE736}"/>
          </ac:spMkLst>
        </pc:spChg>
        <pc:spChg chg="mod">
          <ac:chgData name="kaushlendra sisodia" userId="217e2e523c915028" providerId="LiveId" clId="{BD3CBEEB-B054-48AA-995C-80A9183777BF}" dt="2025-05-31T10:12:14.257" v="1673" actId="313"/>
          <ac:spMkLst>
            <pc:docMk/>
            <pc:sldMk cId="1957890295" sldId="568"/>
            <ac:spMk id="4098" creationId="{F5926C02-0D84-FD1A-33AB-1C87E8771D56}"/>
          </ac:spMkLst>
        </pc:spChg>
      </pc:sldChg>
      <pc:sldChg chg="modSp add mod">
        <pc:chgData name="kaushlendra sisodia" userId="217e2e523c915028" providerId="LiveId" clId="{BD3CBEEB-B054-48AA-995C-80A9183777BF}" dt="2025-05-31T10:28:57.948" v="2524" actId="20577"/>
        <pc:sldMkLst>
          <pc:docMk/>
          <pc:sldMk cId="3299074063" sldId="569"/>
        </pc:sldMkLst>
        <pc:spChg chg="mod">
          <ac:chgData name="kaushlendra sisodia" userId="217e2e523c915028" providerId="LiveId" clId="{BD3CBEEB-B054-48AA-995C-80A9183777BF}" dt="2025-05-31T10:28:57.948" v="2524" actId="20577"/>
          <ac:spMkLst>
            <pc:docMk/>
            <pc:sldMk cId="3299074063" sldId="569"/>
            <ac:spMk id="3" creationId="{4DB18EDF-479F-4190-76AD-D548757A5246}"/>
          </ac:spMkLst>
        </pc:spChg>
      </pc:sldChg>
      <pc:sldChg chg="addSp modSp add mod">
        <pc:chgData name="kaushlendra sisodia" userId="217e2e523c915028" providerId="LiveId" clId="{BD3CBEEB-B054-48AA-995C-80A9183777BF}" dt="2025-05-31T10:32:25.450" v="2571" actId="1076"/>
        <pc:sldMkLst>
          <pc:docMk/>
          <pc:sldMk cId="4285376568" sldId="570"/>
        </pc:sldMkLst>
        <pc:spChg chg="mod">
          <ac:chgData name="kaushlendra sisodia" userId="217e2e523c915028" providerId="LiveId" clId="{BD3CBEEB-B054-48AA-995C-80A9183777BF}" dt="2025-05-31T10:32:04.382" v="2569" actId="27636"/>
          <ac:spMkLst>
            <pc:docMk/>
            <pc:sldMk cId="4285376568" sldId="570"/>
            <ac:spMk id="3" creationId="{F182AA4C-613F-5033-3807-76E5832E3488}"/>
          </ac:spMkLst>
        </pc:spChg>
        <pc:spChg chg="mod">
          <ac:chgData name="kaushlendra sisodia" userId="217e2e523c915028" providerId="LiveId" clId="{BD3CBEEB-B054-48AA-995C-80A9183777BF}" dt="2025-05-31T10:30:24.628" v="2532"/>
          <ac:spMkLst>
            <pc:docMk/>
            <pc:sldMk cId="4285376568" sldId="570"/>
            <ac:spMk id="4098" creationId="{33B1F73F-02A9-A8B0-8F1F-88FB5A1A13F5}"/>
          </ac:spMkLst>
        </pc:spChg>
        <pc:picChg chg="add mod">
          <ac:chgData name="kaushlendra sisodia" userId="217e2e523c915028" providerId="LiveId" clId="{BD3CBEEB-B054-48AA-995C-80A9183777BF}" dt="2025-05-31T10:32:25.450" v="2571" actId="1076"/>
          <ac:picMkLst>
            <pc:docMk/>
            <pc:sldMk cId="4285376568" sldId="570"/>
            <ac:picMk id="4" creationId="{80437770-FD8D-729D-AEF5-E0D9C4F9CC2C}"/>
          </ac:picMkLst>
        </pc:picChg>
      </pc:sldChg>
      <pc:sldChg chg="addSp delSp modSp add mod">
        <pc:chgData name="kaushlendra sisodia" userId="217e2e523c915028" providerId="LiveId" clId="{BD3CBEEB-B054-48AA-995C-80A9183777BF}" dt="2025-05-31T10:33:55.038" v="2578" actId="14100"/>
        <pc:sldMkLst>
          <pc:docMk/>
          <pc:sldMk cId="1568187147" sldId="571"/>
        </pc:sldMkLst>
        <pc:spChg chg="del">
          <ac:chgData name="kaushlendra sisodia" userId="217e2e523c915028" providerId="LiveId" clId="{BD3CBEEB-B054-48AA-995C-80A9183777BF}" dt="2025-05-31T10:33:42.391" v="2573" actId="478"/>
          <ac:spMkLst>
            <pc:docMk/>
            <pc:sldMk cId="1568187147" sldId="571"/>
            <ac:spMk id="3" creationId="{E4E3F0D9-1C47-08E2-09E1-2D903D871542}"/>
          </ac:spMkLst>
        </pc:spChg>
        <pc:spChg chg="add del mod">
          <ac:chgData name="kaushlendra sisodia" userId="217e2e523c915028" providerId="LiveId" clId="{BD3CBEEB-B054-48AA-995C-80A9183777BF}" dt="2025-05-31T10:33:46.078" v="2575" actId="478"/>
          <ac:spMkLst>
            <pc:docMk/>
            <pc:sldMk cId="1568187147" sldId="571"/>
            <ac:spMk id="5" creationId="{B319003D-7A96-836E-BE14-719B522DFEAA}"/>
          </ac:spMkLst>
        </pc:spChg>
        <pc:picChg chg="del">
          <ac:chgData name="kaushlendra sisodia" userId="217e2e523c915028" providerId="LiveId" clId="{BD3CBEEB-B054-48AA-995C-80A9183777BF}" dt="2025-05-31T10:33:43.455" v="2574" actId="478"/>
          <ac:picMkLst>
            <pc:docMk/>
            <pc:sldMk cId="1568187147" sldId="571"/>
            <ac:picMk id="4" creationId="{83F75159-5EF3-FB2A-1632-A57F5514514D}"/>
          </ac:picMkLst>
        </pc:picChg>
        <pc:picChg chg="add mod">
          <ac:chgData name="kaushlendra sisodia" userId="217e2e523c915028" providerId="LiveId" clId="{BD3CBEEB-B054-48AA-995C-80A9183777BF}" dt="2025-05-31T10:33:55.038" v="2578" actId="14100"/>
          <ac:picMkLst>
            <pc:docMk/>
            <pc:sldMk cId="1568187147" sldId="571"/>
            <ac:picMk id="7" creationId="{7078D16B-3F37-79E2-46AB-926BFA861653}"/>
          </ac:picMkLst>
        </pc:picChg>
      </pc:sldChg>
      <pc:sldChg chg="addSp delSp modSp add mod">
        <pc:chgData name="kaushlendra sisodia" userId="217e2e523c915028" providerId="LiveId" clId="{BD3CBEEB-B054-48AA-995C-80A9183777BF}" dt="2025-05-31T10:35:56.962" v="2583" actId="1076"/>
        <pc:sldMkLst>
          <pc:docMk/>
          <pc:sldMk cId="2195185333" sldId="572"/>
        </pc:sldMkLst>
        <pc:picChg chg="add mod">
          <ac:chgData name="kaushlendra sisodia" userId="217e2e523c915028" providerId="LiveId" clId="{BD3CBEEB-B054-48AA-995C-80A9183777BF}" dt="2025-05-31T10:35:56.962" v="2583" actId="1076"/>
          <ac:picMkLst>
            <pc:docMk/>
            <pc:sldMk cId="2195185333" sldId="572"/>
            <ac:picMk id="3" creationId="{7F2E023D-F999-F31F-92C0-111E9C34DBA4}"/>
          </ac:picMkLst>
        </pc:picChg>
        <pc:picChg chg="del">
          <ac:chgData name="kaushlendra sisodia" userId="217e2e523c915028" providerId="LiveId" clId="{BD3CBEEB-B054-48AA-995C-80A9183777BF}" dt="2025-05-31T10:35:50.042" v="2580" actId="478"/>
          <ac:picMkLst>
            <pc:docMk/>
            <pc:sldMk cId="2195185333" sldId="572"/>
            <ac:picMk id="7" creationId="{6E852A60-6847-CDE9-1698-D7420391E5C0}"/>
          </ac:picMkLst>
        </pc:picChg>
      </pc:sldChg>
      <pc:sldChg chg="addSp delSp modSp add mod">
        <pc:chgData name="kaushlendra sisodia" userId="217e2e523c915028" providerId="LiveId" clId="{BD3CBEEB-B054-48AA-995C-80A9183777BF}" dt="2025-05-31T10:41:16.454" v="2614" actId="20577"/>
        <pc:sldMkLst>
          <pc:docMk/>
          <pc:sldMk cId="589297511" sldId="573"/>
        </pc:sldMkLst>
        <pc:spChg chg="add mod">
          <ac:chgData name="kaushlendra sisodia" userId="217e2e523c915028" providerId="LiveId" clId="{BD3CBEEB-B054-48AA-995C-80A9183777BF}" dt="2025-05-31T10:41:16.454" v="2614" actId="20577"/>
          <ac:spMkLst>
            <pc:docMk/>
            <pc:sldMk cId="589297511" sldId="573"/>
            <ac:spMk id="4" creationId="{FA45EB0E-1EC5-BF76-AC27-57AFD92D93BD}"/>
          </ac:spMkLst>
        </pc:spChg>
        <pc:spChg chg="mod">
          <ac:chgData name="kaushlendra sisodia" userId="217e2e523c915028" providerId="LiveId" clId="{BD3CBEEB-B054-48AA-995C-80A9183777BF}" dt="2025-05-31T10:37:34.479" v="2588"/>
          <ac:spMkLst>
            <pc:docMk/>
            <pc:sldMk cId="589297511" sldId="573"/>
            <ac:spMk id="4098" creationId="{964E4E53-DC2E-0834-C012-4B851A95AF9C}"/>
          </ac:spMkLst>
        </pc:spChg>
        <pc:picChg chg="del">
          <ac:chgData name="kaushlendra sisodia" userId="217e2e523c915028" providerId="LiveId" clId="{BD3CBEEB-B054-48AA-995C-80A9183777BF}" dt="2025-05-31T10:37:17.858" v="2585" actId="478"/>
          <ac:picMkLst>
            <pc:docMk/>
            <pc:sldMk cId="589297511" sldId="573"/>
            <ac:picMk id="3" creationId="{79911700-21C3-E243-48C6-727D7075172D}"/>
          </ac:picMkLst>
        </pc:picChg>
      </pc:sldChg>
      <pc:sldChg chg="addSp delSp modSp add mod">
        <pc:chgData name="kaushlendra sisodia" userId="217e2e523c915028" providerId="LiveId" clId="{BD3CBEEB-B054-48AA-995C-80A9183777BF}" dt="2025-05-31T10:41:59.305" v="2620" actId="1076"/>
        <pc:sldMkLst>
          <pc:docMk/>
          <pc:sldMk cId="1402777015" sldId="574"/>
        </pc:sldMkLst>
        <pc:spChg chg="del">
          <ac:chgData name="kaushlendra sisodia" userId="217e2e523c915028" providerId="LiveId" clId="{BD3CBEEB-B054-48AA-995C-80A9183777BF}" dt="2025-05-31T10:41:50.715" v="2616" actId="478"/>
          <ac:spMkLst>
            <pc:docMk/>
            <pc:sldMk cId="1402777015" sldId="574"/>
            <ac:spMk id="4" creationId="{966FC8D1-0E17-5E43-7D45-360D2C039A21}"/>
          </ac:spMkLst>
        </pc:spChg>
        <pc:picChg chg="add mod">
          <ac:chgData name="kaushlendra sisodia" userId="217e2e523c915028" providerId="LiveId" clId="{BD3CBEEB-B054-48AA-995C-80A9183777BF}" dt="2025-05-31T10:41:59.305" v="2620" actId="1076"/>
          <ac:picMkLst>
            <pc:docMk/>
            <pc:sldMk cId="1402777015" sldId="574"/>
            <ac:picMk id="3" creationId="{FE1B6AA9-8A44-AEB5-CC08-17E64DE498DA}"/>
          </ac:picMkLst>
        </pc:picChg>
      </pc:sldChg>
      <pc:sldChg chg="addSp delSp modSp add mod">
        <pc:chgData name="kaushlendra sisodia" userId="217e2e523c915028" providerId="LiveId" clId="{BD3CBEEB-B054-48AA-995C-80A9183777BF}" dt="2025-05-31T10:44:15.902" v="2653" actId="20577"/>
        <pc:sldMkLst>
          <pc:docMk/>
          <pc:sldMk cId="1940612636" sldId="575"/>
        </pc:sldMkLst>
        <pc:spChg chg="add mod">
          <ac:chgData name="kaushlendra sisodia" userId="217e2e523c915028" providerId="LiveId" clId="{BD3CBEEB-B054-48AA-995C-80A9183777BF}" dt="2025-05-31T10:44:15.902" v="2653" actId="20577"/>
          <ac:spMkLst>
            <pc:docMk/>
            <pc:sldMk cId="1940612636" sldId="575"/>
            <ac:spMk id="4" creationId="{F870D7C4-3DC4-33CC-6469-F18FF4B88CF2}"/>
          </ac:spMkLst>
        </pc:spChg>
        <pc:spChg chg="mod">
          <ac:chgData name="kaushlendra sisodia" userId="217e2e523c915028" providerId="LiveId" clId="{BD3CBEEB-B054-48AA-995C-80A9183777BF}" dt="2025-05-31T10:42:41.600" v="2627" actId="20577"/>
          <ac:spMkLst>
            <pc:docMk/>
            <pc:sldMk cId="1940612636" sldId="575"/>
            <ac:spMk id="4098" creationId="{69D40443-D462-A1EF-2F12-5BBEAD9E3CE2}"/>
          </ac:spMkLst>
        </pc:spChg>
        <pc:picChg chg="del">
          <ac:chgData name="kaushlendra sisodia" userId="217e2e523c915028" providerId="LiveId" clId="{BD3CBEEB-B054-48AA-995C-80A9183777BF}" dt="2025-05-31T10:42:26.920" v="2622" actId="478"/>
          <ac:picMkLst>
            <pc:docMk/>
            <pc:sldMk cId="1940612636" sldId="575"/>
            <ac:picMk id="3" creationId="{4C70C61A-85A9-CC2D-3B24-DD4FDF2B8DB2}"/>
          </ac:picMkLst>
        </pc:picChg>
      </pc:sldChg>
      <pc:sldChg chg="addSp modSp add mod">
        <pc:chgData name="kaushlendra sisodia" userId="217e2e523c915028" providerId="LiveId" clId="{BD3CBEEB-B054-48AA-995C-80A9183777BF}" dt="2025-05-31T10:52:17.602" v="2671" actId="14100"/>
        <pc:sldMkLst>
          <pc:docMk/>
          <pc:sldMk cId="875200372" sldId="576"/>
        </pc:sldMkLst>
        <pc:spChg chg="mod">
          <ac:chgData name="kaushlendra sisodia" userId="217e2e523c915028" providerId="LiveId" clId="{BD3CBEEB-B054-48AA-995C-80A9183777BF}" dt="2025-05-31T10:51:47.712" v="2666" actId="14100"/>
          <ac:spMkLst>
            <pc:docMk/>
            <pc:sldMk cId="875200372" sldId="576"/>
            <ac:spMk id="4" creationId="{AA58AB7D-2DDC-70AD-80DF-4D65851AA4E1}"/>
          </ac:spMkLst>
        </pc:spChg>
        <pc:spChg chg="mod">
          <ac:chgData name="kaushlendra sisodia" userId="217e2e523c915028" providerId="LiveId" clId="{BD3CBEEB-B054-48AA-995C-80A9183777BF}" dt="2025-05-31T10:51:35.774" v="2662"/>
          <ac:spMkLst>
            <pc:docMk/>
            <pc:sldMk cId="875200372" sldId="576"/>
            <ac:spMk id="4098" creationId="{98FB439C-8926-1C79-74E9-DAFDF215C784}"/>
          </ac:spMkLst>
        </pc:spChg>
        <pc:picChg chg="add mod">
          <ac:chgData name="kaushlendra sisodia" userId="217e2e523c915028" providerId="LiveId" clId="{BD3CBEEB-B054-48AA-995C-80A9183777BF}" dt="2025-05-31T10:52:17.602" v="2671" actId="14100"/>
          <ac:picMkLst>
            <pc:docMk/>
            <pc:sldMk cId="875200372" sldId="576"/>
            <ac:picMk id="3" creationId="{7C9064A5-1AAF-7467-FA20-E0DD3D627192}"/>
          </ac:picMkLst>
        </pc:picChg>
      </pc:sldChg>
      <pc:sldChg chg="addSp delSp modSp add mod">
        <pc:chgData name="kaushlendra sisodia" userId="217e2e523c915028" providerId="LiveId" clId="{BD3CBEEB-B054-48AA-995C-80A9183777BF}" dt="2025-05-31T10:53:08.632" v="2679" actId="1076"/>
        <pc:sldMkLst>
          <pc:docMk/>
          <pc:sldMk cId="2618137566" sldId="577"/>
        </pc:sldMkLst>
        <pc:spChg chg="del">
          <ac:chgData name="kaushlendra sisodia" userId="217e2e523c915028" providerId="LiveId" clId="{BD3CBEEB-B054-48AA-995C-80A9183777BF}" dt="2025-05-31T10:52:54.872" v="2674" actId="478"/>
          <ac:spMkLst>
            <pc:docMk/>
            <pc:sldMk cId="2618137566" sldId="577"/>
            <ac:spMk id="4" creationId="{CD8E9412-9BB4-989E-F5A8-3C65A05F3621}"/>
          </ac:spMkLst>
        </pc:spChg>
        <pc:spChg chg="mod">
          <ac:chgData name="kaushlendra sisodia" userId="217e2e523c915028" providerId="LiveId" clId="{BD3CBEEB-B054-48AA-995C-80A9183777BF}" dt="2025-05-31T10:53:03.774" v="2678" actId="1076"/>
          <ac:spMkLst>
            <pc:docMk/>
            <pc:sldMk cId="2618137566" sldId="577"/>
            <ac:spMk id="4098" creationId="{ACCC976F-8EA0-EC51-26A5-B8947067D14B}"/>
          </ac:spMkLst>
        </pc:spChg>
        <pc:picChg chg="del">
          <ac:chgData name="kaushlendra sisodia" userId="217e2e523c915028" providerId="LiveId" clId="{BD3CBEEB-B054-48AA-995C-80A9183777BF}" dt="2025-05-31T10:52:51.017" v="2673" actId="478"/>
          <ac:picMkLst>
            <pc:docMk/>
            <pc:sldMk cId="2618137566" sldId="577"/>
            <ac:picMk id="3" creationId="{5D8AA379-3436-02BB-99C9-E619D7DAE27E}"/>
          </ac:picMkLst>
        </pc:picChg>
        <pc:picChg chg="add mod">
          <ac:chgData name="kaushlendra sisodia" userId="217e2e523c915028" providerId="LiveId" clId="{BD3CBEEB-B054-48AA-995C-80A9183777BF}" dt="2025-05-31T10:53:08.632" v="2679" actId="1076"/>
          <ac:picMkLst>
            <pc:docMk/>
            <pc:sldMk cId="2618137566" sldId="577"/>
            <ac:picMk id="5" creationId="{F26C3CE1-E8CA-3C09-7258-A76AADDCCFEA}"/>
          </ac:picMkLst>
        </pc:picChg>
      </pc:sldChg>
      <pc:sldChg chg="addSp delSp modSp add mod">
        <pc:chgData name="kaushlendra sisodia" userId="217e2e523c915028" providerId="LiveId" clId="{BD3CBEEB-B054-48AA-995C-80A9183777BF}" dt="2025-05-31T10:54:04.992" v="2690" actId="14100"/>
        <pc:sldMkLst>
          <pc:docMk/>
          <pc:sldMk cId="2796268343" sldId="578"/>
        </pc:sldMkLst>
        <pc:spChg chg="mod">
          <ac:chgData name="kaushlendra sisodia" userId="217e2e523c915028" providerId="LiveId" clId="{BD3CBEEB-B054-48AA-995C-80A9183777BF}" dt="2025-05-31T10:53:57.904" v="2686" actId="1076"/>
          <ac:spMkLst>
            <pc:docMk/>
            <pc:sldMk cId="2796268343" sldId="578"/>
            <ac:spMk id="4098" creationId="{E97AF53D-FEE8-8106-1902-F73696D359AC}"/>
          </ac:spMkLst>
        </pc:spChg>
        <pc:picChg chg="add mod">
          <ac:chgData name="kaushlendra sisodia" userId="217e2e523c915028" providerId="LiveId" clId="{BD3CBEEB-B054-48AA-995C-80A9183777BF}" dt="2025-05-31T10:54:04.992" v="2690" actId="14100"/>
          <ac:picMkLst>
            <pc:docMk/>
            <pc:sldMk cId="2796268343" sldId="578"/>
            <ac:picMk id="3" creationId="{06796673-21E5-F825-8FBC-95956323300B}"/>
          </ac:picMkLst>
        </pc:picChg>
        <pc:picChg chg="del">
          <ac:chgData name="kaushlendra sisodia" userId="217e2e523c915028" providerId="LiveId" clId="{BD3CBEEB-B054-48AA-995C-80A9183777BF}" dt="2025-05-31T10:53:32.331" v="2681" actId="478"/>
          <ac:picMkLst>
            <pc:docMk/>
            <pc:sldMk cId="2796268343" sldId="578"/>
            <ac:picMk id="5" creationId="{9F6F5ACD-93F7-D73C-15F3-B1B62D85F4EC}"/>
          </ac:picMkLst>
        </pc:picChg>
      </pc:sldChg>
      <pc:sldChg chg="add">
        <pc:chgData name="kaushlendra sisodia" userId="217e2e523c915028" providerId="LiveId" clId="{BD3CBEEB-B054-48AA-995C-80A9183777BF}" dt="2025-05-31T12:04:23.214" v="2691" actId="2890"/>
        <pc:sldMkLst>
          <pc:docMk/>
          <pc:sldMk cId="758179885" sldId="579"/>
        </pc:sldMkLst>
      </pc:sldChg>
      <pc:sldChg chg="addSp modSp add mod">
        <pc:chgData name="kaushlendra sisodia" userId="217e2e523c915028" providerId="LiveId" clId="{BD3CBEEB-B054-48AA-995C-80A9183777BF}" dt="2025-05-31T12:12:18.177" v="2711" actId="1076"/>
        <pc:sldMkLst>
          <pc:docMk/>
          <pc:sldMk cId="3256928560" sldId="580"/>
        </pc:sldMkLst>
        <pc:spChg chg="mod">
          <ac:chgData name="kaushlendra sisodia" userId="217e2e523c915028" providerId="LiveId" clId="{BD3CBEEB-B054-48AA-995C-80A9183777BF}" dt="2025-05-31T12:12:07.766" v="2706" actId="14100"/>
          <ac:spMkLst>
            <pc:docMk/>
            <pc:sldMk cId="3256928560" sldId="580"/>
            <ac:spMk id="21507" creationId="{E65EB003-627C-C4B1-D87D-F5C9A3E60E82}"/>
          </ac:spMkLst>
        </pc:spChg>
        <pc:picChg chg="add mod">
          <ac:chgData name="kaushlendra sisodia" userId="217e2e523c915028" providerId="LiveId" clId="{BD3CBEEB-B054-48AA-995C-80A9183777BF}" dt="2025-05-31T12:12:18.177" v="2711" actId="1076"/>
          <ac:picMkLst>
            <pc:docMk/>
            <pc:sldMk cId="3256928560" sldId="580"/>
            <ac:picMk id="3" creationId="{B644AEA8-9FDB-D3A8-0D7D-105EF9C75D33}"/>
          </ac:picMkLst>
        </pc:picChg>
      </pc:sldChg>
      <pc:sldChg chg="delSp modSp add mod">
        <pc:chgData name="kaushlendra sisodia" userId="217e2e523c915028" providerId="LiveId" clId="{BD3CBEEB-B054-48AA-995C-80A9183777BF}" dt="2025-05-31T12:13:42.072" v="2733" actId="20577"/>
        <pc:sldMkLst>
          <pc:docMk/>
          <pc:sldMk cId="1337998209" sldId="581"/>
        </pc:sldMkLst>
        <pc:spChg chg="mod">
          <ac:chgData name="kaushlendra sisodia" userId="217e2e523c915028" providerId="LiveId" clId="{BD3CBEEB-B054-48AA-995C-80A9183777BF}" dt="2025-05-31T12:13:02.736" v="2721" actId="6549"/>
          <ac:spMkLst>
            <pc:docMk/>
            <pc:sldMk cId="1337998209" sldId="581"/>
            <ac:spMk id="4098" creationId="{A7DDA700-0ADA-8018-B30A-C0652DC6A970}"/>
          </ac:spMkLst>
        </pc:spChg>
        <pc:spChg chg="mod">
          <ac:chgData name="kaushlendra sisodia" userId="217e2e523c915028" providerId="LiveId" clId="{BD3CBEEB-B054-48AA-995C-80A9183777BF}" dt="2025-05-31T12:13:42.072" v="2733" actId="20577"/>
          <ac:spMkLst>
            <pc:docMk/>
            <pc:sldMk cId="1337998209" sldId="581"/>
            <ac:spMk id="21507" creationId="{91B5086E-F40B-2488-402D-DA8F9882089C}"/>
          </ac:spMkLst>
        </pc:spChg>
        <pc:picChg chg="del">
          <ac:chgData name="kaushlendra sisodia" userId="217e2e523c915028" providerId="LiveId" clId="{BD3CBEEB-B054-48AA-995C-80A9183777BF}" dt="2025-05-31T12:12:45.800" v="2713" actId="478"/>
          <ac:picMkLst>
            <pc:docMk/>
            <pc:sldMk cId="1337998209" sldId="581"/>
            <ac:picMk id="3" creationId="{CE2E052A-FCEC-B766-E85C-B03CAA0BF8C7}"/>
          </ac:picMkLst>
        </pc:picChg>
      </pc:sldChg>
      <pc:sldChg chg="delSp modSp add mod">
        <pc:chgData name="kaushlendra sisodia" userId="217e2e523c915028" providerId="LiveId" clId="{BD3CBEEB-B054-48AA-995C-80A9183777BF}" dt="2025-05-31T12:20:57.788" v="2773" actId="20577"/>
        <pc:sldMkLst>
          <pc:docMk/>
          <pc:sldMk cId="3734081601" sldId="582"/>
        </pc:sldMkLst>
        <pc:spChg chg="mod">
          <ac:chgData name="kaushlendra sisodia" userId="217e2e523c915028" providerId="LiveId" clId="{BD3CBEEB-B054-48AA-995C-80A9183777BF}" dt="2025-05-31T12:18:08.451" v="2743" actId="20577"/>
          <ac:spMkLst>
            <pc:docMk/>
            <pc:sldMk cId="3734081601" sldId="582"/>
            <ac:spMk id="4098" creationId="{BC09DF04-06B5-9276-C03C-70BDD3BA2431}"/>
          </ac:spMkLst>
        </pc:spChg>
        <pc:spChg chg="mod">
          <ac:chgData name="kaushlendra sisodia" userId="217e2e523c915028" providerId="LiveId" clId="{BD3CBEEB-B054-48AA-995C-80A9183777BF}" dt="2025-05-31T12:20:57.788" v="2773" actId="20577"/>
          <ac:spMkLst>
            <pc:docMk/>
            <pc:sldMk cId="3734081601" sldId="582"/>
            <ac:spMk id="21507" creationId="{D7EECCD3-B1C6-2F0E-8577-5FB13598902E}"/>
          </ac:spMkLst>
        </pc:spChg>
        <pc:picChg chg="del">
          <ac:chgData name="kaushlendra sisodia" userId="217e2e523c915028" providerId="LiveId" clId="{BD3CBEEB-B054-48AA-995C-80A9183777BF}" dt="2025-05-31T12:19:10.218" v="2744" actId="478"/>
          <ac:picMkLst>
            <pc:docMk/>
            <pc:sldMk cId="3734081601" sldId="582"/>
            <ac:picMk id="3" creationId="{4A7FDB52-86A6-6241-7D27-F2C115B98D1D}"/>
          </ac:picMkLst>
        </pc:picChg>
      </pc:sldChg>
      <pc:sldChg chg="add">
        <pc:chgData name="kaushlendra sisodia" userId="217e2e523c915028" providerId="LiveId" clId="{BD3CBEEB-B054-48AA-995C-80A9183777BF}" dt="2025-05-31T12:21:07.375" v="2774" actId="2890"/>
        <pc:sldMkLst>
          <pc:docMk/>
          <pc:sldMk cId="997985011" sldId="583"/>
        </pc:sldMkLst>
      </pc:sldChg>
      <pc:sldChg chg="addSp modSp add mod">
        <pc:chgData name="kaushlendra sisodia" userId="217e2e523c915028" providerId="LiveId" clId="{BD3CBEEB-B054-48AA-995C-80A9183777BF}" dt="2025-06-01T03:38:36.750" v="2797" actId="14100"/>
        <pc:sldMkLst>
          <pc:docMk/>
          <pc:sldMk cId="652645906" sldId="584"/>
        </pc:sldMkLst>
        <pc:spChg chg="mod">
          <ac:chgData name="kaushlendra sisodia" userId="217e2e523c915028" providerId="LiveId" clId="{BD3CBEEB-B054-48AA-995C-80A9183777BF}" dt="2025-06-01T03:38:03.918" v="2790" actId="20577"/>
          <ac:spMkLst>
            <pc:docMk/>
            <pc:sldMk cId="652645906" sldId="584"/>
            <ac:spMk id="4098" creationId="{F4F1523D-5988-E887-F869-E750E8B9070B}"/>
          </ac:spMkLst>
        </pc:spChg>
        <pc:spChg chg="mod">
          <ac:chgData name="kaushlendra sisodia" userId="217e2e523c915028" providerId="LiveId" clId="{BD3CBEEB-B054-48AA-995C-80A9183777BF}" dt="2025-06-01T03:38:32.649" v="2796" actId="14100"/>
          <ac:spMkLst>
            <pc:docMk/>
            <pc:sldMk cId="652645906" sldId="584"/>
            <ac:spMk id="21507" creationId="{F5D58BAF-727B-065C-DD9D-D018CAED5AD4}"/>
          </ac:spMkLst>
        </pc:spChg>
        <pc:picChg chg="add mod">
          <ac:chgData name="kaushlendra sisodia" userId="217e2e523c915028" providerId="LiveId" clId="{BD3CBEEB-B054-48AA-995C-80A9183777BF}" dt="2025-06-01T03:38:36.750" v="2797" actId="14100"/>
          <ac:picMkLst>
            <pc:docMk/>
            <pc:sldMk cId="652645906" sldId="584"/>
            <ac:picMk id="3" creationId="{FDD2E5F4-4196-433B-BF30-3D3410B05C4D}"/>
          </ac:picMkLst>
        </pc:picChg>
      </pc:sldChg>
      <pc:sldChg chg="addSp delSp modSp add mod">
        <pc:chgData name="kaushlendra sisodia" userId="217e2e523c915028" providerId="LiveId" clId="{BD3CBEEB-B054-48AA-995C-80A9183777BF}" dt="2025-06-01T03:40:54.475" v="2823" actId="1076"/>
        <pc:sldMkLst>
          <pc:docMk/>
          <pc:sldMk cId="1486374934" sldId="585"/>
        </pc:sldMkLst>
        <pc:spChg chg="mod">
          <ac:chgData name="kaushlendra sisodia" userId="217e2e523c915028" providerId="LiveId" clId="{BD3CBEEB-B054-48AA-995C-80A9183777BF}" dt="2025-06-01T03:39:11.599" v="2802" actId="20577"/>
          <ac:spMkLst>
            <pc:docMk/>
            <pc:sldMk cId="1486374934" sldId="585"/>
            <ac:spMk id="4098" creationId="{918901D5-7139-10D4-0B82-C5431FE834D4}"/>
          </ac:spMkLst>
        </pc:spChg>
        <pc:spChg chg="mod">
          <ac:chgData name="kaushlendra sisodia" userId="217e2e523c915028" providerId="LiveId" clId="{BD3CBEEB-B054-48AA-995C-80A9183777BF}" dt="2025-06-01T03:40:46.452" v="2821" actId="20577"/>
          <ac:spMkLst>
            <pc:docMk/>
            <pc:sldMk cId="1486374934" sldId="585"/>
            <ac:spMk id="21507" creationId="{E59BCB8D-D961-9174-FBE3-5B3DDF2092D6}"/>
          </ac:spMkLst>
        </pc:spChg>
        <pc:picChg chg="del">
          <ac:chgData name="kaushlendra sisodia" userId="217e2e523c915028" providerId="LiveId" clId="{BD3CBEEB-B054-48AA-995C-80A9183777BF}" dt="2025-06-01T03:39:35.479" v="2803" actId="478"/>
          <ac:picMkLst>
            <pc:docMk/>
            <pc:sldMk cId="1486374934" sldId="585"/>
            <ac:picMk id="3" creationId="{B2C49533-A0A5-6045-3A3A-0490C6090BAC}"/>
          </ac:picMkLst>
        </pc:picChg>
        <pc:picChg chg="add mod">
          <ac:chgData name="kaushlendra sisodia" userId="217e2e523c915028" providerId="LiveId" clId="{BD3CBEEB-B054-48AA-995C-80A9183777BF}" dt="2025-06-01T03:40:54.475" v="2823" actId="1076"/>
          <ac:picMkLst>
            <pc:docMk/>
            <pc:sldMk cId="1486374934" sldId="585"/>
            <ac:picMk id="4" creationId="{06D4FFE1-6F08-6080-4DAB-4437634C83B3}"/>
          </ac:picMkLst>
        </pc:picChg>
      </pc:sldChg>
      <pc:sldChg chg="delSp modSp add mod">
        <pc:chgData name="kaushlendra sisodia" userId="217e2e523c915028" providerId="LiveId" clId="{BD3CBEEB-B054-48AA-995C-80A9183777BF}" dt="2025-06-01T03:47:31.546" v="2851" actId="113"/>
        <pc:sldMkLst>
          <pc:docMk/>
          <pc:sldMk cId="1547741411" sldId="586"/>
        </pc:sldMkLst>
        <pc:spChg chg="mod">
          <ac:chgData name="kaushlendra sisodia" userId="217e2e523c915028" providerId="LiveId" clId="{BD3CBEEB-B054-48AA-995C-80A9183777BF}" dt="2025-06-01T03:42:07.307" v="2828"/>
          <ac:spMkLst>
            <pc:docMk/>
            <pc:sldMk cId="1547741411" sldId="586"/>
            <ac:spMk id="4098" creationId="{FF362E96-0098-05C2-6268-88779A99EA98}"/>
          </ac:spMkLst>
        </pc:spChg>
        <pc:spChg chg="mod">
          <ac:chgData name="kaushlendra sisodia" userId="217e2e523c915028" providerId="LiveId" clId="{BD3CBEEB-B054-48AA-995C-80A9183777BF}" dt="2025-06-01T03:47:31.546" v="2851" actId="113"/>
          <ac:spMkLst>
            <pc:docMk/>
            <pc:sldMk cId="1547741411" sldId="586"/>
            <ac:spMk id="21507" creationId="{9D7B3020-24EF-3F6A-8A1A-AFE63B7FD971}"/>
          </ac:spMkLst>
        </pc:spChg>
        <pc:picChg chg="del">
          <ac:chgData name="kaushlendra sisodia" userId="217e2e523c915028" providerId="LiveId" clId="{BD3CBEEB-B054-48AA-995C-80A9183777BF}" dt="2025-06-01T03:41:36.781" v="2825" actId="478"/>
          <ac:picMkLst>
            <pc:docMk/>
            <pc:sldMk cId="1547741411" sldId="586"/>
            <ac:picMk id="4" creationId="{590F88B8-04AD-8AB5-98F6-40CA9C0D5F65}"/>
          </ac:picMkLst>
        </pc:picChg>
      </pc:sldChg>
      <pc:sldChg chg="addSp modSp add mod">
        <pc:chgData name="kaushlendra sisodia" userId="217e2e523c915028" providerId="LiveId" clId="{BD3CBEEB-B054-48AA-995C-80A9183777BF}" dt="2025-06-01T03:51:19.322" v="2870" actId="20577"/>
        <pc:sldMkLst>
          <pc:docMk/>
          <pc:sldMk cId="3683642966" sldId="587"/>
        </pc:sldMkLst>
        <pc:spChg chg="mod">
          <ac:chgData name="kaushlendra sisodia" userId="217e2e523c915028" providerId="LiveId" clId="{BD3CBEEB-B054-48AA-995C-80A9183777BF}" dt="2025-06-01T03:50:41.370" v="2861"/>
          <ac:spMkLst>
            <pc:docMk/>
            <pc:sldMk cId="3683642966" sldId="587"/>
            <ac:spMk id="4098" creationId="{B6B80046-0D2C-2F67-6BB1-C30B5504C556}"/>
          </ac:spMkLst>
        </pc:spChg>
        <pc:spChg chg="mod">
          <ac:chgData name="kaushlendra sisodia" userId="217e2e523c915028" providerId="LiveId" clId="{BD3CBEEB-B054-48AA-995C-80A9183777BF}" dt="2025-06-01T03:51:19.322" v="2870" actId="20577"/>
          <ac:spMkLst>
            <pc:docMk/>
            <pc:sldMk cId="3683642966" sldId="587"/>
            <ac:spMk id="21507" creationId="{CE929045-9AB9-23DC-03E2-5042AA4D0614}"/>
          </ac:spMkLst>
        </pc:spChg>
        <pc:picChg chg="add mod">
          <ac:chgData name="kaushlendra sisodia" userId="217e2e523c915028" providerId="LiveId" clId="{BD3CBEEB-B054-48AA-995C-80A9183777BF}" dt="2025-06-01T03:49:08.436" v="2858" actId="14100"/>
          <ac:picMkLst>
            <pc:docMk/>
            <pc:sldMk cId="3683642966" sldId="587"/>
            <ac:picMk id="3" creationId="{42E45EE8-5EEF-3E8A-3AB9-9E72B2C61E7E}"/>
          </ac:picMkLst>
        </pc:picChg>
      </pc:sldChg>
      <pc:sldChg chg="delSp modSp add mod">
        <pc:chgData name="kaushlendra sisodia" userId="217e2e523c915028" providerId="LiveId" clId="{BD3CBEEB-B054-48AA-995C-80A9183777BF}" dt="2025-06-01T03:54:29.735" v="2901" actId="15"/>
        <pc:sldMkLst>
          <pc:docMk/>
          <pc:sldMk cId="2199621349" sldId="588"/>
        </pc:sldMkLst>
        <pc:spChg chg="mod">
          <ac:chgData name="kaushlendra sisodia" userId="217e2e523c915028" providerId="LiveId" clId="{BD3CBEEB-B054-48AA-995C-80A9183777BF}" dt="2025-06-01T03:52:36.022" v="2878" actId="14100"/>
          <ac:spMkLst>
            <pc:docMk/>
            <pc:sldMk cId="2199621349" sldId="588"/>
            <ac:spMk id="4098" creationId="{476BA19B-1232-0D18-1DC4-5C27AF81A696}"/>
          </ac:spMkLst>
        </pc:spChg>
        <pc:spChg chg="mod">
          <ac:chgData name="kaushlendra sisodia" userId="217e2e523c915028" providerId="LiveId" clId="{BD3CBEEB-B054-48AA-995C-80A9183777BF}" dt="2025-06-01T03:54:29.735" v="2901" actId="15"/>
          <ac:spMkLst>
            <pc:docMk/>
            <pc:sldMk cId="2199621349" sldId="588"/>
            <ac:spMk id="21507" creationId="{42730DFE-3D3C-9F67-EC59-8D45A9C09C4C}"/>
          </ac:spMkLst>
        </pc:spChg>
        <pc:picChg chg="del">
          <ac:chgData name="kaushlendra sisodia" userId="217e2e523c915028" providerId="LiveId" clId="{BD3CBEEB-B054-48AA-995C-80A9183777BF}" dt="2025-06-01T03:52:19.949" v="2872" actId="478"/>
          <ac:picMkLst>
            <pc:docMk/>
            <pc:sldMk cId="2199621349" sldId="588"/>
            <ac:picMk id="3" creationId="{5DDFF4B0-7C9E-EE6E-12AB-2B1F04C3A401}"/>
          </ac:picMkLst>
        </pc:picChg>
      </pc:sldChg>
      <pc:sldChg chg="add">
        <pc:chgData name="kaushlendra sisodia" userId="217e2e523c915028" providerId="LiveId" clId="{BD3CBEEB-B054-48AA-995C-80A9183777BF}" dt="2025-06-01T03:54:36.676" v="2902" actId="2890"/>
        <pc:sldMkLst>
          <pc:docMk/>
          <pc:sldMk cId="2957907035" sldId="589"/>
        </pc:sldMkLst>
      </pc:sldChg>
    </pc:docChg>
  </pc:docChgLst>
  <pc:docChgLst>
    <pc:chgData name="kaushlendra sisodia" userId="217e2e523c915028" providerId="LiveId" clId="{7A2DB23F-C377-466E-8C65-0AC8B35B26EE}"/>
    <pc:docChg chg="undo custSel addSld delSld modSld sldOrd">
      <pc:chgData name="kaushlendra sisodia" userId="217e2e523c915028" providerId="LiveId" clId="{7A2DB23F-C377-466E-8C65-0AC8B35B26EE}" dt="2025-05-31T03:15:35.492" v="152" actId="20577"/>
      <pc:docMkLst>
        <pc:docMk/>
      </pc:docMkLst>
      <pc:sldChg chg="addSp modSp">
        <pc:chgData name="kaushlendra sisodia" userId="217e2e523c915028" providerId="LiveId" clId="{7A2DB23F-C377-466E-8C65-0AC8B35B26EE}" dt="2025-05-31T03:12:33.559" v="99"/>
        <pc:sldMkLst>
          <pc:docMk/>
          <pc:sldMk cId="1462574454" sldId="366"/>
        </pc:sldMkLst>
        <pc:picChg chg="add mod">
          <ac:chgData name="kaushlendra sisodia" userId="217e2e523c915028" providerId="LiveId" clId="{7A2DB23F-C377-466E-8C65-0AC8B35B26EE}" dt="2025-05-31T03:12:28.055" v="98"/>
          <ac:picMkLst>
            <pc:docMk/>
            <pc:sldMk cId="1462574454" sldId="366"/>
            <ac:picMk id="6" creationId="{6D89B95F-2E3E-4D6B-9FA0-FC8416DC9584}"/>
          </ac:picMkLst>
        </pc:picChg>
        <pc:picChg chg="add mod">
          <ac:chgData name="kaushlendra sisodia" userId="217e2e523c915028" providerId="LiveId" clId="{7A2DB23F-C377-466E-8C65-0AC8B35B26EE}" dt="2025-05-31T03:12:33.559" v="99"/>
          <ac:picMkLst>
            <pc:docMk/>
            <pc:sldMk cId="1462574454" sldId="366"/>
            <ac:picMk id="7" creationId="{0EFE7F30-DCE5-221E-D639-7C53AABC5686}"/>
          </ac:picMkLst>
        </pc:picChg>
      </pc:sldChg>
      <pc:sldChg chg="del">
        <pc:chgData name="kaushlendra sisodia" userId="217e2e523c915028" providerId="LiveId" clId="{7A2DB23F-C377-466E-8C65-0AC8B35B26EE}" dt="2025-05-31T03:11:36.202" v="30" actId="47"/>
        <pc:sldMkLst>
          <pc:docMk/>
          <pc:sldMk cId="2385988479" sldId="399"/>
        </pc:sldMkLst>
      </pc:sldChg>
      <pc:sldChg chg="del">
        <pc:chgData name="kaushlendra sisodia" userId="217e2e523c915028" providerId="LiveId" clId="{7A2DB23F-C377-466E-8C65-0AC8B35B26EE}" dt="2025-05-31T03:11:36.345" v="31" actId="47"/>
        <pc:sldMkLst>
          <pc:docMk/>
          <pc:sldMk cId="2092158322" sldId="400"/>
        </pc:sldMkLst>
      </pc:sldChg>
      <pc:sldChg chg="addSp delSp modSp mod">
        <pc:chgData name="kaushlendra sisodia" userId="217e2e523c915028" providerId="LiveId" clId="{7A2DB23F-C377-466E-8C65-0AC8B35B26EE}" dt="2025-05-31T03:11:28.211" v="29" actId="14100"/>
        <pc:sldMkLst>
          <pc:docMk/>
          <pc:sldMk cId="90094506" sldId="551"/>
        </pc:sldMkLst>
        <pc:spChg chg="mod">
          <ac:chgData name="kaushlendra sisodia" userId="217e2e523c915028" providerId="LiveId" clId="{7A2DB23F-C377-466E-8C65-0AC8B35B26EE}" dt="2025-05-31T03:11:22.801" v="27" actId="1076"/>
          <ac:spMkLst>
            <pc:docMk/>
            <pc:sldMk cId="90094506" sldId="551"/>
            <ac:spMk id="5" creationId="{00000000-0000-0000-0000-000000000000}"/>
          </ac:spMkLst>
        </pc:spChg>
        <pc:spChg chg="add">
          <ac:chgData name="kaushlendra sisodia" userId="217e2e523c915028" providerId="LiveId" clId="{7A2DB23F-C377-466E-8C65-0AC8B35B26EE}" dt="2025-05-31T03:10:52.005" v="20"/>
          <ac:spMkLst>
            <pc:docMk/>
            <pc:sldMk cId="90094506" sldId="551"/>
            <ac:spMk id="6" creationId="{AEC08625-FB5B-FF4D-5AD9-F88D14FE18C4}"/>
          </ac:spMkLst>
        </pc:spChg>
        <pc:picChg chg="add del mod">
          <ac:chgData name="kaushlendra sisodia" userId="217e2e523c915028" providerId="LiveId" clId="{7A2DB23F-C377-466E-8C65-0AC8B35B26EE}" dt="2025-05-31T03:11:28.211" v="29" actId="14100"/>
          <ac:picMkLst>
            <pc:docMk/>
            <pc:sldMk cId="90094506" sldId="551"/>
            <ac:picMk id="3" creationId="{B87B1C5B-59B5-EC4D-9CD5-6464FF924FBE}"/>
          </ac:picMkLst>
        </pc:picChg>
        <pc:picChg chg="del">
          <ac:chgData name="kaushlendra sisodia" userId="217e2e523c915028" providerId="LiveId" clId="{7A2DB23F-C377-466E-8C65-0AC8B35B26EE}" dt="2025-05-31T03:06:28.910" v="16" actId="478"/>
          <ac:picMkLst>
            <pc:docMk/>
            <pc:sldMk cId="90094506" sldId="551"/>
            <ac:picMk id="8" creationId="{00000000-0000-0000-0000-000000000000}"/>
          </ac:picMkLst>
        </pc:picChg>
        <pc:picChg chg="add del mod">
          <ac:chgData name="kaushlendra sisodia" userId="217e2e523c915028" providerId="LiveId" clId="{7A2DB23F-C377-466E-8C65-0AC8B35B26EE}" dt="2025-05-31T03:11:22.029" v="26" actId="1076"/>
          <ac:picMkLst>
            <pc:docMk/>
            <pc:sldMk cId="90094506" sldId="551"/>
            <ac:picMk id="9" creationId="{690FD660-27F5-A88F-2E27-DA7C2695D9DA}"/>
          </ac:picMkLst>
        </pc:picChg>
      </pc:sldChg>
      <pc:sldChg chg="modSp add mod">
        <pc:chgData name="kaushlendra sisodia" userId="217e2e523c915028" providerId="LiveId" clId="{7A2DB23F-C377-466E-8C65-0AC8B35B26EE}" dt="2025-05-31T03:15:25.432" v="138" actId="20577"/>
        <pc:sldMkLst>
          <pc:docMk/>
          <pc:sldMk cId="886308770" sldId="552"/>
        </pc:sldMkLst>
        <pc:spChg chg="mod">
          <ac:chgData name="kaushlendra sisodia" userId="217e2e523c915028" providerId="LiveId" clId="{7A2DB23F-C377-466E-8C65-0AC8B35B26EE}" dt="2025-05-31T03:15:25.432" v="138" actId="20577"/>
          <ac:spMkLst>
            <pc:docMk/>
            <pc:sldMk cId="886308770" sldId="552"/>
            <ac:spMk id="4098" creationId="{78747EA1-0A08-11BC-86B1-D3A4674909D5}"/>
          </ac:spMkLst>
        </pc:spChg>
        <pc:spChg chg="mod">
          <ac:chgData name="kaushlendra sisodia" userId="217e2e523c915028" providerId="LiveId" clId="{7A2DB23F-C377-466E-8C65-0AC8B35B26EE}" dt="2025-05-31T03:14:01.734" v="123" actId="20577"/>
          <ac:spMkLst>
            <pc:docMk/>
            <pc:sldMk cId="886308770" sldId="552"/>
            <ac:spMk id="21507" creationId="{0D03DA1A-3907-4AF4-B955-1DF490511170}"/>
          </ac:spMkLst>
        </pc:spChg>
      </pc:sldChg>
      <pc:sldChg chg="modSp add mod">
        <pc:chgData name="kaushlendra sisodia" userId="217e2e523c915028" providerId="LiveId" clId="{7A2DB23F-C377-466E-8C65-0AC8B35B26EE}" dt="2025-05-31T03:15:35.492" v="152" actId="20577"/>
        <pc:sldMkLst>
          <pc:docMk/>
          <pc:sldMk cId="1192542627" sldId="553"/>
        </pc:sldMkLst>
        <pc:spChg chg="mod">
          <ac:chgData name="kaushlendra sisodia" userId="217e2e523c915028" providerId="LiveId" clId="{7A2DB23F-C377-466E-8C65-0AC8B35B26EE}" dt="2025-05-31T03:15:35.492" v="152" actId="20577"/>
          <ac:spMkLst>
            <pc:docMk/>
            <pc:sldMk cId="1192542627" sldId="553"/>
            <ac:spMk id="4098" creationId="{51CD7CE1-5DA1-73F8-DC0A-ADCE0A37DDAE}"/>
          </ac:spMkLst>
        </pc:spChg>
      </pc:sldChg>
      <pc:sldChg chg="modSp add mod ord">
        <pc:chgData name="kaushlendra sisodia" userId="217e2e523c915028" providerId="LiveId" clId="{7A2DB23F-C377-466E-8C65-0AC8B35B26EE}" dt="2025-05-31T03:15:17.580" v="134"/>
        <pc:sldMkLst>
          <pc:docMk/>
          <pc:sldMk cId="616969867" sldId="554"/>
        </pc:sldMkLst>
        <pc:spChg chg="mod">
          <ac:chgData name="kaushlendra sisodia" userId="217e2e523c915028" providerId="LiveId" clId="{7A2DB23F-C377-466E-8C65-0AC8B35B26EE}" dt="2025-05-31T03:15:07.136" v="132" actId="20577"/>
          <ac:spMkLst>
            <pc:docMk/>
            <pc:sldMk cId="616969867" sldId="554"/>
            <ac:spMk id="21507" creationId="{49BE2D32-5EA3-AB29-8B41-33DCB46DAA23}"/>
          </ac:spMkLst>
        </pc:spChg>
      </pc:sldChg>
      <pc:sldChg chg="del">
        <pc:chgData name="kaushlendra sisodia" userId="217e2e523c915028" providerId="LiveId" clId="{7A2DB23F-C377-466E-8C65-0AC8B35B26EE}" dt="2025-05-31T03:11:36.571" v="32" actId="47"/>
        <pc:sldMkLst>
          <pc:docMk/>
          <pc:sldMk cId="423029675" sldId="581"/>
        </pc:sldMkLst>
      </pc:sldChg>
      <pc:sldChg chg="del">
        <pc:chgData name="kaushlendra sisodia" userId="217e2e523c915028" providerId="LiveId" clId="{7A2DB23F-C377-466E-8C65-0AC8B35B26EE}" dt="2025-05-31T03:11:38.052" v="41" actId="47"/>
        <pc:sldMkLst>
          <pc:docMk/>
          <pc:sldMk cId="1634862069" sldId="594"/>
        </pc:sldMkLst>
      </pc:sldChg>
      <pc:sldChg chg="del">
        <pc:chgData name="kaushlendra sisodia" userId="217e2e523c915028" providerId="LiveId" clId="{7A2DB23F-C377-466E-8C65-0AC8B35B26EE}" dt="2025-05-31T03:11:38.244" v="42" actId="47"/>
        <pc:sldMkLst>
          <pc:docMk/>
          <pc:sldMk cId="1423171087" sldId="595"/>
        </pc:sldMkLst>
      </pc:sldChg>
      <pc:sldChg chg="del">
        <pc:chgData name="kaushlendra sisodia" userId="217e2e523c915028" providerId="LiveId" clId="{7A2DB23F-C377-466E-8C65-0AC8B35B26EE}" dt="2025-05-31T03:11:40.627" v="43" actId="47"/>
        <pc:sldMkLst>
          <pc:docMk/>
          <pc:sldMk cId="4274270636" sldId="596"/>
        </pc:sldMkLst>
      </pc:sldChg>
      <pc:sldChg chg="del">
        <pc:chgData name="kaushlendra sisodia" userId="217e2e523c915028" providerId="LiveId" clId="{7A2DB23F-C377-466E-8C65-0AC8B35B26EE}" dt="2025-05-31T03:11:40.977" v="44" actId="47"/>
        <pc:sldMkLst>
          <pc:docMk/>
          <pc:sldMk cId="594565559" sldId="597"/>
        </pc:sldMkLst>
      </pc:sldChg>
      <pc:sldChg chg="del">
        <pc:chgData name="kaushlendra sisodia" userId="217e2e523c915028" providerId="LiveId" clId="{7A2DB23F-C377-466E-8C65-0AC8B35B26EE}" dt="2025-05-31T03:11:41.249" v="45" actId="47"/>
        <pc:sldMkLst>
          <pc:docMk/>
          <pc:sldMk cId="2897639201" sldId="598"/>
        </pc:sldMkLst>
      </pc:sldChg>
      <pc:sldChg chg="del">
        <pc:chgData name="kaushlendra sisodia" userId="217e2e523c915028" providerId="LiveId" clId="{7A2DB23F-C377-466E-8C65-0AC8B35B26EE}" dt="2025-05-31T03:11:41.520" v="46" actId="47"/>
        <pc:sldMkLst>
          <pc:docMk/>
          <pc:sldMk cId="186291090" sldId="600"/>
        </pc:sldMkLst>
      </pc:sldChg>
      <pc:sldChg chg="del">
        <pc:chgData name="kaushlendra sisodia" userId="217e2e523c915028" providerId="LiveId" clId="{7A2DB23F-C377-466E-8C65-0AC8B35B26EE}" dt="2025-05-31T03:11:41.955" v="47" actId="47"/>
        <pc:sldMkLst>
          <pc:docMk/>
          <pc:sldMk cId="4051005009" sldId="601"/>
        </pc:sldMkLst>
      </pc:sldChg>
      <pc:sldChg chg="del">
        <pc:chgData name="kaushlendra sisodia" userId="217e2e523c915028" providerId="LiveId" clId="{7A2DB23F-C377-466E-8C65-0AC8B35B26EE}" dt="2025-05-31T03:11:42.227" v="48" actId="47"/>
        <pc:sldMkLst>
          <pc:docMk/>
          <pc:sldMk cId="59437736" sldId="602"/>
        </pc:sldMkLst>
      </pc:sldChg>
      <pc:sldChg chg="del">
        <pc:chgData name="kaushlendra sisodia" userId="217e2e523c915028" providerId="LiveId" clId="{7A2DB23F-C377-466E-8C65-0AC8B35B26EE}" dt="2025-05-31T03:11:42.528" v="49" actId="47"/>
        <pc:sldMkLst>
          <pc:docMk/>
          <pc:sldMk cId="456787395" sldId="603"/>
        </pc:sldMkLst>
      </pc:sldChg>
      <pc:sldChg chg="del">
        <pc:chgData name="kaushlendra sisodia" userId="217e2e523c915028" providerId="LiveId" clId="{7A2DB23F-C377-466E-8C65-0AC8B35B26EE}" dt="2025-05-31T03:11:42.881" v="50" actId="47"/>
        <pc:sldMkLst>
          <pc:docMk/>
          <pc:sldMk cId="2347973095" sldId="606"/>
        </pc:sldMkLst>
      </pc:sldChg>
      <pc:sldChg chg="del">
        <pc:chgData name="kaushlendra sisodia" userId="217e2e523c915028" providerId="LiveId" clId="{7A2DB23F-C377-466E-8C65-0AC8B35B26EE}" dt="2025-05-31T03:11:37.895" v="40" actId="47"/>
        <pc:sldMkLst>
          <pc:docMk/>
          <pc:sldMk cId="2627746918" sldId="610"/>
        </pc:sldMkLst>
      </pc:sldChg>
      <pc:sldChg chg="del">
        <pc:chgData name="kaushlendra sisodia" userId="217e2e523c915028" providerId="LiveId" clId="{7A2DB23F-C377-466E-8C65-0AC8B35B26EE}" dt="2025-05-31T03:11:36.938" v="34" actId="47"/>
        <pc:sldMkLst>
          <pc:docMk/>
          <pc:sldMk cId="4199499184" sldId="612"/>
        </pc:sldMkLst>
      </pc:sldChg>
      <pc:sldChg chg="del">
        <pc:chgData name="kaushlendra sisodia" userId="217e2e523c915028" providerId="LiveId" clId="{7A2DB23F-C377-466E-8C65-0AC8B35B26EE}" dt="2025-05-31T03:11:37.099" v="35" actId="47"/>
        <pc:sldMkLst>
          <pc:docMk/>
          <pc:sldMk cId="232055212" sldId="613"/>
        </pc:sldMkLst>
      </pc:sldChg>
      <pc:sldChg chg="del">
        <pc:chgData name="kaushlendra sisodia" userId="217e2e523c915028" providerId="LiveId" clId="{7A2DB23F-C377-466E-8C65-0AC8B35B26EE}" dt="2025-05-31T03:11:37.276" v="36" actId="47"/>
        <pc:sldMkLst>
          <pc:docMk/>
          <pc:sldMk cId="1841522649" sldId="614"/>
        </pc:sldMkLst>
      </pc:sldChg>
      <pc:sldChg chg="del">
        <pc:chgData name="kaushlendra sisodia" userId="217e2e523c915028" providerId="LiveId" clId="{7A2DB23F-C377-466E-8C65-0AC8B35B26EE}" dt="2025-05-31T03:11:37.432" v="37" actId="47"/>
        <pc:sldMkLst>
          <pc:docMk/>
          <pc:sldMk cId="3416671574" sldId="615"/>
        </pc:sldMkLst>
      </pc:sldChg>
      <pc:sldChg chg="del">
        <pc:chgData name="kaushlendra sisodia" userId="217e2e523c915028" providerId="LiveId" clId="{7A2DB23F-C377-466E-8C65-0AC8B35B26EE}" dt="2025-05-31T03:11:37.594" v="38" actId="47"/>
        <pc:sldMkLst>
          <pc:docMk/>
          <pc:sldMk cId="1207856757" sldId="616"/>
        </pc:sldMkLst>
      </pc:sldChg>
      <pc:sldChg chg="del">
        <pc:chgData name="kaushlendra sisodia" userId="217e2e523c915028" providerId="LiveId" clId="{7A2DB23F-C377-466E-8C65-0AC8B35B26EE}" dt="2025-05-31T03:11:37.749" v="39" actId="47"/>
        <pc:sldMkLst>
          <pc:docMk/>
          <pc:sldMk cId="2744232142" sldId="617"/>
        </pc:sldMkLst>
      </pc:sldChg>
      <pc:sldChg chg="del">
        <pc:chgData name="kaushlendra sisodia" userId="217e2e523c915028" providerId="LiveId" clId="{7A2DB23F-C377-466E-8C65-0AC8B35B26EE}" dt="2025-05-31T03:11:36.770" v="33" actId="47"/>
        <pc:sldMkLst>
          <pc:docMk/>
          <pc:sldMk cId="4104238839" sldId="629"/>
        </pc:sldMkLst>
      </pc:sldChg>
      <pc:sldChg chg="del">
        <pc:chgData name="kaushlendra sisodia" userId="217e2e523c915028" providerId="LiveId" clId="{7A2DB23F-C377-466E-8C65-0AC8B35B26EE}" dt="2025-05-31T03:11:43.233" v="51" actId="47"/>
        <pc:sldMkLst>
          <pc:docMk/>
          <pc:sldMk cId="3608017271" sldId="630"/>
        </pc:sldMkLst>
      </pc:sldChg>
      <pc:sldChg chg="del">
        <pc:chgData name="kaushlendra sisodia" userId="217e2e523c915028" providerId="LiveId" clId="{7A2DB23F-C377-466E-8C65-0AC8B35B26EE}" dt="2025-05-31T03:11:43.588" v="52" actId="47"/>
        <pc:sldMkLst>
          <pc:docMk/>
          <pc:sldMk cId="3727152789" sldId="631"/>
        </pc:sldMkLst>
      </pc:sldChg>
      <pc:sldChg chg="del">
        <pc:chgData name="kaushlendra sisodia" userId="217e2e523c915028" providerId="LiveId" clId="{7A2DB23F-C377-466E-8C65-0AC8B35B26EE}" dt="2025-05-31T03:11:43.912" v="53" actId="47"/>
        <pc:sldMkLst>
          <pc:docMk/>
          <pc:sldMk cId="1776794431" sldId="632"/>
        </pc:sldMkLst>
      </pc:sldChg>
      <pc:sldChg chg="del">
        <pc:chgData name="kaushlendra sisodia" userId="217e2e523c915028" providerId="LiveId" clId="{7A2DB23F-C377-466E-8C65-0AC8B35B26EE}" dt="2025-05-31T03:11:44.269" v="54" actId="47"/>
        <pc:sldMkLst>
          <pc:docMk/>
          <pc:sldMk cId="752934659" sldId="633"/>
        </pc:sldMkLst>
      </pc:sldChg>
      <pc:sldChg chg="del">
        <pc:chgData name="kaushlendra sisodia" userId="217e2e523c915028" providerId="LiveId" clId="{7A2DB23F-C377-466E-8C65-0AC8B35B26EE}" dt="2025-05-31T03:11:44.657" v="55" actId="47"/>
        <pc:sldMkLst>
          <pc:docMk/>
          <pc:sldMk cId="3881922279" sldId="634"/>
        </pc:sldMkLst>
      </pc:sldChg>
      <pc:sldChg chg="del">
        <pc:chgData name="kaushlendra sisodia" userId="217e2e523c915028" providerId="LiveId" clId="{7A2DB23F-C377-466E-8C65-0AC8B35B26EE}" dt="2025-05-31T03:11:45.053" v="56" actId="47"/>
        <pc:sldMkLst>
          <pc:docMk/>
          <pc:sldMk cId="1804901269" sldId="635"/>
        </pc:sldMkLst>
      </pc:sldChg>
      <pc:sldChg chg="del">
        <pc:chgData name="kaushlendra sisodia" userId="217e2e523c915028" providerId="LiveId" clId="{7A2DB23F-C377-466E-8C65-0AC8B35B26EE}" dt="2025-05-31T03:11:45.454" v="57" actId="47"/>
        <pc:sldMkLst>
          <pc:docMk/>
          <pc:sldMk cId="3114120729" sldId="638"/>
        </pc:sldMkLst>
      </pc:sldChg>
      <pc:sldChg chg="del">
        <pc:chgData name="kaushlendra sisodia" userId="217e2e523c915028" providerId="LiveId" clId="{7A2DB23F-C377-466E-8C65-0AC8B35B26EE}" dt="2025-05-31T03:11:45.823" v="58" actId="47"/>
        <pc:sldMkLst>
          <pc:docMk/>
          <pc:sldMk cId="1698979525" sldId="639"/>
        </pc:sldMkLst>
      </pc:sldChg>
      <pc:sldChg chg="del">
        <pc:chgData name="kaushlendra sisodia" userId="217e2e523c915028" providerId="LiveId" clId="{7A2DB23F-C377-466E-8C65-0AC8B35B26EE}" dt="2025-05-31T03:11:46.176" v="59" actId="47"/>
        <pc:sldMkLst>
          <pc:docMk/>
          <pc:sldMk cId="1530658715" sldId="640"/>
        </pc:sldMkLst>
      </pc:sldChg>
      <pc:sldChg chg="del">
        <pc:chgData name="kaushlendra sisodia" userId="217e2e523c915028" providerId="LiveId" clId="{7A2DB23F-C377-466E-8C65-0AC8B35B26EE}" dt="2025-05-31T03:11:46.607" v="60" actId="47"/>
        <pc:sldMkLst>
          <pc:docMk/>
          <pc:sldMk cId="32803319" sldId="646"/>
        </pc:sldMkLst>
      </pc:sldChg>
      <pc:sldChg chg="del">
        <pc:chgData name="kaushlendra sisodia" userId="217e2e523c915028" providerId="LiveId" clId="{7A2DB23F-C377-466E-8C65-0AC8B35B26EE}" dt="2025-05-31T03:11:46.974" v="61" actId="47"/>
        <pc:sldMkLst>
          <pc:docMk/>
          <pc:sldMk cId="2813606269" sldId="647"/>
        </pc:sldMkLst>
      </pc:sldChg>
      <pc:sldChg chg="del">
        <pc:chgData name="kaushlendra sisodia" userId="217e2e523c915028" providerId="LiveId" clId="{7A2DB23F-C377-466E-8C65-0AC8B35B26EE}" dt="2025-05-31T03:11:47.327" v="62" actId="47"/>
        <pc:sldMkLst>
          <pc:docMk/>
          <pc:sldMk cId="2589553745" sldId="648"/>
        </pc:sldMkLst>
      </pc:sldChg>
      <pc:sldChg chg="del">
        <pc:chgData name="kaushlendra sisodia" userId="217e2e523c915028" providerId="LiveId" clId="{7A2DB23F-C377-466E-8C65-0AC8B35B26EE}" dt="2025-05-31T03:11:47.664" v="63" actId="47"/>
        <pc:sldMkLst>
          <pc:docMk/>
          <pc:sldMk cId="622028615" sldId="649"/>
        </pc:sldMkLst>
      </pc:sldChg>
      <pc:sldChg chg="del">
        <pc:chgData name="kaushlendra sisodia" userId="217e2e523c915028" providerId="LiveId" clId="{7A2DB23F-C377-466E-8C65-0AC8B35B26EE}" dt="2025-05-31T03:11:48.013" v="64" actId="47"/>
        <pc:sldMkLst>
          <pc:docMk/>
          <pc:sldMk cId="3264433865" sldId="650"/>
        </pc:sldMkLst>
      </pc:sldChg>
      <pc:sldChg chg="del">
        <pc:chgData name="kaushlendra sisodia" userId="217e2e523c915028" providerId="LiveId" clId="{7A2DB23F-C377-466E-8C65-0AC8B35B26EE}" dt="2025-05-31T03:11:48.334" v="65" actId="47"/>
        <pc:sldMkLst>
          <pc:docMk/>
          <pc:sldMk cId="3084869320" sldId="655"/>
        </pc:sldMkLst>
      </pc:sldChg>
      <pc:sldChg chg="del">
        <pc:chgData name="kaushlendra sisodia" userId="217e2e523c915028" providerId="LiveId" clId="{7A2DB23F-C377-466E-8C65-0AC8B35B26EE}" dt="2025-05-31T03:11:49.032" v="66" actId="47"/>
        <pc:sldMkLst>
          <pc:docMk/>
          <pc:sldMk cId="3875833815" sldId="656"/>
        </pc:sldMkLst>
      </pc:sldChg>
      <pc:sldChg chg="del">
        <pc:chgData name="kaushlendra sisodia" userId="217e2e523c915028" providerId="LiveId" clId="{7A2DB23F-C377-466E-8C65-0AC8B35B26EE}" dt="2025-05-31T03:11:49.294" v="67" actId="47"/>
        <pc:sldMkLst>
          <pc:docMk/>
          <pc:sldMk cId="2191297577" sldId="657"/>
        </pc:sldMkLst>
      </pc:sldChg>
      <pc:sldChg chg="del">
        <pc:chgData name="kaushlendra sisodia" userId="217e2e523c915028" providerId="LiveId" clId="{7A2DB23F-C377-466E-8C65-0AC8B35B26EE}" dt="2025-05-31T03:11:49.680" v="68" actId="47"/>
        <pc:sldMkLst>
          <pc:docMk/>
          <pc:sldMk cId="3595050703" sldId="658"/>
        </pc:sldMkLst>
      </pc:sldChg>
      <pc:sldChg chg="del">
        <pc:chgData name="kaushlendra sisodia" userId="217e2e523c915028" providerId="LiveId" clId="{7A2DB23F-C377-466E-8C65-0AC8B35B26EE}" dt="2025-05-31T03:11:50.065" v="69" actId="47"/>
        <pc:sldMkLst>
          <pc:docMk/>
          <pc:sldMk cId="3463279341" sldId="659"/>
        </pc:sldMkLst>
      </pc:sldChg>
      <pc:sldChg chg="del">
        <pc:chgData name="kaushlendra sisodia" userId="217e2e523c915028" providerId="LiveId" clId="{7A2DB23F-C377-466E-8C65-0AC8B35B26EE}" dt="2025-05-31T03:11:50.728" v="70" actId="47"/>
        <pc:sldMkLst>
          <pc:docMk/>
          <pc:sldMk cId="1902106133" sldId="660"/>
        </pc:sldMkLst>
      </pc:sldChg>
      <pc:sldChg chg="del">
        <pc:chgData name="kaushlendra sisodia" userId="217e2e523c915028" providerId="LiveId" clId="{7A2DB23F-C377-466E-8C65-0AC8B35B26EE}" dt="2025-05-31T03:11:51.230" v="71" actId="47"/>
        <pc:sldMkLst>
          <pc:docMk/>
          <pc:sldMk cId="2247803004" sldId="661"/>
        </pc:sldMkLst>
      </pc:sldChg>
      <pc:sldChg chg="del">
        <pc:chgData name="kaushlendra sisodia" userId="217e2e523c915028" providerId="LiveId" clId="{7A2DB23F-C377-466E-8C65-0AC8B35B26EE}" dt="2025-05-31T03:11:57.286" v="72" actId="47"/>
        <pc:sldMkLst>
          <pc:docMk/>
          <pc:sldMk cId="3626490204" sldId="662"/>
        </pc:sldMkLst>
      </pc:sldChg>
      <pc:sldChg chg="del">
        <pc:chgData name="kaushlendra sisodia" userId="217e2e523c915028" providerId="LiveId" clId="{7A2DB23F-C377-466E-8C65-0AC8B35B26EE}" dt="2025-05-31T03:11:57.602" v="73" actId="47"/>
        <pc:sldMkLst>
          <pc:docMk/>
          <pc:sldMk cId="1099243690" sldId="663"/>
        </pc:sldMkLst>
      </pc:sldChg>
      <pc:sldChg chg="del">
        <pc:chgData name="kaushlendra sisodia" userId="217e2e523c915028" providerId="LiveId" clId="{7A2DB23F-C377-466E-8C65-0AC8B35B26EE}" dt="2025-05-31T03:11:57.945" v="74" actId="47"/>
        <pc:sldMkLst>
          <pc:docMk/>
          <pc:sldMk cId="31146515" sldId="664"/>
        </pc:sldMkLst>
      </pc:sldChg>
      <pc:sldChg chg="del">
        <pc:chgData name="kaushlendra sisodia" userId="217e2e523c915028" providerId="LiveId" clId="{7A2DB23F-C377-466E-8C65-0AC8B35B26EE}" dt="2025-05-31T03:11:58.280" v="75" actId="47"/>
        <pc:sldMkLst>
          <pc:docMk/>
          <pc:sldMk cId="661740946" sldId="665"/>
        </pc:sldMkLst>
      </pc:sldChg>
      <pc:sldChg chg="del">
        <pc:chgData name="kaushlendra sisodia" userId="217e2e523c915028" providerId="LiveId" clId="{7A2DB23F-C377-466E-8C65-0AC8B35B26EE}" dt="2025-05-31T03:11:58.632" v="76" actId="47"/>
        <pc:sldMkLst>
          <pc:docMk/>
          <pc:sldMk cId="3717324654" sldId="666"/>
        </pc:sldMkLst>
      </pc:sldChg>
      <pc:sldChg chg="del">
        <pc:chgData name="kaushlendra sisodia" userId="217e2e523c915028" providerId="LiveId" clId="{7A2DB23F-C377-466E-8C65-0AC8B35B26EE}" dt="2025-05-31T03:11:58.966" v="77" actId="47"/>
        <pc:sldMkLst>
          <pc:docMk/>
          <pc:sldMk cId="2583972387" sldId="667"/>
        </pc:sldMkLst>
      </pc:sldChg>
      <pc:sldChg chg="del">
        <pc:chgData name="kaushlendra sisodia" userId="217e2e523c915028" providerId="LiveId" clId="{7A2DB23F-C377-466E-8C65-0AC8B35B26EE}" dt="2025-05-31T03:11:59.307" v="78" actId="47"/>
        <pc:sldMkLst>
          <pc:docMk/>
          <pc:sldMk cId="3153531210" sldId="668"/>
        </pc:sldMkLst>
      </pc:sldChg>
      <pc:sldChg chg="del">
        <pc:chgData name="kaushlendra sisodia" userId="217e2e523c915028" providerId="LiveId" clId="{7A2DB23F-C377-466E-8C65-0AC8B35B26EE}" dt="2025-05-31T03:11:59.645" v="79" actId="47"/>
        <pc:sldMkLst>
          <pc:docMk/>
          <pc:sldMk cId="999755820" sldId="669"/>
        </pc:sldMkLst>
      </pc:sldChg>
      <pc:sldChg chg="del">
        <pc:chgData name="kaushlendra sisodia" userId="217e2e523c915028" providerId="LiveId" clId="{7A2DB23F-C377-466E-8C65-0AC8B35B26EE}" dt="2025-05-31T03:11:59.990" v="80" actId="47"/>
        <pc:sldMkLst>
          <pc:docMk/>
          <pc:sldMk cId="9087487" sldId="670"/>
        </pc:sldMkLst>
      </pc:sldChg>
      <pc:sldChg chg="del">
        <pc:chgData name="kaushlendra sisodia" userId="217e2e523c915028" providerId="LiveId" clId="{7A2DB23F-C377-466E-8C65-0AC8B35B26EE}" dt="2025-05-31T03:12:00.326" v="81" actId="47"/>
        <pc:sldMkLst>
          <pc:docMk/>
          <pc:sldMk cId="1139859306" sldId="671"/>
        </pc:sldMkLst>
      </pc:sldChg>
      <pc:sldChg chg="del">
        <pc:chgData name="kaushlendra sisodia" userId="217e2e523c915028" providerId="LiveId" clId="{7A2DB23F-C377-466E-8C65-0AC8B35B26EE}" dt="2025-05-31T03:12:00.854" v="82" actId="47"/>
        <pc:sldMkLst>
          <pc:docMk/>
          <pc:sldMk cId="2465947187" sldId="672"/>
        </pc:sldMkLst>
      </pc:sldChg>
      <pc:sldChg chg="del">
        <pc:chgData name="kaushlendra sisodia" userId="217e2e523c915028" providerId="LiveId" clId="{7A2DB23F-C377-466E-8C65-0AC8B35B26EE}" dt="2025-05-31T03:12:01.304" v="83" actId="47"/>
        <pc:sldMkLst>
          <pc:docMk/>
          <pc:sldMk cId="1774137993" sldId="673"/>
        </pc:sldMkLst>
      </pc:sldChg>
      <pc:sldChg chg="del">
        <pc:chgData name="kaushlendra sisodia" userId="217e2e523c915028" providerId="LiveId" clId="{7A2DB23F-C377-466E-8C65-0AC8B35B26EE}" dt="2025-05-31T03:12:01.752" v="84" actId="47"/>
        <pc:sldMkLst>
          <pc:docMk/>
          <pc:sldMk cId="524412883" sldId="674"/>
        </pc:sldMkLst>
      </pc:sldChg>
      <pc:sldChg chg="del">
        <pc:chgData name="kaushlendra sisodia" userId="217e2e523c915028" providerId="LiveId" clId="{7A2DB23F-C377-466E-8C65-0AC8B35B26EE}" dt="2025-05-31T03:12:02.473" v="85" actId="47"/>
        <pc:sldMkLst>
          <pc:docMk/>
          <pc:sldMk cId="2972783789" sldId="676"/>
        </pc:sldMkLst>
      </pc:sldChg>
      <pc:sldChg chg="del">
        <pc:chgData name="kaushlendra sisodia" userId="217e2e523c915028" providerId="LiveId" clId="{7A2DB23F-C377-466E-8C65-0AC8B35B26EE}" dt="2025-05-31T03:12:04.780" v="86" actId="47"/>
        <pc:sldMkLst>
          <pc:docMk/>
          <pc:sldMk cId="1842633198" sldId="677"/>
        </pc:sldMkLst>
      </pc:sldChg>
      <pc:sldChg chg="del">
        <pc:chgData name="kaushlendra sisodia" userId="217e2e523c915028" providerId="LiveId" clId="{7A2DB23F-C377-466E-8C65-0AC8B35B26EE}" dt="2025-05-31T03:12:05.498" v="87" actId="47"/>
        <pc:sldMkLst>
          <pc:docMk/>
          <pc:sldMk cId="1099265085" sldId="678"/>
        </pc:sldMkLst>
      </pc:sldChg>
      <pc:sldChg chg="del">
        <pc:chgData name="kaushlendra sisodia" userId="217e2e523c915028" providerId="LiveId" clId="{7A2DB23F-C377-466E-8C65-0AC8B35B26EE}" dt="2025-05-31T03:12:10.717" v="92" actId="47"/>
        <pc:sldMkLst>
          <pc:docMk/>
          <pc:sldMk cId="730823544" sldId="679"/>
        </pc:sldMkLst>
      </pc:sldChg>
      <pc:sldChg chg="del">
        <pc:chgData name="kaushlendra sisodia" userId="217e2e523c915028" providerId="LiveId" clId="{7A2DB23F-C377-466E-8C65-0AC8B35B26EE}" dt="2025-05-31T03:12:11.081" v="93" actId="47"/>
        <pc:sldMkLst>
          <pc:docMk/>
          <pc:sldMk cId="3526102463" sldId="680"/>
        </pc:sldMkLst>
      </pc:sldChg>
      <pc:sldChg chg="del">
        <pc:chgData name="kaushlendra sisodia" userId="217e2e523c915028" providerId="LiveId" clId="{7A2DB23F-C377-466E-8C65-0AC8B35B26EE}" dt="2025-05-31T03:12:11.447" v="94" actId="47"/>
        <pc:sldMkLst>
          <pc:docMk/>
          <pc:sldMk cId="649972636" sldId="681"/>
        </pc:sldMkLst>
      </pc:sldChg>
      <pc:sldChg chg="del">
        <pc:chgData name="kaushlendra sisodia" userId="217e2e523c915028" providerId="LiveId" clId="{7A2DB23F-C377-466E-8C65-0AC8B35B26EE}" dt="2025-05-31T03:12:11.830" v="95" actId="47"/>
        <pc:sldMkLst>
          <pc:docMk/>
          <pc:sldMk cId="3558006773" sldId="684"/>
        </pc:sldMkLst>
      </pc:sldChg>
      <pc:sldChg chg="del">
        <pc:chgData name="kaushlendra sisodia" userId="217e2e523c915028" providerId="LiveId" clId="{7A2DB23F-C377-466E-8C65-0AC8B35B26EE}" dt="2025-05-31T03:12:10.350" v="91" actId="47"/>
        <pc:sldMkLst>
          <pc:docMk/>
          <pc:sldMk cId="233279408" sldId="695"/>
        </pc:sldMkLst>
      </pc:sldChg>
      <pc:sldChg chg="del">
        <pc:chgData name="kaushlendra sisodia" userId="217e2e523c915028" providerId="LiveId" clId="{7A2DB23F-C377-466E-8C65-0AC8B35B26EE}" dt="2025-05-31T03:12:08.604" v="88" actId="47"/>
        <pc:sldMkLst>
          <pc:docMk/>
          <pc:sldMk cId="2023585685" sldId="696"/>
        </pc:sldMkLst>
      </pc:sldChg>
      <pc:sldChg chg="del">
        <pc:chgData name="kaushlendra sisodia" userId="217e2e523c915028" providerId="LiveId" clId="{7A2DB23F-C377-466E-8C65-0AC8B35B26EE}" dt="2025-05-31T03:12:09.368" v="89" actId="47"/>
        <pc:sldMkLst>
          <pc:docMk/>
          <pc:sldMk cId="2190201648" sldId="697"/>
        </pc:sldMkLst>
      </pc:sldChg>
      <pc:sldChg chg="del">
        <pc:chgData name="kaushlendra sisodia" userId="217e2e523c915028" providerId="LiveId" clId="{7A2DB23F-C377-466E-8C65-0AC8B35B26EE}" dt="2025-05-31T03:12:09.913" v="90" actId="47"/>
        <pc:sldMkLst>
          <pc:docMk/>
          <pc:sldMk cId="2754872002" sldId="698"/>
        </pc:sldMkLst>
      </pc:sldChg>
      <pc:sldChg chg="del">
        <pc:chgData name="kaushlendra sisodia" userId="217e2e523c915028" providerId="LiveId" clId="{7A2DB23F-C377-466E-8C65-0AC8B35B26EE}" dt="2025-05-31T03:12:12.245" v="96" actId="47"/>
        <pc:sldMkLst>
          <pc:docMk/>
          <pc:sldMk cId="2143732664" sldId="699"/>
        </pc:sldMkLst>
      </pc:sldChg>
      <pc:sldChg chg="del">
        <pc:chgData name="kaushlendra sisodia" userId="217e2e523c915028" providerId="LiveId" clId="{7A2DB23F-C377-466E-8C65-0AC8B35B26EE}" dt="2025-05-31T03:12:13.031" v="97" actId="47"/>
        <pc:sldMkLst>
          <pc:docMk/>
          <pc:sldMk cId="390168185" sldId="700"/>
        </pc:sldMkLst>
      </pc:sldChg>
    </pc:docChg>
  </pc:docChgLst>
  <pc:docChgLst>
    <pc:chgData name="kaushlendra sisodia" userId="217e2e523c915028" providerId="LiveId" clId="{83382671-1C9E-481E-BFE4-9C453E2DDADB}"/>
    <pc:docChg chg="modSld">
      <pc:chgData name="kaushlendra sisodia" userId="217e2e523c915028" providerId="LiveId" clId="{83382671-1C9E-481E-BFE4-9C453E2DDADB}" dt="2025-05-31T03:22:19.252" v="3" actId="207"/>
      <pc:docMkLst>
        <pc:docMk/>
      </pc:docMkLst>
      <pc:sldChg chg="modSp mod">
        <pc:chgData name="kaushlendra sisodia" userId="217e2e523c915028" providerId="LiveId" clId="{83382671-1C9E-481E-BFE4-9C453E2DDADB}" dt="2025-05-31T03:22:19.252" v="3" actId="207"/>
        <pc:sldMkLst>
          <pc:docMk/>
          <pc:sldMk cId="90094506" sldId="551"/>
        </pc:sldMkLst>
        <pc:spChg chg="mod">
          <ac:chgData name="kaushlendra sisodia" userId="217e2e523c915028" providerId="LiveId" clId="{83382671-1C9E-481E-BFE4-9C453E2DDADB}" dt="2025-05-31T03:22:19.252" v="3" actId="207"/>
          <ac:spMkLst>
            <pc:docMk/>
            <pc:sldMk cId="90094506" sldId="551"/>
            <ac:spMk id="5" creationId="{00000000-0000-0000-0000-000000000000}"/>
          </ac:spMkLst>
        </pc:spChg>
      </pc:sldChg>
    </pc:docChg>
  </pc:docChgLst>
  <pc:docChgLst>
    <pc:chgData name="kaushlendra sisodia" userId="217e2e523c915028" providerId="LiveId" clId="{E739AC72-F1BE-4AD3-B495-8A214C811FC8}"/>
    <pc:docChg chg="undo custSel addSld delSld modSld sldOrd">
      <pc:chgData name="kaushlendra sisodia" userId="217e2e523c915028" providerId="LiveId" clId="{E739AC72-F1BE-4AD3-B495-8A214C811FC8}" dt="2025-06-01T13:42:53.589" v="616" actId="1076"/>
      <pc:docMkLst>
        <pc:docMk/>
      </pc:docMkLst>
      <pc:sldChg chg="modSp mod">
        <pc:chgData name="kaushlendra sisodia" userId="217e2e523c915028" providerId="LiveId" clId="{E739AC72-F1BE-4AD3-B495-8A214C811FC8}" dt="2025-06-01T13:11:05.950" v="503" actId="6549"/>
        <pc:sldMkLst>
          <pc:docMk/>
          <pc:sldMk cId="1462574454" sldId="366"/>
        </pc:sldMkLst>
        <pc:spChg chg="mod">
          <ac:chgData name="kaushlendra sisodia" userId="217e2e523c915028" providerId="LiveId" clId="{E739AC72-F1BE-4AD3-B495-8A214C811FC8}" dt="2025-06-01T13:11:05.950" v="503" actId="6549"/>
          <ac:spMkLst>
            <pc:docMk/>
            <pc:sldMk cId="1462574454" sldId="366"/>
            <ac:spMk id="4" creationId="{00000000-0000-0000-0000-000000000000}"/>
          </ac:spMkLst>
        </pc:spChg>
      </pc:sldChg>
      <pc:sldChg chg="del">
        <pc:chgData name="kaushlendra sisodia" userId="217e2e523c915028" providerId="LiveId" clId="{E739AC72-F1BE-4AD3-B495-8A214C811FC8}" dt="2025-06-01T04:07:47.748" v="10" actId="47"/>
        <pc:sldMkLst>
          <pc:docMk/>
          <pc:sldMk cId="422062092" sldId="385"/>
        </pc:sldMkLst>
      </pc:sldChg>
      <pc:sldChg chg="modSp mod">
        <pc:chgData name="kaushlendra sisodia" userId="217e2e523c915028" providerId="LiveId" clId="{E739AC72-F1BE-4AD3-B495-8A214C811FC8}" dt="2025-06-01T04:07:40.687" v="9" actId="14100"/>
        <pc:sldMkLst>
          <pc:docMk/>
          <pc:sldMk cId="90094506" sldId="551"/>
        </pc:sldMkLst>
        <pc:spChg chg="mod">
          <ac:chgData name="kaushlendra sisodia" userId="217e2e523c915028" providerId="LiveId" clId="{E739AC72-F1BE-4AD3-B495-8A214C811FC8}" dt="2025-06-01T04:07:40.687" v="9" actId="14100"/>
          <ac:spMkLst>
            <pc:docMk/>
            <pc:sldMk cId="90094506" sldId="551"/>
            <ac:spMk id="5" creationId="{00000000-0000-0000-0000-000000000000}"/>
          </ac:spMkLst>
        </pc:spChg>
      </pc:sldChg>
      <pc:sldChg chg="del">
        <pc:chgData name="kaushlendra sisodia" userId="217e2e523c915028" providerId="LiveId" clId="{E739AC72-F1BE-4AD3-B495-8A214C811FC8}" dt="2025-06-01T04:08:05.186" v="24" actId="47"/>
        <pc:sldMkLst>
          <pc:docMk/>
          <pc:sldMk cId="886308770" sldId="552"/>
        </pc:sldMkLst>
      </pc:sldChg>
      <pc:sldChg chg="del">
        <pc:chgData name="kaushlendra sisodia" userId="217e2e523c915028" providerId="LiveId" clId="{E739AC72-F1BE-4AD3-B495-8A214C811FC8}" dt="2025-06-01T04:08:07.018" v="25" actId="47"/>
        <pc:sldMkLst>
          <pc:docMk/>
          <pc:sldMk cId="1192542627" sldId="553"/>
        </pc:sldMkLst>
      </pc:sldChg>
      <pc:sldChg chg="del">
        <pc:chgData name="kaushlendra sisodia" userId="217e2e523c915028" providerId="LiveId" clId="{E739AC72-F1BE-4AD3-B495-8A214C811FC8}" dt="2025-06-01T04:07:52.024" v="11" actId="47"/>
        <pc:sldMkLst>
          <pc:docMk/>
          <pc:sldMk cId="616969867" sldId="554"/>
        </pc:sldMkLst>
      </pc:sldChg>
      <pc:sldChg chg="del">
        <pc:chgData name="kaushlendra sisodia" userId="217e2e523c915028" providerId="LiveId" clId="{E739AC72-F1BE-4AD3-B495-8A214C811FC8}" dt="2025-06-01T04:08:00.821" v="23" actId="47"/>
        <pc:sldMkLst>
          <pc:docMk/>
          <pc:sldMk cId="1624034439" sldId="555"/>
        </pc:sldMkLst>
      </pc:sldChg>
      <pc:sldChg chg="del">
        <pc:chgData name="kaushlendra sisodia" userId="217e2e523c915028" providerId="LiveId" clId="{E739AC72-F1BE-4AD3-B495-8A214C811FC8}" dt="2025-06-01T04:08:08.484" v="26" actId="47"/>
        <pc:sldMkLst>
          <pc:docMk/>
          <pc:sldMk cId="4139983500" sldId="556"/>
        </pc:sldMkLst>
      </pc:sldChg>
      <pc:sldChg chg="del">
        <pc:chgData name="kaushlendra sisodia" userId="217e2e523c915028" providerId="LiveId" clId="{E739AC72-F1BE-4AD3-B495-8A214C811FC8}" dt="2025-06-01T04:08:09.305" v="27" actId="47"/>
        <pc:sldMkLst>
          <pc:docMk/>
          <pc:sldMk cId="1961263966" sldId="557"/>
        </pc:sldMkLst>
      </pc:sldChg>
      <pc:sldChg chg="del">
        <pc:chgData name="kaushlendra sisodia" userId="217e2e523c915028" providerId="LiveId" clId="{E739AC72-F1BE-4AD3-B495-8A214C811FC8}" dt="2025-06-01T04:08:09.822" v="28" actId="47"/>
        <pc:sldMkLst>
          <pc:docMk/>
          <pc:sldMk cId="553718394" sldId="558"/>
        </pc:sldMkLst>
      </pc:sldChg>
      <pc:sldChg chg="del">
        <pc:chgData name="kaushlendra sisodia" userId="217e2e523c915028" providerId="LiveId" clId="{E739AC72-F1BE-4AD3-B495-8A214C811FC8}" dt="2025-06-01T04:08:10.380" v="29" actId="47"/>
        <pc:sldMkLst>
          <pc:docMk/>
          <pc:sldMk cId="1588330745" sldId="559"/>
        </pc:sldMkLst>
      </pc:sldChg>
      <pc:sldChg chg="del">
        <pc:chgData name="kaushlendra sisodia" userId="217e2e523c915028" providerId="LiveId" clId="{E739AC72-F1BE-4AD3-B495-8A214C811FC8}" dt="2025-06-01T04:08:10.834" v="30" actId="47"/>
        <pc:sldMkLst>
          <pc:docMk/>
          <pc:sldMk cId="1105933305" sldId="560"/>
        </pc:sldMkLst>
      </pc:sldChg>
      <pc:sldChg chg="del">
        <pc:chgData name="kaushlendra sisodia" userId="217e2e523c915028" providerId="LiveId" clId="{E739AC72-F1BE-4AD3-B495-8A214C811FC8}" dt="2025-06-01T04:08:11.353" v="31" actId="47"/>
        <pc:sldMkLst>
          <pc:docMk/>
          <pc:sldMk cId="2408731666" sldId="561"/>
        </pc:sldMkLst>
      </pc:sldChg>
      <pc:sldChg chg="del">
        <pc:chgData name="kaushlendra sisodia" userId="217e2e523c915028" providerId="LiveId" clId="{E739AC72-F1BE-4AD3-B495-8A214C811FC8}" dt="2025-06-01T04:08:12.318" v="33" actId="47"/>
        <pc:sldMkLst>
          <pc:docMk/>
          <pc:sldMk cId="3628543741" sldId="562"/>
        </pc:sldMkLst>
      </pc:sldChg>
      <pc:sldChg chg="del">
        <pc:chgData name="kaushlendra sisodia" userId="217e2e523c915028" providerId="LiveId" clId="{E739AC72-F1BE-4AD3-B495-8A214C811FC8}" dt="2025-06-01T04:08:11.710" v="32" actId="47"/>
        <pc:sldMkLst>
          <pc:docMk/>
          <pc:sldMk cId="1694372464" sldId="563"/>
        </pc:sldMkLst>
      </pc:sldChg>
      <pc:sldChg chg="del">
        <pc:chgData name="kaushlendra sisodia" userId="217e2e523c915028" providerId="LiveId" clId="{E739AC72-F1BE-4AD3-B495-8A214C811FC8}" dt="2025-06-01T04:08:12.780" v="34" actId="47"/>
        <pc:sldMkLst>
          <pc:docMk/>
          <pc:sldMk cId="2129032167" sldId="564"/>
        </pc:sldMkLst>
      </pc:sldChg>
      <pc:sldChg chg="del">
        <pc:chgData name="kaushlendra sisodia" userId="217e2e523c915028" providerId="LiveId" clId="{E739AC72-F1BE-4AD3-B495-8A214C811FC8}" dt="2025-06-01T04:08:13.416" v="35" actId="47"/>
        <pc:sldMkLst>
          <pc:docMk/>
          <pc:sldMk cId="728102325" sldId="565"/>
        </pc:sldMkLst>
      </pc:sldChg>
      <pc:sldChg chg="addSp delSp modSp mod">
        <pc:chgData name="kaushlendra sisodia" userId="217e2e523c915028" providerId="LiveId" clId="{E739AC72-F1BE-4AD3-B495-8A214C811FC8}" dt="2025-06-01T04:17:23.951" v="39" actId="14100"/>
        <pc:sldMkLst>
          <pc:docMk/>
          <pc:sldMk cId="2509827430" sldId="567"/>
        </pc:sldMkLst>
        <pc:spChg chg="del">
          <ac:chgData name="kaushlendra sisodia" userId="217e2e523c915028" providerId="LiveId" clId="{E739AC72-F1BE-4AD3-B495-8A214C811FC8}" dt="2025-06-01T04:09:21.947" v="36" actId="478"/>
          <ac:spMkLst>
            <pc:docMk/>
            <pc:sldMk cId="2509827430" sldId="567"/>
            <ac:spMk id="4" creationId="{44EC0A6C-87BC-BB1F-BEE1-6BD21AA9DAA9}"/>
          </ac:spMkLst>
        </pc:spChg>
        <pc:picChg chg="del">
          <ac:chgData name="kaushlendra sisodia" userId="217e2e523c915028" providerId="LiveId" clId="{E739AC72-F1BE-4AD3-B495-8A214C811FC8}" dt="2025-06-01T04:14:44.455" v="37" actId="478"/>
          <ac:picMkLst>
            <pc:docMk/>
            <pc:sldMk cId="2509827430" sldId="567"/>
            <ac:picMk id="6" creationId="{6DC97415-1FCC-129B-E527-130CF7ECDAFF}"/>
          </ac:picMkLst>
        </pc:picChg>
        <pc:picChg chg="add mod">
          <ac:chgData name="kaushlendra sisodia" userId="217e2e523c915028" providerId="LiveId" clId="{E739AC72-F1BE-4AD3-B495-8A214C811FC8}" dt="2025-06-01T04:17:23.951" v="39" actId="14100"/>
          <ac:picMkLst>
            <pc:docMk/>
            <pc:sldMk cId="2509827430" sldId="567"/>
            <ac:picMk id="1026" creationId="{1243992F-AC6D-B2CF-1438-49C425401804}"/>
          </ac:picMkLst>
        </pc:picChg>
      </pc:sldChg>
      <pc:sldChg chg="modSp mod">
        <pc:chgData name="kaushlendra sisodia" userId="217e2e523c915028" providerId="LiveId" clId="{E739AC72-F1BE-4AD3-B495-8A214C811FC8}" dt="2025-06-01T13:30:20.056" v="516" actId="20577"/>
        <pc:sldMkLst>
          <pc:docMk/>
          <pc:sldMk cId="3299074063" sldId="569"/>
        </pc:sldMkLst>
        <pc:spChg chg="mod">
          <ac:chgData name="kaushlendra sisodia" userId="217e2e523c915028" providerId="LiveId" clId="{E739AC72-F1BE-4AD3-B495-8A214C811FC8}" dt="2025-06-01T13:30:20.056" v="516" actId="20577"/>
          <ac:spMkLst>
            <pc:docMk/>
            <pc:sldMk cId="3299074063" sldId="569"/>
            <ac:spMk id="3" creationId="{4DB18EDF-479F-4190-76AD-D548757A5246}"/>
          </ac:spMkLst>
        </pc:spChg>
      </pc:sldChg>
      <pc:sldChg chg="addSp delSp modSp mod">
        <pc:chgData name="kaushlendra sisodia" userId="217e2e523c915028" providerId="LiveId" clId="{E739AC72-F1BE-4AD3-B495-8A214C811FC8}" dt="2025-06-01T13:00:15.383" v="376" actId="113"/>
        <pc:sldMkLst>
          <pc:docMk/>
          <pc:sldMk cId="4285376568" sldId="570"/>
        </pc:sldMkLst>
        <pc:spChg chg="del mod">
          <ac:chgData name="kaushlendra sisodia" userId="217e2e523c915028" providerId="LiveId" clId="{E739AC72-F1BE-4AD3-B495-8A214C811FC8}" dt="2025-06-01T04:50:50.955" v="244" actId="478"/>
          <ac:spMkLst>
            <pc:docMk/>
            <pc:sldMk cId="4285376568" sldId="570"/>
            <ac:spMk id="3" creationId="{F182AA4C-613F-5033-3807-76E5832E3488}"/>
          </ac:spMkLst>
        </pc:spChg>
        <pc:spChg chg="add mod">
          <ac:chgData name="kaushlendra sisodia" userId="217e2e523c915028" providerId="LiveId" clId="{E739AC72-F1BE-4AD3-B495-8A214C811FC8}" dt="2025-06-01T13:00:01.003" v="373" actId="6549"/>
          <ac:spMkLst>
            <pc:docMk/>
            <pc:sldMk cId="4285376568" sldId="570"/>
            <ac:spMk id="5" creationId="{EC387AF2-8430-2930-02C6-1A0AF4E096FA}"/>
          </ac:spMkLst>
        </pc:spChg>
        <pc:spChg chg="mod">
          <ac:chgData name="kaushlendra sisodia" userId="217e2e523c915028" providerId="LiveId" clId="{E739AC72-F1BE-4AD3-B495-8A214C811FC8}" dt="2025-06-01T13:00:15.383" v="376" actId="113"/>
          <ac:spMkLst>
            <pc:docMk/>
            <pc:sldMk cId="4285376568" sldId="570"/>
            <ac:spMk id="4098" creationId="{33B1F73F-02A9-A8B0-8F1F-88FB5A1A13F5}"/>
          </ac:spMkLst>
        </pc:spChg>
        <pc:picChg chg="del">
          <ac:chgData name="kaushlendra sisodia" userId="217e2e523c915028" providerId="LiveId" clId="{E739AC72-F1BE-4AD3-B495-8A214C811FC8}" dt="2025-06-01T04:50:52.854" v="245" actId="478"/>
          <ac:picMkLst>
            <pc:docMk/>
            <pc:sldMk cId="4285376568" sldId="570"/>
            <ac:picMk id="4" creationId="{80437770-FD8D-729D-AEF5-E0D9C4F9CC2C}"/>
          </ac:picMkLst>
        </pc:picChg>
      </pc:sldChg>
      <pc:sldChg chg="modSp mod">
        <pc:chgData name="kaushlendra sisodia" userId="217e2e523c915028" providerId="LiveId" clId="{E739AC72-F1BE-4AD3-B495-8A214C811FC8}" dt="2025-06-01T13:03:30.882" v="416" actId="27636"/>
        <pc:sldMkLst>
          <pc:docMk/>
          <pc:sldMk cId="1568187147" sldId="571"/>
        </pc:sldMkLst>
        <pc:spChg chg="mod">
          <ac:chgData name="kaushlendra sisodia" userId="217e2e523c915028" providerId="LiveId" clId="{E739AC72-F1BE-4AD3-B495-8A214C811FC8}" dt="2025-06-01T13:03:30.882" v="416" actId="27636"/>
          <ac:spMkLst>
            <pc:docMk/>
            <pc:sldMk cId="1568187147" sldId="571"/>
            <ac:spMk id="4098" creationId="{5AA5DB31-2BB6-0AB2-A65C-F416173FDA94}"/>
          </ac:spMkLst>
        </pc:spChg>
      </pc:sldChg>
      <pc:sldChg chg="modSp mod">
        <pc:chgData name="kaushlendra sisodia" userId="217e2e523c915028" providerId="LiveId" clId="{E739AC72-F1BE-4AD3-B495-8A214C811FC8}" dt="2025-06-01T13:03:38.932" v="419" actId="20577"/>
        <pc:sldMkLst>
          <pc:docMk/>
          <pc:sldMk cId="2195185333" sldId="572"/>
        </pc:sldMkLst>
        <pc:spChg chg="mod">
          <ac:chgData name="kaushlendra sisodia" userId="217e2e523c915028" providerId="LiveId" clId="{E739AC72-F1BE-4AD3-B495-8A214C811FC8}" dt="2025-06-01T13:03:38.932" v="419" actId="20577"/>
          <ac:spMkLst>
            <pc:docMk/>
            <pc:sldMk cId="2195185333" sldId="572"/>
            <ac:spMk id="4098" creationId="{9933624E-6BB8-BE79-6B5E-FA8D938483D7}"/>
          </ac:spMkLst>
        </pc:spChg>
      </pc:sldChg>
      <pc:sldChg chg="modSp mod">
        <pc:chgData name="kaushlendra sisodia" userId="217e2e523c915028" providerId="LiveId" clId="{E739AC72-F1BE-4AD3-B495-8A214C811FC8}" dt="2025-06-01T13:04:01.888" v="422"/>
        <pc:sldMkLst>
          <pc:docMk/>
          <pc:sldMk cId="589297511" sldId="573"/>
        </pc:sldMkLst>
        <pc:spChg chg="mod">
          <ac:chgData name="kaushlendra sisodia" userId="217e2e523c915028" providerId="LiveId" clId="{E739AC72-F1BE-4AD3-B495-8A214C811FC8}" dt="2025-06-01T13:04:01.888" v="422"/>
          <ac:spMkLst>
            <pc:docMk/>
            <pc:sldMk cId="589297511" sldId="573"/>
            <ac:spMk id="4" creationId="{FA45EB0E-1EC5-BF76-AC27-57AFD92D93BD}"/>
          </ac:spMkLst>
        </pc:spChg>
        <pc:spChg chg="mod">
          <ac:chgData name="kaushlendra sisodia" userId="217e2e523c915028" providerId="LiveId" clId="{E739AC72-F1BE-4AD3-B495-8A214C811FC8}" dt="2025-06-01T13:03:45.787" v="421" actId="27636"/>
          <ac:spMkLst>
            <pc:docMk/>
            <pc:sldMk cId="589297511" sldId="573"/>
            <ac:spMk id="4098" creationId="{964E4E53-DC2E-0834-C012-4B851A95AF9C}"/>
          </ac:spMkLst>
        </pc:spChg>
      </pc:sldChg>
      <pc:sldChg chg="modSp mod">
        <pc:chgData name="kaushlendra sisodia" userId="217e2e523c915028" providerId="LiveId" clId="{E739AC72-F1BE-4AD3-B495-8A214C811FC8}" dt="2025-06-01T13:04:12.825" v="424" actId="27636"/>
        <pc:sldMkLst>
          <pc:docMk/>
          <pc:sldMk cId="1402777015" sldId="574"/>
        </pc:sldMkLst>
        <pc:spChg chg="mod">
          <ac:chgData name="kaushlendra sisodia" userId="217e2e523c915028" providerId="LiveId" clId="{E739AC72-F1BE-4AD3-B495-8A214C811FC8}" dt="2025-06-01T13:04:12.825" v="424" actId="27636"/>
          <ac:spMkLst>
            <pc:docMk/>
            <pc:sldMk cId="1402777015" sldId="574"/>
            <ac:spMk id="4098" creationId="{0C3DDDEF-861F-2865-2362-65C24F3E43C6}"/>
          </ac:spMkLst>
        </pc:spChg>
      </pc:sldChg>
      <pc:sldChg chg="modSp mod">
        <pc:chgData name="kaushlendra sisodia" userId="217e2e523c915028" providerId="LiveId" clId="{E739AC72-F1BE-4AD3-B495-8A214C811FC8}" dt="2025-06-01T13:05:19.054" v="430" actId="20577"/>
        <pc:sldMkLst>
          <pc:docMk/>
          <pc:sldMk cId="1940612636" sldId="575"/>
        </pc:sldMkLst>
        <pc:spChg chg="mod">
          <ac:chgData name="kaushlendra sisodia" userId="217e2e523c915028" providerId="LiveId" clId="{E739AC72-F1BE-4AD3-B495-8A214C811FC8}" dt="2025-06-01T13:05:19.054" v="430" actId="20577"/>
          <ac:spMkLst>
            <pc:docMk/>
            <pc:sldMk cId="1940612636" sldId="575"/>
            <ac:spMk id="4" creationId="{F870D7C4-3DC4-33CC-6469-F18FF4B88CF2}"/>
          </ac:spMkLst>
        </pc:spChg>
        <pc:spChg chg="mod">
          <ac:chgData name="kaushlendra sisodia" userId="217e2e523c915028" providerId="LiveId" clId="{E739AC72-F1BE-4AD3-B495-8A214C811FC8}" dt="2025-06-01T13:04:35.552" v="426" actId="27636"/>
          <ac:spMkLst>
            <pc:docMk/>
            <pc:sldMk cId="1940612636" sldId="575"/>
            <ac:spMk id="4098" creationId="{69D40443-D462-A1EF-2F12-5BBEAD9E3CE2}"/>
          </ac:spMkLst>
        </pc:spChg>
      </pc:sldChg>
      <pc:sldChg chg="modSp mod">
        <pc:chgData name="kaushlendra sisodia" userId="217e2e523c915028" providerId="LiveId" clId="{E739AC72-F1BE-4AD3-B495-8A214C811FC8}" dt="2025-06-01T13:10:45.640" v="500" actId="27636"/>
        <pc:sldMkLst>
          <pc:docMk/>
          <pc:sldMk cId="875200372" sldId="576"/>
        </pc:sldMkLst>
        <pc:spChg chg="mod">
          <ac:chgData name="kaushlendra sisodia" userId="217e2e523c915028" providerId="LiveId" clId="{E739AC72-F1BE-4AD3-B495-8A214C811FC8}" dt="2025-06-01T13:10:45.640" v="500" actId="27636"/>
          <ac:spMkLst>
            <pc:docMk/>
            <pc:sldMk cId="875200372" sldId="576"/>
            <ac:spMk id="4098" creationId="{98FB439C-8926-1C79-74E9-DAFDF215C784}"/>
          </ac:spMkLst>
        </pc:spChg>
      </pc:sldChg>
      <pc:sldChg chg="modSp mod">
        <pc:chgData name="kaushlendra sisodia" userId="217e2e523c915028" providerId="LiveId" clId="{E739AC72-F1BE-4AD3-B495-8A214C811FC8}" dt="2025-06-01T13:10:34.370" v="498" actId="108"/>
        <pc:sldMkLst>
          <pc:docMk/>
          <pc:sldMk cId="2618137566" sldId="577"/>
        </pc:sldMkLst>
        <pc:spChg chg="mod">
          <ac:chgData name="kaushlendra sisodia" userId="217e2e523c915028" providerId="LiveId" clId="{E739AC72-F1BE-4AD3-B495-8A214C811FC8}" dt="2025-06-01T13:10:34.370" v="498" actId="108"/>
          <ac:spMkLst>
            <pc:docMk/>
            <pc:sldMk cId="2618137566" sldId="577"/>
            <ac:spMk id="4098" creationId="{ACCC976F-8EA0-EC51-26A5-B8947067D14B}"/>
          </ac:spMkLst>
        </pc:spChg>
      </pc:sldChg>
      <pc:sldChg chg="modSp mod">
        <pc:chgData name="kaushlendra sisodia" userId="217e2e523c915028" providerId="LiveId" clId="{E739AC72-F1BE-4AD3-B495-8A214C811FC8}" dt="2025-06-01T13:10:54.910" v="502" actId="27636"/>
        <pc:sldMkLst>
          <pc:docMk/>
          <pc:sldMk cId="2796268343" sldId="578"/>
        </pc:sldMkLst>
        <pc:spChg chg="mod">
          <ac:chgData name="kaushlendra sisodia" userId="217e2e523c915028" providerId="LiveId" clId="{E739AC72-F1BE-4AD3-B495-8A214C811FC8}" dt="2025-06-01T13:10:54.910" v="502" actId="27636"/>
          <ac:spMkLst>
            <pc:docMk/>
            <pc:sldMk cId="2796268343" sldId="578"/>
            <ac:spMk id="4098" creationId="{E97AF53D-FEE8-8106-1902-F73696D359AC}"/>
          </ac:spMkLst>
        </pc:spChg>
      </pc:sldChg>
      <pc:sldChg chg="modSp add mod">
        <pc:chgData name="kaushlendra sisodia" userId="217e2e523c915028" providerId="LiveId" clId="{E739AC72-F1BE-4AD3-B495-8A214C811FC8}" dt="2025-06-01T13:20:32.885" v="512" actId="2710"/>
        <pc:sldMkLst>
          <pc:docMk/>
          <pc:sldMk cId="174023413" sldId="579"/>
        </pc:sldMkLst>
        <pc:spChg chg="mod">
          <ac:chgData name="kaushlendra sisodia" userId="217e2e523c915028" providerId="LiveId" clId="{E739AC72-F1BE-4AD3-B495-8A214C811FC8}" dt="2025-06-01T13:20:32.885" v="512" actId="2710"/>
          <ac:spMkLst>
            <pc:docMk/>
            <pc:sldMk cId="174023413" sldId="579"/>
            <ac:spMk id="4" creationId="{09206A00-666B-C32A-9182-C3319BA11355}"/>
          </ac:spMkLst>
        </pc:spChg>
        <pc:spChg chg="mod">
          <ac:chgData name="kaushlendra sisodia" userId="217e2e523c915028" providerId="LiveId" clId="{E739AC72-F1BE-4AD3-B495-8A214C811FC8}" dt="2025-06-01T13:05:31.946" v="432" actId="27636"/>
          <ac:spMkLst>
            <pc:docMk/>
            <pc:sldMk cId="174023413" sldId="579"/>
            <ac:spMk id="4098" creationId="{67AB302D-0906-5C62-1717-E27AF4F7889D}"/>
          </ac:spMkLst>
        </pc:spChg>
      </pc:sldChg>
      <pc:sldChg chg="del">
        <pc:chgData name="kaushlendra sisodia" userId="217e2e523c915028" providerId="LiveId" clId="{E739AC72-F1BE-4AD3-B495-8A214C811FC8}" dt="2025-06-01T04:07:58.816" v="22" actId="47"/>
        <pc:sldMkLst>
          <pc:docMk/>
          <pc:sldMk cId="758179885" sldId="579"/>
        </pc:sldMkLst>
      </pc:sldChg>
      <pc:sldChg chg="modSp add mod">
        <pc:chgData name="kaushlendra sisodia" userId="217e2e523c915028" providerId="LiveId" clId="{E739AC72-F1BE-4AD3-B495-8A214C811FC8}" dt="2025-06-01T13:06:04.991" v="438" actId="12"/>
        <pc:sldMkLst>
          <pc:docMk/>
          <pc:sldMk cId="955776204" sldId="580"/>
        </pc:sldMkLst>
        <pc:spChg chg="mod">
          <ac:chgData name="kaushlendra sisodia" userId="217e2e523c915028" providerId="LiveId" clId="{E739AC72-F1BE-4AD3-B495-8A214C811FC8}" dt="2025-06-01T13:06:04.991" v="438" actId="12"/>
          <ac:spMkLst>
            <pc:docMk/>
            <pc:sldMk cId="955776204" sldId="580"/>
            <ac:spMk id="4" creationId="{0D7444D5-D63B-9F6C-A762-3906457E8DA1}"/>
          </ac:spMkLst>
        </pc:spChg>
        <pc:spChg chg="mod">
          <ac:chgData name="kaushlendra sisodia" userId="217e2e523c915028" providerId="LiveId" clId="{E739AC72-F1BE-4AD3-B495-8A214C811FC8}" dt="2025-06-01T13:05:55.936" v="436" actId="27636"/>
          <ac:spMkLst>
            <pc:docMk/>
            <pc:sldMk cId="955776204" sldId="580"/>
            <ac:spMk id="4098" creationId="{B26D3E88-4C23-5772-5E24-C0FB3CC8BB4B}"/>
          </ac:spMkLst>
        </pc:spChg>
      </pc:sldChg>
      <pc:sldChg chg="del">
        <pc:chgData name="kaushlendra sisodia" userId="217e2e523c915028" providerId="LiveId" clId="{E739AC72-F1BE-4AD3-B495-8A214C811FC8}" dt="2025-06-01T04:07:52.504" v="12" actId="47"/>
        <pc:sldMkLst>
          <pc:docMk/>
          <pc:sldMk cId="3256928560" sldId="580"/>
        </pc:sldMkLst>
      </pc:sldChg>
      <pc:sldChg chg="del">
        <pc:chgData name="kaushlendra sisodia" userId="217e2e523c915028" providerId="LiveId" clId="{E739AC72-F1BE-4AD3-B495-8A214C811FC8}" dt="2025-06-01T04:07:58.370" v="21" actId="47"/>
        <pc:sldMkLst>
          <pc:docMk/>
          <pc:sldMk cId="1337998209" sldId="581"/>
        </pc:sldMkLst>
      </pc:sldChg>
      <pc:sldChg chg="modSp add del mod">
        <pc:chgData name="kaushlendra sisodia" userId="217e2e523c915028" providerId="LiveId" clId="{E739AC72-F1BE-4AD3-B495-8A214C811FC8}" dt="2025-06-01T13:06:20.137" v="440" actId="47"/>
        <pc:sldMkLst>
          <pc:docMk/>
          <pc:sldMk cId="4282347980" sldId="581"/>
        </pc:sldMkLst>
        <pc:spChg chg="mod">
          <ac:chgData name="kaushlendra sisodia" userId="217e2e523c915028" providerId="LiveId" clId="{E739AC72-F1BE-4AD3-B495-8A214C811FC8}" dt="2025-06-01T13:06:12.126" v="439" actId="12"/>
          <ac:spMkLst>
            <pc:docMk/>
            <pc:sldMk cId="4282347980" sldId="581"/>
            <ac:spMk id="4" creationId="{3AFEE81F-1C2A-4BE3-2A08-1ABB5C5D16B8}"/>
          </ac:spMkLst>
        </pc:spChg>
      </pc:sldChg>
      <pc:sldChg chg="addSp delSp modSp add mod">
        <pc:chgData name="kaushlendra sisodia" userId="217e2e523c915028" providerId="LiveId" clId="{E739AC72-F1BE-4AD3-B495-8A214C811FC8}" dt="2025-06-01T13:06:28.631" v="442" actId="27636"/>
        <pc:sldMkLst>
          <pc:docMk/>
          <pc:sldMk cId="2773152001" sldId="582"/>
        </pc:sldMkLst>
        <pc:spChg chg="del mod">
          <ac:chgData name="kaushlendra sisodia" userId="217e2e523c915028" providerId="LiveId" clId="{E739AC72-F1BE-4AD3-B495-8A214C811FC8}" dt="2025-06-01T04:35:34.904" v="55" actId="478"/>
          <ac:spMkLst>
            <pc:docMk/>
            <pc:sldMk cId="2773152001" sldId="582"/>
            <ac:spMk id="4" creationId="{EC531C73-19A7-B1B1-ABB6-83F6E08B2EC2}"/>
          </ac:spMkLst>
        </pc:spChg>
        <pc:spChg chg="mod">
          <ac:chgData name="kaushlendra sisodia" userId="217e2e523c915028" providerId="LiveId" clId="{E739AC72-F1BE-4AD3-B495-8A214C811FC8}" dt="2025-06-01T13:06:28.631" v="442" actId="27636"/>
          <ac:spMkLst>
            <pc:docMk/>
            <pc:sldMk cId="2773152001" sldId="582"/>
            <ac:spMk id="4098" creationId="{2ACD96EA-5535-CBB0-7ABD-EE73E544E3D8}"/>
          </ac:spMkLst>
        </pc:spChg>
        <pc:picChg chg="add mod">
          <ac:chgData name="kaushlendra sisodia" userId="217e2e523c915028" providerId="LiveId" clId="{E739AC72-F1BE-4AD3-B495-8A214C811FC8}" dt="2025-06-01T04:35:38.998" v="57" actId="14100"/>
          <ac:picMkLst>
            <pc:docMk/>
            <pc:sldMk cId="2773152001" sldId="582"/>
            <ac:picMk id="3" creationId="{BA59123F-475E-E570-0A8D-1EFC27BADBB4}"/>
          </ac:picMkLst>
        </pc:picChg>
      </pc:sldChg>
      <pc:sldChg chg="del">
        <pc:chgData name="kaushlendra sisodia" userId="217e2e523c915028" providerId="LiveId" clId="{E739AC72-F1BE-4AD3-B495-8A214C811FC8}" dt="2025-06-01T04:07:53.013" v="13" actId="47"/>
        <pc:sldMkLst>
          <pc:docMk/>
          <pc:sldMk cId="3734081601" sldId="582"/>
        </pc:sldMkLst>
      </pc:sldChg>
      <pc:sldChg chg="modSp add mod">
        <pc:chgData name="kaushlendra sisodia" userId="217e2e523c915028" providerId="LiveId" clId="{E739AC72-F1BE-4AD3-B495-8A214C811FC8}" dt="2025-06-01T13:09:35.820" v="492" actId="108"/>
        <pc:sldMkLst>
          <pc:docMk/>
          <pc:sldMk cId="881103448" sldId="583"/>
        </pc:sldMkLst>
        <pc:spChg chg="mod">
          <ac:chgData name="kaushlendra sisodia" userId="217e2e523c915028" providerId="LiveId" clId="{E739AC72-F1BE-4AD3-B495-8A214C811FC8}" dt="2025-06-01T13:09:35.820" v="492" actId="108"/>
          <ac:spMkLst>
            <pc:docMk/>
            <pc:sldMk cId="881103448" sldId="583"/>
            <ac:spMk id="4098" creationId="{94684293-5DF6-07B6-C384-33818DEA9C2A}"/>
          </ac:spMkLst>
        </pc:spChg>
      </pc:sldChg>
      <pc:sldChg chg="del">
        <pc:chgData name="kaushlendra sisodia" userId="217e2e523c915028" providerId="LiveId" clId="{E739AC72-F1BE-4AD3-B495-8A214C811FC8}" dt="2025-06-01T04:07:55.052" v="14" actId="47"/>
        <pc:sldMkLst>
          <pc:docMk/>
          <pc:sldMk cId="997985011" sldId="583"/>
        </pc:sldMkLst>
      </pc:sldChg>
      <pc:sldChg chg="modSp add mod ord">
        <pc:chgData name="kaushlendra sisodia" userId="217e2e523c915028" providerId="LiveId" clId="{E739AC72-F1BE-4AD3-B495-8A214C811FC8}" dt="2025-06-01T13:06:55.867" v="448" actId="27636"/>
        <pc:sldMkLst>
          <pc:docMk/>
          <pc:sldMk cId="290023579" sldId="584"/>
        </pc:sldMkLst>
        <pc:spChg chg="mod">
          <ac:chgData name="kaushlendra sisodia" userId="217e2e523c915028" providerId="LiveId" clId="{E739AC72-F1BE-4AD3-B495-8A214C811FC8}" dt="2025-06-01T13:06:43.978" v="446" actId="12"/>
          <ac:spMkLst>
            <pc:docMk/>
            <pc:sldMk cId="290023579" sldId="584"/>
            <ac:spMk id="4" creationId="{F85AB61F-9026-33AA-4BC2-72958438ACEB}"/>
          </ac:spMkLst>
        </pc:spChg>
        <pc:spChg chg="mod">
          <ac:chgData name="kaushlendra sisodia" userId="217e2e523c915028" providerId="LiveId" clId="{E739AC72-F1BE-4AD3-B495-8A214C811FC8}" dt="2025-06-01T13:06:55.867" v="448" actId="27636"/>
          <ac:spMkLst>
            <pc:docMk/>
            <pc:sldMk cId="290023579" sldId="584"/>
            <ac:spMk id="4098" creationId="{5C38C366-BB82-8DCC-B766-28DBCC8FBE41}"/>
          </ac:spMkLst>
        </pc:spChg>
      </pc:sldChg>
      <pc:sldChg chg="del">
        <pc:chgData name="kaushlendra sisodia" userId="217e2e523c915028" providerId="LiveId" clId="{E739AC72-F1BE-4AD3-B495-8A214C811FC8}" dt="2025-06-01T04:07:56.036" v="15" actId="47"/>
        <pc:sldMkLst>
          <pc:docMk/>
          <pc:sldMk cId="652645906" sldId="584"/>
        </pc:sldMkLst>
      </pc:sldChg>
      <pc:sldChg chg="modSp add mod">
        <pc:chgData name="kaushlendra sisodia" userId="217e2e523c915028" providerId="LiveId" clId="{E739AC72-F1BE-4AD3-B495-8A214C811FC8}" dt="2025-06-01T13:07:28.997" v="454" actId="20577"/>
        <pc:sldMkLst>
          <pc:docMk/>
          <pc:sldMk cId="262578708" sldId="585"/>
        </pc:sldMkLst>
        <pc:spChg chg="mod">
          <ac:chgData name="kaushlendra sisodia" userId="217e2e523c915028" providerId="LiveId" clId="{E739AC72-F1BE-4AD3-B495-8A214C811FC8}" dt="2025-06-01T13:07:28.997" v="454" actId="20577"/>
          <ac:spMkLst>
            <pc:docMk/>
            <pc:sldMk cId="262578708" sldId="585"/>
            <ac:spMk id="4" creationId="{86CA6E6E-0967-5403-5C02-9DEF0DABDC41}"/>
          </ac:spMkLst>
        </pc:spChg>
        <pc:spChg chg="mod">
          <ac:chgData name="kaushlendra sisodia" userId="217e2e523c915028" providerId="LiveId" clId="{E739AC72-F1BE-4AD3-B495-8A214C811FC8}" dt="2025-06-01T13:07:17.065" v="450" actId="27636"/>
          <ac:spMkLst>
            <pc:docMk/>
            <pc:sldMk cId="262578708" sldId="585"/>
            <ac:spMk id="4098" creationId="{E3044946-3B58-3159-3A10-1D9C82E9C8F1}"/>
          </ac:spMkLst>
        </pc:spChg>
      </pc:sldChg>
      <pc:sldChg chg="del">
        <pc:chgData name="kaushlendra sisodia" userId="217e2e523c915028" providerId="LiveId" clId="{E739AC72-F1BE-4AD3-B495-8A214C811FC8}" dt="2025-06-01T04:07:56.361" v="16" actId="47"/>
        <pc:sldMkLst>
          <pc:docMk/>
          <pc:sldMk cId="1486374934" sldId="585"/>
        </pc:sldMkLst>
      </pc:sldChg>
      <pc:sldChg chg="del">
        <pc:chgData name="kaushlendra sisodia" userId="217e2e523c915028" providerId="LiveId" clId="{E739AC72-F1BE-4AD3-B495-8A214C811FC8}" dt="2025-06-01T04:07:56.758" v="17" actId="47"/>
        <pc:sldMkLst>
          <pc:docMk/>
          <pc:sldMk cId="1547741411" sldId="586"/>
        </pc:sldMkLst>
      </pc:sldChg>
      <pc:sldChg chg="modSp add mod">
        <pc:chgData name="kaushlendra sisodia" userId="217e2e523c915028" providerId="LiveId" clId="{E739AC72-F1BE-4AD3-B495-8A214C811FC8}" dt="2025-06-01T13:09:06.735" v="488" actId="108"/>
        <pc:sldMkLst>
          <pc:docMk/>
          <pc:sldMk cId="3063592470" sldId="586"/>
        </pc:sldMkLst>
        <pc:spChg chg="mod">
          <ac:chgData name="kaushlendra sisodia" userId="217e2e523c915028" providerId="LiveId" clId="{E739AC72-F1BE-4AD3-B495-8A214C811FC8}" dt="2025-06-01T13:08:33.951" v="485" actId="12"/>
          <ac:spMkLst>
            <pc:docMk/>
            <pc:sldMk cId="3063592470" sldId="586"/>
            <ac:spMk id="4" creationId="{64F55702-0293-4DE5-4679-99650B623F9F}"/>
          </ac:spMkLst>
        </pc:spChg>
        <pc:spChg chg="mod">
          <ac:chgData name="kaushlendra sisodia" userId="217e2e523c915028" providerId="LiveId" clId="{E739AC72-F1BE-4AD3-B495-8A214C811FC8}" dt="2025-06-01T13:09:06.735" v="488" actId="108"/>
          <ac:spMkLst>
            <pc:docMk/>
            <pc:sldMk cId="3063592470" sldId="586"/>
            <ac:spMk id="4098" creationId="{229437E0-AD68-386B-FDD5-F7A06F021A09}"/>
          </ac:spMkLst>
        </pc:spChg>
      </pc:sldChg>
      <pc:sldChg chg="add del">
        <pc:chgData name="kaushlendra sisodia" userId="217e2e523c915028" providerId="LiveId" clId="{E739AC72-F1BE-4AD3-B495-8A214C811FC8}" dt="2025-06-01T13:08:52.314" v="486" actId="47"/>
        <pc:sldMkLst>
          <pc:docMk/>
          <pc:sldMk cId="669312618" sldId="587"/>
        </pc:sldMkLst>
      </pc:sldChg>
      <pc:sldChg chg="del">
        <pc:chgData name="kaushlendra sisodia" userId="217e2e523c915028" providerId="LiveId" clId="{E739AC72-F1BE-4AD3-B495-8A214C811FC8}" dt="2025-06-01T04:07:57.314" v="18" actId="47"/>
        <pc:sldMkLst>
          <pc:docMk/>
          <pc:sldMk cId="3683642966" sldId="587"/>
        </pc:sldMkLst>
      </pc:sldChg>
      <pc:sldChg chg="addSp delSp modSp add mod">
        <pc:chgData name="kaushlendra sisodia" userId="217e2e523c915028" providerId="LiveId" clId="{E739AC72-F1BE-4AD3-B495-8A214C811FC8}" dt="2025-06-01T13:09:15.547" v="490" actId="1076"/>
        <pc:sldMkLst>
          <pc:docMk/>
          <pc:sldMk cId="1550619847" sldId="588"/>
        </pc:sldMkLst>
        <pc:spChg chg="del mod">
          <ac:chgData name="kaushlendra sisodia" userId="217e2e523c915028" providerId="LiveId" clId="{E739AC72-F1BE-4AD3-B495-8A214C811FC8}" dt="2025-06-01T04:41:56.993" v="140" actId="478"/>
          <ac:spMkLst>
            <pc:docMk/>
            <pc:sldMk cId="1550619847" sldId="588"/>
            <ac:spMk id="4" creationId="{67AC1E80-C806-95FA-6ED7-E238D1D26EF5}"/>
          </ac:spMkLst>
        </pc:spChg>
        <pc:spChg chg="mod">
          <ac:chgData name="kaushlendra sisodia" userId="217e2e523c915028" providerId="LiveId" clId="{E739AC72-F1BE-4AD3-B495-8A214C811FC8}" dt="2025-06-01T13:09:11.780" v="489"/>
          <ac:spMkLst>
            <pc:docMk/>
            <pc:sldMk cId="1550619847" sldId="588"/>
            <ac:spMk id="4098" creationId="{507FF55F-A4F8-DFDA-A7A8-F596E9358C22}"/>
          </ac:spMkLst>
        </pc:spChg>
        <pc:picChg chg="add mod">
          <ac:chgData name="kaushlendra sisodia" userId="217e2e523c915028" providerId="LiveId" clId="{E739AC72-F1BE-4AD3-B495-8A214C811FC8}" dt="2025-06-01T13:09:15.547" v="490" actId="1076"/>
          <ac:picMkLst>
            <pc:docMk/>
            <pc:sldMk cId="1550619847" sldId="588"/>
            <ac:picMk id="3" creationId="{7E8552A2-5CE0-C0DE-5F9B-2CD021EE2E07}"/>
          </ac:picMkLst>
        </pc:picChg>
      </pc:sldChg>
      <pc:sldChg chg="del">
        <pc:chgData name="kaushlendra sisodia" userId="217e2e523c915028" providerId="LiveId" clId="{E739AC72-F1BE-4AD3-B495-8A214C811FC8}" dt="2025-06-01T04:07:57.649" v="19" actId="47"/>
        <pc:sldMkLst>
          <pc:docMk/>
          <pc:sldMk cId="2199621349" sldId="588"/>
        </pc:sldMkLst>
      </pc:sldChg>
      <pc:sldChg chg="add del">
        <pc:chgData name="kaushlendra sisodia" userId="217e2e523c915028" providerId="LiveId" clId="{E739AC72-F1BE-4AD3-B495-8A214C811FC8}" dt="2025-06-01T13:09:21.550" v="491" actId="47"/>
        <pc:sldMkLst>
          <pc:docMk/>
          <pc:sldMk cId="2826310864" sldId="589"/>
        </pc:sldMkLst>
      </pc:sldChg>
      <pc:sldChg chg="del">
        <pc:chgData name="kaushlendra sisodia" userId="217e2e523c915028" providerId="LiveId" clId="{E739AC72-F1BE-4AD3-B495-8A214C811FC8}" dt="2025-06-01T04:07:57.983" v="20" actId="47"/>
        <pc:sldMkLst>
          <pc:docMk/>
          <pc:sldMk cId="2957907035" sldId="589"/>
        </pc:sldMkLst>
      </pc:sldChg>
      <pc:sldChg chg="addSp delSp modSp add mod">
        <pc:chgData name="kaushlendra sisodia" userId="217e2e523c915028" providerId="LiveId" clId="{E739AC72-F1BE-4AD3-B495-8A214C811FC8}" dt="2025-06-01T13:09:45.300" v="494" actId="27636"/>
        <pc:sldMkLst>
          <pc:docMk/>
          <pc:sldMk cId="1147686272" sldId="590"/>
        </pc:sldMkLst>
        <pc:spChg chg="mod">
          <ac:chgData name="kaushlendra sisodia" userId="217e2e523c915028" providerId="LiveId" clId="{E739AC72-F1BE-4AD3-B495-8A214C811FC8}" dt="2025-06-01T13:09:45.300" v="494" actId="27636"/>
          <ac:spMkLst>
            <pc:docMk/>
            <pc:sldMk cId="1147686272" sldId="590"/>
            <ac:spMk id="4098" creationId="{1DECDA56-2921-4CD7-7853-8D497D87A99C}"/>
          </ac:spMkLst>
        </pc:spChg>
        <pc:picChg chg="del">
          <ac:chgData name="kaushlendra sisodia" userId="217e2e523c915028" providerId="LiveId" clId="{E739AC72-F1BE-4AD3-B495-8A214C811FC8}" dt="2025-06-01T04:44:39.676" v="146" actId="478"/>
          <ac:picMkLst>
            <pc:docMk/>
            <pc:sldMk cId="1147686272" sldId="590"/>
            <ac:picMk id="3" creationId="{D3E1FAAC-21DB-18C5-EF3D-19F53F7E5757}"/>
          </ac:picMkLst>
        </pc:picChg>
        <pc:picChg chg="add del mod">
          <ac:chgData name="kaushlendra sisodia" userId="217e2e523c915028" providerId="LiveId" clId="{E739AC72-F1BE-4AD3-B495-8A214C811FC8}" dt="2025-06-01T04:45:24.904" v="149" actId="478"/>
          <ac:picMkLst>
            <pc:docMk/>
            <pc:sldMk cId="1147686272" sldId="590"/>
            <ac:picMk id="4" creationId="{C913A323-15FB-5F20-A91F-B6996E58DCE5}"/>
          </ac:picMkLst>
        </pc:picChg>
        <pc:picChg chg="add mod">
          <ac:chgData name="kaushlendra sisodia" userId="217e2e523c915028" providerId="LiveId" clId="{E739AC72-F1BE-4AD3-B495-8A214C811FC8}" dt="2025-06-01T04:45:29.859" v="151" actId="14100"/>
          <ac:picMkLst>
            <pc:docMk/>
            <pc:sldMk cId="1147686272" sldId="590"/>
            <ac:picMk id="6" creationId="{9E21D804-1E1E-9B70-FBC4-E3F59EAD8A1A}"/>
          </ac:picMkLst>
        </pc:picChg>
      </pc:sldChg>
      <pc:sldChg chg="addSp delSp modSp add mod">
        <pc:chgData name="kaushlendra sisodia" userId="217e2e523c915028" providerId="LiveId" clId="{E739AC72-F1BE-4AD3-B495-8A214C811FC8}" dt="2025-06-01T13:10:00.124" v="496" actId="27636"/>
        <pc:sldMkLst>
          <pc:docMk/>
          <pc:sldMk cId="3953756321" sldId="591"/>
        </pc:sldMkLst>
        <pc:spChg chg="add mod">
          <ac:chgData name="kaushlendra sisodia" userId="217e2e523c915028" providerId="LiveId" clId="{E739AC72-F1BE-4AD3-B495-8A214C811FC8}" dt="2025-06-01T04:49:31.569" v="234" actId="21"/>
          <ac:spMkLst>
            <pc:docMk/>
            <pc:sldMk cId="3953756321" sldId="591"/>
            <ac:spMk id="3" creationId="{443A814F-C355-1C3E-EFC2-BFDDE5C50397}"/>
          </ac:spMkLst>
        </pc:spChg>
        <pc:spChg chg="add mod">
          <ac:chgData name="kaushlendra sisodia" userId="217e2e523c915028" providerId="LiveId" clId="{E739AC72-F1BE-4AD3-B495-8A214C811FC8}" dt="2025-06-01T04:49:45.120" v="239" actId="5793"/>
          <ac:spMkLst>
            <pc:docMk/>
            <pc:sldMk cId="3953756321" sldId="591"/>
            <ac:spMk id="5" creationId="{A82B2195-A426-D73A-D1D6-250DAC97E329}"/>
          </ac:spMkLst>
        </pc:spChg>
        <pc:spChg chg="mod">
          <ac:chgData name="kaushlendra sisodia" userId="217e2e523c915028" providerId="LiveId" clId="{E739AC72-F1BE-4AD3-B495-8A214C811FC8}" dt="2025-06-01T13:10:00.124" v="496" actId="27636"/>
          <ac:spMkLst>
            <pc:docMk/>
            <pc:sldMk cId="3953756321" sldId="591"/>
            <ac:spMk id="4098" creationId="{44DAEC1B-F8DC-2C09-6154-EC24D60DD423}"/>
          </ac:spMkLst>
        </pc:spChg>
        <pc:picChg chg="del">
          <ac:chgData name="kaushlendra sisodia" userId="217e2e523c915028" providerId="LiveId" clId="{E739AC72-F1BE-4AD3-B495-8A214C811FC8}" dt="2025-06-01T04:46:59.172" v="153" actId="478"/>
          <ac:picMkLst>
            <pc:docMk/>
            <pc:sldMk cId="3953756321" sldId="591"/>
            <ac:picMk id="6" creationId="{ADE9A77A-0C8A-EDC0-C560-090A291A3E27}"/>
          </ac:picMkLst>
        </pc:picChg>
      </pc:sldChg>
      <pc:sldChg chg="add del">
        <pc:chgData name="kaushlendra sisodia" userId="217e2e523c915028" providerId="LiveId" clId="{E739AC72-F1BE-4AD3-B495-8A214C811FC8}" dt="2025-06-01T13:10:10.778" v="497" actId="47"/>
        <pc:sldMkLst>
          <pc:docMk/>
          <pc:sldMk cId="2458507413" sldId="592"/>
        </pc:sldMkLst>
      </pc:sldChg>
      <pc:sldChg chg="modSp add mod">
        <pc:chgData name="kaushlendra sisodia" userId="217e2e523c915028" providerId="LiveId" clId="{E739AC72-F1BE-4AD3-B495-8A214C811FC8}" dt="2025-06-01T13:03:24.732" v="414" actId="27636"/>
        <pc:sldMkLst>
          <pc:docMk/>
          <pc:sldMk cId="2999553840" sldId="593"/>
        </pc:sldMkLst>
        <pc:spChg chg="mod">
          <ac:chgData name="kaushlendra sisodia" userId="217e2e523c915028" providerId="LiveId" clId="{E739AC72-F1BE-4AD3-B495-8A214C811FC8}" dt="2025-06-01T13:03:24.732" v="414" actId="27636"/>
          <ac:spMkLst>
            <pc:docMk/>
            <pc:sldMk cId="2999553840" sldId="593"/>
            <ac:spMk id="4098" creationId="{1DAC999B-D4A6-EDDF-8AA1-F0AF600E59BD}"/>
          </ac:spMkLst>
        </pc:spChg>
      </pc:sldChg>
      <pc:sldChg chg="modSp add mod">
        <pc:chgData name="kaushlendra sisodia" userId="217e2e523c915028" providerId="LiveId" clId="{E739AC72-F1BE-4AD3-B495-8A214C811FC8}" dt="2025-06-01T13:02:10.668" v="388" actId="27636"/>
        <pc:sldMkLst>
          <pc:docMk/>
          <pc:sldMk cId="2055419410" sldId="594"/>
        </pc:sldMkLst>
        <pc:spChg chg="mod">
          <ac:chgData name="kaushlendra sisodia" userId="217e2e523c915028" providerId="LiveId" clId="{E739AC72-F1BE-4AD3-B495-8A214C811FC8}" dt="2025-06-01T13:01:57.142" v="386"/>
          <ac:spMkLst>
            <pc:docMk/>
            <pc:sldMk cId="2055419410" sldId="594"/>
            <ac:spMk id="5" creationId="{F1CF6DAF-E284-CF67-5279-1DAC2952F3B9}"/>
          </ac:spMkLst>
        </pc:spChg>
        <pc:spChg chg="mod">
          <ac:chgData name="kaushlendra sisodia" userId="217e2e523c915028" providerId="LiveId" clId="{E739AC72-F1BE-4AD3-B495-8A214C811FC8}" dt="2025-06-01T13:02:10.668" v="388" actId="27636"/>
          <ac:spMkLst>
            <pc:docMk/>
            <pc:sldMk cId="2055419410" sldId="594"/>
            <ac:spMk id="4098" creationId="{ED63B6E3-6C88-C457-CFAA-06A79F4CB14C}"/>
          </ac:spMkLst>
        </pc:spChg>
      </pc:sldChg>
      <pc:sldChg chg="modSp add mod">
        <pc:chgData name="kaushlendra sisodia" userId="217e2e523c915028" providerId="LiveId" clId="{E739AC72-F1BE-4AD3-B495-8A214C811FC8}" dt="2025-06-01T13:35:25.012" v="557" actId="27636"/>
        <pc:sldMkLst>
          <pc:docMk/>
          <pc:sldMk cId="4027850978" sldId="595"/>
        </pc:sldMkLst>
        <pc:spChg chg="mod">
          <ac:chgData name="kaushlendra sisodia" userId="217e2e523c915028" providerId="LiveId" clId="{E739AC72-F1BE-4AD3-B495-8A214C811FC8}" dt="2025-06-01T13:35:25.012" v="557" actId="27636"/>
          <ac:spMkLst>
            <pc:docMk/>
            <pc:sldMk cId="4027850978" sldId="595"/>
            <ac:spMk id="5" creationId="{05EB51C9-FE4B-95CC-7CFE-E095BDBB3115}"/>
          </ac:spMkLst>
        </pc:spChg>
        <pc:spChg chg="mod">
          <ac:chgData name="kaushlendra sisodia" userId="217e2e523c915028" providerId="LiveId" clId="{E739AC72-F1BE-4AD3-B495-8A214C811FC8}" dt="2025-06-01T13:02:15.522" v="390" actId="27636"/>
          <ac:spMkLst>
            <pc:docMk/>
            <pc:sldMk cId="4027850978" sldId="595"/>
            <ac:spMk id="4098" creationId="{0F93F96C-3CCE-69B0-C658-A0E4FB380D78}"/>
          </ac:spMkLst>
        </pc:spChg>
      </pc:sldChg>
      <pc:sldChg chg="modSp add mod">
        <pc:chgData name="kaushlendra sisodia" userId="217e2e523c915028" providerId="LiveId" clId="{E739AC72-F1BE-4AD3-B495-8A214C811FC8}" dt="2025-06-01T13:13:20.269" v="511" actId="5793"/>
        <pc:sldMkLst>
          <pc:docMk/>
          <pc:sldMk cId="3838391731" sldId="596"/>
        </pc:sldMkLst>
        <pc:spChg chg="mod">
          <ac:chgData name="kaushlendra sisodia" userId="217e2e523c915028" providerId="LiveId" clId="{E739AC72-F1BE-4AD3-B495-8A214C811FC8}" dt="2025-06-01T13:13:20.269" v="511" actId="5793"/>
          <ac:spMkLst>
            <pc:docMk/>
            <pc:sldMk cId="3838391731" sldId="596"/>
            <ac:spMk id="5" creationId="{F4218ADD-8177-987B-6330-E136D610F930}"/>
          </ac:spMkLst>
        </pc:spChg>
        <pc:spChg chg="mod">
          <ac:chgData name="kaushlendra sisodia" userId="217e2e523c915028" providerId="LiveId" clId="{E739AC72-F1BE-4AD3-B495-8A214C811FC8}" dt="2025-06-01T13:03:13.722" v="412" actId="27636"/>
          <ac:spMkLst>
            <pc:docMk/>
            <pc:sldMk cId="3838391731" sldId="596"/>
            <ac:spMk id="4098" creationId="{0D5078BE-3DC6-9E10-EDFA-5502DBC78E0F}"/>
          </ac:spMkLst>
        </pc:spChg>
      </pc:sldChg>
      <pc:sldChg chg="addSp delSp modSp add mod">
        <pc:chgData name="kaushlendra sisodia" userId="217e2e523c915028" providerId="LiveId" clId="{E739AC72-F1BE-4AD3-B495-8A214C811FC8}" dt="2025-06-01T13:00:22.756" v="377" actId="108"/>
        <pc:sldMkLst>
          <pc:docMk/>
          <pc:sldMk cId="11300475" sldId="597"/>
        </pc:sldMkLst>
        <pc:spChg chg="add mod">
          <ac:chgData name="kaushlendra sisodia" userId="217e2e523c915028" providerId="LiveId" clId="{E739AC72-F1BE-4AD3-B495-8A214C811FC8}" dt="2025-06-01T05:06:35.155" v="334" actId="478"/>
          <ac:spMkLst>
            <pc:docMk/>
            <pc:sldMk cId="11300475" sldId="597"/>
            <ac:spMk id="3" creationId="{895191CD-3223-8079-B3DF-7CE19C260E48}"/>
          </ac:spMkLst>
        </pc:spChg>
        <pc:spChg chg="del mod">
          <ac:chgData name="kaushlendra sisodia" userId="217e2e523c915028" providerId="LiveId" clId="{E739AC72-F1BE-4AD3-B495-8A214C811FC8}" dt="2025-06-01T05:06:35.155" v="334" actId="478"/>
          <ac:spMkLst>
            <pc:docMk/>
            <pc:sldMk cId="11300475" sldId="597"/>
            <ac:spMk id="5" creationId="{F945FD35-B4F6-C9FD-CD8D-43EDBBAD4A5A}"/>
          </ac:spMkLst>
        </pc:spChg>
        <pc:spChg chg="mod">
          <ac:chgData name="kaushlendra sisodia" userId="217e2e523c915028" providerId="LiveId" clId="{E739AC72-F1BE-4AD3-B495-8A214C811FC8}" dt="2025-06-01T13:00:22.756" v="377" actId="108"/>
          <ac:spMkLst>
            <pc:docMk/>
            <pc:sldMk cId="11300475" sldId="597"/>
            <ac:spMk id="4098" creationId="{C7C48DED-B83C-1599-9BE2-6932D77CFBFF}"/>
          </ac:spMkLst>
        </pc:spChg>
        <pc:picChg chg="add mod">
          <ac:chgData name="kaushlendra sisodia" userId="217e2e523c915028" providerId="LiveId" clId="{E739AC72-F1BE-4AD3-B495-8A214C811FC8}" dt="2025-06-01T12:46:14.778" v="337" actId="1076"/>
          <ac:picMkLst>
            <pc:docMk/>
            <pc:sldMk cId="11300475" sldId="597"/>
            <ac:picMk id="6" creationId="{FBEED37E-DD00-B2A2-CD3F-8C171A705BB8}"/>
          </ac:picMkLst>
        </pc:picChg>
      </pc:sldChg>
      <pc:sldChg chg="addSp delSp modSp add mod">
        <pc:chgData name="kaushlendra sisodia" userId="217e2e523c915028" providerId="LiveId" clId="{E739AC72-F1BE-4AD3-B495-8A214C811FC8}" dt="2025-06-01T13:00:57.285" v="379" actId="27636"/>
        <pc:sldMkLst>
          <pc:docMk/>
          <pc:sldMk cId="412245706" sldId="598"/>
        </pc:sldMkLst>
        <pc:spChg chg="del">
          <ac:chgData name="kaushlendra sisodia" userId="217e2e523c915028" providerId="LiveId" clId="{E739AC72-F1BE-4AD3-B495-8A214C811FC8}" dt="2025-06-01T12:46:35.677" v="340" actId="478"/>
          <ac:spMkLst>
            <pc:docMk/>
            <pc:sldMk cId="412245706" sldId="598"/>
            <ac:spMk id="3" creationId="{9AA9F4DB-E001-666B-45BF-BEF8FAA04381}"/>
          </ac:spMkLst>
        </pc:spChg>
        <pc:spChg chg="mod">
          <ac:chgData name="kaushlendra sisodia" userId="217e2e523c915028" providerId="LiveId" clId="{E739AC72-F1BE-4AD3-B495-8A214C811FC8}" dt="2025-06-01T13:00:57.285" v="379" actId="27636"/>
          <ac:spMkLst>
            <pc:docMk/>
            <pc:sldMk cId="412245706" sldId="598"/>
            <ac:spMk id="4098" creationId="{6ED8C38A-2B2F-5E83-06AD-81B0E4803B2F}"/>
          </ac:spMkLst>
        </pc:spChg>
        <pc:picChg chg="del">
          <ac:chgData name="kaushlendra sisodia" userId="217e2e523c915028" providerId="LiveId" clId="{E739AC72-F1BE-4AD3-B495-8A214C811FC8}" dt="2025-06-01T12:46:19.081" v="339" actId="478"/>
          <ac:picMkLst>
            <pc:docMk/>
            <pc:sldMk cId="412245706" sldId="598"/>
            <ac:picMk id="6" creationId="{154D5C3E-703A-6D24-C799-6770D54CC57F}"/>
          </ac:picMkLst>
        </pc:picChg>
        <pc:picChg chg="add mod">
          <ac:chgData name="kaushlendra sisodia" userId="217e2e523c915028" providerId="LiveId" clId="{E739AC72-F1BE-4AD3-B495-8A214C811FC8}" dt="2025-06-01T12:46:41.319" v="343" actId="14100"/>
          <ac:picMkLst>
            <pc:docMk/>
            <pc:sldMk cId="412245706" sldId="598"/>
            <ac:picMk id="1026" creationId="{62BA0C96-C255-1167-C0E5-21656147FCC0}"/>
          </ac:picMkLst>
        </pc:picChg>
      </pc:sldChg>
      <pc:sldChg chg="addSp delSp modSp add mod">
        <pc:chgData name="kaushlendra sisodia" userId="217e2e523c915028" providerId="LiveId" clId="{E739AC72-F1BE-4AD3-B495-8A214C811FC8}" dt="2025-06-01T13:30:57.772" v="523" actId="255"/>
        <pc:sldMkLst>
          <pc:docMk/>
          <pc:sldMk cId="1403522824" sldId="599"/>
        </pc:sldMkLst>
        <pc:spChg chg="add del mod">
          <ac:chgData name="kaushlendra sisodia" userId="217e2e523c915028" providerId="LiveId" clId="{E739AC72-F1BE-4AD3-B495-8A214C811FC8}" dt="2025-06-01T13:30:48.947" v="521" actId="478"/>
          <ac:spMkLst>
            <pc:docMk/>
            <pc:sldMk cId="1403522824" sldId="599"/>
            <ac:spMk id="3" creationId="{4D55D332-AFFE-7B86-F620-C0178C0F784D}"/>
          </ac:spMkLst>
        </pc:spChg>
        <pc:spChg chg="del mod">
          <ac:chgData name="kaushlendra sisodia" userId="217e2e523c915028" providerId="LiveId" clId="{E739AC72-F1BE-4AD3-B495-8A214C811FC8}" dt="2025-06-01T13:30:46.752" v="520" actId="478"/>
          <ac:spMkLst>
            <pc:docMk/>
            <pc:sldMk cId="1403522824" sldId="599"/>
            <ac:spMk id="5" creationId="{26B60478-EA96-D58E-08F6-D1B66C576F26}"/>
          </ac:spMkLst>
        </pc:spChg>
        <pc:spChg chg="mod">
          <ac:chgData name="kaushlendra sisodia" userId="217e2e523c915028" providerId="LiveId" clId="{E739AC72-F1BE-4AD3-B495-8A214C811FC8}" dt="2025-06-01T13:30:57.772" v="523" actId="255"/>
          <ac:spMkLst>
            <pc:docMk/>
            <pc:sldMk cId="1403522824" sldId="599"/>
            <ac:spMk id="4098" creationId="{057E060D-9411-F1C4-E275-0410D3565265}"/>
          </ac:spMkLst>
        </pc:spChg>
      </pc:sldChg>
      <pc:sldChg chg="modSp add mod ord">
        <pc:chgData name="kaushlendra sisodia" userId="217e2e523c915028" providerId="LiveId" clId="{E739AC72-F1BE-4AD3-B495-8A214C811FC8}" dt="2025-06-01T13:31:53.682" v="536" actId="1076"/>
        <pc:sldMkLst>
          <pc:docMk/>
          <pc:sldMk cId="3311362172" sldId="600"/>
        </pc:sldMkLst>
        <pc:spChg chg="mod">
          <ac:chgData name="kaushlendra sisodia" userId="217e2e523c915028" providerId="LiveId" clId="{E739AC72-F1BE-4AD3-B495-8A214C811FC8}" dt="2025-06-01T13:31:53.682" v="536" actId="1076"/>
          <ac:spMkLst>
            <pc:docMk/>
            <pc:sldMk cId="3311362172" sldId="600"/>
            <ac:spMk id="4098" creationId="{2295BDFC-3393-3855-CFEF-E9BE45225C55}"/>
          </ac:spMkLst>
        </pc:spChg>
      </pc:sldChg>
      <pc:sldChg chg="addSp delSp modSp add mod">
        <pc:chgData name="kaushlendra sisodia" userId="217e2e523c915028" providerId="LiveId" clId="{E739AC72-F1BE-4AD3-B495-8A214C811FC8}" dt="2025-06-01T13:37:00.511" v="562" actId="1076"/>
        <pc:sldMkLst>
          <pc:docMk/>
          <pc:sldMk cId="2015752316" sldId="601"/>
        </pc:sldMkLst>
        <pc:picChg chg="del">
          <ac:chgData name="kaushlendra sisodia" userId="217e2e523c915028" providerId="LiveId" clId="{E739AC72-F1BE-4AD3-B495-8A214C811FC8}" dt="2025-06-01T13:36:34.751" v="559" actId="478"/>
          <ac:picMkLst>
            <pc:docMk/>
            <pc:sldMk cId="2015752316" sldId="601"/>
            <ac:picMk id="3" creationId="{E1E45BEC-285E-989D-45A9-C3525668F3D0}"/>
          </ac:picMkLst>
        </pc:picChg>
        <pc:picChg chg="add mod">
          <ac:chgData name="kaushlendra sisodia" userId="217e2e523c915028" providerId="LiveId" clId="{E739AC72-F1BE-4AD3-B495-8A214C811FC8}" dt="2025-06-01T13:37:00.511" v="562" actId="1076"/>
          <ac:picMkLst>
            <pc:docMk/>
            <pc:sldMk cId="2015752316" sldId="601"/>
            <ac:picMk id="4" creationId="{5B2029B6-0414-90B1-4143-1E757F139750}"/>
          </ac:picMkLst>
        </pc:picChg>
      </pc:sldChg>
      <pc:sldChg chg="addSp delSp modSp add mod">
        <pc:chgData name="kaushlendra sisodia" userId="217e2e523c915028" providerId="LiveId" clId="{E739AC72-F1BE-4AD3-B495-8A214C811FC8}" dt="2025-06-01T13:42:53.589" v="616" actId="1076"/>
        <pc:sldMkLst>
          <pc:docMk/>
          <pc:sldMk cId="3117889926" sldId="602"/>
        </pc:sldMkLst>
        <pc:spChg chg="add mod">
          <ac:chgData name="kaushlendra sisodia" userId="217e2e523c915028" providerId="LiveId" clId="{E739AC72-F1BE-4AD3-B495-8A214C811FC8}" dt="2025-06-01T13:42:53.589" v="616" actId="1076"/>
          <ac:spMkLst>
            <pc:docMk/>
            <pc:sldMk cId="3117889926" sldId="602"/>
            <ac:spMk id="3" creationId="{4CE81666-AF96-C905-FC1B-5F47C0893AAD}"/>
          </ac:spMkLst>
        </pc:spChg>
        <pc:spChg chg="add mod">
          <ac:chgData name="kaushlendra sisodia" userId="217e2e523c915028" providerId="LiveId" clId="{E739AC72-F1BE-4AD3-B495-8A214C811FC8}" dt="2025-06-01T13:42:39.129" v="614" actId="1076"/>
          <ac:spMkLst>
            <pc:docMk/>
            <pc:sldMk cId="3117889926" sldId="602"/>
            <ac:spMk id="5" creationId="{D39AA1AE-7791-23CE-B419-E43EECE5BB20}"/>
          </ac:spMkLst>
        </pc:spChg>
        <pc:picChg chg="del">
          <ac:chgData name="kaushlendra sisodia" userId="217e2e523c915028" providerId="LiveId" clId="{E739AC72-F1BE-4AD3-B495-8A214C811FC8}" dt="2025-06-01T13:37:10.783" v="564" actId="478"/>
          <ac:picMkLst>
            <pc:docMk/>
            <pc:sldMk cId="3117889926" sldId="602"/>
            <ac:picMk id="4" creationId="{FFD5A741-22B2-BD96-F8DD-E7DD7C5C6679}"/>
          </ac:picMkLst>
        </pc:pic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09:02:03.033"/>
    </inkml:context>
    <inkml:brush xml:id="br0">
      <inkml:brushProperty name="width" value="0.06667" units="cm"/>
      <inkml:brushProperty name="height" value="0.06667" units="cm"/>
      <inkml:brushProperty name="color" value="#3165BB"/>
      <inkml:brushProperty name="fitToCurve" value="1"/>
    </inkml:brush>
  </inkml:definitions>
  <inkml:traceGroup>
    <inkml:annotationXML>
      <emma:emma xmlns:emma="http://www.w3.org/2003/04/emma" version="1.0">
        <emma:interpretation id="{25D1B2F4-38FC-4E08-B69F-DFEE8B77BB2B}" emma:medium="tactile" emma:mode="ink">
          <msink:context xmlns:msink="http://schemas.microsoft.com/ink/2010/main" type="inkDrawing" rotatedBoundingBox="3870,3761 7674,3803 7654,5644 3850,5602" hotPoints="7902,4953 5715,5607 3693,4548 5880,3894" semanticType="enclosure" shapeName="Ellipse"/>
        </emma:interpretation>
      </emma:emma>
    </inkml:annotationXML>
    <inkml:trace contextRef="#ctx0" brushRef="#br0">2047 115 1644 0,'0'0'-49'0,"0"0"8"0,0 0 14 0,10-7 8 15,-10 7 11-15,0 0 15 0,0 0 13 16,4-8 3-16,-4 8-2 0,0 0 1 0,0 0-3 16,-5-16 2-16,5 16-5 0,0 0-3 15,-9-13 2-15,9 13-2 0,-7-9-3 0,2 3 1 16,5 6-8-16,-14-9 5 0,2 5-1 15,2 0 4-15,-4 0-6 0,0 0-1 0,-2-1 1 16,-5 1-3-16,4 2-1 16,-4-2-1-16,-3 1 7 0,-2 2-5 0,0-1-1 15,0 1 1-15,-2-1-1 0,-3 2 1 16,3 0 0-16,-2 0-3 0,-2 2 4 0,2-1-2 16,-3 0 3-16,2-1-6 0,0 0 0 15,-1 1 7-15,-9 2-6 0,7 0 0 0,4-2 1 16,2 1 1-16,-2 1-2 0,-8 2 2 15,5 1-1-15,7-3 0 0,-10 6-2 0,6-4 1 16,4-1 2-16,0 2-9 0,-10 3 6 16,-1-1 6-16,3 0-4 0,-2 1 3 0,4 0-3 15,-1 0 0-15,-3 0 1 0,4 1-4 16,-2 1 5-16,4-1-3 0,1-2 2 16,7 2-4-16,-10 1 3 0,7-2 0 0,2-1-3 15,-6 7 6-15,4-5-5 0,4-1 2 16,1 1-2-16,0 0 3 0,-1 1-5 0,3 0 2 15,1 0 1-15,-2 0-1 0,2 0-2 16,0 0 5-16,3 0-3 0,-2 0 3 0,2 2-1 16,0-3 0-16,-3 3-5 0,3-1 5 15,0 1 1-15,-1 0-1 0,3-2 1 0,-2 0-2 16,1 0 1-16,1 3 0 0,0-4 3 16,-2 2-6-16,0 3 5 0,2 0-4 0,-3-1 2 15,2 0 0-15,1 2 2 16,-3-2-3-16,4-2 1 0,1 1-4 0,-1-2 4 15,1 2 2-15,1 0-5 0,1 0 1 16,1-1-2-16,-3-1 1 0,4 1 0 0,-2 2-3 16,2-3 3-16,0 4 3 0,2-4-5 15,0 2 6-15,-1 1-3 0,2 1-1 0,1-2 2 16,0 0 2-16,-3 2-1 0,3-1-1 16,1 1 1-16,0-1 1 0,1 0-1 0,-1 2 0 15,1-1-1-15,0-1-2 0,-2 3 7 16,3-3-5-16,-1 0 1 0,0 1 1 0,0 0 0 15,1-1-7-15,0 0 6 0,-1 0 0 16,0-2 1-16,2 1-1 0,0 0 3 0,1-1-3 16,-1 2-2-16,0-2-2 15,0 0 6-15,2 1 3 0,2-2-6 0,-2 2 3 16,3 2-3-16,-1-2 1 0,3 0-1 16,-3 0 1-16,4-1 2 0,-3 0 0 0,1 2-2 15,1-1 0-15,1-1-1 0,-1 2 2 16,3-3-1-16,-4 2-6 0,2-1 9 0,0 1-2 15,2-1 0-15,-2 0 0 0,-1-1-1 16,2 2 1-16,-1-3-2 0,1 1 2 0,0 0 0 16,0-1 0-16,0 1 1 0,3-1 1 15,-1 0 0-15,-2 0 1 0,4 0-7 0,-1 0 3 16,3 1 2-16,-1-2-1 16,-3 1-3-16,3-2 4 0,-1 0 1 0,0 1-3 15,1-2 1-15,-4-1-1 0,5 3-2 16,-5-1 6-16,0-1-1 0,2 1-3 0,-3-2 1 15,-2 1 3-15,3-2-4 0,1 1-2 16,-2 0 3-16,1-1-1 0,-3 1 3 0,2-1 0 16,1 0-3-16,-2-1 1 0,0 1-3 15,-1 0 4-15,1-2-1 0,2 2 2 16,0-2-1-16,-3 2-3 0,2-1 4 0,1-1 2 16,0 2-2-16,0-1 2 0,0-1-1 15,2 1 1-15,-2 0 0 0,0 0-4 0,0-2 0 16,1 3 0-16,0-2 1 0,0-1 0 15,2 2 0-15,2 0 1 0,-1 1-2 0,0-1 3 16,-1-2-4-16,0 1 4 0,2-1-1 16,-2 2 0-16,4 0-1 0,-5-2-3 0,2 1 2 15,0-1 1-15,4 0 3 16,-2 2-3-16,1-3 3 0,0 1 2 0,3-1-1 16,-1 2 0-16,0-1 3 0,1 0-3 0,3 1 1 15,-3 0-3-15,1-2 4 0,-2 1-3 0,3-1 1 16,-2 1-3-16,-1 0-1 0,0-1 0 15,2 0 3-15,-3 1 2 0,0 0-3 0,-1 0-2 16,0-2 0-16,-2 1 1 16,-1 1 0-16,1-1 0 0,0 0-2 0,-1 0 2 15,0 0 1-15,3 0-3 0,0 0 0 16,-2 0 2-16,-1-1 0 0,4 2-1 0,-4-1 0 16,-2 1 2-16,4-2-3 0,2 1 0 15,-2 0-1-15,4 0-2 0,-1 1 5 0,-2 0-1 16,2-1 1-16,-5-1-3 0,6 1 0 15,-2 1 1-15,0-1 4 0,1 0-7 0,-2 0 3 16,-2 0-1-16,-1 0 3 0,-2 1-1 16,0-1-2-16,0 1-1 0,0-1 4 15,-2-1 0-15,0 2-1 0,0-2-2 16,2 2-1-16,-2-1 1 0,0 0-1 0,2 0-1 16,1 0 1-16,-1-1 3 0,0 0-1 15,2 0 1-15,-2 2 1 0,0-2-4 0,3 2 2 16,0 0-3-16,-1-2 4 0,-2 1-3 15,1 1-1-15,-1-1 1 0,0 0 1 0,-2-1 0 16,0 2 0-16,0-2 1 0,-12 0 0 16,20 0 1-16,-10 0-2 0,0 1 0 0,-10-1 4 15,21 1-4-15,-12 0 4 0,3-1-1 16,-12 0 0-16,21-1-2 0,-9 0 0 16,0 1-4-16,0 0 5 0,0 0-1 15,0 0-1-15,2-1-1 0,2 1-2 0,-2-2 4 16,-2 2 0-16,2-1-3 0,-2 1 6 15,0-1-3-15,-12 1 1 0,21-1-3 0,-9 1 5 16,0-2-5-16,-3 2 2 0,-9 0 1 16,23-1-4-16,-11 0 1 0,0 1 0 0,0 0-1 15,0 0 1-15,0 0 2 0,0-2-1 0,1 2 2 16,-1 2-2-16,0-2-1 0,-2 0 2 16,4-2 1-16,-14 2 0 0,20 0-1 0,-10 0-2 15,0 0 2-15,-10 0-2 0,21 0 2 16,-14-2-2-16,-7 2 0 0,23 0-2 0,-13 0 3 15,0 0 0-15,-10 0 2 0,21-1-2 16,-7 1-1-16,0-2-2 0,-1 1 2 0,1 0 1 16,0 0 0-16,0-1-1 15,0 2 2-15,0-2-1 0,0 0 0 0,-2 1-1 16,2-1 3-16,0 1 2 0,-2 0-4 16,1-1 0-16,-2 1-1 0,-2-1 4 0,-9 2 1 15,16-1-1-15,-8-1 6 0,-8 2-1 16,16-3 3-16,-9 0 1 0,-7 3 0 0,16-4 0 15,-8 2-2-15,1-1 4 0,3-1-2 16,0 0 3-16,-1 0-3 0,-1 0 1 0,4-1 1 16,-2 0 0-16,2 0 2 0,2-1-2 15,0-3 2-15,-1 4 0 0,0-1 0 0,1 0-1 16,-1 0 2-16,-1-1 0 16,2-1 0-16,-2 2 4 0,1-1-3 0,-1 1 4 15,1-1 1-15,-7 2 6 0,4-2 2 16,-2 2 0-16,1-2-2 0,1 2-1 0,0-3-3 15,-3 0 0-15,0 0-1 0,1 2-3 16,0-3 1-16,2-1-3 0,-1 2 2 16,-2-3-2-16,1 1-3 0,2-1-2 0,-1-1-2 15,-1 1 1-15,1-1-1 0,-3-1-1 0,2 4 2 16,1-2-3-16,-4-2 1 0,3 1-1 16,-1-1 0-16,-1 1 0 0,-2 1-3 15,2-2 5-15,-2 2-1 0,0-3-4 16,0 2 5-16,-2 1 0 0,2 0-3 0,-3-1 3 15,2 1-2-15,-2-1-1 0,0 0-2 16,-3 0 5-16,3-2-3 0,-1 3 0 0,1-2-1 16,-1 1 3-16,-1 1 0 0,0-2 0 15,-1 3 1-15,0-3 1 0,-1 0-2 0,0 1 2 16,1-1-2-16,-2-1-4 0,-1 1 3 16,1 1-2-16,-1-2 1 0,3 0 1 0,-3 2-2 15,2-2-2-15,-3 0-1 0,1 1-1 16,2 0-1-16,-3 1 4 0,3-3-4 0,-3 3 5 15,-1-2-4-15,3 0 3 0,-1 1 1 16,-1 2-4-16,1-1 6 0,-1-2-3 16,-1 3 2-16,1-3 8 0,-1 3-12 0,1-1 3 15,1 2-3-15,-2-1-2 0,0 0 0 16,1 0 0-16,-2 2 6 0,2-3-8 0,0 2 0 16,-2 0-2-16,2 1 4 0,-4-2-1 15,4 1-3-15,0-1 2 0,-4 2 2 0,3-2 0 16,-4 0-1-16,-1-1-3 15,3 0 3-15,-2 1-3 0,-1-1-2 0,-1 0 3 16,1 1 0-16,-1-1-2 0,1 0 1 0,0 2-1 16,-1 0 4-16,1-2-2 0,-2 3 1 0,5 1-2 15,-2 0-1-15,-1-1 1 16,2 1 2-16,-2 0-2 0,2 1 0 0,1-2-1 16,-2 3 2-16,0-1-2 0,2-1 2 15,-1 1-1-15,2 0 2 0,-4 1 1 0,3-1-4 16,0 0 1-16,-2 1 0 0,0 1-1 15,1-1 2-15,2-2-1 0,-3 3 1 0,3-1 8 16,-2-1-11-16,0 3-2 0,0-3 3 16,1 2 6-16,0 0-6 0,7 5-1 15,-12-10 1-15,7 6 0 0,5 4 1 0,-14-7-2 16,7 3 3-16,7 4-1 0,-12-8 1 0,8 5 0 16,4 3-2-16,-15-10 0 15,11 6 3-15,-3 0-1 0,7 4 0 0,-15-11 0 16,6 5 0-16,4 1 0 0,-5-1-2 15,1 0 3-15,-1 0-3 0,-1 0 2 0,1 0-2 16,1-1 1-16,-2-1-1 0,-1 3-1 16,2-2 1-16,1 2 2 0,-1-1-3 0,1 0 3 15,-1 0 0-15,3 2-3 0,-2-1 1 16,1 1 2-16,-1-2-2 0,0 2 2 0,2 1-4 16,7 3 3-16,-15-8 2 0,6 2-4 15,-1 2 2-15,1-1 0 0,-2 1 2 0,1-1-4 16,-2-1 4-16,-2 0-3 15,0-1 6-15,2 2-3 0,0-1-6 0,-2 1 4 16,4-1-1-16,-4-1 2 0,1 3-1 16,1 0 1-16,-4-3 0 0,0 2-4 0,0-2 4 15,2 2-2-15,2 0-1 0,0 1 4 16,0-1-2-16,1 0 1 0,-1 2-1 0,5 0-1 16,7 3 1-16,-17-5 1 0,11 2-3 15,6 3 2-15,-12-5 0 0,12 5 1 0,-12-2-2 16,12 2-2-16,-8-2 3 0,8 2 1 15,-8-4-3-15,8 4-1 0,0 0 4 0,-12-3 0 16,12 3 0-16,0 0 1 0,-12-4 1 16,12 4-1-16,0 0-1 0,0 0-4 15,-12-4-16-15,12 4-23 0,0 0-35 0,0 0-50 16,0 0-47-16,-8-3-69 0,8 3-209 16,0 0-2-16,0 0-97 0,0 0-54 0</inkml:trace>
  </inkml:traceGroup>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09:02:08.104"/>
    </inkml:context>
    <inkml:brush xml:id="br0">
      <inkml:brushProperty name="width" value="0.06667" units="cm"/>
      <inkml:brushProperty name="height" value="0.06667" units="cm"/>
      <inkml:brushProperty name="color" value="#3165BB"/>
      <inkml:brushProperty name="fitToCurve" value="1"/>
    </inkml:brush>
  </inkml:definitions>
  <inkml:traceGroup>
    <inkml:annotationXML>
      <emma:emma xmlns:emma="http://www.w3.org/2003/04/emma" version="1.0">
        <emma:interpretation id="{192B6F07-5277-411A-90AA-BB2E93973CA7}" emma:medium="tactile" emma:mode="ink">
          <msink:context xmlns:msink="http://schemas.microsoft.com/ink/2010/main" type="inkDrawing" rotatedBoundingBox="7956,4193 10487,3645 10828,5216 8297,5764" hotPoints="10787,4609 9507,5515 8071,4884 9351,3979" semanticType="enclosure" shapeName="Ellipse"/>
        </emma:interpretation>
      </emma:emma>
    </inkml:annotationXML>
    <inkml:trace contextRef="#ctx0" brushRef="#br0">2087 137 1390 0,'0'0'-68'0,"10"-4"22"0,-10 4 13 15,0 0 17-15,0 0-4 0,0 0 17 16,0 0 11-16,0 0 5 0,0 0 5 0,0 0 8 16,0 0 3-16,0 0-1 15,0 0-1-15,0 0 3 0,0 0 3 0,0 0-1 16,0 0-1-16,0 0-2 0,0 0-3 16,0 0-1-16,0 0-5 0,0 0-2 0,0 0 0 15,0 0-1-15,0 0-1 0,0 0-2 16,0 0-6-16,0 0 4 0,0 0-5 0,-23-11 0 15,15 9-3-15,8 2 2 0,-16-6 0 16,5 1 0-16,1 2-1 0,-1-1-2 0,-1-1 0 16,0 2 4-16,-1-1-6 0,0 0-1 15,0 0 3-15,0 1 0 0,-1-2-1 16,1 2 0-16,0-2 4 0,-1 2-3 0,0 1-2 16,1-2-1-16,-2 0 0 0,0 1 3 15,2-3 0-15,0 5 1 0,-1-4-2 16,1 3 7-16,-1-1-6 0,1 1-2 0,0-1 5 15,1 0-2-15,-1 3-4 0,-1-4 3 16,1 2-4-16,-1 0 1 0,0 2 0 0,-2-3 1 16,2 2 2-16,0 1-3 0,-2-1 5 15,1 2-4-15,-1-2-4 0,1 0 4 0,0 1-1 16,0-2 3-16,1 2-4 0,-1-1 2 16,0 2-1-16,1-2 0 0,-1 1-1 0,1 0 2 15,-1 0-2-15,0 0-1 0,-1 0 1 16,1 0 4-16,1 0-3 0,-1 0 0 15,0 1 0-15,-1-1-2 0,0 1 4 0,2-1 2 16,2 0-3-16,-2 1 0 0,1-1 2 16,0 1-4-16,1-1 2 0,0 1-1 0,0-1 1 15,-1 0 0-15,1 0-3 0,-1 1 3 16,13-1 3-16,-26 2-2 0,13-1 0 0,0-1-3 16,0 1 3-16,0 0-2 0,0 0-1 15,0 0 0-15,1-1 1 0,-1 1 0 0,0 2-2 16,0-3 0-16,1 2 4 15,-1 0-4-15,2 0 2 0,11-2-4 0,-20 2 5 0,10 1 4 16,0-1-8-16,-2 0 3 0,1 2-2 16,-1-1 0-16,0 1 2 0,-1 0-1 15,0-2-1-15,0 3 1 0,1-1 2 16,-1 0-3-16,1 0 3 0,0 1-2 0,1 0 1 16,-1-2 0-16,0 1-2 0,1 1-1 15,-1-2 5-15,0 0-3 0,1 2 5 0,1-1-4 16,-1 0-1-16,1 1 0 0,0-2 1 15,-2 2 2-15,2-2 0 0,1 0-2 0,-1 2 0 16,-1-2 1-16,1 0-1 0,-3 2 0 16,2-2 2-16,3 0-2 0,-1-1 1 0,-1 2 0 15,0 0 2-15,2 1-4 16,0-3 1-16,-2 3-5 0,2-2 6 0,-1 0 0 16,-2 2 0-16,1 0 0 0,2 0-2 15,-3 1 0-15,2-2 0 0,-1 2-2 0,0-1-1 16,1 2 1-16,-1-1 2 0,-1 1-1 15,1 0 2-15,1-2-5 0,-1 3 5 0,-1-2-1 16,0 0 1-16,3 0-1 0,-4 3 1 16,4-3 2-16,-3 1-2 0,2 1 1 0,2-3-3 15,-2 3 2-15,-1 0-1 0,1 0 2 16,2-1-1-16,-2-1 1 0,-1 3-2 0,2-2-2 16,-1 0 2-16,-1 2 1 0,3-1 0 15,-1 0 0-15,0 0-2 0,1 0 0 16,0-1 2-16,1 0-3 0,-1 2 0 15,2-3-2-15,-1 1 7 0,1 1-2 0,1-2-3 16,-2 2 3-16,0-1 0 0,2 0 1 16,4-7 2-16,-8 14-5 0,3-7 0 0,2 1-1 15,-1-1 3-15,4-7 3 0,-8 16-7 16,5-10 2-16,-3 3 1 0,4-2 1 0,2-7-1 16,-6 15-3-16,5-7 4 0,-4 0-4 15,5-8 3-15,-5 19 4 0,3-11-1 16,0 1-5-16,-1-1 5 0,3-8-3 0,-5 19-1 15,3-9 2-15,0-1 2 0,1 0-3 16,-3 2 2-16,2-3 0 0,-1 3 0 0,1-3-3 16,2-8 2-16,-4 19 0 0,1-10 2 15,1-1 2-15,2-8-4 0,-4 16 2 0,3-7-1 16,-2-1-1-16,-1 1-1 0,4-9 2 16,-3 17 2-16,2-9-7 0,0 0 3 0,-2 0-1 15,3-8 3-15,-2 18-1 0,0-9 0 16,0-1 0-16,2-8 1 0,-1 19 0 0,0-11 1 15,0 1-4-15,1-9 2 16,-1 18 0-16,-1-8 0 0,2-1 2 0,0-9-2 0,-1 17-2 16,0-7 4-16,1-10 2 0,-1 17-8 15,0-8 6-15,1-9-4 0,0 16 1 16,-2-9-3-16,2-7 6 0,0 16-4 16,0-16 5-16,2 13-2 0,-1-4 0 0,-1-9 0 15,2 14-6-15,1-5 5 0,-3-9 0 16,2 15 3-16,-1-8-2 0,2 2-2 0,-3-9 2 15,7 15-2-15,-6-8 0 0,3 2 2 16,0-1 5-16,1 0-7 0,-1 0-1 0,0-1 4 16,0 2-3-16,-1-1 2 0,1 0-5 15,1-1 3-15,-2 0 2 0,3 2-1 0,-2-2 4 16,0-1-2-16,0 3-3 16,2-1 4-16,-1-2-3 0,-5-6-2 0,9 13 4 15,-4-7-2-15,-1 0 0 0,3-1-4 16,-7-5 7-16,10 10-6 0,-4-5 3 0,-1 1 4 15,-5-6-5-15,10 10 2 0,-5-6 0 16,-5-4 0-16,11 8-1 0,-7-3 1 0,-4-5 2 16,10 8 0-16,-1-5-2 0,-9-3 0 15,11 9 2-15,-8-6-3 0,-3-3 4 0,14 7 0 16,-8-4-4-16,1 0 1 0,-7-3 0 16,13 8-1-16,-5-6 3 0,-8-2-2 0,12 6-2 15,-12-6 2-15,9 6-3 16,-9-6 2-16,11 5 1 0,-11-5-2 0,9 5 0 15,-9-5 3-15,9 2-3 0,-9-2 3 0,8 4-1 16,-8-4-1-16,0 0 2 0,11 5-5 16,-11-5 3-16,8 4-4 0,-8-4 3 15,7 3 2-15,-7-3 3 0,8 4-4 0,-8-4 0 16,10 3 0-16,-10-3 2 0,10 4-1 16,-10-4 0-16,9 3-1 0,-9-3-4 0,11 5 4 15,-11-5 3-15,10 5-1 0,-10-5 1 16,11 2 0-16,-11-2-8 0,11 6 6 0,-11-6-1 15,9 3 2-15,-9-3-3 0,12 4 1 16,-12-4 0-16,11 4 2 0,-4-2-1 0,-7-2-5 16,10 4 5-16,-10-4 0 0,12 4-1 0,-12-4 2 15,14 4-2-15,-9-1 1 16,-5-3-1-16,15 3 2 0,-7 0 1 0,-8-3-5 0,15 5 3 16,-7-3 1-16,-1 1-4 15,-7-3 2-15,16 3 0 0,-8 0 3 0,0 0-2 16,1 0 1-16,-1-1 0 0,-8-2 1 15,18 4 0-15,-9-2-1 0,2 1 1 0,0 0-2 16,0 1 1-16,1-3-1 0,-1 2 0 16,0-1 1-16,1 0-2 0,1 1 1 0,-1-1-1 15,0 1 2-15,-1-1-2 0,2 0 2 16,1-1 0-16,0 1-2 0,-1 0 1 16,0-1 0-16,1 1 1 0,1 0 0 15,0-1-4-15,-2 0 6 0,3 1-4 0,-2 0 2 16,1-2-2-16,0 2 2 0,2-2 1 15,0 0 0-15,4 1 1 0,-1 0-2 0,1-1 0 16,1 0-1-16,0 0 1 0,1 0 0 16,1-1 1-16,0 0-1 0,-1 1 0 0,1 0 3 15,-2-1 2-15,-1 0-3 0,3-1 2 16,0 1-1-16,-1-1 1 0,-2 1-1 0,1-1 0 16,-1 2-1-16,-3-3 1 0,4 2-1 15,-7 0 2-15,1 0-1 0,1-1-2 0,-2 0 1 16,0 2-1-16,0-2 2 0,1 0-2 15,-1 0 1-15,3 1 2 0,0-2-3 0,1-1 2 16,-1 1 1-16,1 0 0 0,0-1 1 16,1 0 2-16,3 0-3 0,2-1 3 15,-2 0-1-15,0-2 0 0,-1 2 1 16,2-2 3-16,-2 1 1 0,2 1-1 0,-1-3-1 16,0 1 3-16,-2 2 2 0,0-3-1 15,-3 2 2-15,2-1-1 0,2 0-1 0,-6 0 6 16,4-1 1-16,-5 1 0 0,2 0 1 15,-1-1 2-15,0 1 0 0,-2 0 2 0,0-2-3 16,-1 1-1-16,1 1-1 0,1-3-1 16,-1 1 2-16,-1 0-1 0,0-1-1 15,3-1 1-15,0 1-2 0,-4-1-1 0,3-2-2 16,-1 1 0-16,3-2-3 0,-2 0-3 16,0 1 3-16,-1 0-3 0,0-1-1 0,0 0 0 15,0 0 0-15,-3 2 0 0,0 0 0 16,1 1-1-16,-2-2 1 0,0-1 2 0,-2 2 0 15,2-2-2-15,-1 0 0 0,-2 0 0 16,1-1 6-16,-1 0-3 0,0-1 1 0,-2 1-4 16,-1 0 2-16,1-1-1 0,0-1-3 15,-1 2 1-15,-1-3 4 0,0 4 0 0,1-3 0 16,-1 1-5-16,-1 3 2 16,0-2 0-16,-1 2-4 0,3-1-1 0,-1 0 3 15,-1 1-1-15,-1 1-4 0,1-2 1 16,1 3 0-16,-2-3-2 0,2 3 2 0,-2-2-1 15,1 1-1-15,-1 1 4 0,-1-2 2 16,0 2 2-16,0-2 8 0,-1 0-10 0,-1 1 2 16,0 0-1-16,-1-1 4 0,0 1-1 15,1 0-4-15,-2 0 0 0,1 0 3 0,-1 0 1 16,2 0-3-16,-2 2 2 0,1-1-1 16,-1-1 0-16,2 2-1 0,-1 0 2 0,0-1-1 15,-1 3-3-15,2-2 4 0,-2 1-2 16,1-1 2-16,-2 1 0 0,2-2-1 0,-1 2 6 15,-1-1-6-15,2 0 2 16,-1-2 0-16,-1 4 0 0,0-3-5 0,-3-1 2 16,0-1 1-16,1 2-1 0,-2-2-3 15,0 1 0-15,0 2-2 0,-1-2 0 0,1 0 1 16,0 2-4-16,0 0 1 0,-1-1 2 16,0 2 0-16,3 1 0 0,-2-1-3 0,0 2 1 15,1 0 1-15,-3-3-5 0,0 4 5 16,-1-1-6-16,-1 0 3 0,-2-1 1 0,-1 2-2 15,-2-2 0-15,2 2 1 0,-7-2 1 16,0 1-1-16,-1 0-4 0,0 2 1 0,1-1 5 16,-4 1-3-16,4 0 0 0,-1-1-1 15,2 2 2-15,3 0 1 0,0 0-2 0,2 1 0 16,-2-3 1-16,2 3 2 0,0 0-1 16,1 1-2-16,-1-3 3 0,0 1 1 15,1-1-4-15,1 2 1 0,1 0 1 0,0-1 6 16,0 0-8-16,-1 1-1 0,-2 1-15 15,-4-1-19-15,1 2-27 0,-8-1-36 0,-4 4-54 16,-16 0-74-16,-1 3-159 0,-9 2-104 16,10-1-168-16,2-4-154 0</inkml:trace>
  </inkml:traceGroup>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09:02:14.889"/>
    </inkml:context>
    <inkml:brush xml:id="br0">
      <inkml:brushProperty name="width" value="0.06667" units="cm"/>
      <inkml:brushProperty name="height" value="0.06667" units="cm"/>
      <inkml:brushProperty name="color" value="#3165BB"/>
      <inkml:brushProperty name="fitToCurve" value="1"/>
    </inkml:brush>
  </inkml:definitions>
  <inkml:traceGroup>
    <inkml:annotationXML>
      <emma:emma xmlns:emma="http://www.w3.org/2003/04/emma" version="1.0">
        <emma:interpretation id="{43673C9F-2183-4CCA-B21A-EC7B3E764723}" emma:medium="tactile" emma:mode="ink">
          <msink:context xmlns:msink="http://schemas.microsoft.com/ink/2010/main" type="inkDrawing" rotatedBoundingBox="880,7479 2221,7377 2223,7402 882,7503" shapeName="Other"/>
        </emma:interpretation>
      </emma:emma>
    </inkml:annotationXML>
    <inkml:trace contextRef="#ctx0" brushRef="#br0">78 108 683 0,'-10'-3'50'0,"10"3"-9"0,-9-2-12 16,9 2-7-16,0 0 3 0,-13-2 14 0,13 2 5 15,0 0 1-15,0 0 6 0,-12-1-1 16,12 1-8-16,0 0-6 0,0 0-1 16,-10-3-1-16,10 3-5 0,0 0 6 0,0 0-2 15,0 0-3-15,0 0 2 0,0 0-2 16,-12-1-4-16,12 1-1 0,0 0-3 0,0 0-2 15,0 0 1-15,0 0-4 0,0 0-3 16,0 0 1-16,0 0-6 0,0 0 6 0,0 0-3 16,0 0-5-16,0 0-3 0,0 0 4 15,0 0-4-15,0 0 0 0,0 0 4 0,-12 3-8 16,12-3-1-16,0 0 2 0,0 0 3 16,0 0 0-16,0 0-4 0,0 0 2 15,0 0-3-15,0 0-2 0,0 0-3 16,0 0-1-16,0 0 5 0,0 0-2 0,0 0 2 15,0 0-2-15,0 0 4 0,0 0-3 16,48 0 2-16,-21-1-3 0,20-4 3 0,17-1 3 16,5 0 0-16,8-3-3 0,9 0 3 15,22-1 2-15,-19 1-4 0,1 1 0 0,-5 2 4 16,-3 0-6-16,-7 3 1 0,-6-1 2 16,-17 2-1-16,-8 0-3 0,-9 2 0 0,-10-2 4 15,-4 2-2-15,-4 0 6 0,-3 0 7 16,0 0 6-16,-3-1 10 0,-11 1 6 0,20 0 4 15,-11-1 11-15,-9 1-3 16,13 0-3-16,-13 0-4 0,10-1-4 0,-10 1-3 16,0 0-4-16,15-1-6 0,-15 1-20 15,0 0-30-15,0 0-42 0,13-2-60 0,-13 2-120 16,0 0-286-16,12-6-40 0</inkml:trace>
  </inkml:traceGroup>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09:02:17.464"/>
    </inkml:context>
    <inkml:brush xml:id="br0">
      <inkml:brushProperty name="width" value="0.06667" units="cm"/>
      <inkml:brushProperty name="height" value="0.06667" units="cm"/>
      <inkml:brushProperty name="color" value="#3165BB"/>
      <inkml:brushProperty name="fitToCurve" value="1"/>
    </inkml:brush>
  </inkml:definitions>
  <inkml:traceGroup>
    <inkml:annotationXML>
      <emma:emma xmlns:emma="http://www.w3.org/2003/04/emma" version="1.0">
        <emma:interpretation id="{161A81DE-D703-4840-A3F6-C9FEEAED2176}" emma:medium="tactile" emma:mode="ink">
          <msink:context xmlns:msink="http://schemas.microsoft.com/ink/2010/main" type="inkDrawing" rotatedBoundingBox="2844,6689 5442,6780 5401,7938 2803,7846" hotPoints="5430,7357 4043,7883 2682,7292 4069,6765" semanticType="enclosure" shapeName="Ellipse"/>
        </emma:interpretation>
      </emma:emma>
    </inkml:annotationXML>
    <inkml:trace contextRef="#ctx0" brushRef="#br0">1078 1141 1332 0,'0'0'-65'0,"0"0"24"0,-12-1 18 16,12 1 10-16,0 0 17 0,0 0 2 16,0 0 10-16,-12 1-1 0,12-1 10 0,0 0 5 15,0 0 0-15,0 0 7 0,0 0 1 16,0 0 1-16,-14 0 2 0,14 0-7 16,0 0-1-16,0 0-4 0,0 0-6 0,0 0-2 15,0 0 0-15,-11 0-2 0,11 0 0 0,0 0-3 16,0 0-3-16,0 0 4 0,0 0-3 15,0 0-3-15,0 0 2 0,0 0-3 0,0 0 0 16,0 0 3-16,0 0 1 0,0 0 2 16,0 0-5-16,0 0 1 0,0 0 0 15,0 0 1-15,0 0-2 0,0 0-2 0,0 0 2 16,0 0-2-16,0 0-1 0,0 0-3 16,0 0-1-16,0 0-1 0,0 0-1 0,0 0 0 15,0 0-1-15,0 0-2 0,0 0 0 16,0 0 0-16,0 0-2 0,0 0 0 0,0 0 3 15,0 0-3-15,0 0 2 0,0 0-3 16,0 0 3-16,0 0 0 0,0 0 1 0,35 8 2 16,-35-8-2-16,15 1-2 0,-4 1 5 15,1 0-3-15,0-1-2 0,2 1 2 16,0 0-1-16,3-1-2 0,-2 1 3 0,3-1 1 16,4 0 0-16,-1 1-1 0,1-2 2 15,3 0-1-15,5 1-3 0,0-2 2 16,1 0-1-16,1 0-3 0,12 1 6 0,-2-2-2 15,0 0 2-15,-8 1 0 0,-2 0-1 16,-2-1 2-16,3 1-2 0,-5-1 2 0,0 0-2 16,0 0 0-16,-2-1 3 0,-2 1-1 15,-1-1-1-15,-1 1 0 0,-3 0-2 0,2 0 0 16,-3 0 2-16,2-2 2 0,-4 1 3 16,2-1-3-16,-1 1 7 0,0-1 0 0,2-1 0 15,-4 2-6-15,2-3 6 0,3 0 0 16,-4 0 2-16,6-1-8 0,-2 0 5 15,2-1-2-15,1 0 0 0,0 0 3 0,7-4-2 16,-5 4 0-16,7-4-2 0,-8 3 2 16,-3 1-1-16,2 1 3 0,-4-1 2 15,0 0 7-15,0-1 4 0,-3 2 4 0,0-2-2 16,-1 2 5-16,-1-3 2 0,0 1-1 0,-2-1 1 16,0 0 4-16,0 0-5 0,0 0 3 15,-4-1-3-15,0 0-3 0,2-1 1 0,-4 1-4 16,2 0-4-16,-2-1 0 15,-2 0-3-15,4 0-2 0,-4 0 0 0,0-1-2 16,0 1 0-16,-2-1 2 0,1 0-2 16,-2 0 3-16,-1 0-2 0,0-1-1 0,0 1 0 15,-1-1 1-15,-4-1-4 0,1-2-3 16,1 2 2-16,-4 0-1 0,1-2-1 0,0 3-1 16,-1-1-3-16,-4-2 3 0,3 3-1 15,-4-3-1-15,0 2-4 0,-2 0 3 0,1 0-3 16,-2 0-5-16,1 1 4 0,0 0 2 15,-5 1-3-15,1-1 0 0,0 2 0 0,-8-4-1 16,-1 0-2-16,5 3 4 0,3 2 1 16,-2-1-4-16,-5-3 4 0,4 4-2 0,2 1-3 15,-1 1 4-15,2-1-2 0,-3 1 2 16,1 0-2-16,-1-1 1 0,2 2 0 16,-2-1 1-16,0 0-2 0,2 0 1 0,-1 0 0 15,-8-4 1-15,5 3-1 0,5 1 0 16,1 0-2-16,-4-1 3 0,4 1-4 0,0 3 2 15,0-2 1-15,-3-1 0 0,3 0-1 16,0 3 5-16,2 0-7 0,0 0 2 0,-1-1-2 16,0 1 2-16,1 0-1 0,-4 2 2 15,2-1-1-15,-6 0-1 0,1 0 0 0,-1 1-1 16,-1-1 3-16,-1 1-3 0,0 1 2 16,0 0 0-16,-1 0-2 0,0 2 0 0,-1-3 2 15,1 3-3-15,0 1 1 16,0-1 1-16,-1 0 0 0,5 1-1 0,0-2 1 15,-1 1-2-15,0 1 0 0,1 0 4 16,0-1-3-16,0 1 0 0,1-1 5 0,-2 1-2 16,4 0-4-16,-1 0 3 0,2 0-1 15,0 0 1-15,-2 0-3 0,2 1 3 0,-1 1-2 16,-1 1 0-16,2-1 0 0,-1 2 1 16,1-3-2-16,-2 4 1 0,3-2 2 0,-3 1 0 15,-2 2-2-15,0-2 3 0,1 3-2 16,0 0-1-16,0-1 0 0,1 0 0 15,3 0 3-15,0 0-3 0,0 0 1 0,0 0-2 16,1-1 2-16,1 3 0 0,-1-2-1 16,-1 0 3-16,2-1-3 0,1 2 1 0,-1 0 0 15,1-2 0-15,1 2-4 0,0-1 6 16,0 1-3-16,0-1 2 0,0 2-2 0,0-1-1 16,-2 0 2-16,2 1 1 0,0 2-1 15,-3 0 1-15,-1 1 0 0,1 1-2 0,0-1 3 16,-2 0-1-16,2 1-1 0,1-1 1 15,0 2 1-15,1-1-3 0,2-2 0 0,1 0-1 16,-1 0 0-16,2 0-1 0,1-1 1 16,1 2 4-16,-1 0-5 0,-1 0 1 0,1 1 3 15,2 0-4-15,-1 2 3 0,0-2 0 16,2 2-3-16,-1-1 1 0,1 0 2 16,1 1 1-16,1 0 0 0,-1 0-2 15,1 1 1-15,0-1-1 0,1 1-1 0,2-2 0 16,-1 1-1-16,0 0 2 0,2-1 0 15,0 1 0-15,1 0-2 0,1-1 0 0,1 2 2 16,1-2 1-16,1 4-1 0,-1-3-1 16,2 2 0-16,0-2 0 0,-1 2 1 0,3-1 0 15,-1 0 2-15,2-1 1 0,0 0-3 16,0 1 1-16,2-2-1 0,-1 0 1 0,-1-1-1 16,2 1 1-16,1-1 0 0,-2-1 0 15,1-1 0-15,-1 1 0 0,1-2 2 0,1 2 0 16,0 0-2-16,0-1 2 15,1-2-3-15,0 3 1 0,1-1 2 0,0-2 0 16,0 1 0-16,1-1-2 0,1-1 0 0,0 1 0 16,-1-1 4-16,3-1-2 0,1 0 0 15,0 1 2-15,0-2-4 0,-1 0 4 0,3 0-4 16,1 1 3-16,2-1-1 0,0 0 0 16,0 1 0-16,-4-2 1 0,0 0 2 0,0-1-3 15,2 0 1-15,-2 2 0 0,3-2 2 16,-2 0-2-16,1 0-2 0,3 2 1 0,-3-2 0 15,1-3 3-15,4 2-1 16,-2-1 0-16,0 0 1 0,3-1-2 0,1 2-1 16,2-2 0-16,-2-1 2 0,0 1 0 15,3-1-2-15,-2 1-1 0,-1-1 2 0,1 1 0 16,-2-1-2-16,1-1 1 0,-5 2 0 16,0 0 1-16,-3-2 1 0,2 0-1 15,-3 0 1-15,4 0-2 0,-1 0 2 0,4-4-6 16,9-5-24-16,3 4-20 0,0 0-26 0,6-3-34 15,6-4-57-15,-7 2-108 16,9-4-382-16,-8 4-150 0</inkml:trace>
  </inkml:traceGroup>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09:02:20.328"/>
    </inkml:context>
    <inkml:brush xml:id="br0">
      <inkml:brushProperty name="width" value="0.06667" units="cm"/>
      <inkml:brushProperty name="height" value="0.06667" units="cm"/>
      <inkml:brushProperty name="color" value="#3165BB"/>
      <inkml:brushProperty name="fitToCurve" value="1"/>
    </inkml:brush>
  </inkml:definitions>
  <inkml:traceGroup>
    <inkml:annotationXML>
      <emma:emma xmlns:emma="http://www.w3.org/2003/04/emma" version="1.0">
        <emma:interpretation id="{1EE31A79-7F17-477D-B9EB-A52FCBFDE525}" emma:medium="tactile" emma:mode="ink">
          <msink:context xmlns:msink="http://schemas.microsoft.com/ink/2010/main" type="inkDrawing" rotatedBoundingBox="6093,6601 8461,6640 8445,7639 6076,7599" hotPoints="8545,7176 7243,7640 5965,7111 7268,6647" semanticType="enclosure" shapeName="Ellipse"/>
        </emma:interpretation>
      </emma:emma>
    </inkml:annotationXML>
    <inkml:trace contextRef="#ctx0" brushRef="#br0">1686 170 1635 0,'10'-3'-76'0,"-10"3"28"0,0 0 15 0,0 0 15 16,0 0 10-16,9-3 5 0,-9 3 8 15,0 0 8-15,0 0 3 0,0 0 5 16,0 0 5-16,0 0 7 0,0 0 3 0,0 0 4 16,0 0 0-16,0 0-6 0,5-6-2 15,-5 6 1-15,0 0 5 0,0 0-4 0,0 0-5 16,0 0-3-16,-16-17-4 0,12 12 1 16,4 5-2-16,-11-10-3 0,3 4 0 0,1 1-5 15,-2 0-3-15,2-1 1 0,-3 0 0 16,-1 1-2-16,1-1-1 0,-2 1 0 0,2-1 0 15,-3 2 0-15,-1-3-4 0,-1 2 2 16,1 0-3-16,-2 0-1 0,0 1 1 0,-1-1-2 16,0 0 3-16,-2 1-2 0,3 1-1 15,-4-1-1-15,2 2 2 0,-2-2 0 16,2 2-2-16,-2-1 2 0,0 1-3 16,0 0 1-16,1 0 2 0,-3 1-3 0,3 0 1 15,-2 0 0-15,-1 1 1 0,2-1-2 16,-2 1 1-16,3-2 0 0,0 1-1 0,0 0 0 15,3 2 3-15,-1-1-1 0,1-1-2 0,-1 1 1 16,1 1 0-16,1-1 2 0,0 0 0 16,-1 0-4-16,0 0 1 0,1 0 0 0,-3 1 1 15,4-1 1-15,-2 0-2 0,0 0 1 16,2 0-2-16,-1 2 2 0,-2-2 0 0,0 1 1 16,1 0 0-16,1 0-4 0,0-1 2 15,-3 1 3-15,4-1-4 0,-2 2 1 16,0 0 2-16,-1 0-3 0,3 0 1 15,0-1 1-15,-1 1 1 0,-2 0 1 0,3 0-1 16,0-1-1-16,0 2-2 0,2-3 1 16,-2 4 3-16,2 0-2 0,-2-1-1 0,2-1-1 15,-1 1 4-15,1 0-3 0,-2 1 0 16,1 2-2-16,0-2 2 0,-1-2-1 0,2 3 1 16,-2-2 0-16,2 2 1 0,0-1-1 15,-2 2-2-15,2-1 4 0,-5 1-4 0,5-1 2 16,-2 3 1-16,0-2-1 0,2-1 0 15,0 3-1-15,-2 0 2 0,0-1-1 16,0 0-1-16,0-1 3 0,2 2-2 0,0 1-2 16,0-1 2-16,0 1-1 0,1 0-1 15,-1 1 1-15,2 0-4 0,-2 1 4 0,3 0 0 16,-2 1-1-16,1-1 1 0,0 0 2 16,2 2-2-16,-2 0 0 0,0 0-1 0,3 0 3 15,0 0-2-15,0 0-1 0,0 1 0 16,2-3 2-16,0 0 1 0,-2-1-3 0,5 2 0 15,-3-1 1-15,3 0-1 0,0 1 0 16,-1-1 3-16,-1 0-5 0,3 1 5 16,-1-2-1-16,2 2-2 0,0-2-2 15,-2 0 2-15,2-10 3 0,2 23-4 0,0-11 1 16,-1-2 1-16,1 2-2 0,0-1-1 16,3 1 3-16,0-1 3 0,-1 1-5 0,3 2 5 15,1-2-3-15,-1 1-1 0,4 0 4 16,-3-2 0-16,4 1-1 0,0 3 1 0,2-2-1 15,0-1 0-15,0 1 0 0,2-2 0 16,1 1 1-16,-1 0 2 0,1-2-3 0,2 0 1 16,-1 0 1-16,2 0 1 0,0-2-3 0,-2 0 2 15,2 1 0-15,2-1-1 0,-1-1 0 16,-2 1 0-16,0-1 2 0,2 0 0 0,-2-1-2 16,-1-1 1-16,2 1-4 15,-2-2 3-15,2-1-3 0,1 4-1 0,-1-4 2 16,0 1 2-16,0 0 3 0,2 0-2 15,0-2-1-15,-1 1 0 0,0-1 2 0,4 1-3 16,-1-2-2-16,2 1 1 0,-2 2 1 16,2-1 1-16,-4-1-3 0,-1 0 4 0,0 0 0 15,0 1-2-15,1-1 0 16,-2 0 0-16,4 0 2 0,-2 0-1 0,-1 0-3 16,3 0 5-16,-3-2-2 0,0 3-6 15,3-1 7-15,-1-1 2 0,-2 1-2 0,1 0-2 0,-1-1 3 16,3 1-2-16,-2-1 0 0,0 0 0 15,0 0 1-15,2-1-1 0,-1 1 1 16,-2 1-4-16,2-2 1 0,-1 2 1 0,1-2 1 16,-4 0 2-16,4 0-3 0,-6 0 4 15,4 0-6-15,-1 0 4 0,0-2-5 0,-2 2 6 16,0 2-3-16,1-2 1 0,0-2 2 16,2 2-3-16,-2-2 0 0,4 2 2 0,-3-2-1 15,-1 0 3-15,2 0-3 0,5-1 0 16,-2-2-1-16,0 1 3 0,2 0 1 0,-1-1-4 15,-1 1 1-15,3-1 2 16,-3 1 2-16,0 1-2 0,-3-2 1 0,0 0-3 16,-3 1 3-16,1 0-3 0,-2 1 7 0,0-2-2 15,-1 2 0-15,-2-1-1 0,1 0 2 0,-3-2-2 16,0 3-3-16,2-2 3 16,-1 1 2-16,-1 0 1 0,0 0 1 0,-1-1 0 15,0 0 0-15,1 0 5 0,-1 0-3 16,1-1 2-16,-4 1 3 0,3-2 6 0,-1 1 4 15,0-1 0-15,0 0 1 0,-3-1 1 16,1-2-5-16,-1 2-1 0,2-1 2 0,-1-1-1 16,-2 1 1-16,0-1-6 0,0 0 3 15,-1-1-2-15,-1 0-1 0,0 1-1 0,-1-1 3 16,1 2-2-16,-2-2-1 0,1 1-1 0,-1-1 1 16,1 3 1-16,-3 8-1 15,2-19-1-15,-1 10-1 0,-1 9-3 0,0-18 3 16,0 9-6-16,1 0 2 0,-1 9 0 15,-1-19-2-15,1 9 0 0,-1 0-3 0,1 10 2 16,-2-20 1-16,0 10 6 16,1 1-3-16,-1-3 1 0,0 3-2 0,0-2 0 0,0 0-2 15,-2 0 3-15,1 0-1 0,0 1 5 16,0 0-7-16,-2 0 1 0,1 0-3 0,1 0-1 16,-3 0 0-16,2 1 4 0,0 0 0 15,0 0-3-15,-1-1 2 0,-1 2-4 0,1 0 0 16,0-2 1-16,-2 2 4 0,2 1-3 15,-2-1 2-15,1-1-5 0,-3 1-1 16,2-2 1-16,0 2-4 0,-1 1 1 0,1-1 2 16,-1-1 1-16,0 2-4 0,1-1 5 15,-2 2-9-15,1-2 7 0,1 2-7 0,0-1 7 16,0 0-3-16,-1 0-3 0,2 1 5 16,0 0-3-16,0 0 1 0,-1 0 0 15,0-1 3-15,0 2-3 0,7 5 0 16,-13-13 1-16,6 8-2 0,1-1 4 0,2 0-1 0,-5 1-2 15,3-1 2-15,6 6-4 0,-13-9 2 16,7 4-1-16,-2-1 0 0,1 1 1 0,-2 0 0 16,1 1-3-16,8 4 1 15,-17-9 1-15,8 3 0 0,-2 2-1 0,0-1-2 16,2 1 2-16,-2-1 1 0,0 2-1 16,-1 0 1-16,2-1-1 0,-2-1 1 0,0 3 1 15,1-2-1-15,-1 1-3 0,1 1 4 16,-1-2-2-16,2 2 1 0,-2 0 3 0,3 0-5 15,9 2 3-15,-20-3-2 0,10 1 1 16,-3-1 0-16,1 2 1 0,1 0-2 0,-3 0 0 16,-2 1-1-16,-1 0 2 0,-2 0 1 15,-1 1-4-15,0 0 4 0,0 0-1 0,0-1-1 16,3 1 3-16,-1 1-2 0,-1 1-1 16,0-1 0-16,2 0 2 0,1-2 0 0,-4 2-3 15,6 0 1-15,-2 0 2 0,2-1-2 16,1 0-3-16,0 1 6 0,-1 0 1 15,2-1-6-15,0 2 6 0,0-2-4 0,1 1 3 16,0 0-2-16,0-1 1 0,2 1 0 16,9-2 0-16,-20 3-2 0,9-1 1 0,3-2 0 15,8 0 1-15,-18 3 1 0,13-1-1 16,5-2-1-16,-13 1 0 0,13-1 1 0,-12 2 0 16,12-2 0-16,-12 1 2 0,12-1-4 15,-12 2-17-15,12-2-18 0,0 0-33 0,-12 1-40 16,12-1-49-16,0 0-43 15,0 0-145-15,0 0-94 0,0 0-111 0,0 0-54 0</inkml:trace>
  </inkml:traceGroup>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09:02:24.340"/>
    </inkml:context>
    <inkml:brush xml:id="br0">
      <inkml:brushProperty name="width" value="0.06667" units="cm"/>
      <inkml:brushProperty name="height" value="0.06667" units="cm"/>
      <inkml:brushProperty name="color" value="#3165BB"/>
      <inkml:brushProperty name="fitToCurve" value="1"/>
    </inkml:brush>
  </inkml:definitions>
  <inkml:traceGroup>
    <inkml:annotationXML>
      <emma:emma xmlns:emma="http://www.w3.org/2003/04/emma" version="1.0">
        <emma:interpretation id="{3469950C-E649-4E42-B0D6-8B4B85A44582}" emma:medium="tactile" emma:mode="ink">
          <msink:context xmlns:msink="http://schemas.microsoft.com/ink/2010/main" type="inkDrawing" rotatedBoundingBox="8915,6383 11190,6463 11146,7717 8871,7637" hotPoints="11152,7132 9928,7651 8810,6931 10034,6413" semanticType="enclosure" shapeName="Ellipse"/>
        </emma:interpretation>
      </emma:emma>
    </inkml:annotationXML>
    <inkml:trace contextRef="#ctx0" brushRef="#br0">1799 235 499 0,'0'0'151'0,"0"0"-58"0,0 0-22 0,0 0-10 16,2-9 0-16,-2 9-8 0,0 0-4 0,0 0 2 15,0 0-3-15,0 0 6 0,0 0 1 16,0 0-4-16,-5-16-6 0,5 16 2 16,0 0-2-16,0 0 1 0,-5-7 3 0,5 7 1 15,0 0-6-15,-7-8-4 0,7 8-3 16,-9-8-6-16,4 5-2 0,5 3-2 0,-12-8-6 15,3 2 0-15,0 2 2 0,1-1-7 16,-1-1 3-16,-2 2-6 0,0 0-3 16,-1-2 3-16,1 1-1 0,-3-1-1 0,-1 0-2 15,2 3 1-15,-2-3-4 0,0 0-5 0,1 1 8 16,-3-2 1-16,2 2-4 0,0 0 4 16,0 0-6-16,-2 0 4 0,2 1-4 15,0-1 6-15,1 1-1 0,-3 0 2 16,2-1-5-16,1 1-1 0,-2 0 5 0,2 1-4 15,-4 0-1-15,1-2-2 0,1 1 3 16,-3 0-2-16,1 1 0 0,-1 0 0 0,1 0 2 16,-2-1-3-16,1 1 3 0,-1 0 0 0,1 1-3 15,-2-1 2-15,2 2-3 0,1-1 3 16,0 0-1-16,-3 1-4 0,4 0 2 0,0 0-1 16,-2 1-1-16,1 0 0 0,-5 1 2 15,2 0-2-15,-1 0 2 0,-1 1-2 0,-2 0-2 16,-1 1 0-16,1 0 3 15,0 0-1-15,0 1 1 0,-1 0 1 0,1 1-2 16,0 1 2-16,0-1-4 0,-1 2 1 16,1-2 2-16,0 1-1 0,0 0 0 0,2 1 0 15,2 0 1-15,-2-1 1 0,0 1-1 16,1 0-1-16,0 1 1 0,2-1-3 0,-1 2 5 16,-1-1-5-16,2 1 4 0,-1 1-3 15,2-1 0-15,-2 1 0 0,1 0-1 16,1-1 5-16,2 0-5 0,-3 1 0 0,4 0 2 15,0-1-1-15,0 2 0 0,0 1 0 16,0-1 0-16,3-1-3 0,1 0 1 0,-1 3 4 16,0 1-3-16,-1-3 1 0,1 2-2 0,1 2 1 15,4-2-3-15,-2 0 0 0,1 1 4 16,0-1 0-16,0 2-4 0,2-1 2 16,0 1 1-16,2 0 1 0,-1 2-5 0,2-2 4 15,1 4-4-15,1 0 8 0,1 0-4 16,1 0 2-16,0 1 2 0,2 0-4 0,0 3 0 15,5 2 4-15,-1-2-2 0,1 1 2 16,0-1-4-16,4 6 2 0,1-1-3 0,1-1-2 16,0-5 10-16,3 4-7 0,1-2 5 15,-2-4-2-15,4 2 0 0,-3-4 1 0,-1-1 0 16,5 2 1-16,-2-1-2 0,0-3-2 16,4 4 2-16,-3-5-1 0,-2-2 0 0,1 1-1 15,-1 0 1-15,0-1 4 16,0 0-4-16,2-1 1 0,0 0 1 0,-1-1 0 15,1 1 0-15,0-1 2 0,2 1 0 16,2-4-3-16,1 2-2 0,7 1 6 0,5 0 0 16,-7-4 2-16,9 0-3 0,0-1 0 0,-1 0 0 15,0 1-2-15,-4-2 0 0,-5-2 2 16,-1 0-1-16,1-1 0 0,0 3-3 0,-1-2 2 16,-2 0-2-16,-2 1 2 0,-1-2 0 15,2 1 0-15,0-1 1 0,2 0 1 0,-1-1-1 16,4 2 1-16,-1-2 0 15,1 0 0-15,0-2-3 0,2 2 0 0,-1-1 0 16,12-2 2-16,-8 2-2 0,-3-2 0 16,-2 2 4-16,0-1-3 0,1 0 2 0,-2-1 0 15,-1 2-1-15,-3 1-2 0,1-3-1 16,0-1 0-16,-2 2 4 0,-3 0-3 0,1 0 3 16,1 0 2-16,-3-2-4 0,3 1 5 15,-3-2-3-15,0 1 0 0,3-3 3 0,1 0 2 16,-2 0-3-16,2-2 0 0,-1 1-1 15,1-1 1-15,-2-1-1 0,9-4-1 0,-7 3 3 16,-2 0-3-16,-1-1 3 0,-1 0 1 16,0 1 4-16,-1-3 5 0,-2 1 5 0,-1 1 4 15,-1-1 2-15,-3 1 3 0,-1-1 0 16,-1 1 4-16,0-3-4 0,-1 1-1 16,-1-1-4-16,0 1-2 0,-1-1-3 0,-1 0 1 15,1 0-5-15,0-2-1 0,-2 2 1 16,1-1-2-16,0 2-5 0,-2-4-1 15,2 1 0-15,-1 1-2 0,2 1 0 16,-1-1-3-16,-2 0 3 0,2 0-1 0,1 1 0 16,-4-1 0-16,2 0-3 0,-1 1 1 0,1-1 4 15,-2 2 1-15,-1-2-1 0,0 2 4 0,0-1 2 16,-2 1-1-16,-1-1 4 16,1-1 3-16,-5 0-4 0,1 1-1 0,-1-2 3 15,-2-1-1-15,-1 1-5 0,-2 0 1 0,1 0-1 16,0 1 0-16,-2 0-3 0,-2 1 1 15,-1 0-3-15,0 3 0 0,-1-3-2 16,-1 2-1-16,-2 1 0 0,-6-5 0 0,3 4-1 16,-5-2-1-16,-2 1 3 0,-2-1-4 15,-1 2 0-15,-1 1-3 0,-3 1 1 0,1 0 0 16,-1 2-3-16,0 1 5 0,0 2-3 16,4 0-1-16,6 2 3 0,0 1 3 15,5 0-10-15,-1 2-10 0,-1-1-13 0,6 2-10 16,-2 0-23-16,3 0-24 0,1 2-37 15,2 0-34-15,1 0-33 0,2 1-89 0,10-3-159 16,0 0-127-16,0 0-66 0</inkml:trace>
  </inkml:traceGroup>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09:02:26.270"/>
    </inkml:context>
    <inkml:brush xml:id="br0">
      <inkml:brushProperty name="width" value="0.06667" units="cm"/>
      <inkml:brushProperty name="height" value="0.06667" units="cm"/>
      <inkml:brushProperty name="color" value="#3165BB"/>
      <inkml:brushProperty name="fitToCurve" value="1"/>
    </inkml:brush>
  </inkml:definitions>
  <inkml:traceGroup>
    <inkml:annotationXML>
      <emma:emma xmlns:emma="http://www.w3.org/2003/04/emma" version="1.0">
        <emma:interpretation id="{D0B88A63-CDF7-443D-B163-B415B5668DEE}" emma:medium="tactile" emma:mode="ink">
          <msink:context xmlns:msink="http://schemas.microsoft.com/ink/2010/main" type="inkDrawing" rotatedBoundingBox="11694,6531 13906,6854 13739,7999 11526,7676" hotPoints="13824,7579 12528,7861 11464,7068 12761,6786" semanticType="enclosure" shapeName="Ellipse"/>
        </emma:interpretation>
      </emma:emma>
    </inkml:annotationXML>
    <inkml:trace contextRef="#ctx0" brushRef="#br0">1290 126 1450 0,'0'-10'-37'0,"0"10"8"0,0 0-3 15,0 0 14-15,-7-13 10 0,7 13 12 0,-10-9 9 16,4 5 4-16,6 4 4 0,-16-9-1 16,10 4 3-16,-4 0-2 0,1 0-2 0,-2 1 5 15,-1 0 0-15,-1 0-5 0,-2-3-2 16,2 4 2-16,-1-2-1 0,-2 1-1 0,0-2 4 15,-2 3 2-15,3-2-2 16,-3 2-3-16,1 1-2 0,0-1-2 0,-3-1 0 16,2 3-2-16,-3-1-2 0,3 0 1 15,-3 1 0-15,-1-1 0 0,1 2-5 0,-2 0 2 0,0 0-1 16,-1 1 1-16,0-1 0 16,0 1-2-16,-2 2 1 0,0-1 0 0,0 0 0 15,0 0-3-15,0 2 4 0,1-2 0 0,0 2-3 16,1 0 1-16,0 1-1 0,5-1-3 15,-2 0 3-15,2 0 0 0,-1 0-2 0,3 1 0 16,-3-1 1-16,3 2 0 0,-1 0-2 16,-1 1 2-16,0 0 0 0,0 3-2 0,5-4 0 15,-3 0-1-15,2 1 3 16,0 0-4-16,1 1 1 0,1 1-1 0,-1 1 0 0,-1 0 1 16,2-1 2-16,0 1-2 15,1 0-3-15,-1 0 0 0,1 0 2 0,3 2-4 0,-3-1 1 16,1 0 5-16,-2 4-4 15,4-2 2-15,-1 0-1 0,1 1 3 0,0 0-1 16,-1 3-5-16,2-3 4 0,2 0-2 0,-1 1-2 16,2 0 4-16,-2 1-2 0,3-1 3 15,-1 0-4-15,-2 0 4 0,5 3 2 0,-1-4-3 16,0 2 0-16,0-1-3 0,2 2 2 16,-2-4 1-16,2 3-3 0,1-2 3 0,0 0 1 15,1 2-2-15,-1-2 0 0,1 0 4 16,1 0-2-16,-2 0-4 0,2 1 3 0,2-1 3 15,-1-2-2-15,0 2 0 0,0 1 0 16,4 0 2-16,-2-2-5 0,2-1 4 16,-2 2 0-16,4-3 1 0,-4-1 0 15,3 0-2-15,1 0-2 0,-1 1 2 0,0-2 2 16,1 0-2-16,2 0 2 0,-2 1 2 16,1-3-1-16,1 3-2 0,-2-2 1 0,2 0-3 15,-2-1 3-15,0 0-2 0,0-2 0 0,-2 1 0 16,3 0 0-16,-3 1-1 0,2-1 0 15,0 0 1-15,0 0 2 0,0 1-1 0,2-1 0 16,0 0 0-16,1 2 2 0,0-2-1 16,2 1-1-16,2 0 0 0,-1 1 1 15,2 0 0-15,3-2 2 0,-2 1-3 16,3 0-4-16,1 1 2 0,-2-1 0 0,0-1 0 16,0 0 1-16,-2 0 0 0,0 0 1 15,2-1-2-15,-4 1 0 0,3-1 1 0,-2 0 3 16,1 1-3-16,1-1 1 0,-2 0-1 15,4 1-1-15,-3-3 1 0,2 3 1 0,3-1 0 16,-4-2 0-16,5 3-1 0,0-1 2 16,1-1 1-16,0-1-3 0,1 1 1 0,1-1 0 15,10 4 1-15,-7-2-3 0,-4-4 1 0,0 3 1 16,0-1-1-16,1 0 2 0,-5-1 1 16,3 2 1-16,-4-3-2 0,1 1 0 15,4 1 2-15,-4 0-5 0,1-2 4 16,0 1-2-16,2 0 0 0,1 0 2 0,-1-1 0 15,-3 0-1-15,6 0 4 0,-1 0-1 16,1-1 1-16,1 0 2 0,2 0-3 0,-2 0 3 16,0 0-2-16,2 0 2 0,-3-1 1 15,0 1-2-15,-1-1 2 0,-2 0-3 0,-2 0 4 16,0 0-4-16,1 0 1 16,-3-1-1-16,0 1 0 0,0 0 0 0,-3-2-1 15,1 1 1-15,-2-2 1 0,2 2 0 0,-1-1 4 16,-4 2 4-16,4-5 2 0,-1 1 3 0,-2-1-1 15,1-1 4-15,-1 0 1 0,3-3 0 16,-2-1 0-16,2-1 2 0,-1 0 1 0,-3-1 3 16,2 0 1-16,-4-1 5 0,1-1 2 15,-3 3 1-15,-1 0-1 0,-2-1 2 16,0 0-1-16,-1 0 0 0,-1 1-5 0,-1 0-1 16,-1-1-1-16,0-1-7 0,-1 1 1 15,-1-1-6-15,0 0 3 0,-2-1-3 16,0-1-4-16,-1-1 1 0,0 0-6 0,-2 0 1 15,2 0-2-15,-1 0 2 0,-2 0-2 0,1-1 0 16,0 0-3-16,-3-1 0 0,0-2 0 16,1 2-4-16,-2 0 4 0,2 0-3 0,-2 1 1 15,0 0 1-15,0 1-4 0,2 4 5 16,-2-2-2-16,-1 1-3 0,0-1 1 16,-4 0 1-16,2-1-2 0,-1 2-2 0,-2 0 1 15,3 0-5-15,-4 2 6 0,0 0-5 16,3 1 1-16,-1 1 1 0,1 0 2 0,-1 1-2 15,1-1-1-15,-1 0 3 0,1 0 0 16,-1 2 4-16,0-3-7 0,-3 4 0 0,1-2 1 16,-2-1-1-16,-3 2-2 0,1-2 1 15,-2 1 1-15,-3-1-1 0,-5-3-3 0,-3 2 5 16,3-1 3-16,2 3-7 0,3 2 6 16,-2 0-1-16,1 0-4 0,-1 1 2 0,-10-4-2 15,8 5 0-15,3-1 2 0,-1 0-2 16,3 1 3-16,0 0-5 0,3 2 5 15,0-1-2-15,-3-1 1 0,6 3 0 16,2-1 1-16,0 2-1 0,1-3 1 0,2 2 0 16,-1 0-13-16,0 0-20 0,1 0-31 0,-1 1-40 15,13 1-58-15,-26 1-75 0,13-2-242 16,0-2 29-16,1 0-116 0,1-7-68 0</inkml:trace>
  </inkml:traceGroup>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09:03:38.865"/>
    </inkml:context>
    <inkml:brush xml:id="br0">
      <inkml:brushProperty name="width" value="0.05292" units="cm"/>
      <inkml:brushProperty name="height" value="0.05292" units="cm"/>
      <inkml:brushProperty name="color" value="#FF0000"/>
    </inkml:brush>
  </inkml:definitions>
  <inkml:trace contextRef="#ctx0" brushRef="#br0">14722 721 925 0,'0'0'52'0,"-7"-4"-28"0,7 4-31 16,-8-4-6-16,8 4-10 0,-5-3 6 15,5 3 11-15,0 0 3 0,-6-4 9 0,6 4 10 16,0 0-7-16,-8-4-1 0,8 4 16 16,-4-3-3-16,4 3 4 0,0 0-2 15,-5-4 1-15,5 4 5 0,0 0-2 16,-5-4 0-16,5 4-5 0,0 0 4 15,-5-4 0-15,5 4-5 0,0 0 3 0,-8-4-6 16,8 4-4-16,-10-4-6 0,4 3-4 16,-1-1 4-16,-2 2 4 0,-3 0-9 0,-2 2 8 15,-4 2-3-15,-8 3-2 0,-2 2 0 16,-1 1-2-16,-8 5 3 0,0 2-5 0,1 2 5 16,0 1-2-16,0 2 2 0,2 4 5 15,-1 2-5-15,1-1 2 0,4 2 4 0,2-3-3 16,0 4-4-16,4-2 7 0,2-1-5 15,6-5 1-15,2 1 2 0,3-2-4 16,1 1 0-16,3 1 1 0,2-4-4 16,3-3 3-16,-1 1 2 0,2-3-2 15,0 0 1-15,2-1-1 0,2 1-5 0,-1-2 4 16,2-1-2-16,0-1-3 0,1 0 3 16,2-2 4-16,2 0 3 0,2-4-1 0,5 1 1 15,3-4-2-15,9-4-3 0,5-3-1 16,6-4 4-16,4-3-4 0,-3-3 8 0,-1-1-6 15,-2 0-2-15,-6 1 3 0,-9 5 10 16,-5 2 7-16,-4 3 17 0,-3 0 11 0,-2-1-2 16,-2 3 3-16,1 0 3 0,-5 0-6 15,-2 4-6-15,2-8-4 0,-2 8-5 16,0 0-6-16,0 0 4 0,-13-7-9 0,5 7-3 16,8 0-3-16,-21 7-4 15,6-1 0-15,-7 5-1 0,2 3-4 0,-2 2 1 16,-3 5-3-16,1 3 1 0,1-1-1 15,1 0-1-15,5-2 1 0,0-2-1 0,2 2-2 16,2-2 2-16,3 0-3 0,2-6 1 16,1 0-1-16,1-3-1 0,2 0-3 0,1-1 2 15,0-3-3-15,0-1 5 0,1 2-5 16,2-7 1-16,-3 7 1 0,3-7-1 0,-3 7 1 16,3-7 0-16,-3 5 2 15,3-5 0-15,0 0 4 0,-2 6 0 0,2-6-1 16,0 0 6-16,0 0-1 0,-2 6 0 15,2-6-2-15,0 0 1 0,0 0-2 16,0 0-1-16,-4 7 0 0,4-7-3 0,0 0 0 16,0 0 2-16,0 0-4 0,-3 3-1 15,3-3-1-15,0 0 3 0,0 0-3 0,0 0 0 16,0 0 3-16,0 0-2 0,0 0-2 16,0 0 6-16,-3 6-4 0,3-6 2 0,0 0-2 15,0 0 2-15,0 0 1 0,0 0-2 16,0 0 3-16,0 0-5 0,0 0 1 0,0 0-1 15,0 0 1-15,0 0-5 16,0 0-18-16,0 0-21 0,0 0-23 0,0 0-41 16,0 0-71-16,0 0-113 0,0 0-354 15,0 0-141-15</inkml:trace>
  <inkml:trace contextRef="#ctx0" brushRef="#br0" timeOffset="13248.6447">5066 5145 383 0,'0'0'109'0,"0"0"-34"0,0 0-22 16,0 0-16-16,0 0-18 0,0 0-2 15,0 0 0-15,0 0 2 0,0 0 4 0,0 0 4 16,0 0 1-16,0 0 4 0,0 0 2 16,0 0-3-16,0 0 3 0,0 0 8 0,0 0-5 15,0 0 3-15,0 0 0 0,0 0-3 16,0 0-1-16,0 0-3 0,0 0 3 0,0 0-2 15,0 0-2-15,0 0 2 0,0 0 0 16,0 0-6-16,0 0-1 0,0 0-8 0,0 0 1 16,0 0-2-16,0 0-1 15,0 0-6-15,0 0 0 0,0 0 1 0,0 0-9 16,0 0 5-16,0 0 0 0,0 0-2 16,0 0-1-16,0 0 0 0,0 0 3 0,0 0-8 15,0 0 2-15,0 0-2 0,0 0 6 16,0 0-6-16,0 0 2 0,0 0-1 0,0 0 1 15,0 0 1-15,0 0-3 0,0 0 1 16,0 0 1-16,0 0 3 0,0 0-6 0,0 0 1 16,0 0 0-16,0 0-3 15,0 0 2-15,0 0 2 0,0 0-1 0,0 0 4 0,0 0-5 16,0 0 0-16,0 0 1 16,0 0-1-16,0 0 0 0,0 0 1 0,0 0-4 15,0 0 1-15,0 0 0 0,0 0 7 16,0 0-5-16,0 0-4 0,0 0 4 0,0 0-1 15,20 6 1-15,-20-6 2 0,0 0-1 16,9 3 2-16,-9-3-6 0,11 2 7 0,-5-1 3 16,3-1-7-16,1 0 6 0,1 0 3 15,3 2-4-15,4-4 1 0,1 2 4 0,2-1-4 16,9 1 1-16,-4-1 1 16,5 0 0-16,3 0 1 0,-1-1-4 0,1 2 0 15,2 0 7-15,0 0-10 0,1-1 2 16,2 1 0-16,8 0 6 0,2 0-4 0,-1 1-1 15,0-1 0-15,2 2 2 0,0-2 3 16,1 2 0-16,1 0-4 0,0 0-2 0,0 0 0 16,2 0 5-16,-1 1-4 0,-1-1 0 15,1 0 4-15,1 0-4 0,-2-1 4 0,-1 0-1 16,-2 0-1-16,-1 1-1 0,-10-2-3 16,-1 0 1-16,-5 0 1 0,0 0-1 0,-10 0 2 15,-4 0 0-15,-3 1-3 0,-3-1 15 16,-1 0 8-16,-3 0 14 0,0 0 0 0,0 0 6 15,-8 0 4-15,12 0 4 16,-12 0 0-16,10 1 0 0,-10-1-4 0,8 0-6 16,-8 0-3-16,0 0-6 0,10 0-1 15,-10 0-7-15,0 0 1 0,8 0-2 0,-8 0-4 16,0 0-2-16,7 0 1 0,-7 0-6 16,0 0-3-16,0 0 0 0,0 0 0 0,0 0-2 15,9 0-1-15,-9 0 0 0,0 0-1 16,0 0 0-16,0 0 0 0,0 0-2 0,0 0 0 15,0 0-1-15,0 0 8 0,0 0-10 16,0 0 0-16,0 0 0 0,0 0 0 0,0 0 1 16,8 0-2-16,-8 0 1 0,0 0 0 15,0 0 1-15,0 0-2 0,0 0 0 16,0 0 1-16,0 0 1 0,0 0 6 16,0 0-8-16,0 0 0 0,0 0-1 0,0 0 4 15,0 0-2-15,0 0 1 0,0 0 1 16,0 0-1-16,0 0-3 0,0 0 2 0,0 0-1 15,-26-4-2-15,13 3 2 0,-3-1 0 16,-4 0-3-16,-11-1 0 0,-2 1 1 0,-1 0-3 16,-3 0 4-16,-8-2-4 0,0 2 0 15,4 2 7-15,-7-2-5 0,-1 0-1 16,-1 1 1-16,1 0-1 0,-3 1 0 0,0-1 0 16,1 1 0-16,-1 1 0 0,0-2-1 15,2 2 2-15,-1 0 1 0,4 0 2 16,-2-1 0-16,9 2-2 0,1-1-2 0,2 0 0 15,0 0 3-15,1 0-4 0,2 1 2 16,1-1 3-16,1 1-3 0,4 1 3 0,4-2-3 16,5 1 0-16,3-2 0 0,0 2 1 15,1-1 4-15,4 0-6 0,1 0 0 16,1 0 0-16,1-1 1 0,8 0-1 0,-14 1 2 16,9 0-3-16,5-1 0 0,-9 1 4 15,9-1 0-15,-8 0-1 0,8 0 0 0,0 0-1 16,-9 1 0-16,9-1 2 0,0 0 2 15,-9 0-2-15,9 0 0 0,0 0 0 0,0 0-1 16,0 0 1-16,-8 1-3 0,8-1 0 16,0 0 2-16,0 0-1 0,0 0 0 15,0 0 6-15,0 0-4 0,0 0 2 16,0 0-5-16,0 0 2 0,0 0 0 0,0 0 0 16,-9-2 1-16,9 2-1 0,0 0 1 15,0 0-1-15,0 0 5 0,0 0-5 0,0 0-1 16,0 0 3-16,0 0 0 0,0 0-2 15,0 0-1-15,0 0 1 0,0 0 2 0,0 0 1 16,0 0-3-16,0 0 1 0,0 0-2 16,0 0 2-16,0 0 1 0,0 0 1 0,0 0-2 15,0 0-3-15,0 0 0 0,0 0 2 16,0 0 1-16,0 0 0 0,0 0-1 16,0 0 2-16,0 0-1 0,0 0 1 15,0 0-5-15,0 0 1 0,0 0-3 0,0 0-2 16,0 0 2-16,0 0-5 0,0 0-4 15,0 0-9-15,0 0-9 0,0 0-7 0,0 0-7 16,0 0-18-16,0 0-26 0,0 0-40 16,36-1-66-16,-18-1-219 0,12-1-95 0,2-1-15 15</inkml:trace>
  <inkml:trace contextRef="#ctx0" brushRef="#br0" timeOffset="15463.5028">9120 5175 1318 0,'0'0'-58'15,"0"0"4"-15,0 0 9 0,0 0 10 0,0 0 6 16,0 0 15-16,0 0 5 0,0 0 7 15,-8 2 5-15,8-2-5 0,0 0-1 0,0 0 0 16,0 0 7-16,0 0 7 0,0 0-2 16,0 0 6-16,0 0 5 0,0 0-2 0,0 0 2 15,0 0 1-15,0 0-1 0,0 0-2 16,0 0-3-16,0 0-4 0,0 0 1 0,0 0 3 16,0 0-8-16,0 0 3 15,0 0-3-15,0 0-5 0,0 0 5 0,0 0-6 16,0 0 5-16,0 0-1 0,0 0-5 15,0 0 3-15,0 0-5 0,0 0 6 0,0 0-1 16,0 0-1-16,0 0 4 0,0 0-4 16,0 0 8-16,0 0 3 0,22 2 1 0,-22-2 0 15,11 0 1-15,-5 0 2 0,2 0-2 16,2 0-9-16,1 0 6 0,2 0 1 0,4 0 2 16,3-2-6-16,14 2-1 0,2 0 4 15,12-2 0-15,-1-1-1 0,3 2-2 16,-1-1-2-16,6 0 4 0,-2 0-2 15,4-1-2-15,1 0-2 0,1 0 10 0,-4 1-8 16,3-1-1-16,-5 1 0 0,0-1 0 16,-4 2 0-16,-13 0-2 0,-2 0 1 0,-3 1 2 15,-8-2-2-15,-4 2 1 0,-6-1-2 16,-1 1 0-16,-2 0 2 0,0-1 0 0,-1 1 0 16,-1 1 2-16,-8-1-4 0,12-1 1 15,-12 1-2-15,10 0 0 0,-10 0 1 0,9 0-3 16,-9 0 3-16,0 0-3 0,10 0 2 15,-10 0-1-15,0 0 5 0,0 0-1 0,10 0 4 16,-10 0 1-16,0 0 0 0,0 0 2 16,0 0 2-16,0 0-1 0,0 0-1 15,0 0-1-15,0 0-8 0,0 0 6 0,-31 0 0 16,14 0-6-16,-4-1 3 0,-1 2-6 16,-11-1 3-16,0 0 0 0,-1 1-2 0,-1-1 2 15,-2 2 3-15,-9-1-4 0,6-1-2 16,-7 2 2-16,0 0-3 0,8 0 1 0,-8 0 0 15,0 1 0-15,-1-1-1 0,10-1 1 16,-1-1 1-16,2 3-2 0,0-2-1 0,0 1 0 16,3 0 2-16,2 0 0 0,0-1-1 15,1 1 1-15,8 0-2 0,1-2-2 0,2 1 4 16,5 0 0-16,-4 1 0 0,4-2 1 16,2 1-1-16,-1-1-2 0,3 1 2 15,4 0-2-15,-2-1-2 0,2 0 2 16,7 0 1-16,-13 0 0 0,13 0-2 0,-8 0 1 15,8 0 0-15,-9 2 1 0,9-2-4 16,0 0 3-16,-9 0-4 0,9 0-2 0,0 0 0 16,0 0-2-16,0 0-2 0,0 0 4 15,0 0 2-15,0 0 1 0,39-5-3 0,-5 2 4 16,13-2 2-16,6 2-1 0,2-1 0 16,4-1-8-16,5 3 7 0,3-2 1 0,1 2 3 15,1 0-3-15,0 1 2 16,-2 1 0-16,-1 0 4 0,-6 1-2 0,-2-1-2 15,-9 1-6-15,-14 0 5 0,-3 0 2 16,-10 0 2-16,-5-1 1 0,-3 0 8 0,-4 0 2 16,0 0 3-16,-2 1 3 0,-8-1-1 15,11 0-4-15,-11 0-3 0,0 0 0 0,0 0-2 16,0 0-3-16,0 0 0 0,-29-1 1 16,18 0-1-16,-1 1 0 0,-1 0 1 0,2 0 0 15,-1 0-5-15,0 0-10 0,0 0-14 16,-1 0-32-16,-1 1-42 0,-1-1-66 0,0 1-228 15,-2 1-44-15,3-2 58 16</inkml:trace>
  <inkml:trace contextRef="#ctx0" brushRef="#br0" timeOffset="33845.4898">1281 7375 1138 0,'0'0'-30'0,"1"-10"-2"0,-1 10 3 16,0 0 4-16,0 0 12 0,0 0 21 0,0 0 8 15,0 0 14-15,0 0 5 16,-1-7-5-16,1 7 1 0,0 0-2 0,0 0 2 15,0 0-3-15,0 0 4 0,0 0 0 16,0 0 2-16,0 0-1 0,0 0-2 0,0 0-4 16,0 0 2-16,0 0 2 0,0 0-4 15,0 0-1-15,0 0-3 0,0 0-4 0,0 0-1 16,0 0-4-16,0 0 1 0,0 0 2 16,0 0-6-16,0 0 0 0,0 0-2 0,0 0 1 15,0 0-3-15,0 0-3 0,0 0-1 16,0 0 2-16,0 0-3 0,0 0 0 15,0 0 3-15,0 0-1 0,0 0 1 0,0 0-3 16,0 0 4-16,0 0-2 0,0 0-3 16,0 0-2-16,0 0 4 0,0 0-2 15,0 0 0-15,0 0 0 0,0 0 2 16,0 0-1-16,0 0-5 0,0 0 1 0,0 0 4 16,0 0 0-16,0 0 1 0,0 0-5 15,0 0 3-15,0 0 3 0,15 0-4 0,-9 0 6 16,-6 0-1-16,17-2 6 0,-2 1-7 15,3-2 0-15,7-1 3 0,7-1-1 0,12-1 4 16,4-3-3-16,8-1 3 0,19-3-1 16,6 2 3-16,4-3-1 0,0 2-4 0,-2 0 3 15,-3 2-1-15,-18 3-2 16,-1 0 1-16,-3 1 2 0,-7 3-8 0,-5 1 6 16,-12 0-3-16,-4 1-4 0,-6 1 2 15,-6 0-1-15,-4 0 4 0,-3 0 0 16,0 0 9-16,-3 0 10 0,-8 0 1 0,17 0 5 15,-17 0 6-15,10-1 3 0,-10 1 2 16,11 1 3-16,-11-1 3 0,0 0-7 0,12 0 0 16,-12 0-3-16,0 0-4 0,12-1-2 15,-12 1-4-15,0 0 1 0,0 0-6 0,9-2-3 16,-9 2 1-16,0 0-2 0,0 0-4 16,0 0-2-16,0 0-1 0,10 0 1 15,-10 0-5-15,0 0-3 0,0 0-3 16,0 0-10-16,0 0-23 0,0 0-29 0,0 0-53 15,0 0-59-15,0 0-142 0,0 0-350 16,0 0-160-16</inkml:trace>
  <inkml:trace contextRef="#ctx0" brushRef="#br0" timeOffset="36437.083">4853 6718 1761 0,'3'-6'-67'0,"-3"6"5"0,0 0 4 15,0 0 7-15,0 0 4 0,-10-11 13 16,10 11 2-16,-9-5 11 0,3 4 6 0,6 1-1 16,-11-3 5-16,5 1 3 0,6 2 6 15,-12-3-4-15,6 2 9 0,6 1 5 0,-12-5 6 16,6 4 3-16,1-1 4 0,5 2 6 15,-13-2-7-15,7-1-1 0,-1 1 1 0,-1 0 7 16,1 0-2-16,-1-2-3 0,0 2 0 16,0 0-3-16,-1-1 0 0,-3 0-6 15,2 2 2-15,-2-2-5 0,0-1 4 16,-2 1 5-16,0 0-4 0,-3 0 2 0,2 0-1 16,-3 0-3-16,0 1 1 0,0-2-5 15,0 2 2-15,-1-1-2 0,1 1 2 0,0 0-2 16,-1 0-1-16,1 0-1 0,2 1-1 15,-3-1-3-15,0 1 4 0,0-1-4 0,2 2 2 16,0-1-1-16,0 0 0 0,-3 1-1 16,0 1 1-16,0 0 1 0,-2 1-5 0,0-2 4 15,2 2-4-15,-10 1 3 16,7-1-3-16,-5 2 3 0,0-2 0 0,1 2-2 16,0 0 1-16,4-2-1 0,3 1 1 15,-6 1 1-15,-1 0-1 0,6 0 1 0,3-2 2 16,0 3-1-16,-1-3 2 0,3 1-1 15,3 0 0-15,0-1-1 0,2 1 0 0,0-1-4 16,-1 1 3-16,2-1-3 0,-1 1 5 16,1 0-2-16,0-1-3 0,0 1-4 0,-1 1 7 15,-1-1-2-15,1 1 0 0,0 1 2 16,0-1-2-16,-1 0 0 0,-1 3 3 0,1-3-3 16,1 3 1-16,-3-1-3 0,1 1 1 15,1 0 0-15,-1 0 1 0,0 0-2 16,1 2 1-16,-1-1 0 0,1 2 0 0,0 0-3 15,2 0 6-15,-1 0-3 0,-1 1 0 16,1-1 0-16,0 2 0 0,2-1-1 0,-1 0-1 16,1 1 3-16,-1 1-3 0,2 0-2 15,-1 0 3-15,1 0 1 0,0 0 1 16,1 0-5-16,-1 0 5 0,2 1-3 0,-2-1 3 16,3 1-2-16,0-1 1 0,-3 2-2 15,2-1 0-15,1 0 2 0,-2-1-1 0,2 0 1 16,-1 2-1-16,1-2 1 0,0 1-1 15,0 0-2-15,1-2 6 0,0 1-7 0,2 0 2 16,-2 0 1-16,1 0 2 0,0 0-1 16,2 0-1-16,-2 3 4 0,1-3-2 15,0 0 2-15,1 1-2 0,1 0 2 0,0 0-3 16,1 0-3-16,0 0 3 0,1 3 4 16,-1 0-1-16,2 0 0 0,-2 2-2 0,2-3 1 15,0 3 2-15,1-2-4 0,-1 0 4 16,1 0-3-16,0 1 0 0,1-2-1 0,2 6 0 15,0-5 3-15,-1-3-3 0,0 1 3 16,1-2-1-16,0 0 1 0,1-1-5 0,0-1 1 16,2 2 1-16,0-2 1 0,0 0-2 15,0 0 2-15,1 0-2 0,0-1 5 16,1 0-3-16,0-1-1 0,1 1 2 0,4 2-1 16,-2-2 3-16,-1-2-2 0,0 1 0 15,6 0-2-15,0 2 2 0,-3-4 1 16,5 2 2-16,-3-2-3 0,3 0 0 0,1 1 2 15,-3-2-2-15,-1-1 2 0,6 1 0 16,0-1 4-16,2 1-5 0,-5-2 5 0,4 0-1 16,-2-1 1-16,-4-1 2 0,0-1-3 15,0 0 1-15,9 2 0 0,-6-2-3 0,-2 1 1 16,-1-1-1-16,1-1-2 0,-2 1-1 16,1 0 1-16,1 0-1 0,-1 0 1 0,0-1-1 15,0 0 0-15,0-1 1 16,-2 1-3-16,3-1 6 0,0 1-3 0,1-1-1 15,0-1 2-15,7 0 0 0,1 0-1 16,-1-1-2-16,-1 1 1 0,-1-2 1 0,-4 2 2 16,-3 0-1-16,0-1 2 0,0-1-2 15,0 1-1-15,-1 1 3 0,0-1-2 0,-1-1-1 16,-1 0 4-16,0 1-3 0,0-2 3 16,-2 1 3-16,1-1-3 0,-1 0 1 0,1 1 3 15,-2-2 2-15,1 0-1 0,-2-1 5 16,2 0-2-16,0 0 1 0,4-4-2 0,1 1 2 15,-1-2-3-15,0 1-1 16,1 0 1-16,0 0-2 0,-4 2 4 0,3-2-6 0,-3 2 2 16,-3-1 1-16,1 2 4 15,-3 0 0-15,1 0 8 0,-2 1 4 0,-1 0 1 16,0 0 5-16,-2 0 2 0,1 0-4 16,1-3-1-16,-1 1-5 0,0-2-1 0,-2 1 0 15,1-1 0-15,0-2-4 0,0 0-3 16,-1 0 2-16,0 0-2 0,-1-1 2 0,1-1-1 15,-1 0-3-15,-1-1 0 0,1-1-1 16,-2 2 6-16,1-2-3 0,-1 2-1 0,0-1-1 16,-1 2 3-16,0 0 1 0,-2 0 0 15,1-1 0-15,-1 1-3 0,-1 0 0 16,1 0 1-16,-3-1 1 0,1-1 0 16,-1 0-3-16,-2 0-2 0,1-1 2 0,-2 2-5 15,1-1 1-15,-2 0-2 0,-1-4 2 16,-1 3 8-16,3 3-11 0,-5-6 2 0,2 5-7 15,1 1 1-15,-4-4 7 0,0 1-10 16,1 2 2-16,-2-2 0 0,-1 0 7 0,3 4-6 16,-3-3-2-16,1 4-1 0,2 1 3 15,-1 1-2-15,-3-5-2 0,4 2 1 0,-1 3-1 16,0 0-1-16,1 2 1 0,-1-3-1 16,1 3 2-16,-1-1-4 0,1 1 4 15,1 1-1-15,-2-1 1 0,0-1-4 16,0 2 2-16,-2 0 4 0,0 0-7 0,-6-3 2 15,-3 2 0-15,-1 2-3 0,-4 0 2 16,-3 2 2-16,-3 0-3 0,-3 1 3 0,-2 3-2 16,-1 1-2-16,-8-1 1 0,10 3 1 15,1-2 0-15,1 1 0 0,2 1-1 0,4-1-8 16,9 0-13-16,3-1-22 0,4-1-36 16,4 1-52-16,3 0-26 0,7-1-26 0,0 0-104 15,0 0-181-15,28-13-190 0,8-6-158 16</inkml:trace>
  <inkml:trace contextRef="#ctx0" brushRef="#br0" timeOffset="38276.1942">7512 6830 1761 0,'0'0'-60'0,"0"0"2"0,7-1 6 0,-7 1 2 15,0 0 22-15,0 0 24 0,0 0 11 16,0 0-1-16,5-3 5 0,-5 3-4 0,0 0-1 15,0 0 4-15,0 0-2 0,0 0 1 16,-16-10-3-16,11 7 3 0,5 3-3 0,-12-6-1 16,4 3 2-16,-1 1-1 0,0-2-4 15,-3 1 4-15,0 0 1 0,-1 0-3 0,0 0 3 16,-3-1 0-16,1 1-5 0,-2 0 5 16,-1 1-1-16,-1-1 0 0,0 1-1 0,0 1-1 15,0-2-1-15,-2 3 3 16,0-1-4-16,0 0 2 0,-1 1 0 0,0 0 3 15,0 1 0-15,-1 0 0 0,2 0 0 16,-2 0-3-16,2 0 4 0,0 0-5 0,-1 0 1 16,2 1 0-16,1-1 2 0,-1 1 2 15,1-1-3-15,-1 2 4 0,2-2-3 0,-1 1 1 16,-1-1-1-16,1 2-5 0,0 0 7 16,0 0-8-16,0 0 4 0,0 0 2 0,-1 0-1 15,2 2 0-15,0-2-6 0,1 0 10 16,0-1-5-16,0 3 2 0,4-2-4 0,-2 1-1 15,2-1 4-15,1 0-4 0,0 2 3 16,0-1-2-16,-1 3 0 0,-1-1-3 16,1 0 5-16,-2 1 1 0,2 0-1 0,-1 1 4 15,1 0-6-15,1 0 2 0,-1 1 0 16,2 0 1-16,0 1-4 0,0-1 3 0,1 1-2 16,0 1 3-16,0 0 0 0,1 1-5 15,0-1 1-15,1 2 1 0,1-1-1 0,-1 1-1 16,0 1 4-16,1 0-1 0,-2 6 0 15,3-4-1-15,-1-2-2 0,1 1 1 0,1-1-1 16,-1 0-1-16,0 0 2 0,2 0-1 16,0-2 1-16,1 1-2 0,0-2 0 0,0 2 1 15,1-1-1-15,0 1-2 16,1-1 6-16,0-2-2 0,0 1-2 0,1-1 2 16,-1 0-2-16,2 1 2 0,0 0-3 15,0 0 4-15,0 0 0 0,2 1-3 0,0-1 1 16,1 1 3-16,-1 0-1 0,3 2-1 15,1 0 1-15,0 0 2 0,4 3-3 0,-1-1 2 16,-1-3-1-16,3 4 0 0,3-1 0 16,-2 0 2-16,3-1-2 0,0 0 1 0,0-1 0 15,1 0 1-15,1-2 1 0,1 0 0 16,3 1 5-16,2-2-6 0,1-1 5 0,1 0-2 16,2-2-1-16,1 1 0 0,1-1 3 15,1 0 5-15,3-2-2 0,6 0 1 16,-4-3-1-16,2 1 5 0,-1-1 0 0,0-2-1 15,1 1 1-15,0-2 2 0,-2 0-5 16,1 0 0-16,-1-1 2 0,-2 1-3 0,1 0 1 16,-1-1-2-16,0 0 0 0,-3 0 2 15,0 0-4-15,-1 0 1 0,-2-3 2 0,-3 3-2 16,-4-1-2-16,6-1 4 0,-3 0-3 16,-4 2-3-16,2-1 2 0,6-2-1 0,-4 2 0 15,4-1 0-15,-3 0-1 0,3-1 2 16,-1-2-3-16,2 2-1 0,0-2 2 0,0-1-3 15,0 0 3-15,0-2 0 16,-1 1 1-16,4-7 3 0,-6 4 5 0,0-2 2 16,-1 0 4-16,-1-2 1 0,-1 1 6 15,-2 0-1-15,-3 1 2 0,1-2 2 0,-4 1 4 16,-1 2 0-16,-4 0-1 0,1 1 3 16,-2-1-2-16,-1-1-8 0,2 1 3 0,-2 0 2 15,1-1-7-15,-2 1 1 0,0-1-2 16,-2-1-1-16,1 0-2 0,0-1-3 0,-1 0-4 15,-1-2 2-15,2-6-6 0,0 3 1 16,-2 3 2-16,0-7-1 0,-1 4 3 0,-1 1-4 16,-1 2-4-16,0-2 2 0,0 0 2 15,-2 1-1-15,-1 0 5 0,0 0-2 16,-5-7 3-16,0 3-3 0,-1-2-2 0,-3 1-1 16,0 1-7-16,-4 1 5 0,1-2-1 15,-7-2-1-15,3 6-5 0,-2 0 5 0,-6-2-4 16,-4 0-1-16,-3 3-1 0,-5 1-3 15,-6 1-1-15,-5 3 2 0,-6 1 1 0,-6 3-1 16,-18 0-1-16,-2 5-2 0,11 3-4 16,-20 4-17-16,2 2-17 0,2 4-25 0,3 0-35 15,6 5-40-15,20-3-53 0,9 0-138 16,6 2-133-16,16-4-200 0,10-5-161 0</inkml:trace>
  <inkml:trace contextRef="#ctx0" brushRef="#br0" timeOffset="41056.1285">9174 5181 532 0,'0'0'99'0,"0"0"-41"16,0 0-32-16,-11 0 7 0,11 0-13 15,0 0 14-15,0 0-10 0,0 0 10 0,-11-4-1 16,11 4-1-16,0 0 0 0,0 0 5 15,0 0-2-15,0 0 3 0,-7 0 3 0,7 0 4 16,0 0 1-16,0 0-4 0,0 0 3 16,0 0-6-16,0 0-5 0,0 0-3 0,0 0-4 15,0 0-1-15,0 0-5 0,0 0-1 16,-8-1-4-16,8 1-2 0,0 0 2 0,0 0-6 16,0 0 0-16,0 0-3 0,0 0-2 15,0 0 0-15,0 0-2 0,0 0-2 0,0 0-2 16,0 0-3-16,0 0-2 15,0 0 3-15,0 0-3 0,0 0 6 0,28 8 1 16,-8-4 6-16,15-1-2 0,14-2 5 16,7 4-1-16,6-2-1 0,3-2 7 0,21 0-3 15,-1 1-2-15,0 0 2 0,-16-1 1 16,16 1-1-16,-16 0-5 0,-3 0 3 0,-4 0 0 16,-3 0-3-16,-7 0 0 0,-3 1 1 15,-14 0-3-15,-5-2 6 0,-8 2 6 0,-5-3 5 16,-3 0 13-16,-2 1 14 0,-2 0 6 15,0-1 0-15,-2 0 3 0,-1 1 2 0,-7-1 1 16,12 0-1-16,-12 0 0 0,10 0 0 16,-10 0-7-16,7 1-7 0,-7-1-9 15,8 1 2-15,-8-1-7 0,0 0-1 0,8 1-10 16,-8-1-21-16,0 0-26 0,0 0-30 16,7 0-43-16,-7 0-48 0,0 0-38 0,0 0-182 15,0 0-212-15,0 0-79 0</inkml:trace>
  <inkml:trace contextRef="#ctx0" brushRef="#br0" timeOffset="42552.8733">10278 6706 689 0,'0'0'100'0,"2"-6"-15"0,-2 6-31 0,0 0-13 15,0-8 4-15,0 8 1 0,0 0 14 16,0-11-8-16,0 11 9 0,-4-9-6 0,2 4-4 15,-1 0 2-15,0-3-7 0,-1 3-3 16,-1-3-2-16,0 2-6 0,-1-1-2 0,-1-1-5 16,-2 0-4-16,1 1-1 15,-1 1 1-15,-1-1-7 0,0 2 1 0,-5-3-5 16,3 2-6-16,-4 1 3 0,-3-1 2 16,0 2-9-16,-1 2 5 0,-1 0 0 0,-3 2-3 15,-8 0 2-15,-2 3-2 0,0 1 2 16,-1 1-1-16,-6 2-4 0,-1 1 0 0,2 3 0 15,-2 2 4-15,-3 0-2 0,2 1-2 16,-2 1-1-16,-1 3 1 0,1 0 2 0,4 0-5 16,-1 1 2-16,4 0-1 0,3 1 0 15,4 0 0-15,0-1 4 0,4 2-2 0,6-4 0 16,-1 0-4-16,3 1 2 0,1 0 1 16,-1 2-1-16,4-2-1 0,0 1-2 15,3 0 0-15,4 1-1 0,-1-4 2 0,4 0-2 16,0 2 2-16,2-1 2 0,1 2 1 15,2 0-4-15,2 8 2 0,3 0 0 0,2 0-1 16,3 0 5-16,0 7-1 0,5-2-4 16,2 0 3-16,1 0 2 0,2-1-1 0,2 1-1 15,5-3 1-15,3-1 0 0,4 1 3 16,2-4 1-16,6-2 2 0,4-2 0 0,3-4 5 16,6-2-1-16,0-3 4 15,4-3 0-15,5-2-1 0,-1-2-1 0,3-2 3 16,-4-2-3-16,2-1 1 0,-4-1-2 15,-1-1-3-15,-3-2 0 0,-2 0-1 0,-6-3 6 16,0 0 2-16,-3-3 3 0,-1-2 4 16,-5-2 7-16,-5 0 4 0,-1-4-1 0,0-2-2 15,-2-1 1-15,-2-5-3 0,-1-3 0 16,-2-2-3-16,-1-4 3 0,-3-1-3 0,-2 1 9 16,-1-1 7-16,-5 1 7 0,-1 2-2 15,-3 5 1-15,-2 1-5 0,-5 0 7 0,3 2-4 16,-5 2 0-16,-1 4 4 0,-7-8-9 15,-1 1-1-15,-7-4-8 0,-6 1-1 0,-8 2-2 16,-8 3-6-16,-19-4-3 0,-10 6-3 16,-6 2-7-16,-6 4-2 0,4 4-7 15,12 4-12-15,5 2-13 0,4 1-15 0,8 3-20 16,12-1-27-16,9 0-45 0,6 3-38 16,5-2-32-16,6 4-117 0,7-2-123 0,0 0-132 15,0 0-74-15</inkml:trace>
  <inkml:trace contextRef="#ctx0" brushRef="#br0" timeOffset="43689.3498">12678 6956 1508 0,'0'0'-58'0,"-1"-8"9"16,1 8 5-16,-7-8 8 0,7 8 10 15,-11-10 2-15,2 6 6 0,0-2 9 0,-2 1 4 16,-2-2 3-16,-1 1 0 0,1 0-5 16,-1 0 8-16,1 2 1 0,1-1 1 15,-1 1-1-15,-1-1 3 0,2 1-3 0,-3 0 9 16,-1-1 1-16,1-1-3 0,-1 0 2 15,0 3 3-15,-1-1-5 0,0 0 1 0,0 0 1 16,-1 1 1-16,1 0-1 0,-3 0-7 16,2 2 0-16,-2 0 1 0,-1 1 1 0,1 2 1 15,-7 1 0-15,0 1-2 0,1 2-7 16,-1 2 7-16,1-1 2 0,0 3-4 0,0 1 2 16,-4 5 3-16,4-2-1 0,2 1-6 15,0 0 8-15,-3 4-3 0,5-3-1 0,2 1-2 16,2 0-3-16,0 3 8 15,1 1-5-15,2-1-1 0,3 2 1 0,2 0 2 16,2 1 4-16,1 1 3 0,4-3 0 16,2-2-3-16,2 1-1 0,5 7 5 0,1-1-2 15,7 7 3-15,4-2-3 0,4 0-3 16,4 1 3-16,2-1 1 0,3 0-2 0,3-1 2 16,2 0-1-16,0 1 3 0,12 5 2 0,-9-7-4 15,2-2 2-15,10 5-4 0,-9-6 6 16,1 0 0-16,0-2 1 0,1 1-4 0,-1-1-6 15,3-1 5-15,-1-1-5 0,3-1 4 16,-1-3 3-16,1-2 0 0,-1-2 4 16,1-1 0-16,-2-4 1 0,1-2 1 15,2-3 0-15,3-4 1 0,1-3 1 0,1-3-1 16,3-5 2-16,14-7-4 0,1-5 0 16,1-2-3-16,-1-6 0 0,-2-2-1 0,-3 0-1 15,-6-3 8-15,-2 0 5 0,-8-3 14 16,-4 4 7-16,-14 5 12 0,-1 0 14 0,-8 1 6 15,-6-2-2-15,-7 5 5 0,-7-1-8 16,-4-1-4-16,-8-2-11 0,-8-7-7 0,-10 2-2 16,-21-7-10-16,-16 3-5 0,-14 2-6 15,-14 6-3-15,-13 2-10 0,-10 5 0 0,-41-2-11 16,31 12-16-16,0 4-22 0,3 3-24 16,9 6-36-16,11 2-49 0,8 3-79 15,27 0-239-15,7-1 28 0,10-2-135 0,14-1-66 16</inkml:trace>
  <inkml:trace contextRef="#ctx0" brushRef="#br0" timeOffset="48369.0969">1154 7525 201 0,'0'0'21'0,"-4"-6"12"16,4 6-11-16,-4-6 7 0,4 6 1 0,-6-5 15 16,6 5-4-16,-7-6 2 0,3 4 4 15,4 2 2-15,-8-5 3 0,8 5-1 0,-7-6 9 16,4 4-2-16,3 2 5 0,-6-4-5 15,6 4-3-15,-5-3-1 0,5 3 8 0,0 0-6 16,-8-5 1-16,8 5-6 0,0 0-3 16,-5-4-1-16,5 4-8 0,0 0 2 15,0 0-2-15,-6-3-7 0,6 3 4 16,0 0-12-16,0 0-1 0,0 0-3 0,0 0 0 16,-6-3-3-16,6 3-6 0,0 0-2 15,0 0-4-15,0 0-5 0,0 0-2 16,0 0 1-16,0 0-3 0,0 0 1 0,0 0 2 15,25-4 1-15,-6 2 9 0,13-1-6 16,15-3-1-16,2 0 0 0,7-3 0 0,18-3-2 16,3 1 4-16,3-2-2 0,0 2 0 15,-2 2 4-15,-15 2 1 0,-3 0-2 16,-4 2 1-16,-6 1 1 0,-14 2-4 0,-4-2 0 16,-9 3-2-16,-5 0 1 0,-3-1-2 0,-3 2 4 15,-2-1 5-15,0 0-8 16,-3 1 0-16,0 0 5 0,-7 0 0 0,12-2-3 15,-12 2-3-15,9-1-12 0,-9 1-14 16,7 0-36-16,-7 0-40 0,0 0-48 0,0 0-189 16,0 0-16-16,0 0 131 0</inkml:trace>
  <inkml:trace contextRef="#ctx0" brushRef="#br0" timeOffset="48779.6373">1107 7722 971 0,'-12'3'2'0,"5"-2"-6"0,1 2-7 16,6-3-5-16,-8 1 2 0,8-1 0 15,0 0 7-15,-6 2 5 0,6-2 0 0,0 0-9 16,0 0 1-16,0 0 2 16,0 0 8-16,0 0 8 0,0 0 0 0,0 0 12 15,32-12-4-15,-5 3 4 0,13-5 8 0,5-1-6 16,17-7-3-16,7-3 4 0,7 1-4 16,5-2 2-16,4 0-2 0,5 3-3 15,-1 1 12-15,-9 3-12 0,-5 4 0 16,-22 4-3-16,-6 3 1 0,-6 1-3 0,-12 2 0 15,-8 2-2-15,-4 0-1 0,-5 1 1 16,-1 1 1-16,-2-1-6 0,-1 1 3 0,-8 1-2 16,12-1-1-16,-12 1-1 0,0 0 7 15,0 0-7-15,6 6-17 0,-6-6-30 0,0 0-49 16,-13 15-118-16,5-9-106 0,1-1 166 16</inkml:trace>
  <inkml:trace contextRef="#ctx0" brushRef="#br0" timeOffset="51860.1583">2616 10522 847 0,'4'-3'-3'15,"1"-2"18"-15,-5 5-1 0,6-6 13 16,-6 6 3-16,5-4 9 0,-5 4 7 16,0 0 5-16,3-5 12 0,-3 5 11 0,0 0 7 15,0 0-3-15,3-6-4 0,-3 6-8 16,0 0-2-16,0 0-7 0,-8-12-6 0,4 8 1 15,-1 0-5-15,-4-3-3 0,0 1-1 16,-2 1-3-16,-3-2-1 0,-1 1-3 16,-6-4-4-16,2 3-1 0,-6-1-6 0,0 1-2 15,-2 1-1-15,1 0-4 0,-1 1 1 0,0 0-3 16,-1 1-4-16,1 0 0 16,-2 2-2-16,0-1-3 0,0 0 4 0,1 2-4 15,-2-2 1-15,6 3 0 0,-7 0-7 16,0-1 3-16,0 2-1 0,0-1 0 0,6 1 0 15,-5 1-1-15,1 0 0 0,5 0-1 16,-5 1-4-16,6-2 4 0,-5 2 1 16,5 1-3-16,-4 0-1 0,6 1-1 0,-6 0 4 15,2 1-3-15,1 1 3 0,0 0-1 0,-3 0-4 16,4 1 2-16,-1 1 0 0,1 0 1 16,-1-1 2-16,1 1-2 0,-1 0-2 0,2-1 2 15,0 0 1-15,0 1-3 16,4-1 1-16,1-2-2 0,-4 3 1 0,2-2-2 15,-2 2 3-15,0 0-1 0,-2-1 1 16,6 0-1-16,1-1-1 0,-4 3 1 0,3-3 0 16,2 1 0-16,1 1 3 0,-1-1-4 15,-3 3-2-15,4-2 1 0,1 0 4 0,1-1-2 16,-1 2-2-16,0-1-2 0,3 2 4 16,-2-1-1-16,-5 5-1 0,6-2 7 0,0-2-6 15,1 0 1-15,0 2 1 0,-3 4 1 16,-1-1-2-16,4-2 1 0,0-1 0 0,2 1 0 15,-2 4 0-15,0-4-3 0,3-1 3 16,-3 5 3-16,1-3 3 0,3-1-7 16,-1 0 1-16,-3 6 0 0,0 0 1 15,-1-1-2-15,2 1 5 0,-2-1-4 0,1 1 2 16,0-1-5-16,-2-1 5 0,2 1 2 16,2-3 1-16,-4 1-5 0,3-2 1 0,2-1 3 15,-3 6-3-15,1-4 2 0,2-3-3 16,0-1 6-16,0 3 1 0,1-2 2 15,0 0-2-15,0 0-2 0,1-2 4 0,0 3-3 16,0-1-2-16,1 1-1 0,-1-1-2 16,0 1 2-16,1 1 0 0,1-2 0 0,2 0-1 15,-2 3 2-15,0-3 0 0,0 4 1 16,2-1-3-16,1 1 0 0,0-1 1 0,-1 0 0 16,2 1-2-16,-1 1 4 15,0 1-3-15,0-1-1 0,0 1 2 0,0 0 0 16,1 1 3-16,-1-2-4 0,2 2 3 15,-2 0 5-15,1 0-8 0,1 1 0 0,0 4 2 16,-2-3-1-16,2-2-3 0,-2 6 5 16,3 1-2-16,-2 0 0 0,3-1 0 0,-3 0 0 15,1 1 0-15,0-5-1 0,2 4 4 16,-2 0-1-16,2 0-1 0,-2-1 0 0,0-1-2 16,-1-5 3-16,1 7-3 0,0-5 2 15,2 5 1-15,-3 0-3 0,1-4 2 16,-1 4 3-16,2-4-5 0,0 4 2 15,0-2 2-15,1 1-1 0,2-1-1 16,-2 2 0-16,2-1-3 0,0-1 4 0,1 0 0 16,3 2-4-16,0 0 4 0,-1 1 1 15,1-1-2-15,1-1 0 0,-1 1-1 0,2-3 0 16,1 0 0-16,0 0 1 0,-2-1 3 16,2 0-2-16,0-2-1 0,1 1-1 0,-2-2-1 15,-1-1 4-15,1-4-3 0,-4-1-2 16,6 2 1-16,-1 2 0 0,-3-4 0 15,2-3 3-15,2 6 0 0,-1-3-3 0,0 2-2 16,3 0 2-16,-1 0 0 0,0-1 1 16,2 2 4-16,-1-1-5 0,0 1 2 15,1-1-2-15,0-1 3 0,-1 1-4 0,3 0 6 16,-3 0-5-16,0-1 1 0,0 0-1 16,0 0 2-16,1 0-4 0,-2-1 2 15,-1-2 3-15,-1 0 0 0,3 0-1 16,0 4 1-16,-1-6-3 0,-3 0 1 15,3 1-1-15,-2-2 0 0,6 3 0 0,-2 1 4 0,0-2-3 16,1 0 0-16,1 3 1 16,-1-1-1-16,0 0-1 0,1 0 3 0,0 3-1 15,1 1-1-15,-2-2 0 0,1 1 2 0,0 1-1 16,1-1-2-16,0-1 2 0,-1 0 2 16,-1 0-1-16,1-1 0 0,-1 0-2 15,0-2-3-15,-1-2 2 0,-3-2 0 0,6 4-1 16,-3-4 1-16,-1-1 4 0,6 3-4 15,-5-2-1-15,6 2 0 0,-5-3 8 16,0 0-5-16,5 2-2 0,-4-3 1 0,-1 0-2 16,0 0-1-16,7 3 1 0,-1-2 1 15,-4 0-2-15,-3-2 4 0,8 2 1 0,-5-2-2 16,-2 1-1-16,9-1 0 0,-6 0 0 16,-2 0-1-16,0 0-1 0,1 0 5 0,8 0-4 15,-3 0 1-15,-2 0-3 16,-5 0 4-16,2 0-5 0,-1-2 3 0,0 1 0 15,0-1 1-15,1-1-3 0,0 1 3 16,-1 0-2-16,0-1 2 0,0 1-4 0,0-1 3 16,1 1 4-16,-1-1-3 0,1 0-2 15,0 0 1-15,-1 0 2 0,-2-1-1 0,3-1-1 16,0 1 2-16,1-3-2 0,0 1 0 16,6-3 1-16,0 1 3 0,0-2 0 15,-1-3-3-15,0 3 3 0,0-3-4 0,0 3 0 16,-1-3 1-16,0 1 5 0,-2 0-5 15,-1 0 0-15,-4 0 0 0,-3 3 1 0,1-2 1 16,4-3 2-16,-5 2-3 16,-1 0 2-16,0-1-3 0,0 1 2 0,4-7 0 15,-4 1-2-15,1-4 2 0,-3-1 2 16,2-2-4-16,-1 0 0 0,-2 0 3 0,-2-1 1 16,1 1 2-16,-1 0-3 0,-1-1 2 15,1 1 0-15,0-2 2 0,0 1-1 0,1 0 1 16,-1-1-5-16,-1 0 2 0,1-1-4 15,0 1 3-15,-1 0 0 0,-1-1 1 16,-1-1-1-16,0-1-3 0,1 1 5 0,-3-1-2 16,0 0-1-16,-1-1 3 0,-1 6-3 15,-1 1 2-15,-1-1-4 0,-1 1 4 0,1-1-2 16,0-7 2-16,-1-2-2 16,-1 0 0-16,0 1 2 0,0 0-2 0,-2 0 0 15,1 0 2-15,-2 2 2 0,1 1-4 16,0-1 2-16,-1 0-2 0,-1 1 3 0,3 1-2 15,-2-1 1-15,0 0-1 0,1 0-1 16,-1 0 1-16,0-1-3 0,1-2 2 0,-3 1 1 16,0 1-2-16,2-2 1 0,-2-1 1 15,0 1 1-15,-3-6 1 0,-1 1-2 0,3 7-2 16,-4-6 2-16,1 7-2 0,-2-6 2 16,3 6 0-16,-1 0 2 0,-1 1-1 15,0 1 4-15,-1-2-2 0,0 2 2 16,3 0 1-16,-3 0-4 0,1 0 2 15,0-1-2-15,-1 2 1 0,0-2 0 0,0 1-1 16,2 1 1-16,-2-1 0 0,2-1-3 16,0 1 1-16,-1-1-1 0,1 0-1 0,0 0 1 15,-1 0 0-15,1 1-3 0,1-1 3 16,0 0-2-16,1 0 0 0,0 1 1 0,-2-3 4 16,-1 1 3-16,1 2 1 0,0 0 2 15,0-1 0-15,-2 2-1 0,1 1 4 16,0 0-2-16,-2 2 2 0,2 0-1 15,0-1-1-15,-1 1-2 0,1 0 1 0,0 0 3 16,-1 0-4-16,2 0-2 0,-1 3-2 16,-1-3-1-16,2 0 1 0,0 2-2 15,0-2 1-15,-1-1-2 0,1 2 0 0,-1-2 0 16,1 2 0-16,0 0 0 0,-1 1 0 16,1-1 5-16,-1 2 2 0,-1-2 0 0,2 2 1 15,1 2 1-15,-2-4-2 0,0 2 2 16,-1 0 2-16,2 4-2 0,1 0-3 0,0 1-1 15,-1-5-6-15,0 3 1 0,1 1-3 16,0 1 1-16,-2-5-2 0,-1 0 2 0,4 3 6 16,1 3 1-16,-1-1 0 0,-1 2-4 15,2-1 2-15,-2 0-4 0,3 2 7 0,0 1-4 16,1-1-3-16,0 1-1 16,-1-1 4-16,1 1-3 0,-1 0-3 0,0 1 4 15,1 0-2-15,-1-1 3 0,0 1 1 16,-1 1 1-16,0-1 1 0,1 2-1 15,0-1 2-15,1 2 0 0,-1-2 5 0,2 1-6 16,-1 1 2-16,0 0-2 0,0 0 1 16,0 1-5-16,1 0 4 0,-1-2-4 0,-1 3 1 15,7 2 3-15,-11-6-4 0,5 4 3 16,0 0-3-16,6 2 1 0,-11-3-1 16,6 2-1-16,5 1 1 0,-11-3 0 15,11 3-3-15,-8-1 0 0,8 1 0 0,-6-3-2 16,6 3 2-16,0 0-2 0,-9-2-15 15,9 2-30-15,0 0-38 0,-6-3-61 0,6 3-86 16,0 0-166-16,-7-3-81 0,7 3-160 16,0 0-135-16</inkml:trace>
  <inkml:trace contextRef="#ctx0" brushRef="#br0" timeOffset="53679.1442">1197 8708 247 0,'0'0'24'0,"-7"-4"15"0,7 4 0 0,-4-5 7 16,4 5-3-16,-5-2-7 0,5 2 7 15,0 0 5-15,-8-5-6 0,8 5-1 16,-4-2-3-16,4 2 0 0,0 0-3 0,-6-3-7 16,6 3 0-16,0 0 0 0,0 0-3 15,-6-3-6-15,6 3 1 0,0 0 3 0,0 0-7 16,0 0 0-16,0 0-6 0,0 0 8 15,0 0-10-15,0 0-4 0,0 0 9 0,-6-3-11 16,6 3 5-16,0 0 0 16,0 0-4-16,0 0-2 0,0 0-4 0,0 0 4 15,0 0-7-15,0 0 8 0,0 0-2 16,0 0 3-16,25-3-1 0,-11 1 6 16,16-1 3-16,4-5 1 0,11 0 3 0,8-1-2 15,4-3 0-15,21-5 5 0,3 1 4 16,2 1-5-16,2 0 3 0,-2 4-8 0,-7 1 4 15,-19 3-4-15,-5 2 4 0,-5 2-8 16,-12 0 1-16,-4 1-2 0,-9 2 2 0,-4-1-1 16,-4 0-3-16,-3 0 1 0,0 1-1 15,-2-1 2-15,0 1 0 0,-9 0 0 16,14-2-6-16,-14 2-5 0,11 0-8 16,-11 0-18-16,0 0-23 0,10-1-34 0,-10 1-68 15,0 0-178-15,0 0 153 0</inkml:trace>
  <inkml:trace contextRef="#ctx0" brushRef="#br0" timeOffset="54553.6966">1553 9148 823 0,'0'0'-57'0,"-8"-3"7"0,8 3 6 16,0 0 13-16,0 0 13 0,-9 0 9 0,9 0 8 15,0 0 1-15,0 0 3 0,0 0-2 16,0 0 1-16,0 0 4 0,0 0 2 16,0 0 2-16,0 0 0 0,0 0-4 0,-10 2 7 15,10-2-7-15,0 0 4 0,0 0-8 16,0 0 1-16,0 0 4 0,0 0-3 15,0 0 5-15,0 0-10 0,0 0-1 16,0 0 4-16,0 0-2 0,0 0 5 0,0 0 3 16,0 0 3-16,20 8 2 0,-11-7 3 15,6 0 7-15,2 0 4 0,12-2-3 0,8-3 3 16,11 0 5-16,8-3-6 0,21-2 2 16,4-2 1-16,3-1 0 0,2-1-6 0,1 2 4 15,-3 2 6-15,-6 0-10 0,-17 4 5 16,-4 1-5-16,-5 2-2 0,-5-1-1 0,-12 2-6 15,-3 0 2-15,-10 1-2 0,-5-2-4 16,-3 1 8-16,-3 1 12 0,-2 0 3 16,-2 0 4-16,1 0 0 0,-8 0 1 15,12 0-5-15,-12 0-1 0,9 1 0 0,-9-1-7 16,0 0-5-16,6 2-24 0,-6-2-26 16,0 0-31-16,0 0-52 0,0 0-110 15,0 0-174-15,0 0 92 0</inkml:trace>
  <inkml:trace contextRef="#ctx0" brushRef="#br0" timeOffset="55168.6406">1421 9824 1005 0,'0'0'-38'15,"-8"0"6"-15,8 0 12 0,0 0 11 16,0 0 11-16,0 0 8 0,-9 1 16 16,9-1 4-16,0 0 0 0,0 0-3 0,0 0-5 15,0 0-6-15,0 0-2 0,0 0 3 16,0 0-8-16,0 0-4 0,0 0-3 0,0 0 2 15,0 0-6-15,0 0 0 0,0 0 2 16,0 0 0-16,0 0 2 0,0 0 0 16,32-5 6-16,-3-1 1 0,16-2 7 15,9-3-3-15,22-5 2 0,10 0 7 0,3-2 6 16,4 0-3-16,0 1 1 0,1 4-2 16,-5 0 0-16,-2 4-2 0,-7 1-2 0,-19 3 2 15,-3 1-6-15,-4 2-2 0,-6 0 4 16,-12 1-7-16,-3 0-2 0,-9-1-1 15,-5 2 2-15,-4 0 6 0,-3 0 13 0,-1 0 12 16,-2 0 4-16,-1 0 1 0,-1 0 1 16,-7 0-4-16,13 2-1 0,-13-2-4 0,10 0-2 15,-10 0-5-15,8 0-6 0,-8 0-20 16,0 0-32-16,0 0-49 0,11 1-63 0,-11-1-98 16,0 0-255-16,0 0 3 15</inkml:trace>
  <inkml:trace contextRef="#ctx0" brushRef="#br0" timeOffset="64131.524">3886 8596 1289 0,'0'0'-34'0,"0"0"3"15,0 0 2-15,0 0-1 0,0 0 10 0,-9 0 15 16,9 0 5-16,0 0 16 0,0 0 12 16,0 0-1-16,0 0-10 0,0 0 5 15,0 0-3-15,0 0 3 0,0 0-3 0,0 0 1 16,0 0 4-16,0 0 0 0,0 0-9 15,0 0 2-15,0 0 1 0,0 0-6 0,0 0 1 16,0 0 2-16,0 0-11 0,-10 4 8 16,10-4 1-16,0 0-2 0,0 0-2 0,0 0 1 15,0 0-1-15,0 0-5 0,0 0 5 16,0 0-7-16,0 0-2 0,0 0 1 0,0 0-5 16,0 0 1-16,0 0-1 15,0 0 2-15,0 0-1 0,0 0 0 0,0 0 0 16,0 0 0-16,0 0 0 0,0 0 3 15,0 0 0-15,0 0 0 0,0 0-2 0,0 0 4 16,0 0-4-16,0 0 4 0,19 7-4 16,-19-7 0-16,11 2 2 0,-5-2-2 0,3 1 0 15,1-1 5-15,0 1-2 0,4-1 1 16,2-1 1-16,4 1 0 0,2-1-2 0,7-1 8 16,3 0-2-16,3-2 2 0,8 0 3 15,5-2-2-15,1 1 1 0,2-2 1 16,1 3-4-16,0-2 0 0,0 2 0 0,-1 0-4 15,-1 0 3-15,-2 2-3 0,-1 0 3 16,3 1-3-16,-1 1-2 0,1 1 4 16,0 1-5-16,-1-1 3 0,0 0 3 0,0 0-2 15,0-1-1-15,0 0 2 0,2 0 3 16,-2 0 3-16,-3-1 1 0,-7-1 3 16,-1 0 0-16,-4 0 4 0,-4 0-3 0,-6 1 0 15,-4 0 6-15,-6 1 7 0,-2 0 13 16,-1 0 12-16,-3 0 9 0,0 0-1 0,-8 0-2 15,12-2-1-15,-12 2-5 0,8-1-8 16,-8 1-13-16,0 0-18 0,0 0-30 0,0 0-35 16,0 0-51-16,0 0-48 0,0 0-106 15,0 0-355-15,-22-5-108 0</inkml:trace>
  <inkml:trace contextRef="#ctx0" brushRef="#br0" timeOffset="65073.2096">3723 9175 1527 0,'0'0'-96'16,"-4"-7"8"-16,4 7 19 0,-2-5 10 0,2 5 11 16,0 0 17-16,-5-5 13 0,5 5 9 15,-3-5 4-15,3 5 8 0,0 0-6 16,-4-5 2-16,4 5 9 0,0 0 2 15,0 0-3-15,-4-4 0 0,4 4 2 0,0 0 0 16,0 0-1-16,0 0-2 0,0 0-5 16,-4-6 3-16,4 6 2 0,0 0-4 0,0 0-7 15,0 0 2-15,0 0 6 0,0 0-1 16,0 0-2-16,0 0-2 0,0 0-1 16,0 0-1-16,0 0 6 0,0 0 7 15,21-5-3-15,-3 2 10 0,9-3-4 0,12-1 3 16,5-3 0-16,8 2 3 0,6-1 3 0,15-5-1 15,6-2 4-15,5 2-4 0,1 1 2 16,-1 4 0-16,-5-1-3 0,-17 4-4 16,-2 1 2-16,-7 1-4 0,-5 2 2 15,-13 0-2-15,-3 2-5 0,-9-1 1 0,-4 1 2 16,-5 0 3-16,-3-1-6 0,0 0 1 16,-4 1-3-16,-7 0 4 0,12 2-3 0,-12-2-12 15,0 0-22-15,5 3-33 0,-5-3-46 16,0 0-107-16,0 0-180 0,0 0 97 0</inkml:trace>
  <inkml:trace contextRef="#ctx0" brushRef="#br0" timeOffset="67352.6755">3737 9645 1062 0,'-2'-6'-35'0,"2"6"6"0,0 0 1 16,0 0 21-16,-3-5 12 0,3 5 3 0,0 0 6 16,0 0 13-16,-5-6-1 15,5 6 6-15,0 0-4 0,-4-4 0 0,4 4 1 16,0 0 6-16,0 0 2 0,0 0 1 16,-5-5 2-16,5 5 3 0,0 0-1 0,0 0 3 15,0 0-1-15,0 0 2 0,-4-4-1 16,4 4-1-16,0 0-1 0,0 0-1 0,0 0-4 15,0 0 1-15,0 0-6 16,0 0-3-16,0 0-2 0,0 0-3 0,0 0-3 16,0 0-4-16,0 0-1 0,0 0-5 0,0 0-6 15,0 0 1-15,0 0-4 0,0 0-3 0,0 0 1 16,0 0 2-16,0 0-4 16,0 0 3-16,0 0-2 0,0 0 1 0,0 0-1 15,29 7 4-15,-19-5-2 0,2 0-2 16,3-2 1-16,1 2 1 0,3-1 1 0,3-1 0 15,1-1 0-15,8 1 0 0,2-1-1 16,0-1 2-16,2-1 1 0,-2 0-3 0,0 2 1 16,0-2-2-16,-3 2 2 0,0-2 2 15,0 1-5-15,-1 0 4 0,-5 1-3 0,4-2-1 16,-5 1 1-16,-1 0 1 0,7-2-1 16,-1 2 0-16,0-1 2 0,-4 0-3 15,3-1 3-15,1 1-2 0,-5-1 3 16,3 0-5-16,-4 0 1 0,-2 3 0 0,-2-2 1 15,0 0 0-15,-2 2 1 0,1-2 2 16,-2 1-5-16,-1 0 0 0,1 0-1 16,0 1 4-16,-1 0-3 0,0-1 0 0,-1 0 1 15,0 1-3-15,1-1 7 0,0 1-3 16,0-2 1-16,1 1-1 0,-1 0 2 0,0-1-4 16,-1 1 2-16,1-1 3 0,0 0-4 15,0 0 4-15,0 0 0 0,2-2 0 0,-1 1 2 16,1-1-1-16,-1 1 3 0,0-3-2 15,0 3 3-15,-1-3 5 0,0 1 1 0,-3 1 5 16,-1 0 7-16,0-1 8 16,0 2 6-16,-4-1-2 0,2 1 2 0,-3-2 1 15,1 1-2-15,-3-2 0 0,1 2-5 16,-1-2 5-16,-1 1-8 0,-2 6-1 0,3-11-4 16,-2 3-3-16,-1 2-3 0,0 6 0 15,0-13-2-15,-1 6-3 0,0 0 2 0,-1-1-4 16,0 0-2-16,0 1 5 0,0-1-4 15,-1 1-5-15,0-1 0 0,-1 0 0 0,-2 1 0 16,1 0-1-16,-2-2 0 16,0 2-1-16,-1-1 1 0,0 0-3 0,0 1 5 15,-1 0-3-15,-2 0-4 0,1 2 1 16,0-2-3-16,-2 2 2 0,0 0 7 0,1 0-6 16,1 0-2-16,-2 0 1 0,0 1-2 15,1 0-1-15,0 0 2 0,-2 1 2 0,3 0-2 16,-1-1-2-16,1 1 3 0,0 0-1 15,0 0-2-15,0 0 2 0,1 1-3 0,0-1 4 16,-1 1-5-16,0-1 3 0,0 0 3 16,0 1-3-16,0 0 4 0,-1 1-3 15,1-2-3-15,-1 2 1 0,-2-2 0 0,2 2 0 16,-1-1-2-16,-1 2 3 0,0-1-2 16,1 0-1-16,-2 1 1 0,1 0 1 0,-1-1-1 15,-1 0 1-15,2 1 0 0,-2 0-1 16,3 0 4-16,-2 0-1 0,2 0 0 15,0-1-2-15,2 1-1 0,-2 0 3 16,1 0-1-16,0 0 0 0,0 0-1 0,0 0-2 16,0-1 2-16,-1 0 0 0,2 1 3 15,-1 0-2-15,-1 0 0 0,0-1 0 0,-3 0-2 16,-1 2 7-16,0-1-7 16,0 1 1-16,0-1-1 0,-5 1-1 0,2 0 3 0,0 0 0 15,-1 0 0-15,1 0-1 0,-1 1 0 16,3 0 0-16,2-2 1 0,-1 2-2 0,3 0 1 15,-1-1 5-15,1 1-7 0,1-1 1 16,2 0 0-16,-1 1 0 0,1-1 1 16,0 0 1-16,1 1 1 0,0-2 0 15,-1 2-1-15,2-2 0 0,-1 1 2 0,-1-1-2 16,0 1-1-16,-1-1 0 0,1 1 1 16,-2 0-2-16,-1 0 1 0,-1 0-1 0,1 1 2 15,-1-1 0-15,1-1-1 0,-1 2-1 16,3-2 2-16,-1 2-1 0,-1-1-2 0,1 0 3 15,2 1-2-15,-1-1 2 0,1 0-1 16,0 1 5-16,1-1-5 0,0 0-1 0,-2 1 0 16,3-1-2-16,-1 1 3 0,0 0-1 15,0 0 0-15,0 1-1 0,0-1 3 0,-1 0 0 16,1 1-2-16,-4 0 0 16,2 0 2-16,-2 1-3 0,1-1 3 0,-1 1 1 15,0-1 5-15,1 1-6 0,-1-1 0 16,0 1-1-16,2-1-1 0,-2 1-1 0,1-1 0 15,0 1 2-15,1-1-1 0,1 0 0 16,1 0 2-16,0-1 2 0,2 1-3 16,-1-1-1-16,2 0 2 0,-1 0 0 0,1 0 0 15,-1 0 0-15,0 0-3 0,1 1 1 16,-1-1 2-16,0 1-2 0,-1 0 1 0,1-1 0 16,0 1 5-16,0-1-4 15,0 1-3-15,0-1 2 0,1 2-3 0,-2-3 6 16,2 2-3-16,-3 0-1 0,2 1 0 15,0-1 1-15,1 0 1 0,0-1-2 0,6-2 2 16,-10 6-3-16,6-4-3 0,4-2 1 16,-8 6 1-16,4-4-1 0,4-2-1 0,-6 7 2 15,2-3-4-15,4-4 4 0,-4 7-2 16,2-2 1-16,2-5 1 0,-5 9 1 0,4-4-3 16,1-5 2-16,-2 9-2 0,1-4-1 15,1-5 7-15,0 10-8 0,0-10 2 0,1 11-1 16,1-5 1-16,0 0 5 0,1 0-6 15,2 0 0-15,0 1 1 0,1 0 0 16,2 1 1-16,0-1-1 0,0 1 3 16,2-1 0-16,0 0-1 0,1 1 0 0,0 0 0 15,2-1 3-15,0-1 2 0,2 0-4 16,-1-1 0-16,-2-1 3 0,0 1-1 0,2-2 2 16,-1 0-3-16,5 0 1 0,-1 0 0 15,0-1 1-15,-1-1-1 0,3 1 7 0,-2-2-8 16,-1 2 0-16,0-1 0 0,0 0 1 15,1-1 0-15,-2 1 3 0,1-1-2 0,-1 0 0 16,-1 1 2-16,2-1-4 0,-2 0 5 16,0 2-3-16,0-2 0 0,-1 0-2 15,1 1 0-15,-2-1 2 0,0 0 1 0,1 0 0 16,0 0 2-16,-1 0-4 0,0 0 2 16,0 0-1-16,-1 1-1 0,0-2 2 15,1 1-1-15,-1 0 0 0,1 0 0 16,0 0 1-16,0 0 0 0,-1-1-1 0,4 1 0 15,-1-2-2-15,1 1 3 0,1 0 2 16,1-1-2-16,3-1 1 0,0 1-1 0,-1-1-1 16,8-2-1-16,-1 1 2 0,-3 0-2 15,1-2 3-15,-3 3-2 0,-4 1-1 0,-3-1 0 16,-4 2 2-16,0-1-1 0,-1 1 3 16,-1 1-1-16,-2-2 2 0,-6 2 3 0,11-1-3 15,-11 1 0-15,8-1-1 16,-8 1 2-16,0 0-2 0,10-2-18 0,-10 2-21 15,0 0-39-15,7-2-51 0,-7 2-58 16,0 0-153-16,5-6-314 0,-2 3-148 0</inkml:trace>
  <inkml:trace contextRef="#ctx0" brushRef="#br0" timeOffset="89208.1318">6993 7519 313 0,'0'0'74'0,"0"0"-19"0,0 0-11 0,0 0 0 15,0 0-2-15,0 0 2 16,0 0-7-16,0 0 3 0,0 0 7 0,0 0-4 0,0 0 0 16,0 0 8-16,0 0-8 15,0 0 0-15,0 0-5 0,0 0-2 0,0 0 2 16,0 0-9-16,-6-5-4 0,6 5 1 15,0 0-2-15,0 0 4 0,0 0-5 0,0 0 5 16,0 0-2-16,0 0 3 0,0 0-1 16,0 0 3-16,0 0 1 0,0 0 1 0,0 0-2 15,0 0 1-15,0 0-5 0,0 0 0 16,0 0-2-16,0 0 0 0,0 0-3 0,0 0 1 16,0 0-2-16,0 0-1 0,0 0-3 15,0 0 2-15,0 0 2 0,0 0-5 0,0 0 5 16,0 0-2-16,0 0 3 0,0 0 1 15,0 0 1-15,0 0 0 0,0 0-1 16,0 0-6-16,0 0 1 0,0 0-2 0,0 0-3 16,0 0 4-16,0 0-8 0,0 0-3 15,0 0 2-15,0 0-1 0,0 0-3 0,0 0 0 16,0 0-6-16,0 0-1 0,0 0 0 16,0 0 2-16,0 0-2 0,23 2 2 0,-4-5 1 15,16-2-2-15,12-2 0 0,8-2-3 16,6 0 4-16,17-3 2 0,1 0 1 0,1 1-5 15,-2 1 3-15,-18 3 0 0,-3 3-3 16,-4-2 6-16,-6 2-3 0,-12 1 0 0,-6 1-3 16,-6-1 2-16,-6 1 1 0,-3 1 4 15,-3 0-2-15,-2 1 0 0,1 0 2 16,-3-2 2-16,-7 2-1 0,11 0-1 16,-11 0 2-16,8-1-1 0,-8 1-7 0,0 0-10 15,6-3-9-15,-6 3-15 0,0 0-18 16,0 0-35-16,5-3-33 0,-5 3-57 0,0 0-343 15,0 0-26-15</inkml:trace>
  <inkml:trace contextRef="#ctx0" brushRef="#br0" timeOffset="89869.1933">6875 7482 1312 0,'0'0'-58'16,"0"0"27"-16,0 0 7 0,-9-1 16 0,9 1 8 15,0 0 8-15,0 0 7 0,-7-1 4 16,7 1-2-16,0 0-1 0,0 0 1 0,0 0-2 15,0 0-3-15,0 0 7 0,0 0-5 16,0 0 0-16,-6-2-3 0,6 2 2 0,0 0-1 16,0 0-7-16,0 0 2 0,0 0-3 15,0 0-3-15,0 0 6 0,0 0-4 16,0 0 2-16,0 0-9 0,0 0 10 16,0 0-4-16,0 0 3 0,22-3 2 0,-10 3-5 15,8-1 3-15,10-2 3 0,3-1-1 16,11 1-2-16,6-2 3 0,4 1 0 0,4 0-2 15,5-3 4-15,18 0 3 0,-17 1 2 16,1 2-3-16,0 0-3 0,-7 1 3 0,-5-1-4 16,-14 4 0-16,-6-3 0 0,-4 0-2 15,-8 2 3-15,-5 0-2 0,-3 0 9 0,-3 0-4 16,1 1 7-16,-4-1 9 0,0 1 10 16,-7 0 8-16,14 0 4 0,-14 0-6 0,8-2 0 15,-8 2-8-15,9 0-3 16,-9 0-3-16,6-1-3 0,-6 1-4 0,0 0-4 15,9-2-15-15,-9 2-14 0,0 0-22 16,9-1-31-16,-9 1-38 0,0 0-46 0,0 0-100 16,5-3-255-16,-5 3-8 0</inkml:trace>
  <inkml:trace contextRef="#ctx0" brushRef="#br0" timeOffset="99304.4">7483 8072 1278 0,'0'0'-71'0,"0"0"7"15,0 0 10-15,0 0 11 0,0 0 11 16,0 0 14-16,6-3 12 0,-6 3 9 0,0 0-1 15,0 0 7-15,0 0 2 0,0 0 3 16,0 0 5-16,0 0 3 0,0 0 1 0,0 0 4 16,5-4-2-16,-5 4-2 0,0 0 4 15,0 0 1-15,0 0-8 0,0 0 6 0,0 0-2 16,0 0 1-16,-14-6-4 0,14 6-3 16,-7-2 2-16,7 2-2 0,-10-3-1 0,10 3-2 15,-11-2-4-15,5 1 4 0,-1-1 0 16,-3 1 4-16,2 0-4 0,8 1 0 0,-18-3 3 15,8 2-2-15,1-1 1 0,-2 1 0 16,1 0 3-16,0-1-6 0,-1 1 5 16,1-2-5-16,0 2 0 0,-1 0-2 0,2 0-2 15,-1-1-1-15,1 1-2 0,-1 0 3 16,0 0-1-16,0-1 3 0,1 1-2 0,0-1 4 16,-1 1 0-16,1-1-3 0,0 1-1 15,-1-1-2-15,-1 1 0 0,1 1 1 0,0-3 2 16,-2 2-1-16,0-1-2 0,-1 1 0 15,2 1-5-15,-3-1 4 0,0 1-1 0,-1 0 0 16,3 0-2-16,-2 0-2 0,1-1-1 16,0 1 3-16,-2 1-2 0,1-1 0 0,2 0 0 15,-3 1-1-15,4-1 0 0,-1 1 0 16,0-1 4-16,1 2-3 0,0-1-1 16,0-1 1-16,0 3 0 0,0-3 0 15,0 1-1-15,-4 1 2 0,4-1 1 16,0 0-1-16,1 1 1 0,-1 0-4 0,1 0 3 15,-3 0-2-15,1 0 4 0,1-1 0 0,-2 1-2 16,0 0 0-16,1 1 4 0,1-2-7 16,0 2 2-16,1-2 0 0,-1 1 3 0,-1 0-1 15,-1 1-4-15,1-1 4 0,-3 0 0 16,3 1-1-16,-1 0-2 0,0 0-1 16,0-1 2-16,1 1-2 0,-1 1 1 0,0-2-1 15,1 1 3-15,1 1 0 0,1-2-1 16,0 1-3-16,1-1 3 0,1 1-3 0,-2-1 0 15,1 2 1-15,1-2 2 0,-1 0-2 16,0 1-1-16,2-1-2 0,-1 0 2 0,1 1 2 16,1 0-1-16,6-3 0 0,-12 4 0 15,7-1-1-15,-1-1 1 0,-1 0 1 0,0 1-3 16,0 1 0-16,0 0 2 0,0 0 2 16,0 0-4-16,0 1 1 0,-2 1 1 0,0 1-1 15,0 0-1-15,-2 2 1 0,0 0-1 16,3-2 4-16,0 1-5 0,0-1 2 0,0 2 0 15,0 0 2-15,-1 1 0 0,0 0 2 16,-1-1-2-16,2-1-1 0,-1 3 0 16,-2-1-1-16,2 1 1 0,1 0-2 15,-1 0 1-15,1 1 0 0,-1 0 0 0,1 1 1 16,-2-2 2-16,2 1-4 0,0 2 2 16,0-3-2-16,0 2 3 0,1-1 2 0,0 1-4 15,-1 1-1-15,1-1 0 0,-1 1 0 16,1 1 0-16,1 0 2 0,0-1-3 0,0 0 4 15,1 0-2-15,0 1 1 0,2-3-3 16,-1 3 5-16,1-2-1 0,-1 0-4 0,3 0 4 16,-2 0-2-16,1-1 1 0,0 1-1 15,1 0 1-15,1 0-1 0,-1-1 2 0,0 1 3 16,0 0-1-16,1-2-5 0,-1 2 3 16,1 1 0-16,-1-1-2 0,1 0 3 15,0 0-2-15,0 0 2 0,0 1 2 16,1 0-3-16,-1-1 0 0,1 1-1 0,0-1 4 15,0 1-4-15,-1 1-3 0,1-1 2 16,-1-1 1-16,2 1 2 0,-1 0 0 16,1 0-2-16,-1 0 0 0,2 0 1 0,-3 0 1 15,2-1-1-15,0 0 2 0,1 1 0 0,-1-1-2 16,0 0 0-16,1 0 0 0,-1-1-1 16,0 0 4-16,0 0-1 0,-1 0-1 0,2 2 0 15,-1-3 1-15,0 1-2 0,1 0 1 16,-1-2 2-16,0 2-2 0,1-2 1 15,-1 2 0-15,0-1 2 0,1 0-2 0,0 0-2 16,1 0 4-16,-1-1-2 0,-1 0 1 16,3 1 2-16,-1 0-6 0,0-1 4 0,0 1-1 15,2 0 0-15,-3 0 1 0,2-2-1 16,0 3-1-16,0-2-1 0,0 0 2 0,1 0 0 16,-1-1-1-16,0 1-2 0,0 0 3 15,2 0 0-15,-2-2-3 0,1 3 4 0,-1-3-3 16,2 1 2-16,-2-1-2 0,2 1 2 15,0-1 0-15,-1 1 0 0,0-1 0 0,0 2 0 16,2-2 1-16,-2 1-3 0,2 0 2 16,0 0 1-16,-1 0-3 0,1 0 1 15,-1 0 0-15,2 1 0 0,-2-1-2 16,1 2 2-16,-1-1 2 0,1-1-3 0,-2 0 1 16,2 1-1-16,0 0 1 0,-2-1-1 15,1-1 2-15,0 0-2 0,-1 0 1 0,0 0-2 16,0 1 2-16,1-1-1 0,1-1 1 15,-1 0-2-15,2 0 2 0,-1 0 1 0,1 0 2 16,-1 1-4-16,1-1 0 16,1-2 0-16,-1 2 0 0,0 0 2 0,0-1-3 15,0 0 1-15,0-1 0 0,1 2 0 16,-2-1 2-16,2 1-2 0,0-1-1 0,1 0 2 16,3 0 0-16,-3-1 1 0,2 1-2 15,2 1 0-15,-1-1 2 0,0 0 0 0,1 0-2 16,0 0 3-16,1-2-1 0,1 2 0 15,0-4-1-15,1 1-2 0,0 1 3 0,0 0 0 16,-1-1-2-16,-2-1 0 0,3 1 0 16,-1 0 3-16,-1-1-5 0,0 1 3 0,-2-1-2 15,2 0 1-15,-3 1 2 0,1 0-1 16,1-1 0-16,-2 0-1 0,2 0 0 0,0 0-1 16,0 0-1-16,-1-2 1 15,0 1 1-15,1 0 1 0,0 0-2 0,0 0 1 16,2-1 1-16,0-1 0 0,0 1 2 15,4 0-1-15,-1-2-3 0,1 1 1 0,0 0-1 16,0 0 3-16,-2 1-2 0,-2 0-1 16,2-1 4-16,2 1-1 0,-5-1-2 0,0 1 1 15,0 0-2-15,-2 0 1 0,1 0-1 16,-1 0-1-16,-2-1 2 0,2 0 1 0,-1 1 0 16,1-1 0-16,-2 1-3 0,2-1 3 0,2-1-4 15,-1-1 3-15,3 0 1 0,0 0-1 16,1 1 2-16,7-4-1 0,0 1 2 0,0-1-3 15,2 0 3-15,0-1-2 16,-1 1 2-16,0 1 1 0,-2 1-3 0,-3-1 0 16,-3 2 2-16,-1 0-1 0,0 1-1 15,-1-2 2-15,-2 2-2 0,0 0-1 0,-1-1-1 16,0 1 3-16,-1 0-1 0,1-1-1 16,0 1 0-16,0-1 0 0,-1 0-1 0,1 1 2 15,3-3-2-15,-1 1 0 0,0 1 0 16,2-1 1-16,1-1 1 0,6-2 0 0,1-2-2 15,0 2 1-15,1-2-1 0,0-2 1 16,-1 2-1-16,0 0-2 0,0 0 4 0,0 2-2 16,-3-2 0-16,-1 1 2 0,-4 3-3 15,-1 0 2-15,-2-1 1 0,0 1-3 16,0-1 3-16,-2 3-3 0,-2-3 2 0,2 2 0 16,-3 0 0-16,2-1 1 0,0 0-2 15,1-1 2-15,-1 1 0 0,4-2-2 16,-3 0-1-16,1 0 2 0,6-4-2 0,-2 0 2 15,1 0-1-15,1 1 0 0,-1-1 2 16,0-1-1-16,0 0-1 0,0 0 0 0,0 0 1 16,0-1 0-16,0 0 1 0,-2 0-1 15,2 1-1-15,-2-1 2 0,-4 3-1 0,-2 0 0 16,1 0-1-16,-3 0 2 16,1 0 0-16,-1 0 2 0,0 0-2 0,0-1 2 15,-1 0-2-15,-1-1 0 0,0 0 0 16,-2 1-2-16,2-2 1 0,-2-1 0 0,2 0 0 15,-2 0-1-15,1-1 1 0,3-6-1 16,-2 4 0-16,0-4 1 0,0 5 1 0,2-4-1 16,-2 2 3-16,-1 3-1 0,0-2 4 15,1-5 2-15,0 1 0 0,-1 4 2 0,-2 2 3 16,3 0 3-16,-4 1 4 0,1 0 3 16,-1 0-2-16,-1 1-2 0,0-1-1 0,1 1 1 15,-3 0 4-15,2 0-1 0,-1 0-5 16,-2-2 1-16,2 1-1 0,-2 0-3 0,1 0-1 15,-2-4-3-15,1 2 1 0,-1-2-1 16,1 1-1-16,-2-1 1 0,-1-5 0 16,1 3 0-16,0 3 3 0,0 1 0 0,-1-1 3 15,1 0 2-15,-1 1 5 0,-1 0-1 16,1 0-6-16,-1 1 4 0,0-1 3 0,0-1 0 16,-2 3 1-16,2-1 2 0,-2 0-3 15,-1 2-1-15,1-2-3 0,-1 2 3 0,0-1-2 16,-1 2 2-16,1 0-3 0,-1-1 1 15,0 0 2-15,1 2-7 0,-3-1-2 0,2 0 3 16,-2 1-5-16,0 1 3 0,1 0-2 16,-1-1-3-16,-5-4 1 0,3 3 0 0,-2-2 1 15,1 3-5-15,2 2 4 0,0 0-2 16,-2 0-3-16,1 1 5 0,0 0-4 16,-1 0-3-16,-1 0 2 0,1 0 1 15,0 1 0-15,-2 0 2 0,1-1-2 0,-1 1-1 16,0 1-4-16,1 0 5 0,-1 0-7 15,0 0 3-15,-1 1-6 0,2-1 4 0,-1 2 2 16,1-1-3-16,2 2 0 0,-2-2 3 16,0 1 0-16,3 1-1 0,-3 0-2 0,2 0 0 15,-1 0 0-15,-2-1 0 0,2 1-3 16,-3 1 9-16,0-2-8 0,0 1 1 0,0-1 1 16,0 1 0-16,-1 0 1 0,1-2 0 15,0 3-3-15,-1-1 3 0,0 0-4 16,0 0 4-16,0 0-4 0,0 1 4 15,4 0-6-15,-2 0 4 0,0 1 1 0,0-2-3 16,1 2 5-16,-1-1-4 0,1 1-1 16,-1-1 4-16,1 1-6 0,-1 0 6 0,1-1-1 15,0 1 1-15,0 0 5 0,1 0-7 16,0 0-2-16,1 0 2 0,-1 0 2 0,-1 0-2 16,1 0-2-16,-1-1 1 0,2 1 5 15,0 1-4-15,0-2 3 0,-1 1-4 0,2 0 1 16,2-1-1-16,-2 1 4 0,1 0-1 15,-2 1-2-15,1-2 2 0,-1 2-1 0,0-1-4 16,1 0 4-16,0 0-2 0,0 1 0 16,-1 0-2-16,1 0 6 0,0 0-4 15,1 1-2-15,0-1 4 0,0 1 0 0,1-1-5 16,2 0 4-16,0 1 3 0,8-1-3 16,-15 0 2-16,8 0-1 0,7 0-1 0,-14 1-1 15,7 0 3-15,7-1-3 0,-13 0 0 16,5 1 3-16,1-1 2 0,7 0-1 0,-15 1 0 15,9-1-4-15,6 0 2 0,-14 0-1 16,7 1 1-16,-1 0 1 0,8-1 2 0,-14 0-3 16,7 0-3-16,7 0 3 0,-14 0 3 15,9 1-5-15,5-1 5 0,-11 0-5 0,11 0 0 16,-10 0 1-16,10 0-1 16,-8 0 1-16,8 0 7 0,0 0-8 0,-9 1 3 15,9-1 2-15,0 0-5 0,0 0 0 16,0 0-2-16,-11 0 0 0,11 0 2 0,0 0 2 15,0 0-3-15,0 0 3 0,0 0-2 16,-7 0 1-16,7 0-1 0,0 0-1 0,0 0-1 16,0 0 1-16,0 0-1 0,0 0-5 15,-7 1-12-15,7-1-19 0,0 0-20 0,0 0-22 16,0 0-15-16,0 0-39 0,0 0-54 16,0 0-65-16,0 0-209 0,0 0 33 0,0 0-123 15,0 0-55-15</inkml:trace>
  <inkml:trace contextRef="#ctx0" brushRef="#br0" timeOffset="116231.5372">9825 7328 976 0,'0'0'106'0,"0"0"-37"15,0 0-26-15,-9 0-24 0,9 0-2 0,0 0 4 16,0 0 3-16,0 0 12 0,0 0 9 15,-9 1-4-15,9-1 1 0,0 0 3 16,0 0-7-16,0 0-5 0,0 0-1 16,-7 2-1-16,7-2 2 0,0 0 1 0,0 0-1 15,0 0 2-15,0 0-1 0,0 0 0 16,-6 2-2-16,6-2-3 0,0 0-1 0,0 0-3 16,0 0-3-16,0 0-4 0,0 0 0 0,0 0-6 15,0 0 0-15,0 0 0 0,0 0 3 16,31 0-5-16,0-1 4 0,17-1-1 0,7-2-3 15,10 0 0-15,17-1-5 0,-1 1 3 16,-12 2-3-16,12-2 0 0,-15 2 0 0,-4 1 1 16,-5 0 0-16,-2 1-1 0,-9 1-2 15,-9-1 3-15,-5 0-3 0,-8 1 0 16,-5-1 1-16,-5 0 2 0,-1 1 7 16,-3 0 5-16,-2-1 8 0,-2 0 2 0,-6 0 4 15,14 0 0-15,-9 1-4 0,-5-1 1 16,10 0-3-16,-10 0-2 0,0 0-5 0,10 0-11 15,-10 0-17-15,0 0-31 0,9 0-36 16,-9 0-52-16,0 0-106 0,8-2-435 0,-3-1-165 16</inkml:trace>
  <inkml:trace contextRef="#ctx0" brushRef="#br0" timeOffset="117657.3206">12390 7334 1704 0,'-8'-2'-77'0,"8"2"15"0,-8-2 13 16,8 2 13-16,-8-1 3 0,8 1 9 0,-8-2 11 16,8 2 14-16,-8-2 7 0,8 2 1 15,0 0 4-15,-9-1-1 0,9 1 4 0,0 0 1 16,-8-2 7-16,8 2 4 0,0 0 5 0,0 0 0 16,-7-1 0-16,7 1 4 0,0 0-2 15,0 0 1-15,0 0-2 0,0 0-3 0,0 0-5 16,0 0-6-16,0 0 2 0,-5-3-7 15,5 3-4-15,0 0-1 0,0 0 1 16,0 0-1-16,0 0-1 0,32-1-2 16,-11 0 0-16,12-1 1 0,6 1-3 0,11-2 2 15,3 2-1-15,1 0-1 0,2 0 1 16,-5 0-2-16,1 1 3 0,-2-1-2 0,-11 2-1 16,-1 0 0-16,-2 1 1 0,-2-1 0 15,-10 0-1-15,-4 1 0 0,-5-2 2 0,-2 0 5 16,-3 0 7-16,1 0 8 0,-4 1 5 0,-7-1 5 15,14-1 2-15,-14 1-3 0,10 0-1 16,-10 0-4-16,7 0-3 0,-7 0-4 0,0 0-4 16,0 0-8-16,8-3-12 0,-8 3-13 15,0 0-22-15,0 0-35 0,0 0-43 16,0 0-50-16,5-4-183 0,-5 4-209 0,0 0-59 16</inkml:trace>
  <inkml:trace contextRef="#ctx0" brushRef="#br0" timeOffset="118260.3523">12403 7869 1512 0,'0'0'-35'0,"-6"3"8"0,6-3 1 16,0 0 2-16,-5 4 9 0,5-4 16 0,0 0 11 16,-6 2 9-16,6-2 2 0,0 0-1 15,0 0-2-15,0 0 3 0,0 0 1 0,0 0-6 16,-6 3-1-16,6-3 0 0,0 0-4 15,0 0 7-15,0 0-7 0,27 4 10 0,-6-4-1 16,15 2 4-16,19-3 0 0,10-1 2 16,24-1 0-16,8 1-1 0,8-1 0 15,5 0 6-15,3-1-3 0,-1 3 1 0,-2 0-2 16,-8 0 4-16,-8 1-2 0,-23 1 0 16,-6 0 0-16,-9 0 0 0,-6 0-2 15,-15 1-4-15,-4-2 2 0,-10 0 11 0,-4 1 7 16,-2 0 9-16,-5 0 4 0,-1 0 1 15,-3-1 1-15,-6 0-9 0,10-2-5 0,-10 2-9 16,0 0-15-16,0 0-25 0,0 0-29 16,0 0-38-16,0 0-46 0,0 0-62 15,0 0-178-15,-26-6-295 0,19 3-146 0</inkml:trace>
  <inkml:trace contextRef="#ctx0" brushRef="#br0" timeOffset="123916.173">11023 8078 1661 0,'0'0'-74'0,"0"0"11"0,8-2 3 16,-8 2 9-16,0 0 11 16,0 0 26-16,0 0 16 0,0 0 11 0,0 0 2 15,7 0 10-15,-7 0 2 0,0 0-2 16,0 0 1-16,0 0 7 0,0 0 7 0,0 0 8 16,0 0 7-16,0 0 3 0,0 0 2 15,0 0-1-15,0 0 3 0,0 0 0 0,0 0-3 16,0 0-5-16,0 0-9 0,0 0-3 15,0 0-3-15,0 0-7 0,0 0 1 0,-17-7-6 16,8 5-2-16,1-1 0 0,-4 1-4 16,-1-1-1-16,0 0-2 0,-1-1-2 15,-1-1-2-15,-2 1 1 0,0-2-5 0,0 2 1 16,-1-1-1-16,0 1-1 0,-1 0-2 16,2-1 1-16,0 1-1 0,0 0 0 0,1 1-1 15,1 1 0-15,2-1 2 0,0 0-2 16,1 1-1-16,-3 0-3 0,3-1 3 0,-2 2-1 15,3-1 2-15,-1 1-1 0,1-1 0 16,-1 1 2-16,1 0-1 0,-2-1 1 0,3 1 0 16,-3-1 1-16,-2 1 0 0,2-1-2 15,-1 2-2-15,0-1 2 0,-2 1 2 0,3-1-3 16,-3 0 6-16,3 0-5 16,-2 1 4-16,0 0-2 0,0-1-1 0,1 1-2 0,-1-1 0 15,0 1 1-15,3 0-2 16,-3 0 3-16,3 0-3 0,-3 0-1 0,0 1 2 15,1-1-2-15,-1 1 0 0,0-1 0 16,2 2-2-16,-1-2 2 0,-1 1 0 0,1-1 0 16,-1 1 0-16,1 1-3 0,1-1 1 15,-2 0 2-15,2 1 1 0,-1 0-6 0,0-1 3 16,0 0-1-16,0 0 0 0,1 1 2 16,-1 0-3-16,-1 0 1 0,-1-1 1 0,-1 2 1 15,0-1-2-15,1 1 2 0,1-1-1 16,0 0 0-16,-4 0 1 0,2 0-2 0,2 1 1 15,1 0 0-15,0-1-1 16,0 0-2-16,-1 1 0 0,3-1 3 0,-2 0-2 16,4 0 1-16,0 0 2 0,-1 0-3 15,2 0 2-15,-1 0 0 0,0 1-1 0,1-1 0 16,-1 0 1-16,0 1-1 0,-1 0-1 16,-1 0 1-16,0 1-2 0,0-1 1 0,0 1-2 15,-1-1 5-15,-1 1-1 0,0 0-1 16,0 2 0-16,-3-2-2 0,5 0 2 0,-1-1 2 15,0 2-2-15,0-1 0 0,3 0-2 16,-3-1-1-16,3 1 2 0,0 1 0 0,0-1-1 16,0-1 1-16,0 1 1 0,1 0-2 15,0 0 2-15,-1 1 0 0,2-1 0 0,-2 1 0 16,1-1 1-16,-1 1-2 0,2-2 3 16,-2 2-3-16,2 1-1 0,1-2-1 15,0 0 2-15,-3 1 2 0,1 1-2 0,-1 1-2 16,0-1 3-16,2 0 0 0,-2 1 0 15,2-1 1-15,0 0-3 0,0 1 0 0,1-1-1 16,0 1 0-16,1 0 1 0,-2 1 1 16,1 0 0-16,-1 0 2 0,1 1-1 0,-2 2-1 15,1-1 0-15,-1 1 1 0,1 0 0 16,-2 0-1-16,1 0 1 0,2-2 0 0,-1 3-1 16,-2-1 1-16,2 1-2 0,-1-2 2 15,3 0-2-15,-1-1 0 0,0 1 2 16,2-1 2-16,-2 0-2 0,2 1 0 15,0-1-3-15,0-1 0 0,0 2 1 0,1-2 1 16,0 2 0-16,0 0 0 0,1 1 2 16,-1 1-3-16,1 0 0 0,1 1 1 0,-4 3 0 15,2 1 2-15,0 0-2 0,0 0 0 16,-4 5 0-16,4-3 2 0,-1-2-2 0,0 7 2 16,1-4-1-16,-1 3 1 0,1-3-1 15,0-3 0-15,1 0 4 0,-1 0-5 16,1 1 3-16,0-1-3 0,-1 0 0 0,-1 0 2 15,2 0 0-15,0 0-1 0,-1 0 0 0,2 0 0 16,0 0 1-16,-1 1-1 0,0 0 2 16,1 0-2-16,-1 0 0 0,1 0 0 15,1 0 0-15,-1 1 2 0,0 0 0 0,0 0-4 16,1 0 1-16,-1 0 4 0,2 8-4 16,-2-4 2-16,4-4 0 0,-2 1-1 0,0 1 0 15,0-1 1-15,1 0 0 0,0 0-2 16,2 6-1-16,-1-5 1 0,2 3 2 0,-2-3 1 15,2-2 0-15,-2-3-1 0,1 3 0 16,0-2-1-16,-1 2-2 0,4 4 2 0,-2-4 0 16,-2-2-1-16,2 1 1 15,-1 0 1-15,1-2 1 0,0 1-2 0,-1 0 2 16,2-1-2-16,-1 1 3 0,2-2-4 16,0-1 1-16,1 1-2 0,-2 0 2 0,3-2 0 15,-1 0 1-15,0 0 0 0,6 4-2 16,-3-4 4-16,0 0-5 0,2 3 2 0,3-1-1 15,-2-3 2-15,-1-1-1 0,5 2 1 16,-3-2 0-16,3 2 0 0,-2-2 0 0,-2-1 0 16,4 1 0-16,-2 0-1 0,-1-2 3 15,-1 1-2-15,-1 0 1 0,7 3-3 0,-4-3 4 16,-2-2-1-16,5 4-2 0,-2-2 3 16,4 1-4-16,-5-2 1 0,0-1 4 0,1-1-4 15,5 2 1-15,-2-1 1 0,-3-1-2 16,7 1 2-16,-3 1-2 0,-1-2 3 15,-3-1-4-15,-1 0 2 0,1 0 1 16,0 1-2-16,1-1 0 0,-3 0 1 0,2 0-2 16,0 0 1-16,-3 0 1 0,4 1-3 15,-1-2 1-15,-2 1 1 0,3-1 4 0,0-1-3 16,8 2-1-16,-5-1 0 0,1-2 3 16,6 1 1-16,-2-2-3 0,4 0 1 0,1 0 1 15,0-1-1-15,-3-1 1 0,4 1 0 0,-6 0-1 16,-2 0 1-16,-1-1-1 15,0 0 0-15,0-1 1 0,-2 1 0 0,1-1-3 16,-1 1 0-16,-2 0 2 0,-3 0 0 16,2-1 0-16,0 1 0 0,0-1-2 0,-2 0 1 15,1 0 0-15,4-1-1 0,-4 0 4 16,1 1-4-16,2-2 1 0,-1 2 0 0,3-3 0 16,-3 2-1-16,1-1 3 0,1 0-1 15,0 1-1-15,-1 0 2 0,-1 0-5 0,2 0 4 16,1 0-2-16,-1 0 1 0,0 0 1 15,-1-1-1-15,1 2 1 0,-2-1 0 0,1 1 0 16,0 0 0-16,0-1-4 16,-1 0 3-16,0-1 0 0,0 2 1 0,1-2-3 15,-2 1 4-15,1-1-4 0,2 0 2 16,-2 0 2-16,-1-1 0 0,3 1-1 0,-2 0-1 0,-1 0 2 16,1-1 0-16,-1 1-1 15,0-1 3-15,-3 1-2 0,-1 0 0 0,1 1 1 16,0-1 0-16,0 0-1 0,-1 0 0 15,1 2 2-15,-1-2-1 0,-1-1 3 0,0 1 0 16,1 1-1-16,0-1-2 0,0-1 0 16,0 1 0-16,1-1-3 0,-1 2 8 15,0-3-5-15,0 2-1 0,3-2 3 0,-1 0 3 16,2 1 0-16,-1 0-2 0,0-2 8 16,1 1-3-16,-1-1-1 0,1 1 0 0,-1 0-1 15,0 0-2-15,-2 0-1 0,0 1 2 0,-1 0-1 16,-1 1-4-16,0-1 0 0,-1 1 0 15,1 0 1-15,0-1-4 0,-2 1 4 16,0 0-1-16,-1-1 0 0,3 1 0 0,-2 0 0 16,0-1 1-16,1 1 2 0,2-1 5 15,-2 0 0-15,1-1 1 0,1 1 2 0,2-1-2 16,0-1 0-16,-2 1 1 0,0-1 3 16,2-2-7-16,-1 3 2 0,-3 0-3 0,0 0 4 15,0 0 0-15,-1 0 3 0,0 0-3 16,-1 0-2-16,-1 1 5 0,-1 0-2 0,0-1-1 15,1 1-1-15,-3-1 0 0,2 0 0 16,0 1-3-16,-1-2 1 0,0 1-2 16,1-2 1-16,-1 0-1 0,2-2-5 15,-1 0 3-15,-1 1 0 0,3-5 2 0,-2 2-4 16,1-2 3-16,0 1-4 0,0-2 0 16,-1 1 3-16,1 0-5 0,-1 0 2 0,-1 1 0 15,0 2 3-15,0 0 1 0,-1-2-8 16,1 1 4-16,-1 1 0 0,-1-1 1 0,0 1-4 15,1 0 4-15,-1 0-3 0,-1-1 4 16,0 2-2-16,1-2 5 0,-1 1-1 0,-1 0-3 16,1-1 1-16,-1-1-1 0,1 1-1 15,-2-1 0-15,2 0 2 0,-3 0-2 16,3-1-2-16,-2 0-1 0,1 0 2 0,-1 0-2 16,2-1 1-16,-2 1 0 0,1 0-2 15,-1 0 5-15,0-1 0 0,1 1 0 0,-1-1 1 16,-1 1-4-16,0 0 10 0,1 0-2 15,-1 2 1-15,0-2-2 0,0 2 7 0,-1 0-3 16,1-2 3-16,-2 3 0 0,1 0 4 16,0 0-3-16,-1-1 4 0,-1-1-5 0,1 1-4 15,-1 0 2-15,-1 0 1 0,1-1-5 16,-1 1 2-16,1 0-2 0,-1 0 11 0,0 0-13 16,0 0 4-16,0 0-2 0,-1 0-1 15,2 0-2-15,-2 0 8 0,0 0-9 16,1 1 2-16,-1-1 5 0,0-1-10 15,0 1 1-15,-1-2 0 0,-1 0 1 0,1 1-3 16,0 2 4-16,-1-2 0 0,1 1-5 16,0 0 10-16,-1 0-6 0,-1-1 2 0,3 2 0 15,-2 0 0-15,1-1 1 0,0 2-2 16,0-2 3-16,0 2 7 0,-1-1-10 16,1 0-7-16,0 0 3 0,-1 0 5 0,-1-2-5 15,2 0 3-15,-2 0-1 0,1 2 0 0,0-2 3 16,0 0-3-16,-1 0 1 0,0-1-4 15,-1 0 2-15,-1 0-6 0,2 0 4 0,-1 1-1 16,-5-5 15-16,3 3-15 0,2 3 5 16,-1 0-5-16,2-1-2 0,-2 1 6 15,1 0-4-15,0 1-5 0,1 1 6 0,-1-1 0 16,-1 0 4-16,1-1-10 0,-2 0 4 16,2 0 2-16,-2 2 4 0,0-2-7 0,0 0 0 15,1 0 3-15,-2 1-1 0,1-1 4 16,-1 0-2-16,2 1 2 0,-1 1-4 0,1-1 0 15,-1 1 5-15,0 1-3 16,2 0 0-16,0 1-1 0,1-1 3 0,-1 1-5 16,1 1-5-16,0 0 8 0,0-1 0 0,0 0-1 15,0 1 1-15,-1-1 0 0,3 2-1 16,-2-1-5-16,-1-1 4 0,0 0 2 16,0 1 2-16,0-1-7 0,0 0 4 0,-2 0 0 15,2 1-5-15,-3-2 3 0,2 2-1 16,0 0 2-16,-4-1-1 0,2 0 0 0,-1 0 5 15,0 0-4-15,0 1-2 0,2 0 2 16,-3 1-3-16,2-1 2 0,1 2 6 0,0-2-3 16,0 2-2-16,-2-1 2 0,2 1 1 15,-2-1-6-15,-1-1 2 0,0 2 2 0,3 0-2 16,-3-2 3-16,1 2 1 0,-1-1-5 16,-1 0 7-16,3 0 8 0,0 0-14 0,-3 0 3 15,4 1-6-15,0 1 7 0,0-1-5 16,2 1 2-16,0 0 1 0,1 1-5 15,0-1-1-15,1 0 4 0,1 1 0 0,6 2 0 16,-12-4-3-16,7 3 0 0,5 1 5 16,-9-3-9-16,9 3-10 0,-6-3-27 0,6 3-35 15,0 0-31-15,-9 1-37 0,9-1-49 16,0 0-89-16,-2 9-239 0,2-9 59 0,0 0 54 16,0 0-169-16,17 6-83 0</inkml:trace>
  <inkml:trace contextRef="#ctx0" brushRef="#br0" timeOffset="128132.5011">13338 8050 1367 0,'0'0'40'0,"0"0"-15"0,3-5-3 0,-3 5-10 16,0 0 2-16,0 0 3 0,0 0 9 16,0 0 0-16,0 0 4 0,-9-14 3 0,4 12-1 15,-1-2 2-15,-3 1-2 0,0-1-3 16,-1 0 3-16,-1 0-3 0,-2-1 0 0,1 2 2 16,-2-1 4-16,2 0-3 0,-5 0-1 15,3 2-1-15,1-3 1 0,0 3-5 0,-2-1 2 16,2 0-2-16,-1 1-1 15,-1 0-2-15,1 0-3 0,-2 0-1 0,1 0-3 0,0 1 2 16,-1 0 0-16,1 0 0 0,-5 1 2 16,4-1-4-16,-1 2 1 0,1-2 0 15,-2 2 2-15,1-1-1 0,-4-1 2 0,0 1-2 16,1 0-1-16,0 0 2 0,0 1-2 16,-1-1-1-16,1 1 0 0,0 0 1 0,1 0-3 15,-1-1-2-15,0 2 0 0,4-1-1 16,1 0 2-16,-2 1-1 0,0-1-2 0,2 0 0 15,0 2 1-15,0-1-3 0,1-1 0 16,0 2-4-16,2 0 1 0,-1 0 0 0,0-1-1 16,1 1 1-16,0 0-4 0,0 0 3 15,2 1-2-15,-2 0 0 0,1 1-1 0,0 0 0 16,-2 1-1-16,3 0 2 0,-1 1-3 16,-1 0-1-16,0 2 2 0,0 0 1 15,0-1-1-15,1 2 1 0,-1-1 0 16,1 1-1-16,0 0 0 0,-1-1 1 0,1 2 2 15,-1-1-2-15,1 1-1 0,-1-1 2 16,-3 6-3-16,1-1 1 0,-2 2 1 16,2-3 0-16,-1 2 1 0,3-4 0 0,-2 4 1 15,0-4-2-15,4-1 1 0,-4 4 1 0,2-3-1 16,2-3-1-16,0 1-1 0,-1 1 1 16,2 0-2-16,-1-2 2 0,1 2 1 0,-1-1 0 15,-1 1-1-15,1-1-1 0,0 1 2 16,0 0-2-16,0-1 2 0,0 0-4 15,0 3 4-15,0-2 0 0,-5 5-2 0,4-3 0 16,1-1 0-16,-3 4 3 0,3-2-2 16,1-1 2-16,1-1-2 0,-1 1-1 0,1-1-2 15,1 1 4-15,0 0-2 0,0-1 0 16,2-1 1-16,-2 2 0 0,1 1-1 0,0-1-1 16,-1 0 1-16,2 1-2 0,0 0 2 15,-2 0 0-15,3 0 2 0,0-1-1 0,-2 0-1 16,0 1 1-16,1 1-2 0,0-2 1 15,-1 1 1-15,2 0 0 0,-1-2-1 0,1 0 3 16,-2 1-3-16,3-2 2 16,-1 0-4-16,1 1 3 0,-1 1 0 0,0 0 2 15,2-1-4-15,-2 0-3 0,2 0 6 16,0 1-4-16,-1 3 3 0,1-2-2 0,-1 1 4 16,1 0-1-16,2 1-3 0,-2 1 3 15,0 2 0-15,0-1-3 0,1 0 1 0,0 1 2 16,1 1 1-16,-3-1-3 0,3 3 2 15,1 5 1-15,0-3 0 0,0 4-2 0,-1-6 1 16,1 5-1-16,-1-4 4 0,0-3-5 16,2 0 1-16,-1 0 1 0,1-2-1 15,-1 2 2-15,0-2-3 0,1 1 2 0,0-1 1 16,2-1-2-16,-2 1-2 0,2-2 2 16,0 0-2-16,1 1 2 0,0-2 1 0,2 1 3 15,2 4-5-15,1 0 3 0,-2-4 0 16,3 1 1-16,0 2 1 0,1-2-3 0,-3-2 2 15,4 1-3-15,-3-2 1 0,0-1 3 16,4 4-4-16,0 0 2 0,0-2-2 0,1 0 2 16,0 0-2-16,1 0 2 0,0 1 0 15,0-3-1-15,2 1 0 0,1 0 0 0,0 0 2 16,1-1 0-16,-3 1-4 0,3-2 2 16,0 2 0-16,0-2 0 0,1 0 2 15,-2 0-4-15,2-1 1 0,0 0-1 16,-1 1 2-16,-1-1 0 0,0 0-1 0,2-2 3 15,-1 0-4-15,1 1 4 0,3-1-3 16,-1-1 3-16,1-1 0 0,2 0-1 0,1-1 1 16,-1 1-1-16,0-1 1 0,1-1-1 15,-1 0 0-15,1 0-3 0,0-1 2 0,-5-1-1 16,-3 1 1-16,1-1-2 0,-2 0 2 16,2-1 1-16,-2 2-3 0,1-1 0 0,-2 0-1 15,1 0 0-15,-1-1 3 0,1 2-3 16,-1-1 2-16,1 0 1 0,0-1 1 0,1 1-1 15,-1-1 0-15,-1 1-3 0,0 0 1 0,-2-1 0 16,2 1 0-16,-2 0 0 16,-1-1 1-16,1 0-4 0,2 0 4 0,1 1-2 15,-4-1 0-15,0 0 2 0,2 0 2 16,-1 0-3-16,-1-1 0 0,2 1 0 0,-1-2 3 16,0 2-2-16,1-2-1 0,0 2 2 15,-1-2 0-15,2 0 0 0,-1 0 2 0,0 0-1 16,0 0-1-16,1 0-1 0,3-2 3 15,0 2-1-15,-1-1 1 0,2 0-2 0,-2 1-3 16,2-2 4-16,-1 0-5 16,0 1 4-16,0-1-1 0,1 0-2 0,-1 1 5 15,1 0-1-15,-3-2-2 0,2 2-1 16,-2-1 0-16,-2 2 4 0,2-3-4 0,-2 2 0 0,0-1 0 16,0 2-1-16,0-3 2 15,-1 1-2-15,2 0 3 0,1-2-3 0,0-1 3 16,1 1 1-16,1 0-3 0,5-3 0 15,3 1 1-15,-4-1 0 0,0 0-4 0,0 0 5 16,0-1-1-16,0 1-2 0,0-2 4 16,0 1-1-16,-2-1-1 0,1 0-1 15,-2 0 0-15,0-1 0 0,-4 4 5 0,-1-2-2 0,-1 1 4 16,-1-1 2-16,2 0-3 0,3-2-2 16,1-1 3-16,1-1 1 0,0 0-3 0,-1 0-1 15,1 1 1-15,-1-2 3 16,0 0-6-16,0-1 2 0,-1 1 0 0,-1 0 3 15,-1-2 0-15,1 2-1 0,-2-2-4 16,0 0 5-16,0-1 1 0,-2 0-1 0,-2 3 3 16,1-4 5-16,-1-2 2 0,-1 2-3 15,-2 2 2-15,-2 1 0 0,4-5-2 0,-1-1-4 16,-2 3-1-16,1-3 2 0,0 0-1 16,0-1 1-16,-2 1-2 0,1-2-1 0,-1 0 1 15,0 0-2-15,1 1 0 0,-2-2 0 16,-2 5 12-16,0 0-3 0,-2 0-3 15,0 1 0-15,1 0 2 0,-3-1 0 16,0-1-1-16,0 1 2 0,-3 0-3 0,2-2-1 16,-3 2 0-16,0 0 1 0,-1-5 3 15,1 4-4-15,0 2 1 0,-1 1-6 0,1 1-1 16,0-3 1-16,1 1-2 0,-1 1-1 0,1-2 0 16,-3-5 3-16,3 2 0 0,0 3-5 15,0 0 7-15,0 0-9 0,0-1 7 0,0 1-4 16,0 0 9-16,0 1-6 0,-2-1 0 15,2 1 0-15,-3 0 4 0,2 1 1 0,-1 0 4 16,-1 1-8-16,1-1 2 0,0 1-7 16,0 0 5-16,-1 1-2 0,0 0-2 0,-1 0 2 15,1 1 8-15,-1-1-7 16,-1 0-2-16,1 1 0 0,0 0-4 0,-1-1 8 16,-1 1-10-16,-2-5 4 0,1 4 6 15,1 1-4-15,-3-4-1 0,1 3-2 0,2 2 2 16,-1-1 0-16,0 0 1 0,-3-2 2 15,2 1-7-15,2 4 6 0,-1-1-4 0,-1 0 7 16,1 0-5-16,1 0 1 0,-1 1-2 16,-1-1-1-16,1 0 4 0,1 2 1 0,1 1-5 15,-1-1 0-15,1 1 2 16,0 1 0-16,-1-1 10 0,1 1-10 0,1-1-5 16,0 1 2-16,-1-1 3 0,2 3 0 0,-3-1-6 15,1-3 3-15,1 2 3 0,-2 0-3 16,1 0 3-16,-2 0-3 0,0-3 2 0,-1 2-3 15,0 0 1-15,-1-2 5 0,1 2-5 16,-1 1-1-16,0-2 6 0,0 1 1 0,-1 0-1 16,1 1-3-16,-1-1 3 0,1 0-3 15,-1 1 1-15,0 0-3 0,2 1 0 0,-2-1-2 16,1 0 3-16,0-1-3 0,-1 1 8 16,1 2-7-16,0-2 4 0,-2 0 0 0,0 0-5 15,-1-1 2-15,0 0-3 0,1 1 7 16,-2 0-2-16,1 1 2 0,-2-1-4 0,3 0 3 15,-3 1-6-15,2 0 0 16,-1 1 6-16,0-1-2 0,1-1 3 0,-1 3-5 16,0-3 2-16,-1 2 4 0,0 0-6 15,-1 0 4-15,-5-3-5 0,2 3 4 0,2 0-2 16,1 0-1-16,0 2-3 0,0-2 0 16,-1 1 5-16,2 0 2 0,-2 2-4 0,2-2-2 15,2 1-2-15,1 1 1 0,0 0 6 16,1 0-5-16,3 1 1 0,0 1-1 0,-1-2 3 15,2 2 3-15,0 0-34 0,1-1-20 16,8 1-33-16,-15 1-37 0,8 1-47 0,-1-1-65 16,-1 1-166-16,-1-2-81 0,2 0 37 15,8 0-175-15,-22-2-117 0</inkml:trace>
  <inkml:trace contextRef="#ctx0" brushRef="#br0" timeOffset="129240.1946">9924 8500 1629 0,'-9'2'-61'0,"3"-1"19"0,6-1 12 16,-12 1 16-16,12-1 16 0,-8 2 7 15,8-2 7-15,-7 1-2 0,7-1 7 0,0 0 6 16,-9 1 3-16,9-1-2 0,0 0 5 16,0 0 3-16,-7 2 1 0,7-2 1 0,0 0 0 15,0 0-1-15,0 0-1 0,-7 1-3 16,7-1-3-16,0 0-3 0,0 0-2 15,0 0-4-15,0 0 0 0,0 0-3 0,-7 2-2 16,7-2-5-16,0 0 2 0,0 0-1 16,0 0-2-16,0 0-1 0,0 0-2 0,0 0-2 15,-6 4 1-15,6-4-2 0,0 0-2 16,0 0 3-16,0 0 1 0,0 0-5 0,0 0 2 16,0 0 1-16,13 10-2 0,-9-8 6 15,2 1-2-15,1 2 1 0,4-1 1 0,4 0 1 16,9 2 6-16,6 0-2 0,11-1 3 15,11-2 5-15,5 0-2 0,7 0-1 0,23-2-2 16,0 0 1-16,1 2 3 0,-5 0-1 16,-14-1-3-16,-6 2 0 0,-4 0-4 0,-7-1 3 15,-6 0-6-15,-13-1 1 0,-4 1-1 16,-9-1 2-16,-3-1-2 0,-4 1 5 16,-2-2-1-16,-1 1 0 0,-2 0 3 15,-1 1 3-15,0-2-3 0,-7 0-1 0,11 1 1 16,-11-1-1-16,9 0-3 0,-9 0-6 15,7 0-7-15,-7 0-23 0,0 0-21 0,11 0-36 16,-11 0-39-16,0 0-53 0,0 0-147 16,0 0-321-16,0 0-139 0</inkml:trace>
  <inkml:trace contextRef="#ctx0" brushRef="#br0" timeOffset="130243.7719">9487 9050 1592 0,'0'0'-67'16,"-7"3"26"-16,7-3 11 0,0 0 10 15,0 0 2-15,0 0 2 0,0 0 9 0,-6 3 3 16,6-3 6-16,0 0 7 0,0 0 3 16,0 0-3-16,0 0 6 0,0 0-7 0,0 0 5 15,0 0-2-15,0 0 1 0,0 0-1 16,0 0 0-16,0 0 7 0,0 0 0 15,0 0 6-15,0 0-1 0,0 0 0 0,0 0 0 16,0 0-1-16,20 4-4 0,-20-4 2 16,12 0-1-16,-5 2 2 0,1-1-2 0,1 0-4 15,1 0 3-15,2 0-2 0,2 0-4 16,0 1 7-16,3 1-5 0,2-2 2 0,0 2-3 16,9 1-3-16,1-1 3 15,1-1 3-15,7 0 5 0,0-1-2 0,3-1 6 16,9 2-2-16,5-2 3 0,2-1 1 15,1 0-5-15,4-1 1 0,-4 1 2 0,2 0-3 0,-1 0-2 16,-1 0 2-16,-2 1-4 0,-2-2-1 16,-3 2 1-16,-1 0-5 0,-9 0-2 15,-1 2 3-15,-2-2-1 0,0 1-4 16,-3-2 1-16,0 2-1 0,-4 0 1 0,-4-1-4 16,-4 0 1-16,1 1 4 0,-2-1 0 15,-1 1 0-15,2-1 2 0,-1 0 2 0,-2 1 1 16,-2-1 1-16,1 0 3 0,-4 0 0 15,2 1-1-15,-1-1 1 0,-2 1-1 0,-1 0-3 16,0-1 1-16,-2 0-1 0,-2 0 1 0,-1 0 1 16,-7 0 1-16,14 1 2 15,-9-1 2-15,-5 0 1 0,10 0 4 0,-10 0 2 16,7 2-3-16,-7-2 7 0,0 0 1 0,10 0 2 16,-10 0-4-16,0 0-2 0,0 0-3 15,9 1-4-15,-9-1-1 0,0 0-4 16,0 0-4-16,7 0 0 0,-7 0 2 0,0 0-15 15,0 0-19-15,0 0-33 0,0 0-45 16,0 0-71-16,0 0-154 0,6-3-129 0,-6 3 41 16,0 0-136-16,0 0-46 0</inkml:trace>
  <inkml:trace contextRef="#ctx0" brushRef="#br0" timeOffset="137217.3127">16868 4396 1365 0,'0'0'-88'0,"0"0"12"0,-3-6 8 16,3 6 7-16,0 0 18 0,-4-5 7 16,4 5 9-16,0 0 19 0,-6-5 9 0,6 5 2 15,-3-4-2-15,3 4 5 0,0 0 7 16,-7-6 0-16,7 6 1 0,-3-4 1 0,3 4 2 16,0 0-3-16,-6-4 3 0,6 4 6 15,0 0-1-15,0 0-3 0,-5-4 2 0,5 4 1 16,0 0-2-16,0 0-3 0,0 0 4 15,0 0-2-15,-5-4 1 0,5 4-2 0,0 0 2 16,0 0-4-16,0 0-3 0,0 0-4 16,0 0 3-16,0 0-7 0,0 0 2 15,0 0-2-15,0 0-6 0,0 0 1 0,0 0 3 16,0 0 3-16,0 0 1 0,28 2 8 16,-10 0 0-16,10 3 3 0,6-2-4 0,9 3 4 15,4-1-3-15,4 1 0 0,1 1 4 16,1 0-1-16,1-1 5 0,-6 2-7 0,-1-1 0 15,-4 0-3-15,-9-2-2 16,-6 0-3-16,-2 0 3 0,-7-3-1 0,-6 0 5 0,-1 1 8 16,-3-2 1-16,-2 0 6 0,0 0 9 15,0 0 5-15,-7-1 5 0,9 2 0 0,-9-2-6 16,8 1-1-16,-8-1-5 0,7 1-5 16,-7-1-4-16,0 0-1 0,7 1-3 15,-7-1-3-15,0 0-2 0,0 0-11 16,8 1-22-16,-8-1-32 0,0 0-38 0,0 0-55 15,0 0-186-15,0 0-218 0,0 0-47 16</inkml:trace>
  <inkml:trace contextRef="#ctx0" brushRef="#br0" timeOffset="138994.4694">16893 4830 1342 0,'0'0'-67'0,"0"0"21"0,0 0 8 15,0 0 10-15,0 0-1 0,0 0 4 16,0 0 13-16,0 0 10 0,0 0 2 0,0 0 8 16,0 0 0-16,0 0-1 0,0 0 7 15,0 0 3-15,0 0 6 0,0 0 0 0,0 0-4 16,0 0 4-16,0 0-6 0,0 0 7 16,0 0-5-16,0 0 1 0,0 0 5 0,0 0-1 15,0 0 5-15,-7-9-2 0,7 9 2 16,0 0 0-16,0 0-1 0,0 0-4 15,0 0-1-15,0 0-2 0,0 0 2 0,0 0-2 16,0 0-1-16,0 0-5 0,0 0 0 16,0 0-1-16,0 0-4 0,0 0-1 0,0 0 0 15,0 0 1-15,0 0-4 0,0 0 3 16,0 0 1-16,0 0-1 0,0 0 1 0,0 0 0 16,0 0 2-16,0 0-7 0,0 0 3 15,0 0 1-15,0 0-2 0,0 0 4 0,0 0-3 16,0 0-1-16,0 0-1 0,0 0-1 15,0 0-1-15,0 0 3 0,0 0 0 0,0 0-3 16,0 0 0-16,0 0 1 0,0 0-1 16,0 0 3-16,0 0-2 0,0 0 1 0,0 0 0 15,0 0 1-15,0 0 3 16,0 0-2-16,0 0-3 0,0 0 0 0,0 0-2 16,0 0 5-16,0 0-6 0,0 0-3 15,0 0 4-15,0 0-2 0,0 0 2 0,0 0-1 16,0 0 0-16,0 0 0 0,0 0 1 15,0 0-4-15,0 0 1 0,0 0 0 0,0 0 0 16,0 0-1-16,0 0 1 0,0 0-1 16,0 0-6-16,0 0 1 0,0 0-3 0,0 0 5 15,0 0-4-15,0 0 0 0,34 3 2 16,-20-2 1-16,7 0 2 0,12 1-1 0,3 1 1 16,10-1-1-16,3 0 1 0,0 2 0 15,1 1 1-15,0 0 2 0,-2-1-6 16,0 2 5-16,-2-3-2 0,-3 1 1 15,-8-2 3-15,-5 1-4 0,-6 0 0 0,-6-2 4 16,-3 1 4-16,-3-1-3 0,-1-1 6 16,-3 2 3-16,1-1 2 0,-2-1 0 0,-7 0-2 15,13 1 4-15,-7 0-4 0,-6-1 1 16,9 1 0-16,-9-1-4 0,8 0 2 0,-8 0-4 16,7 1 4-16,-7-1-4 0,0 0 1 15,8 1 1-15,-8-1 0 0,0 0 0 0,0 0-2 16,0 0 0-16,9 0 1 0,-9 0-1 15,0 0 0-15,0 0-11 0,0 0-17 0,0 0-17 16,0 0-36-16,0 0-56 16,0 0-166-16,0 0-223 0,-23-3-24 0</inkml:trace>
  <inkml:trace contextRef="#ctx0" brushRef="#br0" timeOffset="140621.6349">16992 5246 1302 0,'0'0'-76'0,"0"0"16"0,0 0 11 0,0 0 16 16,0 0 17-16,-5 3 8 0,5-3 11 0,0 0-2 16,0 0 12-16,0 0 0 0,0 0 1 15,0 0 2-15,0 0 5 0,0 0-10 0,0 0 3 16,0 0-1-16,0 0-1 0,0 0 1 16,0 0 0-16,0 0-3 0,0 0 1 0,0 0-2 15,0 0 3-15,0 0-6 16,0 0 0-16,0 0-2 0,0 0-5 0,0 0 1 15,0 0 3-15,0 0-3 0,0 0 1 16,11 9-1-16,-4-8 4 0,2 0-3 0,1 0 5 16,6 1-1-16,2 1-5 0,1-2 2 15,10 1-1-15,0 2 1 0,2-2 3 0,0 2-1 16,2-1 2-16,0 1-5 0,0 0 3 16,0-1-5-16,-1 0 7 0,-1 2-4 0,1-2-1 15,-4 0 6-15,-1 0 0 0,2 0-2 16,-6 0 4-16,-3-2-5 0,0 0 4 15,-1 1-3-15,2-1 5 0,-1-2-3 0,0 2 1 16,1 1 0-16,0-2 3 0,1 1-2 16,-2 1-3-16,2-2 4 0,-2 0-3 0,1 1-5 15,0-1 4-15,0 2-2 0,-1-1-2 16,0 1 4-16,2 0 3 0,-2-1-10 0,0 1 6 16,0 2-4-16,1-4 3 0,-1 2-3 15,-2-1 4-15,1 1-1 0,-3 0-4 0,0 0 4 16,-1-1 0-16,-1 0 2 0,1 1 0 15,-1-1-3-15,0 1-4 0,0-2-2 0,0 1 4 16,1 0-1-16,-2 1 3 0,3-1-5 16,-2 1 1-16,1-1 5 0,2 1-1 0,-3-2-3 15,6 1 1-15,-3 0 6 0,1-1-7 16,2 1 4-16,0 0-3 0,-1 1 3 16,1-1-1-16,1 0-1 0,0-1 0 15,1 0 1-15,0 0-4 0,-2 1 3 0,0 1-2 16,1-2 0-16,-2 0-2 0,-1 0 0 15,1 1 1-15,1-1-2 0,-6 1-3 0,1 0 3 16,2 0 7-16,-2-1-3 0,1 0 0 16,1 2 0-16,-1-1 0 0,0-1-1 15,0 1 1-15,3 1-1 0,-3-1 0 0,-1-1 3 16,5 2-2-16,-4-2-1 0,1 1 1 0,3 0 1 16,-2-1 2-16,2 2-4 0,-3-2 0 15,2 2-3-15,-3-2 4 0,0 2 1 16,0-2-7-16,-2 0 9 0,3 0-6 0,-2 0 6 15,1 2-2-15,0-2 2 0,0 0-5 16,0 0 8-16,1 0-3 0,-2 0 0 0,2 0 4 16,1-2-4-16,1 2 2 0,-2 0-4 15,3-2 2-15,-1 2 3 0,-3 0-3 0,1 0-3 16,0 0-2-16,3-1 5 0,-1 0-4 16,1 1 5-16,0 0-3 0,0 0 0 0,2-2 3 15,-1 0-2-15,0 0 1 0,1 2 3 16,0-1-3-16,0-1 1 0,0 2 0 0,8-1-1 15,-4 1 0-15,-3 0 2 0,-1 0-2 16,0 0 2-16,0 0-4 0,1 0 0 16,-1 0 0-16,-2 1 1 0,-3-1 2 15,0 0-2-15,-1 0 0 0,-2 1 0 0,-2-2-8 16,0 2 9-16,-1-2 4 0,-2 2 1 16,-1-1 1-16,-8 0 4 0,14 0 2 0,-9-1 3 15,-5 1-3-15,10 1 5 0,-10-1-1 16,0 0-5-16,10-1 0 0,-10 1-1 0,0 0 0 15,9 0-5-15,-9 0-12 0,0 0-17 16,0 0-30-16,0 0-37 0,0 0-53 0,0 0-166 16,0 0-135-16,0 0 50 0</inkml:trace>
  <inkml:trace contextRef="#ctx0" brushRef="#br0" timeOffset="142940.7987">17207 6053 1112 0,'0'0'-63'0,"0"0"7"15,-1 7 9-15,1-7 12 0,0 0 5 16,0 0 10-16,0 0 0 0,0 0 13 0,0 7 3 16,0-7 2-16,0 0 6 0,0 0-1 15,0 0 1-15,0 0 4 0,0 0 0 0,0 0-5 16,0 0 6-16,0 0 5 0,0 0-6 16,0 0-1-16,0 0 1 0,0 0 5 0,0 0 0 15,0 0 0-15,0 0 1 0,-1 6 2 16,1-6 0-16,0 0 0 0,0 0 6 0,0 0-2 15,0 0 0-15,0 0-2 16,0 0-7-16,0 0 6 0,0 0-3 0,0 0-1 0,0 0-2 16,0 0-1-16,0 0-2 15,0 0-5-15,0 0 5 0,0 0-8 0,0 0 8 16,0 0 4-16,0 0-13 0,0 0 6 16,0 0 0-16,0 0-3 0,0 0 3 0,0 0 1 15,0 0-3-15,0 0-3 0,0 0 3 0,0 0-4 16,0 0 0-16,0 0-4 0,0 0 2 15,4 7 4-15,-4-7-1 0,0 0 4 0,8 3 0 16,-1-3-1-16,2 3 2 0,0-1-1 16,2-1 4-16,4 3-4 0,3-2-3 0,1 2 5 15,8-1-5-15,2 0-2 16,-1 2 3-16,0-1 6 0,2 0-7 0,-1-1 7 16,0 1-4-16,0-3 4 0,-5 1-1 15,-3 0 3-15,1-1 2 0,0 1 0 0,-1-1-4 16,-1 0 1-16,1 1 3 0,-1-1 6 15,0 0-4-15,-1-1 0 0,0 3 2 0,0-1-4 16,2-2 4-16,-1 1-4 0,8 2 1 16,-4-2-3-16,5 2-2 0,-1-2 3 0,-1 3 1 15,2-2-2-15,-6 1-6 0,5 0 5 16,-2 1-4-16,-3-1-1 0,-3 0 2 0,-1-2-4 16,0 2 2-16,0-1 0 0,-2 0-1 15,-1 1 2-15,-2-2-1 0,1 1 2 16,0 0-2-16,-2-2 1 0,0 1-3 0,0 0 2 15,2-1-2-15,-1 2-4 0,-1-1 3 16,2 1 0-16,-1-1-2 0,2 2 0 0,-2-2 2 16,0-1-1-16,1 3 1 0,0-2 3 15,-1 0-3-15,-1 1 0 0,-1-2 2 0,-1 1 0 16,0 1 1-16,0-2-5 0,-2 0 4 16,0 1 1-16,0-1 5 0,-9 0-1 0,15 1 4 15,-8-1 1-15,1 0-3 0,-1 0 0 16,-7 0-2-16,17 0 3 0,-11-1-4 0,3 1 2 15,-9 0-9-15,15-1 5 0,-7 1 0 16,2 0 0-16,0-2 3 0,-1 2-2 16,1-1 0-16,-2 1-5 0,2 0 3 15,-2-1-2-15,1 1-2 0,0-1 2 0,0 1-2 16,-1 0 1-16,2-1-6 0,-1 1 7 0,-1 0 0 16,2 0-2-16,0-1-3 0,-1 1 6 15,1 1 1-15,0-1-2 0,2 0-2 0,-2 0 4 16,0 0-3-16,2-1-4 0,0 2 3 15,0-1 3-15,-1-1 1 0,1 1-4 0,0 0 1 16,-1-1 3-16,0 0-7 0,0 1 2 16,-1-1 5-16,1 1-2 0,0 0-3 0,0 0 2 15,-1-1-3-15,2 1 2 16,0-1-3-16,-1 0 6 0,1 1-3 0,1-1 0 16,-2 1 0-16,0 0 0 0,0-2 1 15,0 2-1-15,1 0-1 0,-2 0 0 0,0 0 0 16,2 0 2-16,-2 0 3 0,0 0-3 15,-1 0 0-15,0 0-2 0,0-1 2 0,-1 1-5 16,-8 0 3-16,16 0 2 0,-9 0 2 16,2 0-3-16,0 0 2 0,-1 0-6 0,1 0 4 15,-1 0-1-15,2 0 1 0,-1 0 3 16,-1 1-5-16,3-1 1 0,-2 1-1 0,0 0 0 16,1-1 3-16,0 1-1 0,2 0 2 0,-2 0-5 15,0-1 3-15,2 0 1 16,-2 0 1-16,-2 1-5 0,4-1 3 0,-2 1-1 15,0-1 1-15,-1 0 3 0,1 1-5 16,0-1 5-16,-3 1-6 0,1-1 4 0,-1 0-3 16,-7 0 6-16,17 0-2 0,-10 0-1 15,-7 0-3-15,13 0 4 0,-6 0-2 0,-7 0 1 16,13 0-1-16,-6 0 1 0,1 1 2 16,-8-1-6-16,14 0 2 0,-6 0-3 0,-1 0 1 15,2 1 3-15,-1-1 1 0,1-1-4 16,2 3 3-16,-1-2-1 0,0 0 1 0,2 0 2 15,0 0-1-15,-2 1-2 0,0-1 1 16,1-1 0-16,2 2 1 0,-2-2-1 16,1 1 2-16,1-2-3 0,0 2 2 0,-2 0-5 15,1-1 1-15,0 1 0 0,0 0 2 16,1-3 1-16,-1 3 0 0,-1 0-5 0,2-1 9 16,-2 1-4-16,1-1 3 0,1 0-3 15,0 0-1-15,1-1 0 0,-2 1 5 0,2-1-1 16,1 1-2-16,-1-1-2 0,-1 1 2 15,1-2 3-15,-1 2-3 0,-1 1 1 0,1-3 0 16,-1 2-4-16,1-1 4 0,1 1-1 16,-4-2-1-16,2 2 2 0,0-1-1 0,-1 1 3 15,1-1-4-15,-2 2 0 0,2-2 2 16,-2 1 0-16,2 0 3 0,1-1-6 16,-3 2 4-16,4-2-3 0,1 1 0 15,-1-1 0-15,-1 2 0 0,0 0 0 0,1-1-1 16,-4 0 2-16,4-1 0 0,-4 2 1 15,1-2-5-15,1 2 3 0,-1-1 2 0,-1 0-3 16,0 2 3-16,1-3-1 0,0 1 3 0,-1 0 0 16,0 0-4-16,0 0 0 0,0 0 3 15,0 0-2-15,0 1 3 0,-3 0-6 0,3 0 3 16,-1 0-4-16,-1 0 2 0,2-2 0 16,-10 2 3-16,13 0 0 0,-4 0-1 15,-2 2 0-15,-7-2-1 0,12 0 3 16,-12 0-5-16,8 0 2 0,-8 0 2 0,9-2-1 15,-9 2 1-15,0 0 1 0,10 0-1 16,-10 0 1-16,0 0 3 0,0 0 7 0,9 0-2 16,-9 0 7-16,0 0 0 0,0 0-3 15,0 0 1-15,0 0 1 0,0 0 3 0,8 0-6 16,-8 0-2-16,0 0-4 0,0 0 0 16,0 0-10-16,0 0-23 0,0 0-29 0,0 0-50 15,0 0-40-15,0 0-203 0,0 0-109 16,0 0 37-16</inkml:trace>
  <inkml:trace contextRef="#ctx0" brushRef="#br0" timeOffset="146925.8341">17607 7502 251 0,'0'0'86'0,"0"0"-19"0,0 0-9 0,0 0-8 15,0 0-1-15,0 0-3 16,0 0-3-16,0 0-8 0,0 0 5 0,0 0-3 15,0 0 0-15,0 0-4 0,0 0 0 16,0 0 1-16,0 0 2 0,0 0-4 0,0 0 1 16,0 0 2-16,0 0 0 0,0 0-3 0,0 0 1 15,0 0-4-15,0 0 0 0,0 0-2 16,0 0-3-16,0 0-5 0,0 0-8 0,0 0-20 16,0 0-52-16,0 0-107 0,0 0-185 15,0 0 134-15</inkml:trace>
  <inkml:trace contextRef="#ctx0" brushRef="#br0" timeOffset="148080.4805">20971 7502 737 0,'-10'-4'116'15,"5"2"-43"-15,5 2-18 0,-6-2-4 16,6 2 1-16,0 0 8 0,-6-5-5 0,6 5 0 16,0 0 2-16,0 0-9 0,-7-2 3 15,7 2-5-15,0 0-4 0,0 0-8 0,0 0 2 16,0 0-8-16,0 0-1 0,0 0-5 16,0 0-5-16,0 0 1 0,27-5-7 15,2 8 2-15,7-1 1 0,13 0 2 16,3 3-6-16,6-1 6 0,0 0-4 0,2-2 3 0,-1 3-1 15,-1 1-1-15,-2-1 1 0,-6 0-2 16,-4 0 4-16,-12-1-5 0,-3-2-2 0,-10 1 4 16,-4-2 2-16,-3 1 4 0,-4-1 6 15,1 0 6-15,-4-1 1 0,1 1-4 16,-1 0 3-16,-7-1-3 0,10 1 1 0,-10-1-3 16,9 1-3-16,-9-1-3 0,8 1-11 15,-8-1-21-15,6 1-24 0,-6-1-33 0,0 0-43 16,0 0-75-16,12-4-207 0,-7 1-81 15,1 0 19-15</inkml:trace>
  <inkml:trace contextRef="#ctx0" brushRef="#br0" timeOffset="148586.465">22107 7593 1300 0,'0'0'-2'0,"-6"-3"13"15,6 3 6-15,0 0 4 0,-7-3 13 16,7 3 9-16,0 0-4 0,0 0-5 0,0 0-4 16,0 0-1-16,16-9-6 0,1 6-2 15,16 1-2-15,13-1-5 0,9 2 1 16,9 1-1-16,20 0-3 0,4 1-3 0,-1-1-4 15,-1 4 2-15,-19-1 2 0,-2-1 3 0,-4 2-6 16,-7-1 3-16,-8-1 3 16,-13-2 10-16,-9 2 16 0,-4 0 9 0,-5-2 10 15,-3 1 1-15,-2-1-1 0,-2 0 1 16,0 0 0-16,-1 1-3 0,-7-1-7 0,10 0-1 16,-10 0-10-16,0 0-5 0,10-1-20 0,-10 1-27 15,0 0-22-15,0 0-35 0,0 0-32 16,0 0-38-16,0 0-49 0,0 0-199 0,0 0-81 15,8 0 20-15</inkml:trace>
  <inkml:trace contextRef="#ctx0" brushRef="#br0" timeOffset="150912.328">17183 8829 1219 0,'0'0'-28'0,"-5"2"3"16,5-2 9-16,0 0 8 0,-7 3 10 15,7-3 9-15,0 0 9 0,0 0 4 16,-8 3 2-16,8-3-4 0,0 0 0 0,0 0-1 15,0 0-6-15,0 0 7 0,-4 3-4 16,4-3 4-16,0 0 0 0,0 0-6 0,0 0-1 16,0 0 0-16,0 0 2 0,0 0 2 15,0 0 0-15,0 0 2 0,0 0 1 0,0 0 0 16,0 0-2-16,0 0-1 0,0 0 2 16,0 0-5-16,0 0 5 0,0 0-7 0,-5 4 1 15,5-4 0-15,0 0-1 0,0 0 1 16,0 0-4-16,0 0 0 0,0 0-5 0,0 0 8 15,0 0-6-15,0 0 5 0,0 0-4 16,0 0 6-16,0 0-2 0,0 0 2 0,0 0 1 16,0 0 0-16,0 0 2 0,0 0 0 15,0 0 0-15,0 0-1 0,0 0-1 16,0 0 0-16,0 0 2 0,0 0 0 0,0 0-5 16,0 0 2-16,0 0-4 0,0 0 4 15,0 0-1-15,0 0 0 0,0 0-4 0,0 0-1 16,0 0-2-16,0 0-3 0,0 0-1 15,0 0-1-15,0 0-2 0,0 0 1 0,0 0-6 16,0 0 8-16,22 1 2 0,-9-1-6 16,8 0 3-16,13-2-1 0,16 2 3 0,8-1-1 15,13 0 0-15,24-2-1 16,7 1 1-16,5 0 0 0,7-2 3 0,2 1 2 16,3 0-3-16,-2 2 5 0,-7-1-2 15,-12 0 0-15,-10 4-4 0,-23-2 2 0,-6 0-4 16,-9 1 4-16,-14-2-1 0,-5 1 4 15,-8 0 10-15,-5 0 14 0,-5 0 11 0,-2-1 9 16,-1 0 1-16,-2 1-3 0,-2-1-3 16,-6 1-7-16,12-1-6 0,-12 1-3 0,10-1-7 15,-10 1-21-15,6-1-28 0,-6 1-43 16,0 0-45-16,10-1-57 0,-10 1-119 0,7-1-132 16,-7 1-120-16,12-4-44 0</inkml:trace>
  <inkml:trace contextRef="#ctx0" brushRef="#br0" timeOffset="152301.3546">17438 10110 1401 0,'0'0'-38'0,"0"0"15"16,0 0-3-16,0 0 2 0,-11 0 2 0,11 0 6 15,0 0 15-15,0 0 8 0,0 0 11 16,0 0 5-16,0 0 5 0,0 0-8 0,0 0 0 16,0 0 4-16,-8 0-3 0,8 0-2 15,0 0-1-15,0 0-4 0,0 0-4 0,0 0 1 16,0 0-2-16,0 0 2 0,0 0-2 15,0 0-2-15,40-1 0 0,-10-1 4 0,6-1-2 16,14 0-1-16,6-3 0 0,9 0 5 16,18-2 6-16,8 1 9 0,4-3 3 15,2 0 6-15,6 1 4 0,-3 1 0 0,0 1 3 16,-7 0-5-16,-6 1-1 0,-2 4-1 0,-21-1-6 16,-4 1-2-16,-6 2-2 0,-5 0-5 15,-14 0 0-15,-2 1-2 0,-8-1-2 16,-7 0 1-16,-3 0 1 0,-3 0 4 0,-1 1 2 15,-1-1 3-15,-1 0 3 0,-2 0 5 16,-7 0 0-16,12 0 7 0,-12 0-2 0,9 0-3 16,-9 0-3-16,8 0-4 0,-8 0-3 15,0 0-6-15,10 0-8 0,-10 0-21 0,0 0-26 16,8-2-36-16,-8 2-43 0,0 0-55 16,6-3-108-16,-6 3-382 0,4-4-151 0</inkml:trace>
  <inkml:trace contextRef="#ctx0" brushRef="#br0" timeOffset="169628.2885">20772 3974 58 0,'0'0'10'0,"0"0"16"0,0 0-2 15,-6 2 3-15,6-2-5 16,0 0 5-16,0 0-2 0,0 0-2 0,0 0 4 15,-7 1 4-15,7-1 0 0,0 0 9 16,0 0-7-16,0 0 8 0,0 0 4 0,0 0 1 16,0 0-1-16,0 0-2 0,-7 3-3 15,7-3 3-15,0 0-2 0,0 0-10 0,0 0 9 16,0 0 3-16,0 0 0 0,0 0-8 16,0 0 8-16,0 0-1 0,0 0-3 0,0 0 1 15,0 0-6-15,0 0-2 0,0 0 1 16,0 0-3-16,0 0-3 0,0 0 2 0,0 0-1 15,0 0-5-15,0 0 1 0,0 0 0 16,0 0-5-16,0 0 0 0,0 0 0 16,0 0-4-16,0 0 2 0,0 0 1 15,0 0-4-15,0 0-3 0,0 0-1 0,0 0 0 16,0 0-3-16,0 0-2 0,0 0 0 16,33-4-1-16,-16 3 0 0,6 0-2 0,7-1-4 15,4 1 2-15,-2 0 1 0,1 1-2 16,-1-1-3-16,-1 0 3 0,-8 1 1 0,-3-1-5 15,-5 1 6-15,0 0 0 0,-4-1 0 16,1 0 4-16,-5 1 5 0,0 0 0 0,-7 0 6 16,13 0 0-16,-13 0 4 0,10 0-5 15,-10 0 9-15,7 0-8 0,-7 0 0 0,0 0-8 16,10 0 4-16,-10 0-5 0,0 0 0 16,9 0-2-16,-9 0 3 0,0 0 1 15,0 0-3-15,0 0-1 0,10-1 0 16,-10 1 1-16,0 0-5 0,0 0 8 0,0 0-5 15,0 0-1-15,9 1-2 0,-9-1 1 16,0 0 2-16,0 0 0 0,0 0-3 0,0 0-1 16,0 0 6-16,0 0-4 0,0 0-3 15,0 0 4-15,5 1-4 0,-5-1 2 0,0 0-2 16,0 0 0-16,0 0-3 0,0 0 0 16,0 0 0-16,0 0-1 0,0 0 1 15,0 0-3-15,2 7 1 0,-2-7 0 16,0 0 6-16,0 0-3 0,-2 10 0 0,2-10-1 15,-1 12 0-15,1-4-3 0,-2 0 5 16,1 2 1-16,0 2-3 0,-1 3 2 0,1 3 4 16,1 1-1-16,-2 9-2 0,2-1 1 15,0 1 4-15,2 2 0 0,1-2-3 0,-1 2 3 16,1-1-1-16,3-2 2 0,-3-1-1 16,3-1-3-16,-2-5 4 0,0-4 2 0,-2-3-5 15,0-2 2-15,0-1-1 0,-1-1 3 16,0-2 2-16,1 1-1 0,-1-1 12 0,-1-7 9 15,0 10 5-15,0-10 6 0,-3 8 0 16,3-8 2-16,-6 7 3 0,2-5-2 0,4-2 0 16,-9 5 1-16,6-2-1 15,3-3 3-15,-10 3-1 0,3-3 0 0,7 0-3 16,-12 1-3-16,4 0-4 0,-1-2 3 16,0 0-1-16,-4 0-3 0,-1 0-2 0,0-1 8 15,-2 0-13-15,-2 0 0 0,-1-1-5 16,0 1 4-16,0 1-7 0,2-2-2 0,1 1 0 15,0 2-2-15,3-1-3 0,0 0-4 16,3 0-18-16,0-1-33 0,0 1-38 0,4 1-63 16,0-2-59-16,6 2-154 0,-6-6-319 15,6 6-173-15</inkml:trace>
  <inkml:trace contextRef="#ctx0" brushRef="#br0" timeOffset="172640.5355">21744 4359 1668 0,'0'0'-117'0,"0"0"18"16,-7-2 20-16,7 2 28 0,0 0 11 0,0 0 12 15,-7-3 10-15,7 3 7 0,0 0 1 16,0 0 11-16,-6-4 2 0,6 4 5 0,0 0 3 15,0 0 0-15,-6-2 14 0,6 2-5 16,0 0 10-16,0 0 3 0,0 0-1 16,-5-4 2-16,5 4-8 0,0 0-3 15,0 0 1-15,0 0-4 0,0 0 0 0,0 0-7 16,0 0 5-16,0 0-6 0,0 0-4 16,0 0-7-16,0 0 1 0,0 0-4 0,0 0-5 15,0 0 7-15,16-3 2 0,-5 3 2 16,2 0-8-16,2 0 5 0,0 1 0 15,1-1-3-15,-2 1 4 0,-3-1-5 0,0 0 3 16,-1 0 4-16,-1 1 0 0,-2-2-3 0,-7 1 1 16,13 1 3-16,-8 0 1 0,-5-1 1 15,9 0 4-15,-9 0-1 0,0 0 3 0,11 1-3 16,-11-1-2-16,0 0-2 0,7 0-3 16,-7 0 1-16,0 0 1 0,0 0-3 0,9 1 1 15,-9-1-3-15,0 0 4 0,0 0-3 16,0 0 2-16,0 0-3 0,8 0-2 15,-8 0 3-15,0 0-6 0,0 0-1 16,0 0 2-16,0 0-6 0,4 3 8 0,-4-3-1 16,0 0-1-16,0 0-1 0,0 9 2 15,0-9-2-15,-1 12-1 0,1-4 0 0,0 1 2 16,-1 2-2-16,0 1 2 0,0 2 3 16,1 2 2-16,1 2-2 0,0 9 2 0,0-4 3 15,0 2-3-15,2-2 2 0,-1 3-1 16,1 1-1-16,0 0 6 0,1 0 1 0,0-2-5 15,0 0-2-15,-1-4 0 0,-2-3 1 16,2 0-1-16,-2 0 3 0,1-5 0 16,-1 2 4-16,-1-4-2 0,1 0 5 15,-2-1 2-15,-1-2 11 0,-1 1 3 0,-3-1 8 16,-1 0 4-16,-3-2 1 0,-4 0 3 16,-1-2-2-16,-1 1 7 0,-2-3-3 0,0 1 0 15,3-2-2-15,-3-1-3 0,1 1 1 16,2-1-6-16,-1-1-3 0,2 1-1 0,1 0-5 15,2 0-2-15,0 0 0 0,1-1-1 16,2 1-4-16,1-2-5 0,7 2-19 0,-13-2-25 16,7 1-41-16,6 1-54 0,-10-5-89 15,6 2-213-15,4 3-106 0,-4-8-37 16</inkml:trace>
  <inkml:trace contextRef="#ctx0" brushRef="#br0" timeOffset="178237.2293">14283 1969 1378 0,'0'0'-79'0,"0"0"11"0,0-8 6 0,0 8 1 16,0 0 13-16,0 0 15 0,1-9 15 15,-1 9 0-15,0 0 0 0,0 0-2 0,0 0-2 16,0-7 2-16,0 7 1 0,0 0 3 16,0 0-5-16,0 0 4 0,0 0 8 15,0 0-4-15,0 0-4 0,0 0 7 16,0 0-3-16,0 0 1 0,0 0 0 15,0 0 1-15,0 0 4 0,0 0-4 0,0 0 3 16,0 0 0-16,0 0 5 0,0 0-5 16,0 0 3-16,0 0-5 0,0 0 3 0,0 0 2 15,0 0-3-15,0 0 2 0,0 0 0 16,0 0 2-16,0 0 0 0,0 0-3 0,0 0 4 16,0 0-1-16,0 0 1 0,0 0-6 15,0 0 0-15,0 0 6 0,0 0 0 0,0 0-1 16,1 24 0-16,-1-24 3 15,0 13 1-15,0-7-3 0,1 1 3 0,-1 2 1 16,0 0 3-16,1 0-4 0,-1 0-4 16,1 0 3-16,0 1 1 0,-1-1-3 15,1 1 7-15,0 0-4 0,0 0-1 0,0 0 0 16,-1 0-2-16,0 1 8 0,1 0-5 16,-1 2 8-16,0 0-3 0,0 0 2 15,0 1-6-15,0 0 4 0,-1 1 5 0,0 3-2 16,1-3-3-16,-2 4-4 0,2 0 3 0,-1 1 2 15,1 0 0-15,-1 1-4 0,0 6 2 16,1 0 3-16,0-3-3 0,0-3 4 0,-1 6 1 16,-1 1 6-16,1-1-4 0,1 1 0 15,-2 0 2-15,0 1-3 0,1-1 9 16,0 0-4-16,0 0-3 0,0-2 12 16,0-3 13-16,0-2-22 0,1-1 6 15,-1 1-1-15,1-1-4 0,0 1 5 0,0-2-5 16,0 2 4-16,-1-3-2 0,0 1 3 15,0-1 0-15,1-4 1 0,0 1-11 0,0-4-29 16,0-3-43-16,4-2-128 0,2-1-87 16,4-4 206-16</inkml:trace>
  <inkml:trace contextRef="#ctx0" brushRef="#br0" timeOffset="178892.6745">13755 2568 740 0,'0'0'-22'15,"0"0"0"-15,0 0 2 0,-7 2 0 16,7-2 5-16,0 0 0 0,0 0 5 16,0 0-1-16,0 0-5 0,0 0 5 15,0 0 1-15,0 0-3 0,0 0 4 0,0 0-1 16,0 0 1-16,0 0 1 0,0 0 7 15,20 8 2-15,-14-7 0 0,1 0 5 0,2-1-2 16,1 2 4-16,4-2 1 0,6 1 2 16,11 1 9-16,7-2-1 0,13 1 2 0,9 0 5 15,8-2 5-15,26 0-13 0,8-1 11 16,3 2 0-16,13-1-1 0,8-1 8 16,9-1-1-16,3 0 5 0,38-1-8 15,-43-2-3-15,0 4 3 0,0-2 2 0,-5 0-3 16,-7 3-3-16,-9 0-4 0,-13 0 0 15,-12 1 0-15,-25 0-1 0,-11 1-3 0,-13-2-1 16,-6 1 0-16,-7-1 6 0,-7 1-3 16,-3-1-4-16,-3 1-14 0,-1 0-20 0,-2-2-22 15,-2 2-30-15,-1-1-55 0,-6 1-236 16,11-3 129-16</inkml:trace>
  <inkml:trace contextRef="#ctx0" brushRef="#br0" timeOffset="184421.5084">14434 2583 881 0,'0'0'-50'0,"0"0"7"15,0 0 9-15,0 0 8 0,0 0 6 16,0 0 13-16,0 0 2 0,11-8 0 0,-11 8 8 15,0 0-1-15,0 0 4 0,3-8 3 16,-3 8-4-16,0 0 14 0,3-6-6 16,-3 6 0-16,0-6-3 0,0 6 10 0,3-7-6 15,-3 7 0-15,3-8 4 0,-3 8 4 16,2-10-3-16,-1 6-4 0,-1 4 1 16,2-11-6-16,-1 5 7 0,-1 6 0 15,2-10 4-15,0 4-14 0,-2 6 7 0,2-11 4 16,-1 6-1-16,-1 5 3 0,3-10-4 15,-2 4 2-15,1 0 1 0,-2 6 2 0,3-12-2 16,-2 6-4-16,1 0-3 0,0-1 4 16,1 0-2-16,-2 0-2 0,1 1 2 0,1-1 1 15,-1-1 3-15,0-1-3 0,1 3-1 16,0-1 2-16,0 0-2 0,-1-1-2 0,1 1-3 16,0-1 2-16,-1 1 0 0,1 0-4 15,0-1 2-15,-1 1 1 0,1 2-2 16,0-1 3-16,-1 0 0 0,0-1 1 15,2 2-2-15,-4 5 0 0,4-10 0 0,-1 5 2 16,-1 1-2-16,-2 4 2 0,4-11-5 16,-3 7 0-16,-1 4 4 0,6-9-1 0,-5 4-3 15,-1 5 0-15,4-8-2 0,-2 4-1 16,-2 4-2-16,4-8 0 0,-4 8 3 0,4-7 1 16,-1 3-1-16,-3 4-4 0,3-8-4 15,-3 8 0-15,5-7 5 0,-3 3 0 0,-2 4 0 16,5-7 0-16,-5 7-2 0,5-7 1 15,-3 4-1-15,-2 3-2 0,4-7-2 0,-4 7 5 16,5-6-6-16,-5 6 4 0,4-6 3 16,-4 6-3-16,4-5 6 0,-4 5-8 15,5-5 2-15,-5 5 2 0,4-5-1 16,-4 5-6-16,5-6 6 0,-5 6-2 0,5-5 1 16,-5 5-3-16,6-5 2 0,-3 3-2 15,-3 2 3-15,7-6-3 0,-7 6 2 0,6-6 2 16,-3 3-5-16,2 1 0 0,-5 2 2 15,8-6 0-15,-4 3-1 0,-4 3 3 0,6-5 1 16,-6 5-1-16,7-4 2 0,-3 1 10 16,-4 3-17-16,8-4 2 0,-3 1 1 0,-5 3 0 15,8-4 0-15,-8 4 0 16,9-4-2-16,-5 1 4 0,2 1 1 0,-1 0 1 16,-5 2-4-16,11-5-4 0,-7 3 8 15,-4 2-4-15,11-3 0 0,-5 0-1 0,0 1 6 16,0 0-4-16,-6 2 1 0,12-4-1 15,-4 1-2-15,-2 1 5 0,1 0-4 0,0 1 0 16,-7 1 1-16,12-3-1 0,-4 1 3 16,-2 1 0-16,1-1-4 0,-7 2 7 0,13-3-4 15,-7 2 1-15,-6 1 0 0,13-1-3 16,-7 0 1-16,-6 1 0 0,12-2-1 0,-6 1 3 16,-6 1 0-16,12-1-4 0,-12 1 5 15,11-1-1-15,-4 1-1 0,-7 0 2 16,12-1-2-16,-5 1-3 0,-7 0 2 15,12 0 3-15,-12 0-6 0,13 0 4 0,-7-2 1 16,-6 2-3-16,14 2 6 0,-7-4-3 16,-7 2-1-16,14 2 1 0,-7-2-2 0,1 0 11 15,-8 0-9-15,16 1-5 0,-10-1 6 16,2 0 1-16,0 1-6 0,-1 1-1 0,-7-2 5 16,13 1 1-16,-6 0-1 0,-7-1-2 15,11 1 0-15,-4 0 2 0,-7-1 1 0,10 1-5 16,-10-1 4-16,9 1 0 15,-9-1-5-15,9 1 3 0,-9-1 3 0,10 2-2 16,-5 0 8-16,-5-2-6 0,10 2 1 16,-10-2-2-16,9 3-3 0,-9-3-2 0,9 3 5 15,-5-1-1-15,-4-2-4 0,7 1 2 16,-7-1 0-16,7 3 3 0,-7-3-4 0,7 3 2 16,-7-3 5-16,7 3 0 0,-7-3-5 15,7 4-3-15,-7-4 6 0,7 3-1 0,-7-3-1 16,7 4 8-16,-7-4-8 0,7 3 1 15,-7-3-3-15,6 3 0 0,-6-3-1 0,7 4 3 16,-3-1-1-16,-4-3 1 0,6 4 1 16,-6-4 0-16,5 3-2 0,-5-3 2 0,5 4-7 15,-5-4 9-15,5 4-2 0,-5-4-3 16,0 0 0-16,7 4 4 0,-7-4-3 16,3 3-4-16,-3-3 6 0,0 0-1 15,6 4 0-15,-6-4 2 0,4 4-1 0,-4-4 1 16,0 0-2-16,4 5-3 0,-4-5 2 15,4 3 2-15,-4-3 6 0,0 0-7 0,5 6 2 16,-5-6-1-16,4 5 3 0,-4-5-3 16,3 4-3-16,-3-4 2 0,0 0-1 15,5 6 2-15,-5-6 3 0,3 4-5 16,-3-4 0-16,0 0 2 0,4 5-2 0,-4-5 0 0,4 4 3 16,-4-4 0-16,2 4-3 15,-2-4 2-15,4 5 1 0,-4-5-3 0,4 4 5 16,-4-4-1-16,3 5-2 0,-3-5 2 15,0 0-4-15,5 8 4 0,-5-8 0 0,3 5-4 16,-3-5-2-16,4 6 6 0,-4-6-2 16,4 5 1-16,-4-5-2 0,4 6 1 0,-4-6 0 15,4 6 1-15,-4-6 2 16,2 5-4-16,-2-5 2 0,3 5-5 0,-3-5 1 0,4 4 10 16,-4-4-6-16,0 0 6 15,5 6-7-15,-5-6 0 0,3 4-2 0,-3-4-3 0,0 0 9 16,4 6 5-16,-4-6-12 0,4 4 0 15,-4-4 5-15,4 4-4 0,-4-4 1 0,5 4 5 16,-5-4 1-16,6 4 0 16,-6-4-7-16,5 4 3 0,-5-4-1 0,5 3 2 15,-5-3-4-15,5 4 3 0,-5-4 1 16,5 3-2-16,-5-3 2 0,5 2 1 0,-5-2 1 16,0 0 0-16,6 3 0 0,-6-3-6 15,0 0 3-15,0 0 0 0,0 0-1 0,6 4 2 16,-6-4 1-16,0 0-3 0,0 0 5 15,6 2-4-15,-6-2-2 0,0 0 3 0,0 0-2 16,10 0 3-16,-10 0-2 16,0 0-2-16,0 0 4 0,10-1-1 0,-10 1-2 15,0 0 0-15,11-1 0 0,-11 1 2 16,8 0-4-16,-8 0 3 0,9-1 0 0,-9 1-1 16,7-2-5-16,-7 2 8 0,9-1-4 15,-9 1 2-15,8-1-1 0,-8 1 3 0,7-1-4 16,-7 1 3-16,0 0-1 0,10-1 1 15,-10 1-1-15,7-1-1 0,-7 1-2 0,0 0 7 16,10-2-5-16,-10 2-2 0,7-1 4 16,-7 1-2-16,8-1-1 0,-8 1 2 0,9-1-6 15,-9 1 7-15,9-1-2 0,-9 1 3 16,9-2-3-16,-9 2 0 0,7-1 2 16,-7 1-1-16,8-2-2 0,-8 2 11 15,8-1-9-15,-8 1-5 0,0 0 5 0,9-2 7 16,-9 2-10-16,6-3 6 0,-6 3-2 15,7-1-7-15,-7 1 4 0,7-2-1 0,-7 2 3 16,0 0-2-16,10-3 1 0,-10 3-2 16,8-3 6-16,-8 3-6 0,7-1 0 0,-7 1 2 15,8-1-1-15,-8 1-2 0,8-3 3 16,-8 3 0-16,8-2-4 0,-8 2 4 0,7-1-2 16,-7 1 3-16,9-2-4 0,-9 2 2 15,7-1-1-15,-7 1 6 0,0 0-3 0,10-1 0 16,-10 1-3-16,7-2 5 0,-7 2-3 15,8-1-5-15,-8 1 5 0,8-2-1 16,-8 2 4-16,9-2-6 0,-9 2 1 0,10-2 2 16,-10 2-1-16,8 0 0 0,-8 0 1 15,9-2-1-15,-9 2 0 0,9-1 2 16,-9 1-2-16,8-1 0 0,-8 1-4 0,10-1 4 16,-10 1-2-16,10-1 6 0,-10 1-5 15,11 0 3-15,-11 0-8 0,12 0 11 0,-6 0-10 16,-6 0 4-16,12 0-2 0,-12 0 3 15,12 0-2-15,-6 1 6 0,-6-1-5 0,11 1-1 16,-11-1 3-16,10 0-2 0,-10 0-4 16,7 1 5-16,-7-1 0 0,8 1 5 15,-8-1 0-15,0 0-4 0,11 0-4 0,-11 0 8 16,8 1-6-16,-8-1 5 0,0 0 0 16,8 1-4-16,-8-1 2 0,0 0-5 15,8 2 3-15,-8-2 0 0,0 0 1 0,6 1-7 16,-6-1 6-16,0 0 2 0,7 2-4 15,-7-2 2-15,0 0 0 0,8 4-1 16,-8-4-1-16,6 2-1 0,-6-2 2 0,6 3-1 16,-6-3 0-16,5 3 6 0,-5-3 0 0,5 4-8 15,-5-4 2-15,6 3 5 0,-6-3 6 16,5 4-9-16,-5-4-5 0,5 4 8 16,-5-4-3-16,5 3-1 0,-5-3 0 15,5 3 7-15,-5-3-10 0,0 0 3 0,5 5 0 16,-5-5 2-16,5 3-1 0,-5-3-3 15,0 0 5-15,5 5-2 0,-5-5 1 0,0 0 1 16,5 4-4-16,-5-4 3 0,4 5-2 16,-4-5 3-16,0 0-2 0,5 6 7 0,-5-6-7 15,4 4-1-15,-4-4 1 0,4 5-3 16,-4-5 8-16,4 5-5 0,-4-5-1 0,3 5 6 16,-3-5-5-16,5 6-6 0,-5-6 5 15,4 7 3-15,-4-7 0 0,4 6 2 0,-4-6-2 16,4 6-2-16,-1-2-6 0,-3-4 14 15,4 6-11-15,-1-2 7 0,-3-4-5 0,4 6 3 16,-4-6 5-16,5 6-7 0,-5-6 0 16,5 7 0-16,-5-7 2 0,3 7 0 15,0-3 0-15,-3-4-1 0,4 6 0 16,-4-6-2-16,4 6 4 0,-1-2 0 0,-3-4 1 16,3 8 4-16,0-4-7 0,-3-4-1 15,4 8 2-15,-1-5-1 0,-3-3-1 0,4 8 2 16,-2-4-3-16,-2-4 4 0,5 7-3 15,-5-7 5-15,6 7 1 0,-4-4-4 0,-2-3 0 16,7 7 2-16,-5-4-4 0,-2-3 5 16,6 4-2-16,-6-4-2 0,6 6 2 0,-6-6 2 15,5 5-4-15,-5-5 5 0,6 4 2 16,-6-4-6-16,3 2-3 0,-3-2 5 16,5 4-5-16,-5-4 2 0,0 0 0 15,7 5 1-15,-7-5 5 0,6 3-8 0,-6-3 1 16,6 3 2-16,-6-3-1 0,7 2 1 15,-7-2 2-15,7 3 1 0,-7-3-3 16,10 2 1-16,-10-2 0 0,9 2 0 0,-3-1 0 16,-6-1 4-16,10 1-3 0,-5 0-2 15,-5-1 2-15,9 2-1 0,-9-2 2 0,8 1-1 16,-8-1-1-16,7 2 0 0,-7-2 1 16,0 0 1-16,10 0-3 0,-10 0 6 0,7 0-6 15,-7 0 1-15,0 0 1 0,0 0-3 16,11 0 1-16,-11 0 2 0,0 0-5 15,10 0-1-15,-10 0 2 0,7 0-3 16,-7 0 4-16,0 0 1 0,11 0 4 0,-11 0-8 16,7 1 0-16,-7-1 5 0,0 0-1 15,13 0 0-15,-13 0-1 0,9 0 0 16,-9 0 8-16,8 1-7 0,-8-1 0 0,9 0 0 16,-9 0-2-16,8 1 2 0,-8-1-2 0,0 0-1 15,10 0 5-15,-10 0-3 0,7 0 2 16,-7 0 7-16,0 0-7 0,9 0-5 15,-9 0 10-15,0 0-7 0,9 0 2 16,-9 0-4-16,0 0 2 0,0 0 0 0,11-1-1 16,-11 1 0-16,0 0-3 0,11 0-1 15,-11 0 4-15,8-1 0 0,-8 1 2 0,8 0 4 16,-8 0-2-16,9-1-4 0,-9 1 1 16,9-2-4-16,-9 2 4 0,8 0 2 0,-8 0-3 15,0 0 3-15,12 0-6 0,-12 0 2 16,6-1 0-16,-6 1 1 0,0 0-1 0,11 0 0 15,-11 0 1-15,0 0 5 0,10 0-8 16,-10 0 5-16,0 0-4 0,9 1 4 16,-9-1-2-16,7 0 3 0,-7 0-4 0,8 2 0 15,-8-2-2-15,8 2 5 0,-8-2-5 16,9 2 3-16,-9-2 0 0,7 5-4 16,-3-4 2-16,-4-1 4 0,8 5-4 15,-3-2 6-15,-1-1-7 0,-4-2 2 0,10 5 0 16,-5-2 3-16,0 1-2 0,-1-1 5 15,-4-3-4-15,10 6-2 0,-6-4 6 0,1 2-3 16,0 0 0-16,-5-4-3 0,8 6 8 16,-2-4-6-16,-2 1 1 0,-4-3-3 0,9 5 2 15,-5-3-4-15,-4-2 3 0,7 6 3 16,-7-6-5-16,7 4 3 0,-7-4-2 0,7 3 3 16,-7-3-4-16,4 2 6 0,-4-2-7 15,5 4 4-15,-5-4-1 0,0 0-2 16,0 0 5-16,5 3-1 0,-5-3 0 15,0 0 1-15,0 0-4 0,5 3 2 0,-5-3 1 16,0 0 1-16,0 0-3 0,0 0 2 16,0 0-3-16,5 4 7 0,-5-4-5 0,0 0 1 15,0 0-2-15,0 0 0 0,0 0 5 16,0 0-9-16,0 0-11 0,0 0-28 0,0 0-48 16,0 0-141-16,0 0-134 0,0 0 119 15</inkml:trace>
  <inkml:trace contextRef="#ctx0" brushRef="#br0" timeOffset="185200.4138">16078 2558 906 0,'0'0'-63'0,"0"0"12"0,0 0 4 16,0 0 5-16,-6 4 9 0,6-4 7 15,0 0 6-15,0 0 1 0,0 0 2 0,0 0-1 16,0 0 6-16,0 0 2 16,0 0 0-16,0 0 0 0,0 0 4 0,0 0 7 15,0 0 1-15,0 0-5 0,17 4 5 16,-10-3 6-16,3 0 2 0,1 1 1 0,6-1 3 16,3-1 1-16,11 4 6 0,4-1-9 15,12-1 6-15,4 0 2 0,4 0 3 0,5 1 5 16,3-1-2-16,2-1 4 0,-1 2-4 15,0-2-1-15,-3 1-5 0,-5-2 4 0,-6 2-2 16,-13-1-1-16,-6 0 0 0,-5-1-3 16,-7 0 13-16,-4 0 10 0,-1 1 9 0,-3-1 2 15,-1 0-2-15,-2 0 4 0,-1 0 2 16,-7 0-6-16,13 0-7 0,-13 0-3 16,10 0-7-16,-10 0-3 0,8 0-10 15,-8 0-11-15,0 0-30 0,10 0-27 0,-10 0-40 16,0 0-84-16,6-4-225 0,-6 4 91 15</inkml:trace>
  <inkml:trace contextRef="#ctx0" brushRef="#br0" timeOffset="186351.0835">14352 3173 1072 0,'2'-14'-19'0,"0"2"5"16,0 3 9-16,-2-1 8 0,0 3 13 15,0-2 14-15,0 1 23 0,0 8-4 0,-1-12 3 16,0 6 1-16,1 6-2 0,0-8-1 15,0 8-8-15,-1-8-7 0,1 8-7 0,0 0 2 16,-1-8-7-16,1 8-3 0,0 0-2 16,0 0 1-16,-1-8-8 0,1 8-3 0,0 0 0 15,0 0-4-15,0 0 2 0,0 0-4 16,0 0 0-16,0 0-6 0,0 0-1 16,0 0 8-16,0 0-6 0,0 0 0 15,0 0 3-15,0 0-3 0,3 25-2 0,-2-11 6 16,0 7-2-16,0 7 2 0,1 4 0 15,-1 13-1-15,2 4 5 0,0 2-4 0,-1 4 2 16,0 1 4-16,1 1 1 16,-1 3-1-16,0 0-4 0,0 1 7 0,0-1-2 0,1-2 1 15,-2-1 5-15,0-1-3 0,-2-3-4 16,1 0 2-16,-1-3 0 0,-4-4-2 0,2-2 4 16,-3-4 4-16,0-9-3 0,-1-3 0 15,0-1-1-15,0-4-1 0,1-5 1 16,1-3 0-16,2-5-15 0,-1-1-19 15,1-3-44-15,0-2-56 0,3-4-94 0,0 0-262 16,0 0 16-16</inkml:trace>
  <inkml:trace contextRef="#ctx0" brushRef="#br0" timeOffset="187021.3979">14097 3766 1237 0,'-9'0'-56'0,"9"0"13"0,-8 0 9 0,8 0 10 0,0 0 20 15,-11-1 8-15,11 1 4 16,0 0-3-16,-9 1-6 0,9-1 5 0,0 0 4 0,0 0-4 16,-7 0 7-16,7 0-2 0,0 0-3 15,0 0 0-15,0 0-2 0,0 0-6 16,0 0 3-16,0 0-4 0,0 0-1 15,0 0 6-15,-6 3-3 0,6-3-1 0,0 0-4 16,0 0 5-16,0 0 0 0,15 12 7 16,-6-8 0-16,5 0 3 0,5-2 1 0,12 3 3 15,15-1-1-15,6 0-2 0,10-4 8 16,5 0 1-16,28-4 6 0,8-3 2 0,6-3-1 16,9 1 9-16,5 0-4 0,0-3-3 15,3 5 5-15,-1-3 3 0,-2 3-2 0,-6 1-1 16,-7 2-4-16,-10 2-3 15,-12 1-1-15,-24 2-6 0,-7-1 0 16,-7 1-1-16,-13-1 1 0,-11 1-2 0,-4 0-1 16,-7-1-1-16,-1 0 0 0,-2 0-5 0,-4 0-22 15,-1-2-41-15,-7 2-61 0,7-4-112 16,-7 4-237-16,0 0 29 0</inkml:trace>
  <inkml:trace contextRef="#ctx0" brushRef="#br0" timeOffset="188976.2727">14832 3682 1185 0,'6'-9'-61'0,"0"-1"9"16,-2 1 4-16,0-1 11 0,1 1 6 0,-1-2 5 0,0 0 14 16,0 0 8-16,0 0 3 15,0-1 6-15,-1 1-2 0,2 0 2 0,-2 1 3 16,1-1 3-16,0 0 2 0,-1 1 1 15,1 0 2-15,-1 0 5 0,1-1-8 0,-1 1 8 16,-1 1-4-16,1-1-4 0,1-2 2 16,-1 1 1-16,0-1 4 0,1 0 0 0,-1 1 1 15,2-2-6-15,-1 1 6 0,0-3-3 16,1 2-3-16,-2 0 2 0,1-2 3 0,1 2-4 16,0-2 4-16,0 0-5 0,-1-1-2 15,2 1 1-15,-2-1-6 0,2 1 2 16,1-7 0-16,0 0 3 0,-1 4-4 15,-1 3 1-15,-1-2 2 0,0 1 2 0,1 0-1 16,-1 0 4-16,0 1 0 0,0 0-4 16,0-1 3-16,0-1-6 0,0 3 4 0,0-2-6 15,0 2 0-15,0-1 2 0,0-1-7 16,1 0 5-16,-1 1 2 0,1-1-9 0,0 0-1 16,-1 1 0-16,2-1 4 0,-1 0-3 15,1 0-2-15,-2 0 0 0,3 3 0 0,-4-2-1 16,2 4 4-16,-1 1-5 0,1 0 0 15,-1 0-1-15,1 0-4 0,-2 2 4 16,1 0 8-16,-1 1-11 0,1 0-3 0,0 0 4 16,-1 2 1-16,1-1-1 0,0 2-1 15,-2-2 1-15,2 2-1 0,-4 4 4 16,8-9-3-16,-3 4 1 0,1 1-3 0,0 0 3 16,0 0 6-16,2 0-4 0,-1 1-1 15,0 0-2-15,0 0 0 0,0 1 1 0,2 0-1 16,-1 0 1-16,-1 0 2 0,-7 2-1 15,12 0-2-15,-6-1 0 0,-6 1-2 0,13 1 3 16,-13-1-3-16,12 1 1 0,-6 1-2 16,0-1 2-16,-6-1 5 0,10 4-8 0,-6 0 1 15,1-1 2-15,-5-3 3 0,10 6 4 16,-7-1 0-16,2 0-4 0,-1 1 3 16,0-1-2-16,-1 2 3 0,0-1-3 15,0 0 3-15,0 2-1 0,-2-2 0 0,0 1-2 16,2 0 1-16,-3 0 1 0,2 1 1 15,-1 0-1-15,-1-1 0 0,0 0-5 0,0 1 5 16,0-8 5-16,0 14-3 0,0-5 0 16,0 0-2-16,-2 0-3 0,1 0 5 0,0 0-12 15,-1 1 9-15,0-2 4 0,0 3 5 16,-2 1-3-16,1-2 1 0,-1 2-4 0,-2-1 1 16,2 1-3-16,0 1 3 15,-2-2-3-15,1 2 8 0,-1 0-1 0,0-3-2 16,0 4 2-16,1-3-1 0,-2 2-7 15,1-1 3-15,0 2 2 0,1-3-6 0,-1-1 5 16,2 1-1-16,-1 0-2 0,0-1 6 16,1 0-4-16,1-1-3 0,0-1 2 0,0 0 3 15,1 1 3-15,-1-2-5 0,0 1-2 16,0-1-1-16,1 1 4 0,0 0-1 0,-2-1-5 16,3 1 5-16,-2 0 4 0,0-1-6 15,1 1-4-15,-1 0 8 0,1 0-2 0,-1 0-1 16,1 1 4-16,0-2-2 0,-1 2-5 15,0-1 0-15,1 0 2 0,-1 0-7 0,0 0 6 16,0 0 1-16,0 0-1 0,1 0 7 16,0 0-5-16,-1-1 8 0,1 1-8 15,0 0 8-15,-1-1-12 0,2 1 8 16,-1-1-5-16,0 0-3 0,0 1 4 0,1-1 2 16,-1 0-1-16,1 0 4 0,-1-1-6 15,0 1 3-15,0 0 0 0,2 0-1 0,-1 0-3 16,-1 1 1-16,2-1 1 0,-2 1 4 15,2-8-5-15,-2 13 2 0,2-6 2 0,0 0 0 16,0-7 0-16,0 14-4 0,0-8 0 16,0 2 0-16,1-2 3 0,-1-6 1 15,1 13 1-15,1-6 0 0,-2-2-9 0,0-5 6 16,3 12 1-16,-3-7 2 0,0-5-1 16,2 10-4-16,-1-4 0 0,-1-6 3 15,3 9 1-15,-3-9 0 0,2 8-2 0,0-4-2 16,-2-4 11-16,3 9-6 0,-1-5-5 15,-2-4 1-15,6 7 2 0,-6-7-1 0,4 6-5 16,-1-2 8-16,-3-4 2 0,5 6-1 16,-5-6-8-16,5 5 6 0,-2-2 1 15,-3-3-2-15,5 5-1 0,-5-5 0 16,7 5 3-16,-7-5-3 0,7 4 4 0,-7-4-4 16,6 4 5-16,-6-4-4 0,6 3 4 15,-6-3-8-15,9 3 1 0,-9-3 4 0,9 3-2 16,-4-2 3-16,-5-1 4 0,12 3-8 15,-7-2 3-15,-5-1-2 0,13 3 0 0,-7-2 2 16,1-1-1-16,-7 0-2 0,13 3 2 16,-7-3-4-16,-6 0 5 0,10 3 5 15,-10-3-9-15,9 2 5 0,-9-2-5 0,7 1 1 16,-7-1 4-16,7 2-5 0,-7-2 1 16,7 1 0-16,-7-1-2 0,0 0 6 0,0 0-1 15,10 1-3-15,-10-1 5 0,0 0-4 16,0 0 7-16,0 0 1 0,6 2 1 0,-6-2-8 15,0 0-33-15,0 0-59 0,0 0-150 16,-1-13-170-16,1 13 79 0</inkml:trace>
  <inkml:trace contextRef="#ctx0" brushRef="#br0" timeOffset="193644.5355">15341 2888 1068 0,'4'-1'-63'0,"-4"1"0"0,0 0 8 0,0 0 2 16,0 0 8-16,0 0 7 0,-24 3-1 0,11-1 8 16,-2 0 5-16,-4 1 3 0,-7 2 6 15,-2-1 2-15,-1 1 11 0,-2 1 2 16,0 0 1-16,-2 1 9 0,-5 1 8 0,-2 1-11 16,0 1 10-16,1 1 1 0,0 0 5 15,-1 3-6-15,3 0 3 0,-1 2 3 16,3 1-9-16,1 0 1 0,2 0 2 0,8-4-2 15,1 1 1-15,3-1-8 0,5-4-2 16,3-2 6-16,3 1-9 0,2-4 0 0,2 1 3 16,1-1-3-16,4-4-2 0,0 0 2 15,0 0-1-15,18 2-2 0,6-9 1 0,14-4 1 16,9-2-2-16,5-3 0 16,14-2-3-16,6 0 7 0,1 1-9 0,0 3 2 15,-2-1 5-15,-16 7-1 0,-6 3 4 16,-13 1-3-16,-6 2-2 0,-8 1 9 0,-6 0-3 15,-7 3 8-15,-6 2 1 0,-3-4 4 16,-23 22 0-16,-12 2-1 0,-22 9-7 0,-9 2 0 16,-7 4 2-16,-3 0 6 0,-2 2-2 15,-2 1 11-15,2 0-2 0,3-1 8 0,5-2 2 16,9-5-5-16,7-4-1 0,19-10-4 16,7-1-5-16,9-6-3 0,6-3-4 0,7-2 3 15,7-3-1-15,-1-5-7 0,24 3 1 16,19-8 3-16,14-6-2 0,29-4-2 0,7-4 2 15,8 0 2-15,7 0 1 0,-1 3 3 16,-4 0 3-16,-6 4-1 0,-10 4 3 16,-27 4-7-16,-11 1 0 0,-12 1-2 15,-11 2 5-15,-11 2 8 0,-8 4 7 0,-11 2 2 16,-14 8-5-16,-22 8 2 0,-26 8-8 16,-12-1 0-16,-9 2-2 0,-6-1 9 0,3-2 9 15,2 1 2-15,7-4-1 0,9-2-2 16,11-3-4-16,22-6-6 0,9-6-5 0,6-2-2 15,7-2-5-15,5-1-3 16,5-2-1-16,5-3-2 0,2 0-12 0,0 0-14 16,47-12-22-16,1 0-13 0,20-5-16 15,5 1-17-15,1 0-26 0,-2 1-61 0,-16 4-309 16,-6 3 14-16</inkml:trace>
  <inkml:trace contextRef="#ctx0" brushRef="#br0" timeOffset="195576.2927">14286 4575 1227 0,'1'-9'-46'16,"0"0"9"-16,0 0 7 0,1 1 20 0,0 0 26 16,-1 1 1-16,1-2 19 0,-2 1 2 0,0-1 9 15,1 1-2-15,-1 1 5 0,0 7 6 16,0-13 1-16,1 7 6 0,-1 6 1 15,-1-11-2-15,1 11-8 0,0-8-2 0,0 8-7 16,0 0-7-16,0-8-3 0,0 8-7 16,0 0-4-16,-1-7-6 0,1 7-4 0,0 0-1 15,0 0-6-15,0 0-1 0,0 0-1 16,0 0-3-16,0 0 4 0,0 0-1 0,0 0 1 16,0 0-2-16,0 40 0 0,0-20-2 15,0 9 1-15,0 5 1 0,0 9 0 0,0 2 1 16,2 5-1-16,0 2 1 0,1 3 0 15,1-1 0-15,-1 2 0 0,3-3 1 0,-2 0 3 16,0 1-1-16,3-2 0 16,-4-1-1-16,1-2 1 0,-1-5 1 0,-2-2-2 15,0-9 1-15,-1-3-1 0,-1-1 1 16,0-1 0-16,-2-2 0 0,0-6 2 0,1-4-1 16,0-1 0-16,-1-3-6 0,1-3-13 15,0 0-18-15,1-2-19 0,-1-3-44 0,2-4-103 16,0 0-210-16,0 0-80 0,0 0 11 15</inkml:trace>
  <inkml:trace contextRef="#ctx0" brushRef="#br0" timeOffset="196144.2762">13915 5206 1354 0,'-8'-3'19'0,"8"3"-4"16,-8-3 3-16,8 3 2 0,-7-2 6 16,7 2 10-16,0 0 9 0,-8-3-7 0,8 3-3 15,0 0-6-15,-7-1-5 0,7 1-5 16,0 0-3-16,0 0-4 0,0 0-3 0,0 0-2 16,-8-2-3-16,8 2 0 0,0 0-4 15,0 0 3-15,0 0-2 0,0 0-2 0,0 0-3 16,0 0 4-16,0 0 0 0,0 0 1 15,0 0-2-15,24 11 1 0,-8-8 4 16,11 2-7-16,6-1 5 0,15-1 1 0,10 0 3 16,11-2-2-16,26-2 4 0,9-1 1 15,11-2-3-15,7-1 9 0,10 0-3 0,3 0-7 16,0 0 12-16,3 0-4 0,-2-1 9 16,-4 5 1-16,-8-1-8 0,-7 2 3 0,-11 0-3 15,-11 2 1-15,-28 0-4 0,-6 0-3 16,-10-1 3-16,-14 0-3 0,-6-1 5 0,-7 2-2 15,-6-2 1-15,-3 0 9 0,-5 0 5 16,1 0 4-16,-4 0-2 0,0-1-2 0,-7 1-10 16,10-2-20-16,-10 2-31 0,0 0-45 15,0 0-66-15,0 0-202 0,0 0-186 0,-17-21-35 16</inkml:trace>
  <inkml:trace contextRef="#ctx0" brushRef="#br0" timeOffset="199704.4963">14509 5115 1310 0,'0'0'-93'0,"11"-1"9"0,-5 0 14 0,-6 1 9 16,13-2 8-16,-7 1 18 0,-6 1 1 16,11-2 4-16,-6 0 6 0,-5 2 3 0,9-1 5 15,-9 1 10-15,9-3 5 0,-9 3 0 16,8-3 4-16,-8 3 3 0,9-4 2 0,-5 2 4 16,-4 2-2-16,10-4 3 0,-6 0-3 15,-4 4 3-15,10-6 4 0,-7 3 0 16,4-1-1-16,-3 0-4 0,1 0 8 0,1-2 2 15,0 2-9-15,-1-2 5 0,0 0 4 0,0 1-2 16,0-1 5-16,0 0 4 0,0 1-1 16,-1-1 1-16,0 1 1 0,0-1-1 15,1 0 0-15,0-1 1 0,-2 0-2 16,2 0 1-16,-1 0-2 0,1 0-3 0,-2 0-2 16,2-1 0-16,0-1 1 0,-1 0 2 15,2 0-3-15,-2 2-3 0,-2 0 7 0,3-1 0 16,-2 1-4-16,1-2 0 0,0 1-3 15,-1 1 1-15,1-1-1 0,-1 0 1 0,-2 1-1 16,2-1-5-16,0 0-1 16,0 1 3-16,1-2-1 0,-1 1 0 0,1 0-3 0,-1 1 1 15,0 0-2-15,0-1 1 16,1 2 0-16,-2-1-3 0,1-1 0 0,0 1-3 16,0 0 5-16,0-1-6 0,1 1 4 15,-2 0-2-15,0-1 0 0,2 1 1 0,-1 0 1 16,0-1 2-16,0 1-1 0,0 0 2 15,0-1 0-15,0 1 5 0,-1-2-5 0,0 1-2 16,1 0 1-16,-2 0 3 0,3-2-4 16,-3 3 0-16,1-1 0 0,1-1-2 0,0 0 0 15,-2 0-2-15,2 0-1 0,1-1 4 16,-2 1-1-16,0 1 2 0,1-1-2 16,0 0-1-16,-1 1 0 0,1-1-2 0,-1 1 0 15,1-1-2-15,-1 2 1 0,0-2 1 16,2 1-2-16,-1-2-2 0,0 2 3 15,1 0-1-15,-2 0-3 0,1 1 3 0,0 0-2 16,-1 0-1-16,1 0 0 0,0 1 2 16,-1 1-4-16,1-1 2 0,-3 6 0 0,4-9 0 15,-2 3 1-15,-2 6-1 0,4-9-1 16,-1 5 0-16,-1-1 1 0,-2 5 0 0,5-10 0 16,-2 6-1-16,-1-1 1 0,0-1 1 15,2 0-4-15,-1 1 4 0,0-1-2 16,1-1 1-16,0 1 1 0,0 1 1 15,-2-1-1-15,2-2-1 0,-1 3 0 0,1-2 2 0,-1 1 0 16,0-1-1-16,0 0 1 16,0 0 0-16,-1 1-1 0,1-1 3 0,0 0-1 15,0 0 2-15,-1 0-2 0,0 1 0 16,2-1-1-16,-1 0-2 0,-1-1 3 0,1 1 0 16,0 1-3-16,-1 0 2 0,1-1 0 15,1 0-2-15,-2 0 0 0,0 1 0 0,1 0 2 16,1 1 0-16,-3-2-1 0,-1 7 1 15,5-9 0-15,-3 4 1 0,0-1-4 0,-2 6 1 16,3-10-1-16,0 5 3 0,-3 5-2 16,3-9 0-16,-1 5 0 0,-2 4-4 0,3-9 4 15,-3 9 0-15,3-7-4 0,-3 7-1 16,5-7 3-16,-5 7 1 0,4-5-3 16,-4 5 3-16,2-4-1 0,-2 4 4 0,0 0-4 15,5-8 0-15,-5 8-1 0,3-4 1 16,-3 4 0-16,4-4 1 0,-4 4 1 0,5-4-4 15,-5 4 0-15,5-4 2 0,-5 4-2 16,5-3 0-16,-5 3 0 0,7-4-1 0,-7 4 3 16,8-3-2-16,-8 3-2 0,9-3 2 15,-5 1 4-15,-4 2-4 0,11-3 0 0,-11 3 2 16,9-1-1-16,-9 1-2 0,10-2 1 16,-10 2-3-16,9-1-1 0,-9 1-1 0,8 0-5 15,-8 0 1-15,0 0 0 16,8-2 0-16,-8 2 1 0,0 0 0 0,0 0 1 15,10 1 0-15,-10-1 0 0,0 0-1 16,0 0 2-16,7 3-2 0,-7-3 6 0,0 0-1 16,0 0-6-16,7 1 2 0,-7-1 4 15,0 0 2-15,0 0 3 0,5 4-6 0,-5-4 2 16,0 0 1-16,5 4 3 0,-5-4-3 16,0 0 2-16,3 5-3 0,-3-5 1 0,0 0 1 15,3 6 1-15,-3-6 1 0,0 0-3 16,3 6-1-16,-3-6 2 0,0 0 0 0,2 7-3 15,-2-7 6-15,0 0 1 16,2 7-5-16,-2-7 2 0,1 6 1 0,-1-6-1 16,0 0 4-16,2 7-2 0,-2-7 0 15,0 0 1-15,0 9 0 0,0-9 2 0,0 7-6 16,0-7 2-16,0 0 2 0,1 10-2 16,-1-10 4-16,0 6-2 0,0-6 0 0,0 8-1 15,0-8 1-15,0 0 0 0,-2 9 1 16,2-9 0-16,-1 7 1 0,1-7-1 0,-1 7 0 15,1-7 0-15,-2 6 3 0,2-6-5 16,-1 8 2-16,1-8-4 0,-2 7 3 0,2-7 0 16,-2 7 2-16,2-7 0 0,0 0-2 15,-2 9-2-15,2-9 2 0,-3 6-1 16,3-6 0-16,-1 7 1 0,1-7 2 0,-1 8-4 16,1-8 0-16,-2 7 0 0,2-7 1 15,-1 8-2-15,1-8 5 0,-1 10-4 16,1-10 5-16,-2 7-4 0,2-7 0 0,0 9 2 15,0-9-2-15,-2 8-1 0,2-8 5 16,0 8-4-16,0-8 0 0,0 7 1 16,0-7 6-16,0 0-11 0,0 12 4 15,0-12 2-15,-1 7-2 0,1-7 1 0,0 8-4 0,0-8 0 16,-1 7 2-16,1-7 2 16,0 8 1-16,0-8-2 0,0 8-1 0,0-8 1 15,0 10 2-15,0-10 0 0,0 9-2 16,0-9 3-16,1 11-4 0,0-6 2 0,-1-5 0 15,3 10 0-15,-2-5 0 0,-1-5 0 16,3 9-2-16,-1-3 2 0,-2-6 0 0,3 10 0 16,-1-5-1-16,0 0 0 0,-2-5 0 15,4 10-5-15,-1-5 9 0,-1-1-7 0,-2-4 4 16,5 10-1-16,-2-6 1 0,-1 1 1 16,1 0-2-16,-3-5 2 0,6 10-1 0,-3-6-1 15,0 1 1-15,1-1 2 0,-1 1-3 16,1 0 3-16,-1 0-4 0,-3-5 3 0,7 9-1 15,-4-3 1-15,1-2 3 0,0 1-3 16,-1 0 0-16,1-1 1 0,-1 0-4 16,0 1 3-16,1 0-2 0,-4-5 3 0,5 9-1 15,-1-5-1-15,-2 0-1 0,2 1 3 16,-4-5 0-16,6 8-3 0,-3-4 3 0,0 1-3 16,0-1-1-16,-3-4 2 0,7 9 0 15,-4-5 0-15,1 1-2 0,0 1 2 0,0-2 0 16,-1 2 2-16,1-2-2 0,1 1 2 15,0 1 0-15,-1 0-1 0,-1 0 1 0,1-1-1 16,-1 0-1-16,0 0 0 0,2 0 1 16,-2 0 1-16,0 0-5 0,1 1 7 0,-1-1 0 15,0 0-6-15,0 0 8 16,-3-5-3-16,7 8-2 0,-4-2 3 0,0-2-3 16,-3-4 5-16,5 8-6 0,-2-3 2 15,0-2-3-15,-3-3 1 0,4 7-2 16,-4-7 7-16,5 7-8 0,-3-4 1 0,-2-3 3 15,6 7-2-15,-4-3 0 0,-2-4 1 0,6 8 3 16,-4-3-3-16,1-1-3 0,-3-4 6 16,5 8-7-16,-2-3 4 0,1-1 2 0,-1 0-3 15,1 1 3-15,-2 0-1 0,-2-5-1 16,5 9 0-16,-2-4 0 0,0 0 4 0,0-1-6 16,-3-4 4-16,4 8-1 0,0-3 2 15,-4-5-4-15,4 8-1 0,-1-4 1 16,-3-4 4-16,5 9-3 0,-3-6-2 15,-2-3 2-15,3 8 1 0,-3-8-3 0,5 7 3 16,-3-3-1-16,-2-4 1 0,5 8 0 16,-3-4 0-16,-2-4 2 0,6 7-1 0,-4-3-8 15,-2-4 7-15,4 8 0 0,-2-3-1 16,-2-5 2-16,4 8-2 0,-1-2 1 0,0 0 2 16,0-2-3-16,1 2 2 0,-1-1 0 15,0 0-2-15,0-1 1 0,0 2-2 0,0-1 5 16,-1 0-4-16,1 2 1 0,1-2-1 15,-2 0 0-15,1 0-1 0,0 0 3 0,-1 0-1 16,2 0 0-16,-1 0-1 16,2 0 1-16,-2 0 1 0,0-1 3 0,1 1-6 15,1 0 3-15,0 1-2 0,-1-1 0 16,2 0 4-16,-2 0-4 0,2 0 0 0,0 0 6 16,-1 1-5-16,3-1 2 0,-3 0-2 15,0 0 0-15,1 1 1 0,-1-2-2 0,0 1 4 16,0-2-3-16,0 1-1 0,-1 0-1 15,0-1 5-15,-4-3-4 0,7 6 1 16,-4-3-1-16,-3-3-1 0,6 5 1 0,-6-5 1 16,4 3 0-16,-4-3-2 0,0 0 0 0,5 5 2 15,-5-5 2-15,0 0-2 0,4 5 0 16,-4-5 1-16,0 0 3 0,0 0-2 0,0 0-2 16,5 4 4-16,-5-4-2 0,0 0 5 15,0 0 0-15,0 0-4 0,0 0-23 16,0 0-46-16,0 0-164 0,0 0-322 0,0 0-53 15</inkml:trace>
  <inkml:trace contextRef="#ctx0" brushRef="#br0" timeOffset="225711.8475">18731 1875 304 0,'3'-10'44'16,"-3"10"-25"-16,0-7-10 0,0 7 6 15,0 0 10-15,0-10 1 0,0 10-1 16,0 0 4-16,-2-8 11 0,2 8-1 0,0 0-13 16,0 0 9-16,0-8-13 0,0 8-3 15,0 0 4-15,0 0-5 0,0 0 0 0,0 0-3 16,-2-8 1-16,2 8-10 0,0 0 7 16,0 0-6-16,0 0-1 0,0 0-2 0,0 0-4 15,0 0-3-15,0 0 8 16,0 0-1-16,0 0-5 0,0 0-1 0,0 0-1 15,0 0 12-15,0 0-11 0,0 0 0 16,0 0-3-16,0 0 3 0,0 0-8 0,0 0 6 16,0 0-5-16,0 0 0 0,0 0 8 15,0 0 1-15,0 0 0 0,4 30 3 16,-4-24 2-16,0 2-7 0,0 2 3 0,2-1-1 16,-1 2 1-16,2 2 13 0,-2-2-8 15,1 2-8-15,-1 1 3 0,1-1 3 0,1 3-2 16,-1 1-2-16,0 0 6 0,0 0-6 15,1 2 3-15,-2-1-2 0,1 1 1 16,-1-1-8-16,1 0 9 0,0 2-4 16,0 0 3-16,-1-1 0 0,1 6-1 0,-1-2 1 15,3 2 4-15,-1-4-5 0,-2-2 0 16,3 5 3-16,0-3-9 0,-3-3 5 0,2 1 3 16,-1 0 6-16,2 5-9 0,0 1-1 15,0 0 4-15,0-5 7 0,-2-2-9 0,2 0 0 16,-1 6 1-16,1 1 5 0,-2-2-6 15,2 2 4-15,-1 0 0 0,2 1 0 16,-5-3-1-16,3 3 0 0,-1 2 2 16,0-1-4-16,-2 0 8 0,1-4-1 15,-1 4-5-15,-1-3 9 0,1-3-6 0,0-1 8 0,-2 7 11 16,1-5-8-16,-2-3-4 16,2-2 3-16,1-3-7 0,-2 0 2 0,1-1 0 15,-1-1 1-15,1-3 1 0,0-2-2 16,1-7-4-16,-2 12-16 0,2-12-67 0,0 0-175 15,0 0-13-15,0 0 219 0</inkml:trace>
  <inkml:trace contextRef="#ctx0" brushRef="#br0" timeOffset="226916.6331">18218 2876 708 0,'0'0'-16'0,"0"0"1"0,0 0-2 0,0 0 0 16,-5 3 3-16,5-3 10 0,0 0-1 15,0 0-1-15,0 0-2 0,0 0-3 0,0 0 7 16,0 0 0-16,0 0-2 0,0 0 4 15,0 0 1-15,17 4-4 0,-17-4 8 16,12 0-2-16,-5 0-3 0,-7 0 10 0,16-2-2 16,-4 2-2-16,0-1 4 0,2 1 0 15,2-1 4-15,3-1-5 0,3 1-3 16,0-1 1-16,8 0 2 0,-1 0-2 16,1 0 0-16,1 0 2 0,1 0 1 0,-2 1-5 0,0-1 3 15,1 1-5-15,1-1 11 16,0 1-9-16,-1 0-7 0,3 0 13 0,-2 1-8 15,0 0 2-15,1-2-1 0,-2 2 0 16,3 0 1-16,-3 0-2 0,2 2 0 0,-1-1-1 16,0-1 5-16,0 1-6 0,0-2 2 15,1 2-2-15,-2-2 0 0,3 1-3 0,-3 0 6 16,1-1-3-16,-1 1 1 0,-4 0-1 16,-3 0 2-16,6-2-5 0,-5 1 3 0,-3 1 2 15,0-1-1-15,0 1-1 0,-2 0 0 16,2-1-5-16,0 0 6 0,1 1 3 0,-2-2-5 15,1 2 4-15,1 0-1 16,-1 0-3-16,-1 0 3 0,0 0 0 0,1 0 0 0,0 0 3 16,-2 0-5-16,0 2-2 15,1-2 2-15,-1 0 1 0,2 1 3 0,0 1 2 16,-1-1-9-16,0-1 6 0,9 3-2 16,1-2 2-16,-7 0-2 0,-1 0 2 0,5 1 2 15,3-1-3-15,-6 0 0 16,-1 0 4-16,-4-1-3 0,5 1 3 0,-4 0-5 0,10 0 8 15,-6 0-7-15,-1-1 6 0,-2 1-4 16,0 0-4-16,1-2 1 0,-2 1 5 0,2-1 4 16,0 1-17-16,8-2 9 0,-6 2 0 15,-5-1 4-15,4 0-9 0,-2 0 4 16,0 0 6-16,1 0-2 0,5 0 1 0,1-2-5 16,-5 2 5-16,0 0 0 0,-2-1 6 15,7 1-8-15,-4 1 6 0,-5-1-1 16,3 0-5-16,-2 0-2 0,2-1 4 0,-1 2 2 15,0-1 0-15,8 0 2 0,-5 0-12 16,4 0 10-16,1-2 9 0,-6 2-5 16,8-2 1-16,1 1 6 0,2-2 0 0,0 1 0 15,12-1 0-15,4-1 6 0,2-1 10 16,5 0-9-16,6 2 6 0,17-3 1 16,0 0 0-16,1 3-4 0,-16 1 1 0,0 0-3 15,1 1-3-15,2 0-3 0,-4 0 2 16,-1 2-1-16,-3 0-4 0,-3 0-2 15,-6 2-3-15,-3 0 0 0,-12 0 1 0,-2-1-2 16,-11 0 1-16,-3 0-5 0,-2 2-2 16,-4-3 2-16,-2 2 2 0,-3-1 1 0,0-1-1 15,-2 0-2-15,-1 1-5 0,-7-1-10 16,13 0-19-16,-13 0-33 0,10-3-68 0,-5-2-233 16,1-1 64-16,-2-3 185 0</inkml:trace>
  <inkml:trace contextRef="#ctx0" brushRef="#br0" timeOffset="233979.8036">19150 3234 771 0,'-2'7'-6'0,"2"-7"12"0,0 0 3 0,0 0 6 16,0 0 5-16,0 0 7 0,0 0-1 15,0 0-8-15,0 0 2 0,0 0 4 0,7-27 4 16,-5 19-13-16,2-4 6 0,-1 0 2 16,0 0-5-16,1 0-5 0,2-3 5 0,-1 0 1 15,2-1 2-15,-2 0 2 0,0 2-3 16,2-2-3-16,0 2-7 0,-3-1 5 0,3 1 1 16,-1 0 0-16,0-1-1 0,-2 0-2 15,2 1-1-15,1 0 3 0,-2 0 2 16,0-1-5-16,1 1 7 0,0 0-4 0,1-1-1 15,-3 1-3-15,2-2-4 0,-2 3 2 16,2-2 1-16,0-1 0 0,1 0-5 16,-2 1 0-16,1-1 4 0,0 0-5 0,2-3 4 15,-1 1-4-15,0 2 4 0,-2 0-3 16,0 1 1-16,3-6-1 0,1-1 0 0,-2 4-4 16,-3 3 3-16,2 0-2 0,-1 1 0 15,0-3-1-15,2 2-3 0,-2 0 6 16,-2-2-6-16,2 3 6 0,-2-1-3 0,1-1 3 15,1 1-5-15,-1 0 3 0,-1 2-4 16,0 0 6-16,0 1-7 0,1-1-1 0,-1 2 6 16,2-1-1-16,-2 0 3 0,1 1-10 0,-1 1 3 15,0 0 4-15,-1 2-1 16,2-1-2-16,-1 2 1 0,0-1 4 0,1 0-6 0,-1 1-2 16,0 0 8-16,1 0 0 15,-1 0-5-15,0 0-2 0,1 0 5 0,-1 1-5 16,2-1 4-16,-1 0-1 0,1 0 1 15,0 0-4-15,-1 0 0 0,2 1 6 0,-2-1-7 16,0 0 4-16,1 2-3 0,-1-2-2 16,1 1 5-16,0 0-3 0,0 1 0 0,-1-1 4 15,-1 2-4-15,-3 4 1 0,7-8 2 16,-4 5-3-16,-3 3 2 0,4-5-1 0,-4 5 1 16,7-4-1-16,-7 4-5 0,4-5 1 15,-4 5 0-15,5-3 4 0,-5 3-1 16,0 0-9-16,7-2 8 0,-7 2 1 15,0 0-2-15,0 0 0 0,10 0-3 0,-10 0 2 16,0 0 1-16,8 4-2 0,-8-4 4 16,7 6-5-16,-3-4 2 0,-4-2 3 0,6 8 1 15,-4-3 6-15,1-1-5 0,0 1 1 16,1 2-2-16,-1-1-2 0,0 0-1 0,0 1 4 16,0-1 4-16,-2 1-2 0,2 0-3 15,0 2 3-15,-2-2 0 0,1 2-4 0,-2 0 0 16,1 1 4-16,1-2 0 0,0 4-3 15,0-3 3-15,-2 3 0 0,1-1 0 0,1 0 2 16,0 1-3-16,-1 1 6 16,1-2-6-16,1 1 2 0,-1-1 1 0,2-1 0 15,-1 1-1-15,0-3-1 0,0 1 1 16,1-2-2-16,-1 0 1 0,0 1-4 0,0-3 6 16,0 0-11-16,-3-5 12 0,4 9-1 15,-4-9 1-15,3 6 2 0,-3-6 11 0,4 5 2 16,-4-5 1-16,0 0 1 0,6 1-7 15,-6-1 4-15,0 0-1 0,10-8 2 0,-6 2-10 16,2-2 2-16,-1-1 0 16,2-4-2-16,-3 0 2 0,3-2-1 0,0 0-1 15,0 1 0-15,-2-2-5 0,2 1 2 16,-1 1-4-16,1-8 0 0,0 6 1 0,-2 2-2 0,-2 1 2 16,2 2 3-16,1-2-3 15,-2 2-3-15,-2 0 1 0,3 1 1 0,0 0-1 16,-1 2-1-16,0 0 1 0,0 0-1 15,1 0 0-15,-1 1 0 0,0 1-1 0,0-1-5 16,1 0 3-16,0 2 1 0,0-1 0 16,-2 0-2-16,3 0 4 0,-2 2-3 0,2-1 7 15,-2-1-8-15,2 2 2 0,-2-1 0 16,2 1 4-16,-1-2-7 0,0 2 1 0,0 0 4 16,-2 1-4-16,-3 3 2 0,9-7 3 15,-4 4-1-15,-5 3-2 0,6-5-1 16,-6 5-3-16,6-4 4 0,-6 4-5 15,5-2 2-15,-5 2-7 0,0 0 3 0,5-3-11 16,-5 3 5-16,0 0 5 0,0 0 2 16,0 0-3-16,10 6 5 0,-7-2 0 0,-3-4 0 15,5 8-5-15,-4-2 0 0,2 1 6 16,-2 0-2-16,1 1 0 0,-1 0 6 0,2 2-2 16,-3 0 0-16,1 0 1 0,-1 0 2 15,0 2 3-15,-1 1-2 0,2 1 3 0,-2-1-6 16,0 0 0-16,-1 2 3 0,2-2 4 15,-1 2-3-15,-1 1 0 0,-1-2-1 16,1 2-1-16,0-2 0 0,-1 2 1 0,0-1 0 16,1-1 1-16,0 2 8 0,1-2-10 15,-1 0 4-15,-1 3-2 0,1 0-1 16,0 0-4-16,1 0 7 0,-1 0-2 0,0 1 3 16,1-1-3-16,1-1 0 0,-1 0-1 15,0 2 0-15,-1-1 1 0,0 0 2 0,1 1 1 16,-1 0-1-16,1-1-5 0,-1 1 7 15,0 0-2-15,0-1 0 0,1 1-4 0,-1 0 6 16,2 0-1-16,-1 0 0 0,0-1 0 16,1 0-4-16,0 0 0 0,0 2 2 0,-2-4 0 15,4 3 0-15,0-1 4 16,-2 1-6-16,2 1 1 0,-1-1 4 0,3-1-4 0,-2 1 1 16,1 0 1-16,2-1-1 15,-3 0 4-15,4 6-2 0,0-5-3 0,0-1-1 16,-1-1 5-16,0 1-3 0,3 4 0 15,2-1 2-15,1-1-5 0,-5-3 1 0,6 4 5 16,-2 0 0-16,-1-4-3 0,-1-2 4 16,2 4-6-16,0-4 5 0,-1 0-4 0,1-3 3 15,-1 2 8-15,-1-1-9 0,1 0 0 16,-1 0 3-16,0 0-2 0,0-3 2 0,-1 2-4 16,0-2 2-16,0 0-1 15,0 0 1-15,-1 1-4 0,1-1 4 0,0 0-5 16,0 1 5-16,1 0-4 0,-2-1 3 15,1-1-6-15,-1 0 6 0,3 0 0 0,-3-1 1 16,-1-1-2-16,1 0 1 0,0 0-3 16,0-1 3-16,-1 0 1 0,1-1-3 0,0 0 4 15,-2 0-6-15,0 0 6 0,-4-4-1 16,10 5 3-16,-4-3-3 0,-6-2 3 0,8 3-2 16,-1-2 8-16,-7-1 2 0,10 0 12 15,-10 0 5-15,11-3 1 0,-5-1 7 0,1-2-5 16,1-2 4-16,1-5-7 0,2-6-3 15,-1-2-2-15,1-4-1 0,-1-1-9 16,-2-2-2-16,4-7 2 0,-6-2-6 16,-2 7 1-16,-1 0-2 0,1 0 3 0,-1 1-1 15,-2 0-3-15,-1 6 1 0,2 4 6 16,-2 1 5-16,2-1-1 0,-1 2-1 0,0 2-3 16,0 1-1-16,1 0-2 0,-2 0-1 15,2 1-1-15,-1 0-2 0,2 1-3 0,0 0 0 16,0 1-1-16,-1-1-3 0,1 1 2 15,0 0-5-15,0 0 3 0,1 1-1 16,-1-1-1-16,2 2 0 0,-3 1-3 0,3 0 0 16,-1 1 3-16,0-1-4 0,0 1 1 15,1 1-1-15,0 1 3 0,-3-1-5 0,3 0 1 16,0 1 0-16,0 0-3 0,-3 1 2 16,-2 4 0-16,6-9-2 0,-3 6-1 15,-3 3-2-15,4-5 2 0,-4 5-4 16,5-4-7-16,-5 4-5 0,0 0-2 0,5-3 3 15,-5 3 3-15,0 0-5 0,0 0 2 16,10 6 2-16,-10-6 10 0,7 8-4 0,-4-3 3 16,4 2 0-16,-2 2 5 0,2 0-3 15,1 3 4-15,2-2-2 0,-1 1 2 0,1 0 3 16,0 0 3-16,3 0 1 0,0-1-7 16,-1-1 4-16,2 0 1 0,-1 0-1 15,0-2-1-15,-2-1 0 0,-1-2 2 16,1 0 4-16,-3 0 6 0,0-1 1 0,-3-1 3 15,2-1 3-15,-7-1 2 0,12-3-2 16,-4-2 2-16,-1-1 0 0,0-3-1 0,2-2-5 16,-3-2 0-16,4-7-1 0,-1-1-1 15,-2-2-2-15,2-1-4 0,-1 2 2 0,-2 4 1 16,-1 2-4-16,-2 0 0 0,4 2 3 16,-5 0-1-16,1 3 0 0,2 0-4 0,-1 0 1 15,-1 1-1-15,1 0 3 0,0 2-3 16,1 0 1-16,-1 0-2 0,0 2 3 0,-1-2 0 15,0 2-2-15,1 0-2 0,0-2 2 16,1 1-1-16,0 0 2 0,2-1-2 16,-2 0 1-16,2 0-4 0,-1 0 3 15,1 0-1-15,0 1-4 0,1-1 0 0,-1 1 2 16,-2 2 1-16,2 0-1 0,-1 1-2 16,-2 0 2-16,3-1-4 0,-2 3 0 0,0-1 1 15,-5 3-7-15,9-3 2 0,-9 3-3 16,8 0 0-16,-8 0 4 0,8 4-2 0,-2 0 10 15,-2 2-7-15,2 0-1 0,-2 1 5 16,3 2-2-16,-3 0 2 0,2 1-2 0,0 1 1 16,-1-1 6-16,1 3-2 0,-1-2-2 15,1 3-1-15,-1-4 5 0,1 2-1 0,1 1 0 16,-1-1-4-16,1 1 10 16,1-3-2-16,1 2-2 0,1-1 2 0,-2 0-3 15,2-1-3-15,1 0 3 0,0-1-2 16,-2-1 2-16,-1-2-3 0,0 0 7 0,1 0-1 15,-2-3 1-15,0 1 4 0,-2-1 1 16,1 0 17-16,-6-3 9 0,7 3 1 0,-7-3 3 16,0 0-3-16,12-6-7 0,-8 0-2 15,0-1-1-15,-2-3-1 0,3-1-4 16,-3-3-2-16,-1 0-4 0,1-4 1 0,0-1-7 16,2-7 0-16,-2 0-1 0,-1-4-4 15,3 0-2-15,-2 0-3 0,1 1 0 16,0 0-1-16,1 2 1 0,-1 2-2 0,0 7 0 15,0 1 0-15,-1 4-1 0,0 0 0 16,1 0 2-16,0 2-3 0,0 1-3 0,2 1 1 16,-2 0-2-16,1 1-1 0,-1 0 0 15,2 2-2-15,-1-1-2 0,1 0 2 16,0 1-2-16,1-1-2 0,0 2-1 0,1-1-3 16,1 0 4-16,2 1-2 0,-1 0 1 15,1 0 2-15,-2 1 1 0,-1 1 5 0,2-1-5 16,-1 1 3-16,-1-1 1 0,-1 2 1 15,-6 2 6-15,10-4-6 0,-5 3 0 0,-5 1-1 16,9-4-4-16,-9 4 2 0,5-1-3 16,-5 1-4-16,0 0 3 0,9-1 2 15,-9 1-1-15,0 0-7 0,7 5 3 0,-7-5 7 16,4 6-1-16,-2-1 2 0,-2-5-1 16,2 11 2-16,-1-4 1 0,0 2 0 0,0-1 7 15,-1 1-4-15,0 2 1 0,0-1 1 16,0 0 6-16,0 1-6 0,0 0 3 0,0 2 0 15,0 1-1-15,0 0 1 0,0-1-3 16,1 1 4-16,0 0 1 0,-1 0 3 16,0 2-4-16,1 1-1 0,0 2 3 0,-1-4-1 15,0 3 4-15,1 0-2 0,-1 0-1 16,0 0-1-16,2-1 7 0,-2 2-3 16,2 0 0-16,-1-1-7 0,0 1 8 0,1-1-2 15,-1 0-3-15,-1 1 0 0,1 0 2 16,-1 0 0-16,2 0-1 0,1 6 1 15,-1-2 4-15,0-4-3 0,-2 0 2 16,4 6-1-16,-1 3-1 0,1-3-5 0,-1-1 1 16,2 3 6-16,0-3 1 0,-1 2-3 0,1-1 0 15,0 0 0-15,-1 0 4 0,-1-5 0 16,2 3-3-16,-1 1-2 0,-1-3 5 16,0-2-2-16,0-1-2 0,1 7 1 15,2 0 0-15,-3 0-1 0,2 1 1 0,1-1 1 16,-1 0 1-16,1-1-3 0,0 0-1 15,-1-1-2-15,2 0 6 0,-1 0-3 0,0-1 0 16,2 1 1-16,0 0-1 0,-3-5 2 16,2 4-2-16,0-4 1 0,-2-2-3 0,0-1 1 15,0 1 1-15,0-2 1 0,1 2-4 16,-1-2 3-16,1-3 0 0,-2 0 2 0,1-1 2 16,0-1-4-16,-1-3 0 0,-1 0 4 15,0 0 0-15,0-2 9 0,-2 1 12 0,-1-5 2 16,5 5 15-16,-5-5 5 0,0 0-4 15,8 2-5-15,-8-2-3 0,9-9-5 0,-3 1 1 16,2-6-6-16,4-5-1 16,-1-2-3-16,2-4-2 0,-1-6-3 0,3-3-2 15,0-3-3-15,-2 1-3 0,3-4-2 16,-3 0-2-16,2-1-4 0,-1-1 0 0,-2-1-1 16,-1 0-5-16,0-1 2 0,0-2-1 15,-1 3-3-15,-2 2 3 0,-1 2-3 0,0 2 4 16,-1 7 1-16,-2 0-2 0,0 1-2 15,1 2 0-15,-2-1 3 0,1 0-5 0,-2 0 4 16,4 2-2-16,-3 0-2 16,0 0 2-16,2 2-3 0,-2 4 2 0,1 3 3 15,1 0-2-15,-1 1-2 0,0-1 4 16,2 2 0-16,-1 1-2 0,1-1-3 0,0 2 3 16,-1 0-4-16,0 2 5 0,-2 0-2 15,3 1-1-15,-2 1 1 0,1 0 0 0,0 2 0 16,-1 1-4-16,0-1 1 0,1 0 2 15,-1 2 1-15,0 1 2 0,0-1-3 0,-4 5-2 16,6-8-1-16,-3 5 5 0,-3 3 0 16,6-5-4-16,-6 5 0 0,4-4-1 0,-4 4-6 15,6-4 4-15,-6 4 1 0,0 0-5 16,8-3 0-16,-8 3 3 0,0 0-4 0,0 0 0 16,12 3 4-16,-12-3-1 15,6 5-2-15,-2-2 6 0,-4-3-5 0,9 8 6 16,-6-3-5-16,1 1 5 0,0 1 2 15,1 1-3-15,-1-1 5 0,1 3-2 0,0 1 3 16,-1-2 1-16,0 3 0 0,3 1 0 16,-4 1 1-16,3 1-2 0,-2-1-1 0,0 2 4 15,0-1 1-15,2 1-4 0,-3-1 3 16,2 0 4-16,-1 0-4 0,1 1 1 16,-1-2-1-16,1-3-1 0,-1 1 2 0,0-1 0 15,-1-1 0-15,1 0-2 0,0-3 3 16,-2 0 2-16,1 0-1 0,-1-1 3 0,1-2-4 15,-3-4 4-15,3 8 4 0,-3-8 2 16,2 6 10-16,-2-6 17 0,3 4 18 16,-3-4 13-16,0 0-7 0,0 0-6 15,0 0-8-15,0 0-4 0,0 0-6 0,12-15-3 16,-8 5-8-16,1-3-1 0,2-1-7 16,3-9-2-16,2 0-2 0,0 0-3 0,1-1-1 15,0-1-6-15,0 2 1 0,3-8-3 16,-3 8-5-16,1 0 1 0,0 1 2 0,0 1-3 15,0 2-2-15,-1 2 1 0,-4 4-2 16,0 2-2-16,0 1-1 0,-1 0 1 0,0 0-1 16,0 3 3-16,1-1-5 15,0 2 3-15,-1-1 0 0,2 1 2 0,-2 0-3 0,1 1 1 16,-1 2 1-16,1-2 2 16,-1 0 1-16,-1 1-3 0,0 1 3 0,0-1 3 15,0 0-4-15,1 0 2 0,-1 0-1 16,0 1 2-16,-1-1 0 0,2 0 3 0,-2 0-2 15,0-1 0-15,0 0 0 0,0 0 0 16,-1 0-1-16,1 0 4 0,-1-1 0 16,2 0 0-16,-2 0-4 0,2-2 0 15,-1 0 0-15,1-1-3 0,-1-1 2 0,2 0 1 0,-2 0-2 16,3-2 0-16,-2 0-3 0,0-2-1 16,-1 2 4-16,0 0 0 0,0 0-1 0,-1 2 1 15,-1-1 0-15,0 1 1 16,-1 1-1-16,-1 0 1 0,1 0-1 0,-2 0 2 15,0 0-2-15,1 0 0 0,-1 0 1 16,-1 3-1-16,1-1-1 0,-1 7 2 0,2-15 1 16,-1 6 2-16,0 3-3 0,-1-1 0 15,0 7-2-15,0-13 1 0,1 6-1 0,0 0 2 16,-1 7 0-16,1-12 1 0,0 6-2 16,-1 6 1-16,2-13-2 0,-1 9 0 0,-1 4 1 15,2-11 0-15,-2 11-2 0,0-7 3 16,0 7-2-16,1-6 2 0,-1 6 0 0,0 0-2 15,0-9-1-15,0 9 2 0,0 0 0 16,3-6-1-16,-3 6 3 0,0 0-4 16,0 0 1-16,2-7-3 0,-2 7 1 15,0 0-1-15,0 0-5 0,0 0-7 0,0 0-9 16,0 0-9-16,3-5-4 0,-3 5 2 16,0 0 5-16,0 0 1 0,15 10 5 0,-9-4 3 15,3 4 2-15,3 0 1 0,3 6 1 16,2 0 5-16,2 1-1 0,0 0 3 0,0 1-3 15,2-2 5-15,-1 1 0 0,-1-2 2 16,2 2 5-16,-1-3-1 0,0 0-2 0,-1-1-2 16,0-1 3-16,-4-3 1 0,0-1 2 15,1-1-1-15,-3 0 0 0,1-1 5 0,-2-2 0 16,1 2-2-16,-2-3-1 16,-1 1 0-16,0-1 1 0,-2 1-3 0,1 0 7 15,0-1-4-15,-1 1-1 0,0-1 0 16,1 2 3-16,0-1-4 0,0 1 1 0,-1-1 1 15,1-1-1-15,-1 2 3 0,0-1-1 16,0-1-1-16,-1 1 0 0,0-1 3 0,0 0-4 16,-1 0 5-16,-1-1 3 0,-5-2-1 15,9 4 5-15,-9-4 5 0,6 3 14 0,-6-3 16 16,5 2-6-16,-5-2-1 16,0 0-5-16,0 0-2 0,0 0-3 0,7-10-7 15,-7 10 1-15,1-10-5 0,-1 10 0 16,-2-15-6-16,0 7 0 0,1-1 0 0,1 0-3 15,-2-2-1-15,2-1 1 0,-1-2-6 16,1 1 2-16,0-1 4 0,0-1-7 0,0 0 4 16,1-2 0-16,1 0-3 0,0 0-2 15,0 0 3-15,1 1 0 0,0 1-3 0,1 1 2 16,-1 0-2-16,1 1-1 0,0 2-3 16,0-1 0-16,2 3-2 0,-3-2 1 0,3 3 0 15,-3-1-1-15,2 3 3 0,-2-2 0 16,1 3-4-16,-1 1-3 0,-3 4 4 0,5-9-2 15,-2 5-4-15,-3 4 4 16,5-6-4-16,-5 6 1 0,6-3-3 0,-6 3 0 16,8-2-11-16,-8 2-4 0,0 0 5 15,11 4 0-15,-6-1-1 0,0 1 4 0,0 3-2 16,1 2 1-16,-2 1 4 0,1 1 0 16,0 3 2-16,0 1 2 0,0 1 1 0,-1 1 1 15,-1 0 6-15,4 6 3 0,-1 1-7 16,0-1 7-16,-2-3-7 0,0-1 8 0,0-2-1 15,2 7-1-15,-2-4 0 0,0-3 4 16,-1 0-2-16,1 1 1 0,-1-2 2 0,1 0-2 16,0 0 1-16,-2-2-3 0,-1 0 1 15,2-2 2-15,-3-2-1 0,3 0 2 0,-3-2-1 16,1 0 0-16,-1-2 5 0,0-6-2 16,2 12 4-16,-1-8 1 0,-1-4 5 15,0 0 12-15,0 9 2 0,0-9-4 16,0 0-3-16,0 0 2 0,0 0-2 0,0 0-2 15,-7-21 4-15,5 11-7 0,1-2-1 16,2-3-2-16,1-3 1 0,1 0-5 0,1-9-2 16,2 0-1-16,1-1-1 0,0 1-3 15,2 0-1-15,1 1-2 0,0 1-1 0,1 1 1 16,1 3-5-16,0 0 3 0,2 3-6 16,1 1 3-16,1 2-1 0,0 2-2 0,-1 3 1 15,0 3 2-15,0 2-5 16,1-1 1-16,-1 1 6 0,2 1 1 0,-3 1 0 15,0 1-5-15,-1 2 1 0,0-2-5 16,-2 2 6-16,-1 2-6 0,-1-2 1 0,0 3-1 16,0 0-1-16,-2 0 0 0,-1 2 6 15,0 1-5-15,-2 1 9 0,0 0-6 0,-1 2 2 16,-1 0 0-16,-2 3 2 0,0-2 4 16,-1 4-4-16,0-1-3 0,-3 3 6 0,0 1 1 15,0-1 2-15,-2 7-1 0,-1-1-2 16,1 1 3-16,-2-1 0 0,1 1-1 0,-1 1 2 15,-1 1 8-15,1 1-7 16,1 0-2-16,-2 0 1 0,1 0 0 0,-1 1 2 16,1-1 3-16,1 2-1 0,-1-1-8 15,0-1 7-15,1 2-2 0,0 0 4 0,-1-2-3 16,2 2 0-16,-1-2 3 0,1 0-2 16,1 0 1-16,-1-1-6 0,-1 0 4 0,1 1 1 15,0-1 1-15,-1 1 3 0,1 0-4 16,-2 0-5-16,2-1 4 0,0-1 6 0,-1 2-7 15,0-1-2-15,1 1 2 0,2-1 5 16,-2 0-2-16,2-1-2 0,-1 1 1 16,2-5-1-16,1-1 3 0,-1-1 1 0,1 0-6 15,0 1 3-15,0 0-6 0,0 0 8 16,1-1 1-16,0 4-6 0,1-2-1 16,0 2 3-16,1 5-3 0,0 1 4 15,2 0-1-15,-1-1-1 0,2 0 4 0,0-2-2 16,1 2 1-16,0 0-3 0,1-3 2 15,0 3-5-15,0-2 5 0,1-1-5 0,-1-2 1 16,0 2 3-16,-1-5 0 0,0-3-2 16,0 1 1-16,-1-1 2 0,2-1-1 0,-3 1 1 15,1-3-4-15,0-2 3 0,0 0-1 16,-1-2-3-16,-1-2 7 0,0-2-4 0,1 2 4 16,-3-7 7-16,3 10 4 15,-3-10 6-15,4 7 15 0,-4-7 15 0,4 6 4 16,-4-6-6-16,0 0-6 0,11-3-7 15,-3-4 1-15,1-1-6 0,6-7-4 0,2-3-4 16,1-1-2-16,3-7-4 0,1-4-1 16,0-1-5-16,-2-2 0 0,-1-2-1 0,0 1-1 15,-2-1-1-15,-1 0-6 0,-4 3 3 16,-1 7-2-16,-1-1 2 0,-2 2 0 0,0 0-1 16,0 2 1-16,-3 3-3 0,-1 2 1 15,-1 1-2-15,2 1-2 0,-2-1 0 0,-1 3 1 16,1-3-2-16,1 1 0 15,-1 1 0-15,1-1-2 0,-3 1 1 0,4-2 2 16,-1 1-1-16,-1 0 3 0,1 0-5 16,-1 1 5-16,1 2-5 0,0 0 0 0,-1 2-1 15,2-1 0-15,-3 0-3 0,3 2 4 16,-2 1 6-16,0 1-1 0,0 0-3 0,0 2-3 16,-3 5-1-16,4-10 0 0,-1 5-1 15,-3 5 2-15,3-8 2 0,-3 8-6 0,2-5-4 16,-2 5-4-16,0 0-6 0,3-7-7 15,-3 7-7-15,0 0 2 0,0 0 0 0,4-4 2 16,-4 4 1-16,0 0 1 0,0 0 5 16,0 0 2-16,9 9 0 0,-9-9 1 0,7 10 4 15,-4-3 1-15,1-1 2 0,1 4 3 16,0 1 1-16,-1 0-1 0,2 2 6 16,-1 0-3-16,0 1 1 0,1 0-2 15,-1-1 3-15,0 1 0 0,0-3 2 0,1 3 0 16,0-1 4-16,-2-1-2 0,1-1-2 15,-2 0 1-15,1-1-1 0,2 0 3 0,-3-1-1 16,0-2 1-16,1 0 1 0,-3-1-3 16,2-1 4-16,0 0-1 0,-3-5 2 15,4 9 2-15,-4-9 0 0,3 6 2 0,-3-6 1 16,4 6 10-16,-4-6 12 0,3 4 9 16,-3-4 1-16,0 0-8 0,0 0 0 0,15-9-5 15,-8 2 2-15,4-4-1 0,3-6 0 16,1-3-5-16,1 0 0 0,-1-2-3 15,4-5 2-15,-4 4-9 0,0 2 3 16,-1-1-1-16,-1 2 0 0,0 4-1 0,-4 5 2 16,-3 0-5-16,1 3-5 0,-3 1-2 15,2 1-3-15,-3 2-4 0,1 0-2 0,-4 4-9 16,7-7-1-16,-3 5-3 0,-4 2 1 16,11 0-1-16,-11 0 4 0,18 4 4 0,-5 1-1 15,3-1 1-15,1 2 1 0,9 2 1 16,0 0 0-16,0 0-9 0,0 2-14 0,-1-2-19 15,-4-2-25-15,-5-3-45 0,-5 0-51 16,-1-3-238-16,-4-1-83 0,-6 1 0 16</inkml:trace>
  <inkml:trace contextRef="#ctx0" brushRef="#br0" timeOffset="236068.3745">21894 2816 1216 0,'-1'-8'-98'0,"1"8"18"0,0 0 15 0,0 0 14 16,-2-6 19-16,2 6 3 0,0 0 11 15,0 0 0-15,0 0 12 0,-3-7-6 16,3 7 4-16,0 0-5 0,0 0 2 15,0 0 2-15,0 0-1 0,0 0-1 0,0 0 1 16,0 0 3-16,0 0-3 0,0 0-3 16,0 0 1-16,0 0-1 0,0 0 2 15,0 0 3-15,0 0 2 0,0 0 1 0,0 0 3 16,8-6-1-16,-8 6 2 0,0 0-2 16,17 3 6-16,-7-2 3 0,4 1 0 15,1-2 3-15,4 2 2 0,2-1-3 16,12-1 6-16,2 0 4 0,2 1 2 0,1-1-3 15,1 1-3-15,10 0 5 0,-1 0-3 16,-1-1-3-16,-8 0 3 0,1 1-3 0,-1 1 2 16,-2-1-5-16,-1 0 4 0,-2 0-6 15,-1 2-5-15,0-1 6 0,-2 0-2 0,-1 0 5 16,-1 0-7-16,-1 1-3 0,-5 0-1 16,-2-2 4-16,0 2-5 0,0-1-3 0,0 0 1 15,8 1 1-15,0-1 6 0,-2 1 1 16,1 0 0-16,-4-1 0 0,5 1-4 15,-2 1 3-15,3-1 3 0,-2-1-2 0,3 1-2 16,-1 0 4-16,-1-1-4 0,0 1 2 16,0 1-8-16,-1-2 17 0,-1 1-7 0,-3-2-5 15,-3 1 3-15,0 0-3 0,0-1 4 16,1 2-1-16,-2-2 0 0,0-1-3 16,-1 2 0-16,-2-1 1 0,-1 0 1 15,-1 1 1-15,0-2-4 0,-1 1 3 0,-1 0 1 16,1 0 2-16,0-1-4 0,1 1 5 15,1-1 3-15,0 2-5 0,0-1 2 0,4 0-2 16,0 0-2-16,2 0 1 0,-2 0-5 16,3 0 8-16,6 1-4 0,1-1 2 0,2 0-6 15,-1 2-2-15,2-2 2 0,0 1 7 16,3 0 2-16,1 1-7 0,9 0 0 0,0-1-3 16,-6-2 4-16,6 3-4 15,-8-2 3-15,1 1-3 0,-1-1 0 0,1 1 1 16,-1 1-3-16,8-1 2 0,-8-1 0 15,0 2 2-15,0-2 0 0,0 1 0 0,0 0-1 16,-1 0-7-16,0-1 11 0,-1 2 0 16,1-2 2-16,0 1-10 0,0-1 5 0,-1 1 3 15,0 1-1-15,1-2 0 16,-2 1 2-16,-1 1-4 0,-2-1 1 0,-1 1-7 0,-2 0 9 16,-5-2-4-16,-4 2 11 0,0-2-9 15,-4 1 1-15,-1-1-1 0,-1 1 0 0,-1-1 0 16,-2 0 3-16,-1 0-6 0,0 0-2 15,-3-1 4-15,0 1 2 0,-7-1-2 0,12 1 0 16,-6-1 6-16,-6 0 2 16,9 1 0-16,-9-1 0 0,7 1-8 0,-7-1-1 15,0 0 4-15,9 1 1 0,-9-1 0 16,0 0-3-16,0 0 7 0,9 1-2 0,-9-1 5 16,0 0-6-16,0 0 4 0,0 0-5 15,0 0-15-15,0 0-64 0,0 0-76 0,0 0-250 16,-21-10 91-16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16:40.164"/>
    </inkml:context>
    <inkml:brush xml:id="br0">
      <inkml:brushProperty name="width" value="0.05292" units="cm"/>
      <inkml:brushProperty name="height" value="0.05292" units="cm"/>
      <inkml:brushProperty name="color" value="#FF0000"/>
    </inkml:brush>
  </inkml:definitions>
  <inkml:trace contextRef="#ctx0" brushRef="#br0">18003 7471 677 0,'-5'4'33'0,"5"-4"-35"0,0 0 21 16,0 0-6-16,0 0 13 0,-6 3 10 0,6-3 5 16,0 0-2-16,0 0 1 0,0 0 2 15,0 0-6-15,-5 3-1 0,5-3-2 0,0 0 3 16,0 0-9-16,0 0 1 16,0 0 2-16,0 0-2 0,0 0-2 0,0 0 0 15,-6 4 0-15,6-4 0 0,0 0-4 0,0 0-1 16,0 0 0-16,0 0 1 0,0 0-4 15,0 0 2-15,0 0-1 0,0 0-1 0,0 0 3 16,0 0-1-16,0 0-1 0,0 0 0 16,0 0 2-16,0 0 3 0,0 0 1 0,0 0-5 15,0 0 2-15,0 0 1 0,0 0-1 16,0 0-3-16,0 0 1 0,0 0 0 0,0 0-3 16,0 0-2-16,0 0 1 0,0 0-5 15,0 0-3-15,0 0 0 0,0 0 1 0,0 0-3 16,0 0-4-16,0 0-8 15,0 0 6-15,0 0 0 0,0 0-1 0,18 6 3 16,-1-7 4-16,15-1-4 0,16 0-2 0,7-1 2 16,10-1 0-16,25-4 1 0,3 2-2 15,0 1-3-15,5 1 4 0,2 0 1 0,-1-1 0 16,-1 1 0-16,-2-1-4 0,-1 4 1 16,-9-1 0-16,-19 1 5 0,-3 0-4 0,-5 1-5 15,-7 1 6-15,-14 1-2 0,-4-2-1 16,-3 0 2-16,-10 0 1 0,-2 0 6 0,-5 0 3 15,-2-1 11-15,-2 1 5 16,-3 0 7-16,0-1 5 0,-7 1 0 0,13 0-4 16,-13 0-3-16,10-1-3 0,-10 1-4 15,6-2-4-15,-6 2-6 0,7-1-20 0,-7 1-28 16,0 0-18-16,7-2-38 0,-7 2-49 16,0 0-175-16,3-5-232 0,-3 5-48 0</inkml:trace>
  <inkml:trace contextRef="#ctx0" brushRef="#br0" timeOffset="1448.5845">17520 8889 1386 0,'0'0'-60'0,"0"0"9"0,-3-6 18 0,3 6-1 15,0 0 13-15,0 0 2 0,0 0 7 16,0 0 1-16,0 0-1 0,0 0-1 0,0 0 14 15,0 0-2-15,0 0-2 0,0 0-2 16,0 0 11-16,0 0-11 0,0 0 4 0,0 0 1 16,0 0 7-16,0 0-2 0,0 0 1 15,0 0 7-15,0 0-3 0,0 0 2 0,15 0-2 16,-15 0 2-16,19 0 4 0,-4 0-2 16,7 0 0-16,12-1-3 0,12 0-1 0,6 0 4 15,7 0 3-15,6 0-8 0,19-2 10 16,3 3-4-16,-1-2 0 0,2 1-3 15,-1 0-4-15,-19 2 3 0,0-2 2 0,-1 2-2 16,-5 0-2-16,0 0-2 0,-4 1 0 16,-3-1 6-16,-1 1-4 0,-8 1-5 0,-11-3 3 15,-6 2 1-15,-5-1 2 0,-8-1 16 16,-2 1 18-16,-4 0 9 0,0-1 8 0,-1 0 2 16,0 0-2-16,-9 0-5 0,10-1-5 15,-10 1-9-15,8-1-2 0,-8 1-6 0,8 0-9 16,-8 0-12-16,0 0-25 15,0 0-22-15,9 0-29 0,-9 0-48 0,0 0-75 16,0 0-370-16,0 0-57 0</inkml:trace>
  <inkml:trace contextRef="#ctx0" brushRef="#br0" timeOffset="3714.0144">17431 10184 1411 0,'-9'-1'-69'0,"9"1"10"16,0 0 10-16,-8 1 4 0,8-1 18 0,0 0 9 16,0 0 11-16,0 0 2 0,0 0 7 15,-9 0 5-15,9 0-7 0,0 0 4 0,0 0 1 16,0 0 1-16,0 0 3 15,0 0 4-15,-7 3-6 0,7-3 1 0,0 0 0 16,0 0-5-16,0 0 4 0,0 0 1 16,0 0-3-16,0 0 2 0,0 0-6 0,0 0 2 15,0 0-2-15,0 0-2 0,0 0 1 16,0 0-6-16,0 0 5 0,0 0-3 0,0 0 3 16,0 0 1-16,0 0-3 0,0 0 5 15,20 4-1-15,-10-4 6 0,2 0-5 0,3-1 4 16,5 1-7-16,10-3 7 0,2 1-3 15,1 0 0-15,3 0 2 0,8-2 0 16,-7 1-2-16,6 0-3 0,3 0 3 0,-9 2 1 16,8-2 0-16,3 1-1 0,-9 1 1 15,7-1-2-15,-7 0 2 0,0 1-4 16,-1-1-1-16,-1 1 4 0,-1-1-5 0,2 2 1 16,-2 0 1-16,2 2-1 0,1-2 1 15,0 0 0-15,0 0 4 0,10 1-2 0,-10 0-5 16,8 1 4-16,1 0 1 0,1 0-2 15,2-2 0-15,0 2 5 0,0-1 3 0,0 1-3 16,1 0 1-16,-1-2-1 0,-1 0 1 16,-1 2-3-16,0-4-1 0,-11 2 0 0,-4 0 0 15,-2 0 2-15,-8-1 7 0,-5 1 17 16,-5 0 16-16,-3-1 11 0,0 1 7 0,0-1-1 16,-4 1 0-16,1-1-4 0,-8 1-6 15,11-1-2-15,-11 1-4 0,6-3-7 16,-6 3-2-16,5-4-6 0,-5 4-4 0,0 0-14 15,7-3-20-15,-7 3-25 0,0 0-37 16,0 0-42-16,3-4-50 0,-3 4-130 0,0 0-160 16,0 0 41-16</inkml:trace>
  <inkml:trace contextRef="#ctx0" brushRef="#br0" timeOffset="5670.7492">16779 9741 1162 0,'0'0'-38'0,"0"0"4"0,0 0 8 16,0 0 1-16,0 0 0 0,0 0 6 15,0 0 7-15,0 0 7 0,0 0 3 0,0 0 3 16,-18-11 0-16,11 9-2 0,7 2 1 16,-16-3 0-16,7 2-1 0,-3 1-1 0,1-1 5 15,-4 1-4-15,0-1 1 0,-1 2-1 16,-1 0 2-16,-2 0 0 0,0 0-1 0,0 1-5 16,3-1 3-16,-3 1-3 0,5 0 2 15,-2-1 4-15,3 1 3 0,0 0-2 0,2 0-3 16,1-1 1-16,2 0-3 15,1-1-4-15,0 3 7 0,7-3 0 0,-9 2-4 16,9-2-4-16,-9 3 6 0,9-3-3 16,-6 2 2-16,6-2-3 0,-4 4 3 0,4-4 2 15,0 0 0-15,-5 6-5 0,5-6 1 16,-2 6 0-16,2-6 9 0,0 7 1 0,0-7-3 16,0 10-2-16,-1-3 4 0,1-7-3 15,-1 16 2-15,1-6-1 0,0 1 4 16,-1 3 5-16,0 3-4 0,-2 1 2 15,0 8 2-15,2 2 7 0,-2 2-5 0,1 1-6 16,0 3 10-16,0 0-6 0,0 0 0 16,0 0 1-16,-1 7 1 0,2-5-2 0,-2 7 3 15,3 1 1-15,-4-3 1 0,1 2-4 16,3-10 2-16,-2 1-2 0,0-2 0 0,-1-1-3 16,2-2 1-16,0-1 3 0,-1-7-2 0,1-3 1 15,1-2-2-15,-2-2-6 0,2-2 11 16,1-3-3-16,-2 1-4 0,1-2 7 0,1 0-6 15,0-2-1-15,-1-6-2 0,3 13 0 16,1-7-1-16,1-1 8 0,2-2-5 0,5 1 2 16,3-1-1-16,4-1 2 0,2-1 1 15,2 0-5-15,0-2 1 0,1 2 1 0,-3-1-2 16,0 0-3-16,-4 0 3 16,-3 0 1-16,-3 0-4 0,0-1-6 0,-2 1-1 15,-1 0-15-15,-8 0-34 0,8-3-42 16,-8 3-91-16,0 0-189 0,0 0 114 0</inkml:trace>
  <inkml:trace contextRef="#ctx0" brushRef="#br0" timeOffset="7663.476">16599 8439 486 0,'6'-2'131'0,"-6"2"-86"0,0 0 3 15,0 0-24-15,3-5-6 0,-3 5 7 16,0 0-7-16,0 0 8 0,0 0-6 0,0 0 2 16,-13-9-3-16,13 9-1 0,-13-1-2 15,3 1 0-15,0-2 5 0,-1 2-2 0,0 0 7 16,-2-1 8-16,1 2-9 16,-4-2 1-16,2 1 6 0,-1 1 1 0,0 0-7 15,1 0 4-15,-1 0-7 0,2 1-5 16,0-1 3-16,1 0-5 0,3 1 1 0,-1-1 2 0,1 0-7 15,1 0-3-15,8-1 3 0,-11 2-4 16,5-1-4-16,6-1-2 0,-8 2 5 16,8-2-3-16,-7 2 2 0,7-2 1 0,0 0-6 15,-7 3 0-15,7-3 3 0,0 0-3 16,0 0 0-16,-4 4-2 0,4-4 0 0,0 0 0 16,0 0 4-16,0 0-3 0,-2 7 0 15,2-7 7-15,0 0-6 0,0 0 7 0,4 13-4 16,-3-7 8-16,0 2 0 0,1 1 0 15,-2 1 4-15,1 4 6 0,1 4 3 0,-2 2 2 16,1 1 0-16,-3 8-2 0,0 1-2 16,0 0 3-16,-1 1-2 0,-1 1-3 0,0-1-3 15,0 1 1-15,1 0-7 16,-2-2 7-16,3 0-7 0,-1-1 1 0,0-2-2 16,0-1 1-16,2-6-3 0,0-3 2 15,1-3-3-15,0-1-1 0,0 0 1 0,2-3-2 16,0 0-1-16,3-2-1 0,2 0 1 0,3 0 3 15,4-3-4-15,3-2 0 0,2-2 3 16,11-2-5-16,2-2 4 0,0 0-1 0,1-3 2 16,1 2-1-16,-2 0-3 0,-3-1 2 15,-6 1-1-15,-4 0-2 0,-4 3 0 0,-3-2 4 16,-1 2 1-16,-2-1-3 16,-1 0 3-16,-1 2 1 0,-7 0-8 0,7-2-8 15,-7 2-16-15,0 0-25 0,0 0-38 16,0 0-46-16,0 0-164 0,0 0-168 0,-14-11 27 15</inkml:trace>
  <inkml:trace contextRef="#ctx0" brushRef="#br0" timeOffset="9397.498">16606 7126 1213 0,'0'0'-18'0,"0"0"7"0,0 0 15 16,0 0-7-16,7-1 7 0,-7 1-2 16,0 0 4-16,0 0 8 0,0 0 4 0,0 0 0 15,0 0 4-15,0 0-3 0,0 0 3 16,0 0 6-16,0 0-12 0,0 0 6 0,0 0-5 15,0 0-1-15,0 0 3 0,0 0-6 16,0 0 1-16,0 0-6 0,-23-6 8 0,15 6-5 16,0-1-3-16,-1 1 2 15,0 0-3-15,-1 0 2 0,0 0-3 0,1 1-2 16,0-1 2-16,1 0-4 0,8 0-1 0,-14 1 1 16,8-1 0-16,6 0-3 0,-9 1 0 15,9-1-1-15,0 0-1 0,-11 0 5 0,11 0-4 16,-6 2 0-16,6-2-1 0,0 0 3 15,0 0-3-15,-9 0 1 0,9 0-3 0,0 0 0 16,0 0 2-16,0 0 3 0,0 0-1 16,-8 1-4-16,8-1 2 0,0 0 1 0,0 0 3 15,0 0-4-15,0 0 3 0,0 0-3 16,-6 3-2-16,6-3 1 0,0 0 0 0,0 8 5 16,0-8 6-16,-1 13 0 15,1-6-1-15,0 4 5 0,-1 2 3 0,0 2-2 16,0 3 5-16,1 2-1 0,0-1 0 15,0 9-1-15,0-1-2 0,1 2-1 0,-1-2-2 16,3 2 3-16,-1-2-2 0,-1-1-6 16,1-3 3-16,1-5 1 0,-1 1 1 0,1-3-5 15,-1-3 3-15,0 0-2 0,1-3 1 16,-2 0-3-16,-1-2 2 0,2 0-1 0,-1-2-2 16,1 0-2-16,-2-6 4 0,3 11 5 15,-3-11-2-15,1 8 3 0,-1-8 0 16,2 7 3-16,-2-7-5 0,3 4 2 0,-3-4-3 15,7 3 0-15,-7-3 1 0,13 1-3 16,-3-1-2-16,0 0 0 0,1 0 1 0,0-1-2 16,0 0-1-16,1-1 1 0,-1 2-3 15,-1-1 4-15,-3 0 1 0,1 1-3 0,-8 0 6 16,13 0 0-16,-13 0-3 0,9-1 2 16,-9 1-16-16,5-1-26 0,-5 1-32 0,0 0-48 15,0 0-115-15,0 0-267 0,-15-13-2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17:12.051"/>
    </inkml:context>
    <inkml:brush xml:id="br0">
      <inkml:brushProperty name="width" value="0.05292" units="cm"/>
      <inkml:brushProperty name="height" value="0.05292" units="cm"/>
      <inkml:brushProperty name="color" value="#FF0000"/>
    </inkml:brush>
  </inkml:definitions>
  <inkml:trace contextRef="#ctx0" brushRef="#br0">2064 4875 286 0,'0'0'36'0,"0"0"-20"0,0 0-4 0,-2-7-6 0,2 7 1 16,0 0 5-16,0 0 0 0,-1-7 8 15,1 7 4-15,0 0 8 0,0 0-5 16,0 0 5-16,0 0-4 0,-3-6 2 16,3 6-7-16,0 0 3 0,0 0 7 0,0 0-6 15,0 0-5-15,0 0-1 0,0 0 7 16,-3-5-9-16,3 5-7 0,0 0 8 16,0 0-4-16,0 0-4 0,0 0-2 0,0 0 6 15,0 0-1-15,0 0 2 0,0 0-8 16,0 0 5-16,0 0 0 0,0 0-2 0,0 0-1 15,0 0 1-15,0 0-1 16,0 0 3-16,0 0-3 0,0 0 7 0,0 0-6 16,0 0-1-16,0 0-1 0,0 0 0 0,0 0-3 15,0 0 2-15,0 0 4 0,0 0-10 16,0 0 3-16,0 0-2 0,6-7 2 16,-6 7-4-16,0 0 0 0,0 0 5 0,0 0-8 15,12 0 3-15,-12 0-4 0,8 0 6 16,-8 0-2-16,11 0-1 0,-3-1-4 0,-8 1 16 15,15 0-14-15,-4 0 1 0,-1 0 0 16,2 0 1-16,3-2 2 0,-1 2 1 16,2-1-3-16,1 1 6 0,2-1-7 15,2-1-2-15,1 1 1 0,7 0 4 0,-6 0-1 16,-2 0-1-16,-2 1 2 0,1-1-2 16,1 1 1-16,-4-1-2 0,2 0 9 15,-2 0-7-15,0 0-3 0,-1 0 3 0,1 0-4 16,-2 0 2-16,0 0 0 0,0 0-1 15,-1-1 0-15,0 1 4 0,-1 0 0 0,1-1-1 16,0 1-2-16,0 1 4 0,-1-3-4 16,-1 3 1-16,0-2 4 0,-1 2-1 0,0-1-5 15,1 0 7-15,0 1-8 0,-2 0 0 16,2 0 3-16,0 0 14 0,1 0-16 16,-1 1 3-16,1 0-6 0,2-1 5 0,-1 1 4 15,2 0-1-15,-2 0-6 0,0-1 3 16,2 0 1-16,-2 2-3 0,2-2 2 15,-1 0 0-15,0 0 2 0,1-2-4 16,0 2 4-16,0-1 1 0,0 0 6 0,2-1-10 16,-1 1 0-16,-1-1 1 0,3 1 1 15,-2-1-6-15,-2 1 12 0,0-1-14 0,1 1 5 16,-1 0 3-16,-1-1-1 0,1 1 3 16,-1-1-4-16,1 2 4 0,-1-2-5 0,-1 2 3 15,1-1-4-15,-2 0 3 0,1 0-7 16,-1 0 5-16,1 0-4 0,0 1 2 0,-1 0 6 15,0 0 1-15,0 0-4 16,0 0 0-16,0 0-1 0,0-1-6 0,1 1 7 16,0 0-7-16,1 0 0 0,1 0 6 15,0 0 0-15,0 0 5 0,0 0-3 16,0 0 1-16,2 0-1 0,-3 0 0 0,1 0-2 16,1 0 2-16,-2 0-4 0,1 0 14 15,-1 0-16-15,1 0 8 0,-2 0-2 0,-1 1-1 16,2-2 0-16,-2 1-1 0,0 0-1 15,0 0-1-15,0 0 2 0,0 0 5 0,3 0-6 16,-1 0-3-16,-1 0 3 0,-1 0 4 16,3 0 1-16,1 0-1 0,-1 0-1 0,2 1 5 15,0-1-8-15,0 0 1 0,0 0 1 16,4 0-2-16,-4-1 5 0,3 2-3 16,0-2-1-16,-2 1-3 0,2 0 3 15,-3 0-1-15,0 0-2 0,1 0 8 0,-3 0-1 16,0 0 1-16,0 0-4 0,-1 0 3 15,-1 0-5-15,-2 0 2 0,2 0-2 16,-2 0 0-16,0 1-5 0,1-1 6 0,0 0 1 16,0 1 6-16,2 0-4 0,-1 0-4 15,0-1 13-15,2 0-16 0,0 0 5 0,2 0 4 16,-1 0-2-16,5 0 0 0,-1-2 8 16,0 1-5-16,3 1 3 0,-2-1 3 15,0 1-10-15,0-2-3 0,-1 2 4 0,-2-1-1 16,-2 1-6-16,0 0 9 0,-1-1 0 0,-1 0-5 15,-1 2 0-15,-2-1 3 16,0-1-2-16,0 1 0 0,-1 1 3 0,0-1-6 16,1 1 3-16,-2-1-2 0,2 0 1 15,-2 1 4-15,2-1-5 0,-1 2 1 0,2-2 5 16,-1 1-4-16,-1 0 0 0,5 0-5 16,-2 0 5-16,2 0 2 0,1 0 0 15,0 1-5-15,1-2 9 0,1 0-4 0,0 0 4 16,2 1-5-16,0 0 2 0,-3-1 4 15,1 0 0-15,-2 0-8 0,1 0 6 16,-1 1-1-16,-1-1-1 0,0 2-7 0,-1-2 5 16,-1 1 7-16,-2-1-8 0,2 0 3 15,-2 1-1-15,0-1-2 0,2 0 1 16,-2 2 0-16,1-2 0 0,-1 1-1 0,0 1 2 16,1-2 1-16,0 1 3 0,2 1-9 15,0-2 2-15,2 0 1 0,-1 1 3 0,0 0-6 16,1-1 5-16,-2 1 4 0,1 0-6 15,1 0-2-15,-1-1-3 0,1 0 2 0,-1 0 2 16,1 0 2-16,-2 2-3 0,3-2-1 16,-3 0 9-16,2 0-5 0,-1 0 1 0,0 1-2 15,1-1 2-15,-2 0-3 0,3 0-1 16,-2 1 1-16,2-2-2 0,-1 2 2 16,5-1 5-16,0 0-7 0,1 0 5 15,2-1 0-15,9 1 1 0,1-1 0 0,-1-1 4 16,2 1-2-16,-1 0 5 0,0 0-3 15,2-1 8-15,-1 0-2 0,-1 1-4 16,1-2 4-16,-2 1-3 0,-1 1-1 0,-2-2 1 16,-6 2-3-16,-3-1 2 0,-1 1 0 15,0 0-2-15,-1-1-1 0,-4 1 1 0,2 0-1 16,-2 0-2-16,-1 0 2 0,0 1-1 16,-2-2-1-16,-2 2 0 0,1 0-2 15,-1 0-1-15,0-1 1 0,-10 1 0 16,16-1 2-16,-9 1-3 0,-7 0 3 0,14-1-2 0,-14 1-3 15,10-1 4-15,-10 1-2 16,0 0 2-16,12-1-2 0,-12 1 2 0,0 0 5 16,10 0 4-16,-10 0 4 0,0 0 6 15,0 0 6-15,0 0 1 0,0 0-1 0,11 0-1 16,-11 0 1-16,0 0-5 0,0 0-5 16,0 0-19-16,0 0-51 0,0 0-86 0,0 0-249 15,0 0-28-15,0 0 74 0</inkml:trace>
  <inkml:trace contextRef="#ctx0" brushRef="#br0" timeOffset="5760.9312">15683 1919 159 0,'7'-1'60'15,"-7"1"6"-15,0 0-25 0,0 0-15 16,0 0 9-16,0 0 2 0,8-1-14 0,-8 1 9 15,0 0-5-15,0 0-9 0,0 0 7 16,0 0-3-16,0 0 2 0,0 0 4 16,0 0-1-16,0 0-4 0,0 0 7 15,0 0-1-15,0 0 10 0,0 0-6 16,0 0 3-16,0 0 4 0,0 0 4 0,0 0-10 16,0 0-2-16,0 0-5 0,0 0-2 15,0 0 2-15,0 0-9 0,0 0-2 0,0 0 1 16,-18-9-6-16,13 7-5 0,5 2 1 15,-13-3 7-15,6 2-5 0,0 0-12 0,-1-2 7 16,0 3-3-16,8 0 0 0,-16-2-5 16,7 1 0-16,-1 1 0 0,2 0 8 0,-1 0 0 15,1 1-5-15,0 0 3 16,0 0-2-16,0 0-4 0,-1 1 8 0,2 0-10 16,-1 1 10-16,-1-1 2 0,1 2-4 15,0-2 0-15,-1 2-5 0,2 0 3 0,-1 0 3 16,2 2-6-16,-2-2 2 0,0 1 3 15,2 0-6-15,0 0-3 0,-1-1-4 0,2 1 9 16,0-2-7-16,2 1 7 0,3-4-5 16,-6 7 1-16,3-3 1 0,3-4-3 15,-5 6-4-15,5-6 0 0,0 0-1 0,-3 6-2 16,3-6 4-16,0 0 12 0,-1 7-16 16,1-7 5-16,0 0 2 0,0 0-3 0,3 10 6 15,-3-10 5-15,4 5-4 16,-4-5-7-16,7 6 13 0,0-3-5 0,-2 0-1 15,1 0 1-15,2-1-6 0,0 1 10 16,2 0-1-16,-2 0-3 0,3-1 6 0,2 0-7 16,-2 1 0-16,2-1 4 0,0 1-3 15,0-2-5-15,2 1 9 0,-1 0 0 0,2-1-4 16,-1 1 3-16,3 1 5 0,-3-2-5 16,0 0-5-16,1 2 2 0,-2-2 1 0,0 1 8 15,-2 0-7-15,1 1-3 0,0 0 4 16,-2-1-2-16,0 2 0 0,-1-1 2 15,-2 0 0-15,0 3 2 0,-1-3-8 16,0 1 7-16,-1-1-5 0,-1 1-1 0,-5-4 1 16,7 6 8-16,-4-3 11 0,-3-3-10 15,4 6 3-15,-4-6 3 0,0 0 4 16,0 0 6-16,-10 14-4 0,3-9 0 0,-6 1 1 16,-2-1 2-16,-9 3 3 0,0 0 3 15,-1-3 4-15,-2 1-2 0,1 0 1 0,2-5 12 16,3 2-5-16,-8-1 0 0,5 0 1 15,2-1-3-15,-1 0 1 0,1 0-3 0,0-1 4 16,2 0 1-16,4-1 13 0,0 0-3 16,2 1 2-16,1-1 5 0,2 1-5 0,1-1-3 15,-1 0-2-15,4 0-10 0,7 1 1 16,-13 0-2-16,13 0-8 0,-12-1-9 0,12 1-16 16,-9-2-26-16,9 2-28 15,-8-1-46-15,8 1-46 0,-6-4-125 0,6 4-213 16,0 0 10-16</inkml:trace>
  <inkml:trace contextRef="#ctx0" brushRef="#br0" timeOffset="6923.083">15958 2075 1226 0,'4'-8'-63'16,"-1"3"16"-16,0-1 17 0,-3 6 8 15,3-8 16-15,-3 8 24 0,1-4 5 0,-1 4 1 16,0 0-7-16,1-7 3 0,-1 7-3 16,0 0-5-16,0 0-3 0,0 0-4 0,2-8-7 15,-2 8-1-15,0 0 11 16,0 0-13-16,0 0 4 0,0 0 0 0,0 0 4 15,0 0-4-15,0 0-5 0,0 0 1 16,0 0 0-16,0 0-1 0,-8 21 3 0,8-21 4 16,-2 5-6-16,2-5 0 0,-3 7 4 15,3-7-2-15,-1 8-1 0,1-8 2 0,-1 9 4 16,1-9-3-16,0 10 1 0,0-10-3 16,1 11 0-16,0-5-1 0,2 0 4 0,0-1-4 15,1 1 0-15,3-2 5 16,0 1 0-16,3 0-5 0,1-1 2 0,2-1 2 15,1-2 4-15,3 1-4 0,-3-2 4 16,1-1 0-16,1-1-8 0,0-2 5 16,-2 0-7-16,-2-1 3 0,0 0 3 0,-2-1 1 15,-2-1 8-15,-1-1 1 0,-2 1 15 16,-1 0 5-16,0 0 2 0,-3 1 12 0,1 0 3 16,0-1 5-16,-2 7 6 0,2-11-3 15,-1 5-5-15,-1 6 4 0,1-8-10 0,-1 8 0 16,0 0-5-16,0-9-4 0,0 9-7 15,0 0-2-15,1-8-1 0,-1 8-2 0,0 0-6 16,2-6 1-16,-2 6-1 0,0 0-4 16,0 0-4-16,0 0 3 0,0 0-2 15,0-9-6-15,0 9-4 0,0 0 0 16,0 0 0-16,0 0-8 0,0 0-1 0,0 0 3 16,0 0 4-16,0 0-1 0,0 0-1 15,-4 24-4-15,4-17 5 0,-1 0 0 0,1 1-5 16,0-8 2-16,0 15-4 0,0-6 3 15,1-1 0-15,0 1 0 0,2-3 1 16,-1 2 0-16,0-1 0 0,0-2 0 0,-2-5 2 16,4 10 3-16,-2-5-2 0,-2-5 4 15,3 6 3-15,-3-6 15 0,2 5 22 16,-2-5 17-16,0 0-2 0,0 0-9 16,0 0-2-16,0 0-4 0,0 0-3 0,0 0-4 15,-4-22-4-15,1 14-4 0,2-1-2 16,-1 0 0-16,1-1-3 0,1 2-3 0,0 1-6 15,0 7-2-15,0-13-4 0,0 6-5 16,3 1-3-16,1 1-3 0,1 0 2 0,3 0 0 16,3 1-3-16,0 1-1 15,0 2 0-15,0 1-5 0,1 1 0 0,1 1 1 0,-1 2-3 16,4 1-3-16,-5-1-2 0,4 3-1 16,-2 0 3-16,-3-1-6 0,0 2 0 15,-2-1-3-15,0 1 0 0,-3-2-2 16,-1 1-1-16,-1 0-6 0,0 0-5 0,-2-1-12 15,-1-6-19-15,-1 12-35 0,1-12-45 16,-5 7-96-16,5-7-225 0,-8 1 20 16</inkml:trace>
  <inkml:trace contextRef="#ctx0" brushRef="#br0" timeOffset="7184.8894">15839 1787 1269 0,'0'0'-11'16,"0"0"6"-16,-3-4-8 0,3 4 4 15,0 0 2-15,0 0 2 0,0 0-3 0,-4-5-17 16,4 5-41-16,0 0-31 0,0 0-61 16,0 0-137-16,-9-2 189 0</inkml:trace>
  <inkml:trace contextRef="#ctx0" brushRef="#br0" timeOffset="7891.4811">16841 1786 807 0,'0'0'-20'0,"1"-6"4"0,-1 6 9 0,0 0 11 16,0 0 5-16,-8-11-1 0,8 11 6 15,-7-1-7-15,7 1 0 0,-14 4-10 0,4 2 0 16,-4 3 4-16,-4 6 4 0,-1 0-7 15,1 4 3-15,-3 6 5 0,-1 2-3 0,3 2-3 16,-1 0 3-16,3-1-8 0,6-4 2 16,0-1 5-16,2 0-5 0,4-4-5 15,2-3 4-15,2 0 5 0,2-3-1 0,1-1-1 16,3 3 4-16,3-3 5 0,6 3 4 16,4-3 5-16,5-1-2 0,4-1 0 0,2-3-3 15,1-2-17-15,0-3-21 0,-5-2-54 16,5-4-180-16,-3-1 85 0,-3-3 59 15</inkml:trace>
  <inkml:trace contextRef="#ctx0" brushRef="#br0" timeOffset="8440.2696">17061 1835 524 0,'0'-8'42'0,"2"2"-4"0,-2 6 4 0,2-8 5 15,-2 8 10-15,1-7 19 0,-1 7 2 0,0 0-2 16,2-8-15-16,-2 8-4 0,0 0-12 16,0 0-9-16,0 0-5 0,0 0-7 15,0 0-1-15,0 0-9 0,0 0 3 16,0 0-5-16,0 0-9 0,0 0-2 0,0 0 3 15,0 0 6-15,0 0-9 0,0 0 4 16,-8 22 1-16,6-14-1 0,-1 1-3 0,0 2 1 16,1 2 3-16,-2 0 2 0,1 1 2 15,-1 3-10-15,2-2 6 0,-1 1-1 0,1 1-4 16,1-3 5-16,0 0-5 0,0-1 6 16,0 0-8-16,1-2-1 0,1 0 4 0,1 1-3 15,0-3 4-15,-1 0 1 0,2 1-1 16,0-1 9-16,0-2-6 0,2 1 1 15,1-1-1-15,1-1-3 0,4 0 2 16,2-2-9-16,1-2-17 0,4-2-40 0,10-5-43 16,5 0-106-16,4-6-143 0,-8 0 133 15</inkml:trace>
  <inkml:trace contextRef="#ctx0" brushRef="#br0" timeOffset="8673.1817">17048 2037 954 0,'0'0'-26'0,"0"0"1"0,0 0 3 16,0 0 1-16,0 0-3 0,0 0 5 15,0 0-3-15,13-21-13 0,0 14-17 16,2-2-23-16,7-3-141 0,1-2 74 0</inkml:trace>
  <inkml:trace contextRef="#ctx0" brushRef="#br0" timeOffset="8955.1978">17283 1770 683 0,'0'0'29'0,"0"0"-8"0,0 0-8 16,0 0 1-16,-7-1-6 0,7 1-1 15,0 0 5-15,0 0-12 0,0 0 0 16,28 7 3-16,-11-3-2 0,7 3 7 0,1 1 1 16,2 1-7-16,1 3-5 0,5 2 2 15,1 4 2-15,-3 1-2 0,-2 1 0 0,-2 1 2 16,-8-3 6-16,-1 1-9 15,-7-2 0-15,-4-2 3 0,-4-2 3 0,-3 0 1 16,-5 0 7-16,-7 6-2 0,-2-3-5 16,-4-1 4-16,-2-1-5 0,-2-2-16 0,0-1-32 15,0-3-58-15,3-3-137 0,5-2 81 16</inkml:trace>
  <inkml:trace contextRef="#ctx0" brushRef="#br0" timeOffset="9597.4607">15710 2464 609 0,'-7'2'-11'0,"7"-2"11"16,0 0 10-16,-6 2 10 0,6-2-2 0,0 0 7 15,0 0 0-15,0 0-9 0,-7 2-1 16,7-2-6-16,0 0-4 0,0 0 0 16,0 0 4-16,0 0-7 0,25-1 2 0,-6-1 3 15,16-2 4-15,13 0-7 0,12-3 0 16,20-3 11-16,7-1-6 0,10-4-5 0,10-1 10 16,7-2-8-16,6 0-2 0,2 4 2 15,-2 0-3-15,-2 1 8 0,-6 1-7 0,-5 2 2 16,-8 1 2-16,-9 1-11 0,-9 1 5 15,-20 4 0-15,-9-1 1 0,-15 2-2 0,-4-1 3 16,-10 2 5-16,-5 0-4 0,-5 0 5 16,-2 0-2-16,-3 0-4 0,-3 1 3 15,-5 0-9-15,0 0-11 0,7-3-27 16,-7 3-23-16,0 0-39 0,0 0-140 0,0 0 239 16</inkml:trace>
  <inkml:trace contextRef="#ctx0" brushRef="#br0" timeOffset="9984.2316">16007 2536 630 0,'-11'3'-27'0,"1"-2"4"15,3 1 15-15,1-1 14 0,6-1-3 0,-8 2-3 16,8-2 4-16,0 0-4 0,0 0 2 16,0 0-6-16,43-11 6 0,-2 3 2 0,7-3 0 15,23-4 12-15,10-2 0 16,9-3 10-16,7 0 9 0,4 1-1 0,0 3-2 0,-1 1-1 15,-5 2-1-15,-8 0 10 16,-4 3-16-16,-21 3 3 0,-5-1-1 0,-7 3-4 16,-7 0-1-16,-11 2-2 0,-10 2-2 15,-4 0-4-15,-3 0 10 0,-4-1-8 0,-1 1-3 16,-1 0-8-16,-2 0-41 0,-7 1-51 16,7-3-132-16,-7 3-29 0,0 0 231 0</inkml:trace>
  <inkml:trace contextRef="#ctx0" brushRef="#br0" timeOffset="12036.1396">19292 1844 622 0,'0'0'-28'0,"0"0"13"0,0 0 2 0,0 0 11 16,0 0 12-16,0 0 20 0,0 0-2 15,-9 0 1-15,9 0 3 0,0 0 3 16,0 0 9-16,0 0-3 0,0 0-3 0,-6-4 9 16,6 4 5-16,0 0-2 15,0 0-3-15,0 0-11 0,0 0-3 0,0 0-5 16,-1-8 3-16,1 8-13 0,0 0-3 16,0 0-2-16,0 0-4 0,9-7-3 0,-9 7 2 15,13-4-4-15,-4 3 1 0,3-2 0 16,3 1-2-16,-2 0-2 0,4 1-2 0,0 1 2 15,0 1-5-15,-1-1 2 0,2 3 0 16,0 1-1-16,-3 0-8 0,0 1-10 0,-5 1 4 16,0 3 3-16,-3 0 0 0,-4 0 5 15,-3 3-5-15,-4 4 6 0,-10 5 6 16,-6 4-2-16,-7-1 0 0,-2 0 7 0,-1-3-5 16,0-3 2-16,8-4-6 0,0-2 4 15,2-2 9-15,6-1 0 0,3-3 12 0,2-1 11 16,4-2 8-16,-2 0 0 15,4-1-1-15,3-2-4 0,0 0-3 0,0 0-8 16,0 0-6-16,32-9 3 0,-5 1-2 16,10-3-4-16,2 0 0 0,3-2-2 0,1 1-2 15,3 1 2-15,3 0-3 0,-2 1 0 16,-1 1-2-16,-5 1-1 0,-10 4-3 0,-6-1 1 16,-5 2-1-16,-6 0-4 15,-3 0-7-15,-2 1-10 0,-1 1-1 0,-2 0-6 16,-6 1 8-16,0 0-29 0,8-2-32 0,-8 2-26 15,0 0-39-15,0 0-217 0,0 0 125 16</inkml:trace>
  <inkml:trace contextRef="#ctx0" brushRef="#br0" timeOffset="12480.8998">19925 1722 929 0,'-12'1'-43'0,"12"-1"5"0,-7 0 12 16,7 0 14-16,0 0 14 0,0 0 8 16,-8 1 2-16,8-1-8 0,0 0-8 0,0 0-2 15,0 0 11-15,0 0-7 16,0 0 1-16,0 0 3 0,0 0-5 0,34-6 5 15,-15 3-1-15,11-1 7 0,2 0-6 16,1 0-9-16,1-1 6 0,2 1-3 0,-3 1 6 16,-1-2-6-16,0 2 2 0,-5 0 7 15,-5 1-13-15,-4 0 1 0,-6 0-7 0,-2 1-13 16,1 0-16-16,-3-1-13 0,-1 1-22 16,-7 1-126-16,8 0 70 0</inkml:trace>
  <inkml:trace contextRef="#ctx0" brushRef="#br0" timeOffset="12824.1941">20106 1723 587 0,'-7'2'22'0,"7"-2"6"15,0 0 4-15,0 0 5 0,-9 0 17 0,9 0-7 16,0 0-3-16,0 0-5 0,0 0-7 16,0 0 0-16,0 0-16 0,-8 3-4 0,8-3 1 15,0 0-6-15,-2 5-1 0,2-5 0 16,0 8 3-16,0-8-3 0,0 11-2 16,0-4-7-16,2 0 0 0,-2 2 9 15,1-1 2-15,1 2-5 0,-2 0-2 16,4 1 1-16,-3 2 0 0,2-1 2 0,0 1 0 15,0 2-1-15,0-3 5 0,1 4 1 16,-3-3-4-16,1 1 1 0,1-1-23 0,0 0-18 16,-1-1-17-16,-2-1-22 0,0-2-34 15,2-1-165-15,-2-2 208 0</inkml:trace>
  <inkml:trace contextRef="#ctx0" brushRef="#br0" timeOffset="13053.1075">20149 1776 798 0,'2'-4'6'0,"-2"4"-10"0,3-5 2 0,-3 5-6 15,0 0 1-15,0 0-4 0,0 0 0 16,0 0 12-16,0 0-8 0,7 13-4 0,-6-6 4 16,1 1 6-16,-1 3 0 0,0 0 6 15,2 1-9-15,-1 1 11 0,0 1-7 16,-2 0 5-16,2-1 1 0,-1 0-3 0,-1 2-4 15,2-4 2-15,-2 0-12 0,0-1-26 16,1-3-24-16,-1-1-41 0,0-6-84 16,4 4 63-16</inkml:trace>
  <inkml:trace contextRef="#ctx0" brushRef="#br0" timeOffset="16815.9989">16441 2672 491 0,'0'0'-12'0,"6"-1"2"0,-6 1 4 15,0 0 8-15,0 0 4 0,0 0 13 16,0 0-1-16,0 0 3 0,0 0-4 15,0 0 5-15,0 0-5 0,0 0-14 16,0 0 10-16,0 0-6 0,0 0-3 0,0 0 4 16,-17-6-3-16,17 6 1 0,-13 0 2 15,13 0-4-15,-15 1-2 0,6 0 1 0,-1 1-2 16,0 0-1-16,-2 1 4 0,1 1-2 16,0 0-2-16,-1 2 0 0,1-1 0 0,1 2 3 15,0-1 3-15,0 1-7 0,0 0-3 16,2-1 1-16,1 0 1 0,0-1 0 0,2 0 5 15,-1 0-5-15,3-2-2 16,3-3 4-16,-7 8-5 0,5-5 4 0,2-3-1 16,-4 7 0-16,4-7-1 0,0 0-3 0,0 0 5 15,6 11 4-15,-1-9-5 0,3 1 5 16,1-1-4-16,4 0 1 0,5-1 3 16,2 2-4-16,10-2 5 0,4 1-3 0,2 0 5 15,2-1-2-15,0 1-1 0,-1 1-1 16,-2-1-1-16,-2 1-2 0,-5 1 2 0,-7-1 3 15,-5 0-7-15,-3 0 1 0,-3-1 2 16,-2 1 7-16,-3 1-1 0,-3 0 4 16,-2-4 0-16,0 0 1 0,-11 15 1 0,2-9 5 15,-5 0 0-15,-1 2 9 0,-8 0 3 16,-2 2 1-16,0-3 11 0,-1-1 4 16,0 0 5-16,5-2 2 0,2 0-3 15,1-1-1-15,3-2 4 0,2 2-1 0,0-2-5 16,2 1 9-16,2-1-8 0,1 0-3 15,1-1-7-15,7 0 1 0,-12 1-2 0,12-1-13 16,-8-1-12-16,8 1-30 0,-7-2-38 16,7 2-32-16,-4-6-64 0,4 6-268 0,1-8 70 15</inkml:trace>
  <inkml:trace contextRef="#ctx0" brushRef="#br0" timeOffset="17676.0789">16905 2652 1135 0,'0'0'-34'0,"0"0"-2"0,1-7 3 15,-1 7 3-15,0 0-3 0,0 0 9 0,0 0-1 16,0 0 2-16,0 0 12 0,0 0-8 15,0 0 4-15,-8 18 4 0,7-11-8 0,-1-1 1 16,2-6 4-16,-2 13 1 0,2-5 9 16,2 0-9-16,-1-1 1 0,2 0 6 0,1 0-4 15,3 1 5-15,2-2 2 0,4 1-5 16,2-2 6-16,3-2 2 0,2 0 2 16,1 0-2-16,0-3 0 0,3 0-2 15,-3 0-2-15,0-3-2 0,-2 0 3 16,-1 0 4-16,-3-2 3 0,1 0 11 0,-6 1-1 15,-2-1 7-15,-1 1 18 0,-1-2 2 16,-2 2 1-16,-2-2 5 0,-2 6 4 0,1-8-1 16,-1 8 3-16,-2-10 4 0,2 10 1 15,-5-9 10-15,3 4-4 0,2 5-1 0,-2-6-3 16,2 6-5-16,-3-5-7 0,3 5-4 16,0 0-11-16,-3-8-3 0,3 8-5 0,0 0-2 15,0 0-7-15,0 0-10 0,-1-7-2 16,1 7-3-16,0 0-4 0,0 0 0 15,0 0 3-15,0 0-2 0,0 0-4 16,0 0 4-16,16 10-2 0,-10-5-1 0,0 0 5 16,1 2 1-16,1 0-5 0,-2 1 5 15,1 0 2-15,0-1-3 0,-1-1 3 0,-1-1-4 16,-1 2-3-16,-2-4 1 0,-2-3 3 16,5 8 1-16,-5-8 11 0,3 6 11 15,-3-6 0-15,0 0 6 0,0 0-1 0,0 0 7 16,-8 7 8-16,8-7-1 0,0 0 1 15,-13-3-4-15,13 3 4 0,-10-5-9 0,6 1-2 16,4 4-2-16,-7-11-4 16,5 5-5-16,1 0-4 0,1 6-7 0,-3-11-9 15,3 11-2-15,4-11-9 0,1 7-5 16,0 0-3-16,3 1 4 0,1 0-4 0,0 2-2 16,0 1-3-16,1 2 2 0,2 1-4 15,-1 2 1-15,2-1 0 0,-4 3-2 0,1 0-1 16,-1-1-1-16,-1 2-7 15,0 0-8-15,-3-2-12 0,-1 2-10 0,-1-1-38 16,-1-2-35-16,-2-5-91 0,-1 9-205 0,1-9 57 16</inkml:trace>
  <inkml:trace contextRef="#ctx0" brushRef="#br0" timeOffset="17848.5239">16989 2533 1266 0,'-7'-3'32'16,"0"1"-5"-16,7 2-18 0,-10-4-1 15,6 2-1-15,4 2-1 0,-6-5-34 0,6 5-64 16,0 0-67-16,0 0-207 0,0 0 120 16</inkml:trace>
  <inkml:trace contextRef="#ctx0" brushRef="#br0" timeOffset="18439.3629">17840 2438 978 0,'3'-4'-24'0,"-2"-1"-4"0,-1 5 9 16,1-6 3-16,-1 6 11 0,0 0 4 15,0 0 2-15,-5-9 0 0,5 9-6 0,0 0 2 16,-10 0-2-16,10 0 2 0,0 0 6 15,-18 11-6-15,9-4-4 0,-2 2 3 0,1 2-1 16,-4 4 2-16,-2 1 5 0,0 2-2 16,-1 0 1-16,-1 2 4 0,-3 4 0 0,0 2 4 15,3 1 2-15,2-5-2 16,-2 6 4-16,5-6-2 0,1 0-2 0,0-1 2 16,3 0 0-16,1 1-4 0,3-5 2 15,1-2 1-15,2 0-4 0,1-2 4 0,2 0 0 0,2 0-1 16,4 0-6-16,2 0 11 15,7 1-1-15,4-1-4 0,3-2 9 0,4-3-4 16,1-3-12-16,3-3-39 0,0-4-66 16,3-2-199-16,-4-4 84 0,-2-3 74 0</inkml:trace>
  <inkml:trace contextRef="#ctx0" brushRef="#br0" timeOffset="18919.9559">18001 2528 650 0,'3'-4'23'0,"-3"4"4"0,0 0 2 0,2-7 10 16,-2 7 6-16,0 0-7 0,0 0-3 0,0 0-6 16,0 0-3-16,0 0-10 15,0 0-2-15,0 0-2 0,0 0 4 0,0 0-4 16,0 0-1-16,-11 26 0 0,5-16-3 15,0 0-3-15,2 2-2 0,-4 2 4 0,2 1-7 16,-1 0 2-16,1 0-1 0,-2 6 0 16,1-4 2-16,3-1-5 0,-2 0 7 0,2-2 6 15,-1 0-9-15,3 0 1 0,-1-2 0 16,0-1-4-16,2-1 1 0,-1-1 4 0,2-1 0 16,0 0-4-16,1-1 2 0,1 0 4 15,-1-2-8-15,1 2 10 0,2-2-10 16,2 0 2-16,1-1 4 0,4-1 5 0,5-1-18 15,5-2-17-15,8-4-39 0,2-1-55 16,0-1-185-16,-1-2 177 0</inkml:trace>
  <inkml:trace contextRef="#ctx0" brushRef="#br0" timeOffset="19156.9039">17803 2777 910 0,'0'0'55'0,"-7"1"-9"0,7-1-5 16,0 0-1-16,0 0 0 0,0 0-14 0,0 0-1 15,0 0-5-15,0 0-15 0,0 0-4 16,22-12-23-16,-6 7-22 0,8-3-31 0,2 0-48 15,1-4-199-15,6-1 163 0</inkml:trace>
  <inkml:trace contextRef="#ctx0" brushRef="#br0" timeOffset="19545.1849">18299 2506 831 0,'0'0'-26'0,"0"0"13"0,2-5 21 0,-2 5 13 15,0 0 24-15,0 0 3 0,0 0-7 0,1-8-7 16,-1 8-2-16,0 0-5 15,0 0-13-15,0 0 0 0,0 0-4 0,0 0-4 16,0 0 1-16,0 0 2 0,0 0-4 16,0 0 2-16,0 0-1 0,0 0 0 0,-3 23-6 15,3-23 5-15,0 14-1 16,-1-4 2-16,1 0-2 0,0 2 2 0,0-1-4 0,0 3 0 16,0 0 10-16,0 1-9 0,0 0-1 15,0 2 3-15,0-2 1 0,-1 1 0 0,1-2 2 16,0 1-10-16,-1-2-14 0,1 1-21 15,1-3-27-15,-1-2-32 0,1 0-127 16,0-1-38-16,2-4 221 0</inkml:trace>
  <inkml:trace contextRef="#ctx0" brushRef="#br0" timeOffset="19823.4618">18213 2734 732 0,'-6'-4'19'0,"6"4"-5"0,0 0 7 16,-4-7 8-16,4 7 10 0,0 0 5 15,-1-9-19-15,1 9-2 0,5-8-7 0,2 2-11 16,4-1 5-16,4-1-5 0,7-2-16 16,0 0-18-16,1 0-28 0,0 0-33 15,1 2-181-15,-5 2 211 0</inkml:trace>
  <inkml:trace contextRef="#ctx0" brushRef="#br0" timeOffset="20397.9575">17879 2771 729 0,'0'0'-9'16,"0"0"-6"-16,0 0 2 0,0 0 3 0,0 0-1 16,0 0 1-16,17-17 1 0,-5 10 0 15,3 0-3-15,9-3-3 0,1 0-13 16,1-1-10-16,-1 1-49 0,0 0-71 15,-2 1 54-15</inkml:trace>
  <inkml:trace contextRef="#ctx0" brushRef="#br0" timeOffset="21430.557">18513 2619 484 0,'0'0'11'0,"0"0"6"0,-8-3 13 0,8 3 1 15,0 0 9-15,-7-4-7 0,7 4-6 16,0 0 12-16,0-8-22 0,0 8-4 0,7-10 1 16,-2 3-4-16,5 0-2 0,0-2 1 15,4 0 1-15,6-2-7 0,-4 3 11 16,5-2-14-16,1 1 0 0,-4 3-3 0,-2 2 2 16,-1 0 2-16,0 2-1 15,-3 2 5-15,-1 0-9 0,-1 2-5 0,-1 1 5 16,-1 3-1-16,-2 3 3 0,-4 2 0 15,-3 1 7-15,-6 10-4 0,-5 3-2 0,-7 5 1 16,-5 2-1-16,-1-2 2 0,-1-1 4 16,1-3-3-16,1-3 4 0,6-6 4 0,1-1-11 15,5-5-1-15,3-2 13 0,2-3 6 16,1 0 11-16,1-1 6 0,2-2 14 0,3-3 6 16,-5 5 1-16,5-5-2 15,0 0-3-15,0 0-5 0,0 0-12 0,25-5 1 0,-8-2-5 16,8-2 1-16,3-1-11 15,1 1-9-15,8-2-15 0,3-1-26 0,-11 2-26 16,2 1-48-16,-3-1-61 0,-1 2-173 16,-5-1 145-16</inkml:trace>
  <inkml:trace contextRef="#ctx0" brushRef="#br0" timeOffset="21814.0086">18910 2520 930 0,'0'0'-28'0,"0"0"8"0,-11-3 4 16,11 3 1-16,0 0 1 0,-5-2-4 16,5 2 2-16,0 0 4 0,0 0 4 15,0 0-7-15,20-4 8 0,-10 2 2 0,4 0 5 16,4 0-7-16,2-2 4 0,8-1-3 15,2 0-5-15,0-1 10 0,1 0 1 16,1-1-10-16,-4 0-17 0,-2 0-23 0,0 0-29 16,-3 0-113-16,-7 1 66 0</inkml:trace>
  <inkml:trace contextRef="#ctx0" brushRef="#br0" timeOffset="22136.0092">19002 2513 546 0,'0'0'55'0,"0"0"-4"16,0 0 4-16,0 0 3 0,-5 3 8 16,5-3-5-16,0 0-7 0,0 0-11 0,0 0-5 15,0 0-5-15,0 0-9 0,-4 5-4 16,4-5 4-16,0 0-8 0,-1 7 1 15,1-7-4-15,-2 8 0 0,2-8 1 0,0 10-4 16,0-10-6-16,-2 11 4 0,2-4-1 16,-1 0 2-16,1 3-3 0,1-1 3 0,-2 1-5 15,2 3 4-15,1-1-5 16,-2 1 2-16,0 0 3 0,2 1 3 0,-2 0-11 16,0 0-7-16,1 0-8 0,-2-1-24 15,-1 0-22-15,-1 0-34 0,1-2-80 0,0-2-132 16,2-2 177-16</inkml:trace>
  <inkml:trace contextRef="#ctx0" brushRef="#br0" timeOffset="22383.9826">19101 2567 851 0,'4'-4'16'0,"-4"4"0"16,4-4-7-16,-4 4-1 0,0 0-1 15,6-3-2-15,-6 3-4 0,0 0-8 16,0 0 7-16,0 0-1 0,0 0 3 0,8 10 1 16,-8-5-2-16,0-5 0 0,2 14 4 15,-4-3-3-15,2-1-3 0,0 0 0 0,0 4 1 16,0-2 4-16,0 1 4 0,0 1 5 16,0-1-6-16,0 0-1 0,0-2-28 0,0 0-19 15,0-1-27-15,0 0-78 0,0-2-85 16,2-3 79-16</inkml:trace>
  <inkml:trace contextRef="#ctx0" brushRef="#br0" timeOffset="22784.0504">19313 2336 635 0,'0'0'-18'15,"0"0"-1"-15,0 0 0 0,-10 2-2 16,10-2 3-16,0 0 0 0,-3 8 2 0,3-8-4 15,5 12 11-15,-1-5 0 0,6 3-1 16,6 3 2-16,3 2 0 0,2 0 4 0,7 4 1 16,0 1 3-16,2 1 0 0,1 0 2 15,-3 1-1-15,-1 2 3 0,-1-2 7 16,-10-1-5-16,0 0 0 0,-5 1-3 16,-5 1 4-16,-6-4 2 0,-6 4 3 0,-4 2 5 15,-10 3 0-15,-6-2 0 0,-4-2-3 16,-4-2-2-16,-2-4 0 0,-1-2-14 15,0-4-34-15,6-4-113 0,-1-4 13 0,2-2 46 16</inkml:trace>
  <inkml:trace contextRef="#ctx0" brushRef="#br0" timeOffset="24252.3541">15665 2706 367 0,'0'0'-3'0,"-4"-6"17"0,4 6 2 0,-3-5 1 0,3 5 10 16,0 0 12-16,-3-7 8 15,3 7-1-15,-3-5 1 0,3 5-3 0,0 0-9 16,0 0-6-16,-3-6-2 0,3 6-8 15,0 0-5-15,0 0 0 0,0 0-7 0,0 0-6 16,0 0-1-16,0 0 3 0,0 0-2 16,0 0 0-16,0 0 1 0,0 0 7 0,-8 15-12 15,7-10 2-15,0 3 1 16,0-1-2-16,-1 1 2 0,2 1-1 0,-1-1 1 16,1 2-3-16,-1-2 12 0,1 2-9 0,0 0 0 15,0-1 1-15,1-1 0 0,0 2-2 0,1-3 2 16,-1 1-2-16,1-1 1 0,1 0-5 15,1-1 7-15,-1 0 0 0,1 0 1 16,3-2-1-16,0 0 2 0,3 0 3 16,5-2 2-16,4-1 4 0,2-1-7 0,12-3 5 15,1-2-6-15,7-2 2 0,0-1-6 16,-9 0 8-16,-1 0-4 0,-2 1-2 0,-4-1 4 16,-7 2 5-16,-2 1 0 0,-6 1-1 15,-2 0 0-15,-1 0-2 0,-3 1-1 16,-4 3-4-16,0 0-1 0,0 0-2 0,0 0 4 15,-19-10-3-15,9 10-6 0,-1 0 6 16,-2 1-1-16,2 0 1 0,-1 1 0 0,1 0-4 16,1-1-4-16,2 1 0 0,0-1-5 15,2 0 5-15,6-1-2 0,-10 2-2 16,10-2-1-16,-7 2 0 0,7-2 5 16,0 0-2-16,0 0 2 0,0 0 5 0,0 0 0 15,28 3-4-15,-13-4-6 0,4-1 11 16,0 2 0-16,2-1-5 0,0 1 4 0,-4 0-3 15,-1 0-1-15,-2 1-2 0,0 1-2 16,-3 0 8-16,-1 0-6 0,-1 0 8 0,-2 0-6 16,-3 1 1-16,-4-3 5 0,4 7 9 15,-4-7-5-15,-5 12 3 0,-3-4-1 0,-2 1 5 16,-3-1 4-16,0 1-7 16,1-1 1-16,-1 1-17 0,3-2-27 0,2-1-31 15,0 0-47-15,3-1-126 0,1-3 81 16</inkml:trace>
  <inkml:trace contextRef="#ctx0" brushRef="#br0" timeOffset="25720.4277">19856 2624 605 0,'0'0'-20'15,"-5"3"7"-15,5-3 3 0,0 0 4 16,0 0 6-16,0 0 0 0,0 0 3 0,-5 4 6 16,5-4-7-16,0 0 6 15,0 0-1-15,0 0 2 0,0 0 1 0,0 0-5 16,0 0-1-16,0 0-6 0,0 0 3 16,0 0 3-16,0 0-3 0,0 0 3 0,0 0-9 15,0 0 8-15,25-1-3 0,-14-1 5 16,3-1-7-16,5 0 5 0,8-2 0 0,2-1 0 15,2 1-1-15,3-1-1 0,0 0 1 16,-2 0 2-16,-2 1-1 0,-1 0 3 16,-9 1-4-16,-3 1 0 0,-4 2-3 0,-2-1 1 15,-2 0-9-15,0 0-11 16,-4 0-29-16,1-1-58 0,-6 3-52 0,7-6 54 16</inkml:trace>
  <inkml:trace contextRef="#ctx0" brushRef="#br0" timeOffset="26047.946">20201 2451 489 0,'-9'-1'41'16,"9"1"-6"-16,-11-2-2 0,11 2-2 15,-9 0 4-15,9 0 6 0,0 0-6 0,-8-1-15 16,8 1 2-16,0 0-8 0,0 0-6 15,0 0-4-15,0 0 6 0,0 0 0 16,0 0-5-16,0 0 4 0,0 0-6 16,24 8-2-16,-13-6 7 0,3 0-9 15,5 1 1-15,0 0 3 0,7 2-3 0,-3 1 1 16,-2 0-1-16,-3-1 3 0,-3 1 0 16,-1-1-3-16,-2 1 4 0,-2-1-1 0,-2 0-10 15,-4 1 7-15,-1 0 4 0,-3 0 3 16,0-6-5-16,-6 15 2 0,-4-6-1 0,-1 1 4 15,-4-1-10-15,2 0-22 16,-1-1-30-16,2-1-40 0,2-2-148 0,3-2 238 0</inkml:trace>
  <inkml:trace contextRef="#ctx0" brushRef="#br0" timeOffset="26791.4126">21018 2236 629 0,'0'0'-25'16,"0"0"9"-16,0 0 2 0,0 0 6 15,0 0 0-15,0 0 1 0,-12-10-2 0,12 10 1 16,-16 0 0-16,4 2 4 0,-2-1 0 16,1-1 4-16,-5 3 3 0,1-1 2 15,0 1 3-15,0 1 2 0,-1 1-4 0,2-1 5 16,-1-1-6-16,4 1-1 15,1 1 3-15,1-1-4 0,0 0 2 0,1 1-3 16,1-1-8-16,2 0 6 0,1 0 4 16,-1 1 0-16,2 0-7 0,2-1 2 0,-1 0-3 15,4-4 4-15,-3 12 1 0,3-7-5 16,0-5 7-16,7 13-8 0,-2-7 6 0,2 2 0 16,5 1-1-16,2-2 4 0,6 3-4 15,5-1 4-15,2 1-1 0,0-1-3 0,0-2 4 16,1 1-1-16,-3 1-6 0,-4-4 7 15,-5 1-4-15,-2-1 2 0,-3-1-4 0,-2 0 5 16,-1-1-6-16,-1 0 8 0,-2 0-3 16,-1 0 13-16,-4-3 2 0,0 0 4 15,-4 11 9-15,-4-6-6 0,-3 1 8 0,-5-1 3 16,-8 2-2-16,1 1 4 16,-1-1 0-16,-1-1 2 0,5-2-5 0,1 0 1 15,7-1-6-15,-3 0 0 0,4-1-1 16,0-1 1-16,3 2 2 0,1-3-11 0,2 1-15 15,5-1-36-15,-11-3-40 0,11 3-56 16,-6-7-191-16,6 7 165 0</inkml:trace>
  <inkml:trace contextRef="#ctx0" brushRef="#br0" timeOffset="27576.2435">21168 2330 886 0,'0'-6'-8'0,"0"6"0"0,0-9 11 15,0 9 7-15,0 0 12 0,0-8-16 16,0 8-3-16,0 0 1 0,0 0 1 0,0 0-4 16,0 0 3-16,0 0 7 0,0 0-15 15,-12 20 7-15,10-13-7 0,-1 0 7 0,0 1-4 16,3 2-3-16,0-2 0 0,2 1-1 15,-1 1-8-15,2-2 5 0,3 0 4 16,2-1 4-16,1 0-4 0,4-1-3 16,4-1 4-16,1-2 5 0,1-1-5 0,0-1-6 15,-3-2 7-15,4 1-3 0,-6-2 8 16,1-1-3-16,-2-1 1 0,1-1-2 16,-4-1 12-16,-1-1 2 0,-1-1 11 0,-3 3 8 15,0-1 11-15,-3-1 7 0,2 1 3 16,-2 0 4-16,0 1 2 0,-2 5 0 0,2-9 2 15,-2 9-3-15,2-8-5 0,-2 8-4 16,0 0-11-16,1-8-6 0,-1 8-2 0,0 0-9 16,0 0-3-16,2-7-5 0,-2 7-1 15,0 0-6-15,0 0 0 0,0 0-7 0,0 0 0 16,0 0-4-16,0 0 0 0,0 0-1 16,0 0-3-16,0 0-2 0,0 0 2 0,0 0-4 15,14 8 7-15,-14-8 3 0,0 0-5 16,5 3 4-16,-5-3 10 0,0 0-4 0,0 0 18 15,0 0-4-15,0 0 2 16,8-4-8-16,-8 4 3 0,1-8-6 0,-1 8 4 16,4-9 0-16,-4 9-2 0,3-9-1 15,-2 5 2-15,-1 4-4 0,4-7-3 0,-4 7-6 16,2-5-1-16,-2 5 3 0,4-4-7 16,-4 4 1-16,8-3 4 0,-8 3-1 0,12 0-4 15,-5 0 5-15,1 2-3 0,1-1 3 16,1 2 2-16,1-1-7 0,1 1-4 15,0 1-5-15,-1 0-8 0,2 1-4 0,-2 1-6 16,-1 0-9-16,-1 1-12 0,-1 0-2 16,-1 0-10-16,-4 2-8 0,-1-2-17 0,-2 0-35 15,0-7-225-15,-4 12 133 0</inkml:trace>
  <inkml:trace contextRef="#ctx0" brushRef="#br0" timeOffset="27756.008">21270 2115 985 0,'0'0'-19'0,"-6"-4"5"0,6 4-8 0,0 0 8 16,-3-3-21-16,3 3-13 15,0 0-13-15,0 0-24 0,0 0-149 0,0 0 79 16</inkml:trace>
  <inkml:trace contextRef="#ctx0" brushRef="#br0" timeOffset="28148.3098">22156 2069 606 0,'1'-8'-15'0,"-1"4"4"16,0 4 5-16,0 0 4 0,-7-11 4 15,3 9-1-15,4 2 0 0,-9 0-1 0,9 0-3 16,-18 6 7-16,8 0-2 0,-4 3-2 15,-3 6 1-15,2 1-2 0,-2 2 3 16,0 3 4-16,-3 5 4 0,-1 2-5 0,1 1 2 16,2 2 1-16,3 0 0 15,3-6 4-15,4 1-7 0,0-2 4 0,3 0-3 16,3-6 1-16,2-1 0 0,0-2-1 16,5 0 5-16,0-1-2 0,4-1-2 0,6 3 9 15,4-2 1-15,3-4 7 0,5-3-21 16,3-4-25-16,2-4-65 0,3-4-136 0,3-6 76 15</inkml:trace>
  <inkml:trace contextRef="#ctx0" brushRef="#br0" timeOffset="28567.5899">22454 2138 578 0,'3'-11'3'16,"-2"3"17"-16,0 0 25 0,0 0 31 0,-1 2 18 16,0 6 13-16,1-11 10 0,-1 11-10 15,1-7-16-15,-1 7-13 0,1-7-14 0,-1 7-7 16,0 0-12-16,0 0-8 15,0 0-4-15,0 0-2 0,0 0-6 0,0 0-3 16,0 0-3-16,0 0-1 0,-12 23 2 16,8-13-3-16,-1 0-2 0,0 5-2 15,-2-1-4-15,3-1-1 0,-2 1 1 0,2 0 1 16,0-1-1-16,1 0-1 0,0-2-1 16,-1 4-3-16,3-2 1 0,0-1 2 0,0-1-3 15,1 0 1-15,1-1-5 0,0-1 1 16,0 0 0-16,3 0 1 0,-1 0 3 0,4 0 1 15,1-2-2-15,2 1-6 16,4-2-1-16,3-3-17 0,4 0-30 0,10-4-38 0,-1-3-54 16,11-4-95-16,-3-4-203 15,-2 0 50-15</inkml:trace>
  <inkml:trace contextRef="#ctx0" brushRef="#br0" timeOffset="28788.4898">22385 2271 1156 0,'-7'2'-49'0,"7"-2"8"0,-5 2 5 16,5-2 15-16,0 0 3 0,0 0-3 15,0 0 1-15,0 0 1 0,21-11 2 0,-8 7 0 16,10-3 2-16,4 0-8 0,4-2-10 15,8 0-20-15,1-2-35 0,2-1-145 0,-2 1 79 16</inkml:trace>
  <inkml:trace contextRef="#ctx0" brushRef="#br0" timeOffset="29103.9428">22977 2103 741 0,'0'0'59'0,"2"-5"-4"0,-2 5-3 0,0 0 3 16,0 0 0-16,3-6-8 0,-3 6-6 16,0 0-6-16,0 0-10 0,0 0-5 0,0 0 0 15,0 0 0-15,0 0-7 0,0 0 1 16,0 0 1-16,0 0-5 0,3 19 4 0,-3-13-5 15,0 1-3-15,0-7 4 16,0 14-5-16,2-5 2 0,-1 1-2 0,0-1 0 16,2 1 1-16,-2 1-3 0,2 0 2 15,0-2 10-15,-2 0-14 0,1 1-5 0,0-2-30 16,0 1-23-16,1 0-34 0,-3-3-50 16,2 1-213-16,-1-2 131 0</inkml:trace>
  <inkml:trace contextRef="#ctx0" brushRef="#br0" timeOffset="29305.9353">22849 2257 919 0,'0'0'-7'0,"0"0"-7"0,0 0-8 16,-9-1 6-16,9 1-2 0,0 0 1 0,0 0 3 15,27-10-3-15,-10 5-9 0,8-2-9 16,3-1-19-16,2 0-34 0,9-3-113 0,1 0 68 16</inkml:trace>
  <inkml:trace contextRef="#ctx0" brushRef="#br0" timeOffset="30468.1118">23326 2082 535 0,'0'0'-9'15,"0"0"6"-15,0 0 8 0,-10 1 6 0,10-1 12 16,0 0 0-16,0 0 0 0,0 0-2 16,0 0 1-16,0 0 0 0,0 0-9 0,0 0 5 15,0 0-10-15,0 0-1 0,0 0-3 16,0 0 5-16,20-14-1 0,-10 11-5 16,-2-1 0-16,1 3-2 0,-1-2 0 15,2 0-3-15,-2 0-2 0,-1 2-5 16,0 0 7-16,-7 1-4 0,14 0 2 0,-14 0-1 15,12 3 0-15,-6 0 0 0,-1 2 11 16,-1 1-10-16,-1 1 0 0,-3 2 5 0,0 1 3 16,-2 3-2-16,-4 4-1 0,0-2 5 15,-5 5-9-15,1 0 4 0,1-4-2 0,2-4 3 16,2-2-1-16,0 0-3 0,1-3 5 16,1 0-4-16,1-2 2 0,-1 0 2 15,3-5 0-15,-2 9 9 0,2-9-5 0,0 0 6 16,0 0 9-16,3 12 4 0,1-10 4 0,2 1 4 15,1-2-2-15,1 1-3 16,1-1-9-16,1 0 11 0,0 1-8 0,0-2-6 16,0 1 3-16,-1 1-7 0,-9-2-13 15,15 1-9-15,-8 0-35 0,-2-1-19 0,-5 0-40 16,12-1-181-16,-5-2 197 0</inkml:trace>
  <inkml:trace contextRef="#ctx0" brushRef="#br0" timeOffset="30664.9991">23776 2172 903 0,'0'0'70'0,"0"0"11"16,-9 7 18-16,9-7 12 0,0 0 1 15,0 0-12-15,0 0-11 0,-5 4-14 0,5-4-22 16,0 0-30-16,0 0-40 0,0 0-56 15,0 0-59-15,0 0-64 0,0 0-246 0,0 0 50 16</inkml:trace>
  <inkml:trace contextRef="#ctx0" brushRef="#br0" timeOffset="31120.3034">23926 2076 1097 0,'0'0'-66'0,"0"0"15"0,0 0 14 16,0 0 8-16,0 0 11 0,0 0 1 15,-5-4-7-15,5 4 3 0,0 0-1 16,0 0 5-16,0 0-3 0,0 0 4 0,18-6-5 16,-10 6 11-16,2-1-4 0,0 1 1 15,1-2 11-15,0 4-17 0,1-2 8 0,-2 1 1 16,1 2 0-16,0 0-2 0,-3 1 3 16,1 0-2-16,-4 2 6 0,0 0-2 15,-3 1 2-15,-3 2 5 0,-4 2-1 0,-3 2 3 16,-5 5 0-16,-1-2 2 0,1 0-1 15,2-3 5-15,2-3-4 0,2-2-2 0,3-2 3 16,-1 1-1-16,1-3 1 0,4-4 2 16,-4 9 0-16,4-9 2 0,-3 6 14 15,3-6 14-15,0 0 16 0,13 8-6 16,-4-7 3-16,7 1-11 0,4-2-2 0,12 0 2 16,3-2-28-16,1-2-44 0,6-1-65 15,1-3-197-15,-3 1 188 0</inkml:trace>
  <inkml:trace contextRef="#ctx0" brushRef="#br0" timeOffset="31436.0476">24288 2047 823 0,'0'0'13'0,"-10"-3"11"0,10 3-3 0,-5-3 16 16,5 3 1-16,-4-4-1 0,4 4-13 0,0 0 2 15,0 0-12-15,13-9-11 0,-1 6-6 16,3 1-3-16,4-2 3 0,10 1-12 15,1-1-8-15,5-1-4 0,1 1-2 16,8-2-15-16,-2 1-15 0,-9 1-17 16,-5 0-20-16,-5 0-135 0,-5 1 78 0</inkml:trace>
  <inkml:trace contextRef="#ctx0" brushRef="#br0" timeOffset="31715.9214">24500 1978 665 0,'0'0'35'0,"0"0"11"16,0 0 3-16,0 0 13 0,0 0 5 15,-8 1-3-15,8-1-10 0,0 0-7 0,0 0-12 16,0 0-3-16,0 0-10 16,0 0-4-16,-4 6-4 0,4-6-3 0,-1 5 0 15,1-5-3-15,-1 13 4 0,1-13-5 16,-1 15 0-16,1-6 1 0,0 1-1 0,1 1-2 15,1 2 2-15,-1 0 0 0,1-1-1 16,0 1 4-16,0 1-1 0,0-3-4 16,-1 2 7-16,2-1-16 0,-2-3-16 0,1 0-14 15,0-1-30-15,0-1-26 0,-1-1-35 16,0 0-217-16,-1-6 143 0</inkml:trace>
  <inkml:trace contextRef="#ctx0" brushRef="#br0" timeOffset="31908.0139">24489 2092 1045 0,'-1'-9'45'16,"1"9"1"-16,0 0 7 0,-1-7 0 15,1 7-11-15,0 0-8 0,0 0-10 0,0 0-7 16,0 0-6-16,0 0 6 0,0 0-5 16,0 0-2-16,0 0 0 0,13 26 0 0,-9-15 0 15,1 0 3-15,1 5-6 0,-2-2-14 16,2 3-19-16,-2 0-29 0,1 0-37 15,-2 0-37-15,1-1-262 0,-1-4 96 16</inkml:trace>
  <inkml:trace contextRef="#ctx0" brushRef="#br0" timeOffset="32265.1128">24822 2039 942 0,'16'15'-83'0,"2"3"5"15,0 0 10-15,-3 3 8 0,-1 1 12 16,0-1 9-16,-4 1 9 0,-3 2 14 0,-4-3 10 16,-4-3 10-16,-5 7 12 0,-4-1 2 15,-4-3 11-15,-6 4 11 0,-1-7 12 0,-1-2 5 16,-2-1 0-16,0-2 0 16,2-3-7-16,4-2 2 0,2-2-10 0,2-1-1 15,2-1-18-15,3-2-30 0,0-3-76 16,9 1-119-16,-10-6-57 0,10 6 222 0</inkml:trace>
  <inkml:trace contextRef="#ctx0" brushRef="#br0" timeOffset="33039.4669">24360 2095 727 0,'0'0'14'0,"-2"-11"25"0,2 11 28 0,0-7 32 15,0 7 10-15,0 0-6 0,0 0-7 16,0-10-16-16,0 10-7 0,0 0-9 0,0 0-13 15,0 0-9-15,0 0-11 16,1-6-7-16,-1 6-5 0,0 0-2 0,0 0-6 16,0 0 3-16,0 0-1 0,1 21-5 15,0-11-1-15,-1-1 3 0,2 4 0 0,-1 0-3 16,0 4 1-16,1 1 2 0,-1 1-4 16,1 2 1-16,-1-2 0 0,-1 1 1 0,0 0 1 15,0 0-7-15,-1-1 1 0,0-4-17 16,-1-1-13-16,2 0-27 0,-2-2-32 15,1-3-34-15,1-2-25 0,0-7-52 16,1 8-195-16,-1-8 96 0</inkml:trace>
  <inkml:trace contextRef="#ctx0" brushRef="#br0" timeOffset="33435.9363">25168 2246 1149 0,'0'0'50'0,"4"7"-5"0,-4-7 1 15,0 0 7-15,0 0 0 0,0 0-7 0,0 0-22 16,0 0-39-16,0 0-56 0,0 0-71 16,0 0-279-16,0 0 68 0</inkml:trace>
  <inkml:trace contextRef="#ctx0" brushRef="#br0" timeOffset="33616.763">25391 2284 1298 0,'0'0'93'16,"-3"6"-2"-16,3-6-2 0,0 0 9 15,0 0-5-15,0 0-5 0,0 0-18 16,0 0-38-16,-3 5-54 0,3-5-78 16,0 0-99-16,0 0-356 0,0 0-57 0</inkml:trace>
  <inkml:trace contextRef="#ctx0" brushRef="#br0" timeOffset="37404.4256">6387 4466 1358 0,'0'0'-94'0,"0"0"14"0,-6 3 16 15,6-3 13-15,0 0 13 0,0 0 4 0,0 0 4 16,0 0 1-16,0 0 2 0,0 0 2 15,0 0 1-15,0 0 2 0,0 0 4 0,0 0-1 16,6-20 6-16,-2 15-1 0,-4 5-2 16,7-9 0-16,-2 5 5 0,1-2-6 0,0 1 6 15,1 1-1-15,-1-2 1 0,4 0-1 16,-1 1 3-16,3-3 6 0,2 1-7 0,0 1 3 16,1-1 2-16,1 0-7 15,6-1 6-15,2 0 2 0,-1 1-5 0,1-1 5 16,2 2-2-16,0-1 4 0,-1 2-3 15,2-1 2-15,0 2-2 0,1-2 5 0,1 1-5 16,1 1 4-16,0 0-4 0,0-1 7 16,-1 1-3-16,1-2 1 0,-1 1-2 15,2-1 5-15,-1 1-4 0,-2-1 1 0,0 1 1 16,0-1 2-16,-1 1-3 0,-2 0-4 16,-5 0 4-16,-2 2-4 0,-1 0 7 0,1 1-7 15,-3-1 2-15,0 1-3 0,0-1 2 16,2 1 6-16,-1-1-6 0,1 1 3 15,1 1 1-15,1-1 3 0,-1 0-2 16,2 0-4-16,0 0-1 0,0-1 7 0,8 0-5 16,0 0 1-16,1-1 3 0,-1 1 0 15,1-1-2-15,0 0 1 0,0 2-3 0,-1-1-1 16,1 0 0-16,-5 1 3 0,4-1 1 16,0 1 0-16,-3-1-1 0,-5 2-4 0,2-1 4 15,0 1-5-15,-1-1 7 0,1 0-4 16,8-1-2-16,-1 1 4 0,2-2 4 0,2 1-9 15,0-2 5-15,1 0 0 0,2 0 1 16,5-1 1-16,1 0-1 0,-8 1 0 0,8-1-1 16,-7 2 1-16,7-1 0 15,-7 0-3-15,1 2 3 0,-1 0-4 0,0 0 5 16,-1 0-5-16,-2 1 2 0,1 0 3 16,-2 0-6-16,0 0 3 0,0 1-1 0,0-2 2 15,0 0 3-15,0 1-4 0,0 0 4 16,0 0-4-16,3-2 1 0,-1 1-2 0,1 0 1 15,0 0 4-15,1-2-4 0,1 3 1 16,0-3-1-16,0 1 1 0,6-1 2 16,-6 2 0-16,1 0 1 0,-3-1 2 0,2 0 0 15,0 2-7-15,-2-1 4 0,-1 0-1 16,1 1-1-16,-3-2-4 0,0 2 3 0,3-2-2 16,-2 1 3-16,0 0-2 0,0-1 0 15,4 0 6-15,7-1-5 0,-1-2 8 16,2 2-5-16,-1-1-2 0,2 0 3 15,0 0-7-15,0-1-3 0,3 0 10 0,-1 1-2 16,2-1-2-16,-4 2 5 0,2-2-2 16,-3 2 0-16,0-1-7 0,-9 2 8 0,-1-1 6 15,10 1-7-15,-2-3 3 0,-7 4 3 16,7-3-3-16,-6 2-1 0,-1 0-1 0,1-1 4 16,5 0 4-16,-4 1 0 15,-3 1 0-15,4-1-3 0,7 0-5 0,-1 1 12 0,2-1-15 16,-3 0 11-16,2 1 2 0,-2-1-6 15,-5 3-1-15,7-3 0 0,-7 3 1 16,6-3-4-16,-9 2 5 0,10-2-2 16,-9 1 5-16,7-1-6 0,-6 0-2 0,7 0 1 15,-1-1-1-15,-8 1 1 0,9 0 1 16,-1-1 0-16,1 0 1 0,1 1-6 0,-1-1 1 16,1-1 5-16,0 1-3 0,0 0 0 15,-2-1 4-15,0 1-5 0,2-3-2 0,-2 2 2 16,-1-1-5-16,1 1 5 0,-2 0 2 15,-6 0-3-15,-1 1-2 0,0-1 0 0,0 1 4 16,-2 0 0-16,2-1-6 16,-2 2 0-16,1-2 4 0,1 2 1 0,-2-1-3 15,2 0 10-15,-2 1-11 0,2-2 3 16,-1 3 0-16,-1-2 0 0,0 0 1 0,-1 1 3 16,1 0-4-16,0-1 2 0,0-1 1 15,2 0 2-15,-1 1-7 0,7-4 2 0,-1 1 4 16,-6 1-8-16,-1-1 4 0,1 2-3 15,-1-1 1-15,7-2 1 0,-7 2 7 16,0-1-11-16,6-1 4 0,0 0 1 0,-6 2-2 16,6-3 1-16,1 2-2 0,-8 1 3 15,2-1-4-15,4-3 5 0,-7 3 1 0,1 0-8 16,-1 1 0-16,0 0 4 0,-1-2-5 16,-1 2 3-16,-1 0 2 0,2-2 3 15,-5 1-1-15,5 0-1 0,-3 0-1 16,1-2 3-16,-1 2-4 0,0 0 1 0,0 0-5 15,-1-2 11-15,-1 2-2 0,-1-1-3 16,1 1 4-16,-2-1-4 0,3 1 6 0,-2 0-5 16,1-1-1-16,0 0 2 0,-1 1-1 15,1 0-2-15,-2 1-1 0,-2 0 8 0,2-1 0 16,-3 1-1-16,-3 1 0 0,5-3-2 16,-2 2 7-16,2-2-1 0,0-1-2 0,0 0 2 15,-1 0-2-15,1 0-1 0,-1-1-4 16,1 0 1-16,-1-1-3 0,1 1 7 0,1 0-8 15,-1 1 0-15,0-1 1 16,-1 1-1-16,-4 2 10 0,-2 1-3 0,-1 0 2 16,1 0 2-16,-4 1 6 0,1 1 0 15,3-2 1-15,-4 1-4 0,1 0 5 0,0 0-8 16,0 0 2-16,0 0 3 0,-1 0-2 16,0 0 0-16,0 0-8 0,1 0 2 0,-1 0-6 15,1 1 2-15,0-2 4 0,1 1-7 16,0 1 1-16,-1 0 1 0,0-1 1 0,0 1 1 15,-1 1 0-15,-2-1-1 16,0 1-1-16,0 1 0 0,-2-1 2 0,0 1-3 0,0 0 7 16,-6 3 4-16,8-4 5 15,-8 4 0-15,5-4-3 0,-5 4 9 0,0 0-2 16,6-4-6-16,-6 4-2 0,0 0 1 16,0 0-3-16,0 0-4 0,0 0-2 0,-14-8 0 15,7 7 0-15,7 1-3 0,-14-2 4 16,6 1-4-16,0 0 0 0,-1 0 0 0,0 0 2 15,0 0 1-15,0 0 1 0,-2 1 5 16,2-1 0-16,0 0-1 0,1 1 6 0,-1-1 3 16,2-1 3-16,7 2-4 0,-13 0 3 15,13 0 1-15,-9-1-5 0,9 1-2 0,-9-1 0 16,9 1-1-16,0 0-3 0,-8-2-1 16,8 2-6-16,0 0-13 0,0 0 6 15,0 0-1-15,0 0-8 0,0 0-5 16,0 0 0-16,23-4 0 0,-13 4-1 0,1 0 3 15,-1 0 1-15,1 1 0 0,-1-1-4 16,-1 2 5-16,-2-1-4 0,1 0-2 0,-8-1 5 16,11 3-2-16,-6 0 3 0,-5-3-3 15,9 4 7-15,-7-2-1 0,-2-2 2 16,3 5 1-16,-3-5 2 0,0 0 2 0,-3 12-3 16,3-12 6-16,-8 12-2 0,3-5-1 15,-2 2 5-15,0-1-1 0,-3 5 2 0,0-4-26 16,-1 2-33-16,0 1-51 0,-1-1-90 15,1-1-217-15,0-1 76 0</inkml:trace>
  <inkml:trace contextRef="#ctx0" brushRef="#br0" timeOffset="44013.9013">7619 4911 1015 0,'0'0'-65'0,"0"0"17"0,0 0 14 16,0 0 5-16,5-3 5 0,-5 3 1 0,0 0 3 16,0 0 8-16,0 0 4 0,0 0-4 15,0 0 4-15,0 0 4 0,0 0 7 16,0 0 4-16,0 0-1 0,0 0 0 16,0 0 6-16,0 0 6 0,0 0-11 0,0 0 11 15,0 0 3-15,0 0 0 0,0 0-1 16,0 0-2-16,0 0-1 0,0 0 4 0,0 0-2 15,0 0 4-15,0 0-7 0,0 0 2 16,0 0-1-16,0 0 5 0,0 0-4 0,0 0 3 16,0 0 2-16,0 0-7 15,0 0 0-15,0 0 8 0,0 0-2 0,0 0-8 16,0 0 2-16,0 0 0 0,0 0-1 16,0 0 0-16,0 0-3 0,0 0 0 0,0 0 4 15,0 0-7-15,0 0-3 0,0 0 4 16,0 0-1-16,0 0 0 0,0 0 1 0,0 0-4 15,0 0-4-15,0 0 3 0,0 0 0 16,0 0-3-16,0 0 3 0,0 0 1 0,0 0 2 16,0 0-1-16,0 0 1 0,0 0-3 15,0 0 2-15,0 0-3 0,0 0 3 0,0 0 3 16,8 4-4-16,-8-4-4 16,0 0 4-16,0 0-4 0,0 0 1 0,0 0 4 15,0 0-6-15,0 0 3 0,0 0 6 16,0 0-1-16,0 0-6 0,0 0-1 0,0 0 1 15,0 0-4-15,0 0 2 0,0 0-1 16,0 0-3-16,0 0 6 0,0 0-7 0,0 0 2 16,0 0 0-16,0 0 2 0,0 0-1 15,0 0 0-15,0 0-1 0,0 0 5 0,0 0 1 16,0 0 1-16,0 0-3 0,0 0 1 16,0 0-3-16,0 0-1 0,0 0-1 0,0 0 0 15,0 0-2-15,0 0 3 16,0 0 2-16,0 0 1 0,0 0-3 0,0 0 2 0,0 0-1 15,0 0 0-15,0 0 2 0,0 0-3 16,0 0 4-16,0 0-5 0,0 0 1 0,0 0-2 16,0 0 0-16,0 0 2 15,0 0-4-15,0 0 4 0,0 0 1 0,0 0 2 16,0 0 1-16,0 0-6 0,0 0 3 16,0 0 4-16,0 0-3 0,0 0-2 0,0 0 0 15,0 0 5-15,0 0-3 0,0 0-2 16,0 0 6-16,0 0-5 0,0 0 3 0,0 0 0 15,0 0 0-15,0 0-3 0,0 0 0 16,0 0-1-16,0 0 2 0,0 0 1 0,0 0-1 16,0 0 2-16,0 0-6 0,0 0 3 15,0 0 3-15,0 0-6 0,0 0 3 0,0 0-1 16,0 0 2-16,0 0 0 16,0 0-5-16,0 0 3 0,0 0 1 0,0 0 3 15,0 0 0-15,0 0 1 0,0 0-6 16,0 0 2-16,0 0 0 0,0 0 3 0,0 0-6 15,0 0 3-15,0 0-2 0,0 0 8 16,0 0-5-16,0 0 2 0,0 0-5 0,0 0-2 16,0 0-1-16,0 0 6 0,0 0 2 15,0 0-5-15,0 0 3 0,0 0-2 16,0 0 0-16,0 0 3 0,0 0-6 0,0 0 2 16,0 0 0-16,0 0 3 0,0 0-2 15,0 0-1-15,0 0 1 0,0 0 0 0,0 0-2 16,0 0-1-16,0 0 4 0,0 0 2 15,0 0-4-15,0 0 1 0,0 0-5 16,0 0 5-16,0 0-2 0,0 0 5 16,0 0-5-16,0 0-2 0,0 0 3 0,0 0-2 15,0 0 5-15,0 0-4 0,0 0-3 16,0 0 5-16,0 0-1 0,0 0-2 0,0 0-4 16,0 0 2-16,0 0 1 0,7 2 3 15,-7-2-3-15,0 0 5 0,0 0-1 0,10 2 0 16,-10-2 1-16,8 1-6 15,-8-1 3-15,12 2 5 0,-5-2-5 0,3 1 3 0,1-1 0 16,2 0-3-16,1 0-5 0,2 0 9 16,1 0-4-16,4 0 4 0,0-1-2 15,1 1-1-15,-1-1 5 0,1 0-7 16,0 0 1-16,0 0 5 0,0 1-3 0,-3-2 0 16,1 1 2-16,-1 0-6 0,-3 1 8 15,1 0-4-15,0-1 2 0,-2 1-1 0,2 0 1 16,0 0-3-16,3-1 4 0,0 2 1 15,-1-2 1-15,1 1-1 0,2 0-2 0,0-1-1 16,0 1 4-16,0 0-6 0,0 0 4 16,2-1 0-16,-2 1-4 0,8-2 2 0,-5 2 4 15,-3-1-4-15,0 1 2 0,-1 0-3 16,0-1 3-16,-1 0-1 0,1-1 0 16,0 0-2-16,-1 2 5 0,1-2-4 15,-3 0 2-15,2 0-3 0,-2 1 2 0,2-2 1 16,-2 2-2-16,-2-2 3 0,2 2 1 15,-5-1-7-15,1 0 1 0,-2 0 7 0,2 0-6 16,-3 2 1-16,-1-2 5 0,1 1-9 16,-1 0 2-16,0 0 5 0,-2-2-4 0,2 2 0 15,-2 1 0-15,-1-1 1 0,2 0 3 16,-1-1-5-16,-8 2 3 0,15-2 0 0,-8 2 1 16,2-1-9-16,-1 1 6 0,2-2-3 15,2 1 7-15,-1 0-5 0,3 0-1 0,1 0 12 16,1 1-7-16,2-3-1 15,2 1 1-15,1 1 0 0,0-2 3 0,6 1-2 16,-3 0-3-16,4-2-4 0,-4 2 6 16,-4 1-1-16,8-3-5 0,-5 3 9 0,-5-1-7 15,-2 1 1-15,0-1 0 0,-1 0 2 16,0 2-3-16,1-2 3 0,-1 2-6 0,-1-1 2 16,0 0 3-16,3 0-2 0,1 0 4 15,2-1-4-15,0 2 2 0,0-1-3 0,0 1 3 16,0-1-2-16,2 0 4 0,0 0 5 15,9 0-9-15,0-2 6 0,1 0-8 0,2 1 6 16,-2 0-2-16,0-1-1 0,-1 1 3 16,-1 0-4-16,0 0 5 0,-5 1-1 15,-4-1-2-15,-1 2 2 0,0-1-2 16,-2 1 1-16,-1 0 1 0,-1 0-4 0,1 0 6 16,-4-2-2-16,3 2-2 0,-5 0-2 15,5 0 1-15,0 0-2 0,-1 0-4 0,2 2 5 16,0-2 2-16,5 0 1 0,-2 0-1 15,1 0 0-15,2 0-3 0,-1 0 5 0,-1 0 2 16,11 0 0-16,-2-2-3 0,0 2 2 16,0-1-3-16,-7 1 3 0,0-1-3 15,-3 0 0-15,2 0 2 0,-1 1-4 0,-1-1 2 16,1 1-2-16,-3 0 1 0,4-2 5 16,-2 2-8-16,1-1 6 0,-1 0 4 15,2 1-3-15,1-1-3 0,-1 0 1 0,0 1-2 16,0-1 1-16,7 0-4 0,-4 0 5 15,-3 1 3-15,1-1-1 0,0 1-1 0,7-1 0 16,0 0-2-16,-4 0 0 0,5 0 0 16,-9 0 0-16,1 1 2 0,-1-1 0 15,1 0-2-15,7-1-1 0,-4 2 0 0,-3-1 5 16,0 1-2-16,7-1-3 0,0 0 2 16,1 0 0-16,-1-2-1 0,-1 2-2 0,-2 1-2 15,3-3 5-15,0 2-1 0,1 0-2 16,-1-1 0-16,1 0 1 0,0 1 6 15,0-1-3-15,0 0-3 0,-1 1 6 16,-1-1-6-16,-5 1 2 0,-1 1-3 0,-3-2 2 16,2 0 2-16,-2 0 0 0,0 2 3 15,-4-1 1-15,-2-1-2 0,-2 2 5 0,-1-1 6 16,-2 0-2-16,0 1 3 0,-2-1-4 16,-7 1 5-16,13-2-4 0,-13 2-2 0,7-1-7 15,-7 1-27-15,0 0-65 0,0 0-118 16,0 0-231-16,0 0 54 0</inkml:trace>
  <inkml:trace contextRef="#ctx0" brushRef="#br0" timeOffset="47176.3489">2198 5451 1106 0,'0'0'-55'0,"0"0"2"15,-3-7 5-15,3 7 4 0,0 0 12 16,0 0 7-16,0 0 10 0,0 0 4 16,0 0 12-16,0 0-5 0,0 0 6 0,0 0 5 15,0 0-3-15,-3-5 2 0,3 5 1 16,0 0-3-16,0 0-4 0,0 0-1 0,0 0 4 16,0 0 3-16,0 0-7 0,0 0-1 15,0 0 2-15,0 0-4 0,0 0 2 0,0 0 1 16,0 0 1-16,0 0 1 0,0 0-3 15,0 0 10-15,0 0-14 0,0 0 1 16,0 0-1-16,0 0-2 0,0 0 3 0,0 0 3 16,0 0 0-16,0 0-5 15,0 0 5-15,0 0 1 0,11-4-2 0,-11 4 4 16,8 0-2-16,-8 0-2 0,11 0 4 16,-11 0 1-16,14-2-3 0,-5 1 2 0,1 0 0 15,-1-1 3-15,1 2-2 0,4-2-2 16,-1 0-8-16,0 2 9 0,1-2-5 0,1 1 6 15,-1-1-2-15,3 2 9 0,-2-1-11 16,1 0 0-16,1 1 10 0,2-2-8 0,-2 2 4 16,0-1-5-16,-1 2-1 0,1-2 4 15,0 1 0-15,0-2 1 0,-1 2-6 16,0 0 6-16,1 2 7 0,0-2-8 0,3-2-2 16,0 1 0-16,0 1 1 15,3-2 1-15,5 0 3 0,3 1-1 0,-2-3 1 0,0 2 0 16,-5 0 0-16,-3 0 0 15,0 0-2-15,-1 0 1 0,0 0 2 0,-5 2 0 16,2-2-6-16,-3 2 3 0,0-2-3 16,-3 2-1-16,-1-1 7 0,0 1-4 0,-10 0-4 15,16 0 4-15,-16 0 4 0,15 0-4 16,-15 0 0-16,12 0-9 0,-12 0 4 0,12 1 8 16,-12-1-2-16,14 2 0 0,-7-2-2 15,-7 0 1-15,14 2-2 0,-4 0 11 16,0-2-7-16,0 2-2 0,1 0-2 0,2 0 4 15,1 0 5-15,1-2-11 16,3 1-1-16,-2 1 9 0,0 0-2 0,2 0 0 16,0 0-7-16,-1 0 3 0,1 1 1 15,-3-2-8-15,-1 1 12 0,1 0-3 0,-2-1-2 16,0 1-1-16,-2 0 2 0,0 0-3 16,-1-2 7-16,0 2-5 0,1 0-2 0,-1 0 3 15,0 0-4-15,0-2-3 0,0 1 9 16,1-1 5-16,0 1-2 0,3 1-14 0,1-1 9 15,0-1 5-15,3 2-6 0,-1-1 2 16,3 0 1-16,-2-1-2 0,0 2 15 16,-1-2-17-16,-1 0 5 0,0 1-7 15,0 0 1-15,-1 0 3 0,1 0 0 16,-2 0-2-16,0-1-1 0,-1 2 4 0,-2-2-6 16,0 2 10-16,1-2-10 0,-2 1 10 15,0 0-6-15,1 1 5 0,-1-2-6 0,1 2 1 16,0-2 4-16,0 1-2 0,-1 0-4 15,0-1 6-15,1 0 4 0,2 2-10 0,-2-2 2 16,1 0 4-16,0 0-4 0,0 1 6 16,-1-1-3-16,1 0 2 0,1 0 1 0,-2 0-4 15,2 0 2-15,0 0-3 0,-2 0 2 16,2 0 1-16,0 0-4 0,-1-1 9 0,2 1-8 16,-2 0 5-16,0-1-2 15,2 0-1-15,-1 1-2 0,-1 0 1 0,1-1-1 16,-1 0-1-16,0 1 4 0,-1-1-4 15,1 1 7-15,-1 0-8 0,0-1-1 0,-1 1 5 16,0 0 0-16,-10 0-2 0,17 0 2 16,-9 0-3-16,-8 0-4 0,16 0 6 15,-7 0-3-15,0-2 1 0,1 2 7 0,0 0-12 16,1-1 4-16,-1 0 2 16,1 1-2-16,0 0-7 0,1 0 8 0,-1-1-1 15,0 0 6-15,1 1-1 0,0 0-1 16,0 0-6-16,0-2 6 0,1 2-2 0,1-1-1 15,-2 1 2-15,0 0 0 0,0 0 1 16,1 0-2-16,-2 0-1 0,1 0-2 0,-1 0 3 16,1 0-4-16,-2-1 3 0,-10 1 2 15,19 0-2-15,-11 0-1 0,-8 0 4 16,16 0-7-16,-9 0 4 0,-7 0 2 0,14 0 0 16,-14 0-5-16,13-1 9 0,-13 1-4 0,11-1 1 15,-11 1-1-15,10 0 0 0,-10 0 5 16,0 0-5-16,11 0-1 0,-11 0 4 0,0 0 8 15,10 0 5-15,-10 0 3 16,0 0 7-16,0 0 2 0,0 0 4 0,11-1 1 16,-11 1 2-16,0 0 1 0,0 0 1 0,0 0 1 15,0 0-4-15,0 0-2 0,0 0-5 16,0 0-1-16,10 2 0 0,-10-2-4 16,0 0 1-16,0 0-2 0,0 0 0 15,0 0-7-15,0 0 0 0,0 0-1 0,0 0-2 16,0 0-2-16,0 0-3 0,0 0 0 15,0 0-16-15,0 0-22 0,0 0-49 0,0 0-58 16,0 0-116-16,0 0-185 0,0 0 54 16</inkml:trace>
  <inkml:trace contextRef="#ctx0" brushRef="#br0" timeOffset="57015.8721">6311 5463 961 0,'0'0'-35'0,"0"0"9"16,-8-2 6-16,8 2 10 0,0 0 12 0,0 0-3 0,0 0 6 16,-7-2 5-16,7 2-7 15,0 0 0-15,0 0-5 0,0 0-1 0,0 0 2 16,0 0 0-16,0 0-2 0,0 0-2 16,0 0 8-16,0 0-11 0,0 0 3 0,0 0-1 15,0 0 4-15,0 0 6 0,0 0 3 16,0 0-8-16,26-3 6 0,-16 2 1 0,2 0 2 15,2 0-11-15,2 1 9 16,5 0-10-16,9-2 8 0,2 2 1 0,2 0-3 0,2 0 3 16,0 2-2-16,1-2-3 15,-1 0 5-15,2 3-3 0,-1 0-5 0,0-2 10 16,-1 2-6-16,0 1-5 0,0-1 4 16,0-1-1-16,0 0 3 0,-1 1 1 0,-1 0 2 15,1-1-2-15,1 0-7 0,0-2 5 16,2 0 4-16,2 0-4 0,6-3 4 0,3 1-5 15,-1 0 8-15,2-2-8 0,-1-1 12 16,2 2-12-16,2-2 11 0,0 0-7 0,-1 1 4 16,-2 2 3-16,-2-1-2 0,-10 1 0 15,0 1-7-15,-4 1 3 0,0-1 2 16,-3 1-2-16,-5 0 2 0,-3 1-10 0,-3-1 8 16,2 1-1-16,-1 1 3 0,-1-1-7 15,-2 1 0-15,-1-1 2 0,1 0 1 16,2 1 0-16,-1-1-3 0,3 0 0 0,-1 0 6 15,1-1 1-15,10 1 2 0,-1-1 4 16,3-1-2-16,1 0-1 0,1 0 2 0,1 0-1 16,0-2-3-16,0 2 1 0,1-1 0 15,-2 1-6-15,0 1 1 0,0-2 2 16,-3 0 2-16,0 2-3 0,-1-2 1 0,-5 2 1 16,3-1-2-16,-6 1-1 0,-2 0-2 15,1 1 4-15,-1-2-2 0,-1 1 1 16,0 0-5-16,-1 0 0 0,-3 0 2 0,4-1 0 15,-1 0 1-15,-3 2-2 0,1-1 4 0,0-2-6 16,-1 1 1-16,3 1 4 0,-1 0-3 16,1-2 2-16,2 1 0 0,-2-2-3 15,4 3 3-15,-2-2 0 0,8 0 2 16,2 0-2-16,0 0-1 0,2-1-2 0,0 1 3 16,-1-1 2-16,0 2 2 0,2-1-3 15,-4 2 4-15,2-2-7 0,-3 1-1 0,0 0 1 16,-6 1 2-16,0-1 2 0,-3 1 1 15,1 0-6-15,1 0 1 0,-5 0 0 0,4 1 2 16,0-2-3-16,-2 1 0 0,0 1 5 16,2 0-2-16,-2-1-1 0,1 0 1 0,0 0-1 15,1 0-4-15,-2 0-3 0,3 1 3 16,-2-1 1-16,3 1 3 0,7-1-4 16,0-1 2-16,0 1 4 0,0 0-7 0,0-1 3 15,1 1 2-15,2-1-2 0,-1 1-5 16,-1 1 6-16,0-2-4 0,2 1 4 15,0-1 2-15,1 0-1 0,-3 1 1 0,5 1-1 16,-3-3 10-16,1 2-14 0,0-1 0 16,1 1 3-16,-1 0 2 0,-1 0-7 0,-1 0 7 15,0 0-7-15,-1 1 5 0,-2 0-3 16,-3 0 2-16,-4-1-2 0,0 0 2 0,-2 1 1 16,3-2 4-16,-1 1-9 0,6 1 5 15,-4-2 2-15,-3 1 0 0,0 0-6 0,-2-2 5 16,2 4-6-16,-2-3 8 0,1 1-4 15,-1-1 0-15,0 0-6 0,-3 1 4 16,0 0-1-16,-1-1 7 0,0 1 0 0,-1 0-5 16,2 0 0-16,0-2 2 0,3 2 3 15,1 0 0-15,-1 0-1 0,1 0 1 0,1 0 3 16,-2 0-1-16,2 0-3 0,-1 0 1 16,0 0-4-16,1 2 4 0,-1-2-4 0,-1 1 3 15,2-1-2-15,-2 1 2 0,1 0-3 16,0 0 1-16,-1-1-4 0,-3 1 6 15,0-2-2-15,-1 2 1 0,0 0-5 16,0 0 3-16,-2-1 2 0,0 2 2 0,0-2 1 16,-2 0-8-16,0 0 5 0,-2 0 0 15,3 0-1-15,-2 0 3 0,-1 0-6 0,-1 0 3 16,0-1-1-16,0 1-2 0,-9 0 0 16,15 1 3-16,-8-3 1 0,-7 2-4 0,14 0 5 15,-7 0 0-15,-7 0-4 0,10 0 5 16,-10 0-6-16,10 0-5 0,-10 0 9 0,0 0 3 15,11 0-4-15,-11 0 2 0,0 0 1 16,8 0 5-16,-8 0-5 0,0 0-1 0,9-1 4 16,-9 1-2-16,0 0-2 0,0 0 4 15,9 0-3-15,-9 0-2 0,0 0 4 0,0 0 3 16,9 0-4-16,-9 0-2 16,0 0-1-16,0 0 2 0,0 0-1 0,9 0-4 15,-9 0 1-15,0 0 2 0,0 0 1 16,0 0 2-16,0 0-3 0,0 0 4 0,9-1 4 15,-9 1-5-15,0 0 3 0,0 0-2 16,0 0-1-16,0 0 3 0,0 0-3 0,0 0-3 16,0 0 5-16,0 0 2 0,0 0-8 15,8-2 4-15,-8 2-1 0,0 0 0 0,0 0-4 16,8 0 2-16,-8 0-1 0,0 0 3 16,10 0-3-16,-10 0 0 0,0 0-3 0,12 1 9 15,-12-1-5-15,10 0-4 16,-10 0 3-16,11 0 4 0,-11 0-1 0,10 1-2 15,-10-1-2-15,10-1-1 0,-10 1 1 16,12 1 1-16,-6-2-4 0,-6 1 2 0,14 1 4 16,-7 0-6-16,1-1 4 0,0 0 1 15,2 1-1-15,0-1-1 0,0 1 0 0,0 0-2 16,0-1 2-16,1 2-1 0,-1-2 0 16,1 1 1-16,-1-1 2 0,0 2-2 0,-1-1 3 15,0 1 1-15,-1-2-4 0,0 1-1 16,-8-1 2-16,12 1 1 0,-6 0-1 0,-6-1-1 15,10 2 1-15,-10-2-1 0,7 0 0 16,-7 0 2-16,0 0-4 0,10 2-2 0,-10-2 7 16,0 0-4-16,7 0 0 15,-7 0 3-15,0 0-3 0,0 0 0 0,7 2 7 16,-7-2-8-16,0 0 3 0,0 0-4 16,0 0 7-16,7 2-2 0,-7-2-3 0,0 0 4 15,0 0-7-15,0 0 3 0,0 0 2 16,0 0 2-16,6 2-6 0,-6-2 6 0,0 0-2 15,0 0 2-15,0 0-2 0,0 0 1 16,0 0-2-16,0 0 2 0,0 0 4 0,0 0-5 16,0 0 0-16,0 0 1 0,0 0 3 15,0 0 0-15,0 0-2 0,0 0 2 0,0 0-2 16,0 0-1-16,0 0 4 0,0 0-2 16,0 0 1-16,0 0-2 0,0 0 1 15,0 0 1-15,0 0-6 0,0 0 4 16,0 0 3-16,0 0-3 0,0 0 0 0,0 0-1 15,0 0 3-15,0 0-5 0,0 0 2 16,0 0 2-16,0 0-3 0,0 0 2 0,0 0 0 16,0 0-2-16,0 0-1 0,0 0-1 15,0 0 1-15,0 0-6 0,0 0 1 0,0 0 4 16,0 0 2-16,11-2-1 0,-11 2-2 16,0 0 0-16,10 2 1 0,-10-2 1 0,10 0-5 15,-2 2 7-15,2-2-1 0,-1 2 2 16,2-2 0-16,1 1-2 0,1 0-2 0,1 1 2 15,2-1 2-15,-1 2-2 0,0 0 5 16,1 0-4-16,-1-2-5 0,-2 0 3 16,-2 1 1-16,-1-2 1 0,-1 2-2 0,-2-2 0 15,0 2 2-15,-7-2 0 0,11 2-2 16,-6-1 2-16,-5-1-2 0,9 2-3 0,-9-2 6 16,7 1-9-16,-7-1 0 0,0 0-11 15,7 1-18-15,-7-1-29 0,0 0-44 0,0 0-106 16,0 0-221-16,0 0 56 15</inkml:trace>
  <inkml:trace contextRef="#ctx0" brushRef="#br0" timeOffset="58691.741">15186 5523 1109 0,'-7'-2'-42'0,"7"2"11"16,0 0-1-16,0 0 14 0,-10 0 6 16,10 0 11-16,0 0 15 0,0 0 12 0,0 0 7 15,-8 0 7-15,8 0 0 0,0 0-1 16,0 0 1-16,0 0 1 0,0 0-5 0,0 0-1 16,0 0 0-16,0 0-5 0,0 0-4 15,0 0-5-15,0 0-2 0,0 0-6 0,0 0 4 16,0 0-1-16,0 0-2 0,0 0-3 15,34 1-2-15,-4-2 6 0,7 1-6 0,15-3-2 16,6 0-2-16,24-1 4 16,3-2 0-16,4 0-3 0,8 0-2 0,2-3-1 15,0 2 3-15,1 0-3 0,-1-1-1 16,-1-1 3-16,-1 2-3 0,-1-1 5 0,-3 1-4 16,-6 1 1-16,-1-1-4 0,-22 1 1 15,-4-1 1-15,-2 1 2 0,-3 0-2 0,-7 2-3 16,-6-3 4-16,-10 4-3 0,-5-1 3 15,-5 2-1-15,-6-2 5 0,-3 2-1 0,-4 0-1 16,0 0-15-16,-2 0-11 0,-1 0-19 16,-6 2-52-16,5-4-97 0,-5 4-257 0,0 0 47 15</inkml:trace>
  <inkml:trace contextRef="#ctx0" brushRef="#br0" timeOffset="59403.0798">15183 5511 1156 0,'0'0'-32'0,"-9"0"11"0,9 0 2 15,0 0 1-15,-8 0-1 0,8 0 13 0,0 0 11 16,0 0 3-16,0 0 4 0,-8 1-6 15,8-1 9-15,0 0-3 0,0 0-3 0,0 0-3 16,0 0 0-16,0 0-5 0,0 0 7 16,0 0-8-16,0 0 3 0,-6 3-4 0,6-3-3 15,0 0 7-15,0 0-6 16,0 0 3-16,22 4 5 0,-7-4 3 0,8 0-5 16,14-1 6-16,15 0-2 0,10-1 1 15,5-1 1-15,21-1 1 0,4 1-2 0,6-2-1 16,4 0-4-16,-1 1 11 0,1 0-1 0,-1-2-2 15,-2 2 2-15,-2-2 1 0,-7 3-5 16,-4-1 0-16,-21 2 5 0,-3-1-5 16,-6 0 3-16,-7 1 0 0,-12 1-4 0,-5-1 7 15,-8 1 11-15,-6 1 9 0,-4-1 9 0,-2 1 8 16,-2-1 6-16,0 0-1 0,-2 1-3 16,-8 0-2-16,14-1-8 0,-8 1-5 0,-6 0-5 15,8-2-14-15,-8 2-32 16,7 0-35-16,-7 0-65 0,0 0-157 0,0 0-218 15,0 0 6-15</inkml:trace>
  <inkml:trace contextRef="#ctx0" brushRef="#br0" timeOffset="77535.8109">22535 5517 1201 0,'-5'-4'-99'0,"5"4"11"0,0 0 8 0,-6-3 9 16,6 3 19-16,0 0 12 0,-5-4 19 16,5 4 8-16,0 0 12 0,0 0 7 0,-8-4 7 15,8 4 6-15,0 0-2 16,0 0 5-16,-5-2 4 0,5 2 2 0,0 0-3 0,0 0 1 16,-6-4 3-16,6 4-5 15,0 0 2-15,0 0-3 0,0 0 0 0,-8-1 10 16,8 1-4-16,0 0 9 0,0 0-2 15,0 0 0-15,0 0 3 0,0 0 5 0,0 0 0 16,0 0 0-16,0 0-1 0,-8-2-2 16,8 2-4-16,0 0-1 0,0 0 0 0,0 0-1 15,0 0-3-15,0 0-4 0,0 0-3 16,0 0-4-16,0 0-4 0,0 0-4 0,0 0-3 16,0 0-6-16,0 0-2 0,0 0-2 15,0 0 5-15,26 2-1 0,4 2 0 16,13-1-4-16,7 3 1 0,6 0 3 0,1-1-1 15,3 3 7-15,2-1-13 0,0 0 4 16,0 1 3-16,-2-2-4 0,-2 0-2 16,-4 0 2-16,-2-1 0 0,-7 0-6 0,-12-1 8 15,-4-2-3-15,-9 0 5 0,-4 0 7 16,-3-1 3-16,-3 0 7 0,-1-1 9 0,-2 1 6 16,-7-1-3-16,11 0 0 0,-11 0-2 15,9-1-8-15,-9 1-5 0,0 0-17 0,8-2-23 16,-8 2-23-16,0 0-31 0,0 0-37 15,0 0-47-15,0 0-105 0,0 0-200 0,0 0 28 16</inkml:trace>
  <inkml:trace contextRef="#ctx0" brushRef="#br0" timeOffset="78075.5261">22326 5688 1194 0,'-8'0'-51'0,"8"0"8"0,-9 2 4 0,9-2 9 15,0 0 16-15,-9 1 16 0,9-1 6 16,0 0-4-16,0 0-2 0,0 0-1 0,0 0-5 16,0 0 3-16,29-2-3 0,1 2 6 15,9-1 2-15,13 1-5 0,4-1 2 16,2 1 1-16,3 1-2 0,1-1 8 15,-1 3 2-15,0-3 1 0,-1 3 3 0,-1-1-2 16,-3 0 3-16,-3 1-9 0,-5 1 6 16,-11-2-1-16,-4 0 3 0,-8 0-6 0,-5 0 2 15,-5-2 8-15,-1 1 11 0,-3 0 9 0,-2 0 6 16,-1 0 1-16,-1-1 5 0,1 0 0 16,-8 0 0-16,10 0-12 0,-10 0 4 0,10 1-6 15,-10-1-7-15,7 1 0 0,-7-1-2 16,0 0-5-16,10 0-3 0,-10 0-3 0,0 0 1 15,0 0-9-15,9 0-2 16,-9 0-9-16,0 0-14 0,0 0-10 0,0 0-13 0,0 0-17 16,0 0-48-16,0 0-42 15,0 0-135-15,0 0-92 0,0 0 113 0</inkml:trace>
  <inkml:trace contextRef="#ctx0" brushRef="#br0" timeOffset="86539.5997">2225 6636 936 0,'0'0'-66'15,"-5"-6"6"-15,5 6 7 0,0 0 9 16,0 0 15-16,0 0 10 0,0 0 8 0,0 0 2 15,0 0 5-15,0 0 19 0,0 0-10 16,0 0 6-16,0 0 2 0,0 0-3 0,0 0-2 16,0 0 2-16,0 0-2 0,0 0 1 15,0 0 3-15,0 0-12 0,0 0 5 16,0 0-4-16,0 0 5 0,0 0-5 16,0 0 0-16,0 0-1 0,0 0-1 0,0 0 2 15,0 0-1-15,0 0 4 0,0 0-1 16,0 0-2-16,0 0-5 0,0 0 10 0,0 0-8 15,0 0 5-15,0 0-6 0,0 0-5 16,0 0 10-16,0 0-4 0,0 0-3 0,0 0 1 16,0 0-3-16,0 0 0 0,0 0 4 15,0 0-1-15,0 0 0 0,0 0 2 16,0 0-5-16,0 0 6 0,0 0-3 0,0 0 1 16,0 0 5-16,0 0-1 0,17-1 5 15,-8 2-2-15,4-1 2 0,7 0 11 0,14 0-2 16,13-3 0-16,5-1 7 0,6-3-5 15,23-4 3-15,7 0 1 0,3-2 2 16,0 1-6-16,-1 1-5 0,-4 3 7 16,-6 1-3-16,-20 3-6 0,-4 2-5 0,-5 2 8 15,-13 2-15-15,-4-2-1 0,-9 1-10 16,-6-1-8-16,-4 1 8 0,-3 0 1 0,0-1 4 16,-3 0 0-16,-2 1 7 0,-7-1-1 15,9 0-2-15,-9 0 1 0,0 0 4 0,0 0-11 16,0 0-11-16,0 0-12 0,0 0-34 15,0 0-73-15,0 0-67 0,0 0 71 16</inkml:trace>
  <inkml:trace contextRef="#ctx0" brushRef="#br0" timeOffset="87063.5881">2324 6853 547 0,'-9'1'-15'0,"2"-1"5"16,-1 2 5-16,0-1 5 0,8-1 3 0,-11 2 15 15,11-2 9-15,-8 2 0 0,8-2 2 16,-8 1-3-16,8-1-2 0,0 0-4 0,-8 1-2 16,8-1 1-16,0 0-3 0,0 0-2 15,-7 1-4-15,7-1-3 0,0 0-3 0,0 0 1 16,0 0-1-16,0 0 8 15,0 0-5-15,0 0 1 0,0 0 0 0,31-10 0 16,-14 4-1-16,13-1-2 0,8-4 3 16,5 1 0-16,6-2 4 0,4 0 2 0,17-2-9 15,4-3 3-15,-2 4-1 0,-14 2 6 16,-1 1-4-16,-4 2 5 0,-2 3-10 0,-6-1 1 16,-8 1-5-16,-7 3 0 0,-2 0-5 15,-7-1 1-15,-6 2 1 0,-2 0 7 16,-3 0 12-16,-3 0 2 0,0 0-1 15,-7 1 2-15,10-1-6 0,-10 1-4 0,0 0-12 16,5-2-23-16,-5 2-30 0,0 0-61 16,0 0-166-16,0 0 198 0</inkml:trace>
  <inkml:trace contextRef="#ctx0" brushRef="#br0" timeOffset="95608.1425">14156 6676 841 0,'-11'-1'110'0,"11"1"-41"0,-7-1-35 0,7 1-10 16,0 0-9-16,-11-1 8 0,11 1 6 16,0 0 12-16,-8-2 0 0,8 2 2 0,0 0-6 15,0 0 0-15,-9-1-4 0,9 1 0 16,0 0 0-16,0 0 0 0,0 0-1 0,-7-1-1 15,7 1-4-15,0 0 2 0,0 0-3 16,0 0-2-16,0 0 1 0,0 0 0 0,0 0 0 16,0 0-1-16,0 0-5 0,0 0-1 0,0 0 1 15,0 0-6-15,0 0 0 16,-9 0 1-16,9 0-3 0,0 0 0 0,0 0-5 0,0 0-2 16,0 0-4-16,0 0 0 15,0 0 0-15,0 0-1 0,0 0 0 0,0 0 3 16,0 0-3-16,0 0 2 0,25-2-1 15,-16 2-1-15,3 0-2 0,0 0 2 0,5 1 2 16,2 0-2-16,3-1 2 0,9 2-4 16,-2-2 3-16,2 2 2 0,0-1-1 0,0 1-1 15,1-2 0-15,-2 1 2 0,2-1-2 16,-1 1 3-16,2-1-4 0,0-1 1 0,1 0-3 16,2-1 2-16,-2 1 3 0,2-1 1 15,-1 2-1-15,1-2-3 0,-1 1 3 0,1-1-6 16,-2 1 4-16,0-1 1 0,-1 1-1 15,-3 1 1-15,-4-1-3 0,-6 1 1 16,0-1 2-16,1 2-5 0,-1-1 7 0,-3 0-11 16,0 1 10-16,0-1-3 0,0 0 1 15,1 0 0-15,0 0-2 0,0 1 2 0,1-1-2 16,1 0 5-16,1 0-2 0,0 0 1 16,0 0 0-16,1 2-1 0,1-2 2 0,10 1-7 15,-3 0 1-15,3-1 4 0,-1 0-2 16,3 1 1-16,-3 0-1 0,-1 1 1 0,0-2 2 15,0 2 0-15,-5-2 1 0,3 2-2 16,-3-2-4-16,-4 1 6 0,0 0-2 0,8-1 0 16,-5 1 1-16,-2-1-2 15,-2 2 3-15,-1-2-2 0,1 0 2 0,-1 0-2 16,-2 0-1-16,-1 0 4 0,2 0-3 16,-1-2 0-16,-2 1-3 0,0 1 4 0,0 0-3 15,-1-1 2-15,3 0 0 0,-4 0-3 16,3 0 4-16,-2 2-3 0,1-2 2 0,-1 1 0 15,1-1-2-15,1 0 1 0,-1 1-2 0,0 0 1 16,1 0 4-16,4-1-5 0,0 1 3 16,2 0 0-16,8 0 0 0,-4 0 0 0,4-1-2 15,-5 1 2-15,5 1-3 0,0-2 1 16,-1 2-1-16,-4-1 4 0,6 0-1 0,-1 0-1 16,0 1-3-16,0-1 1 15,-1 0 3-15,2 0 0 0,-1 1-3 0,0-1 2 16,0 1 1-16,-3-1-3 0,-6 1 1 15,10-1-3-15,-7 0 4 0,-2 0-2 0,7 2 0 16,-3-2 5-16,-5 0-4 0,9 0 2 16,-5 0 0-16,6 0-1 0,-2-1 4 0,1 2-8 15,-7-1 5-15,-3 1-1 0,2-1 3 16,-2 0-5-16,0 0 4 0,0 1-5 0,0-1 3 16,-1 0 0-16,0 0-1 0,1 0 0 15,-1 0-2-15,0 2 5 0,1-2 1 0,0 0 0 16,0 0-3-16,-1 0-2 0,2 1 4 15,-1-1-2-15,0-1 1 0,0 1-2 16,-1 0 4-16,3 0-2 0,-1 0-1 0,-1 0 0 16,0 0-3-16,-1 0 5 0,1 0 1 15,-1 0-1-15,-1 0-6 0,-2-2 6 0,0 2 0 16,1 0-2-16,1 0 0 0,-2 0-1 16,2-1 1-16,-1 1 1 0,-2 0 1 0,4 0-1 15,-3 0-2-15,0 0 2 0,3 0-4 16,-3 0 4-16,3 0-1 0,0 0 2 0,0 0-3 15,0 1 2-15,1-1 0 0,0 0-3 16,0 0 1-16,0 0 0 0,0 2 1 16,2-1 1-16,-2-1-5 0,0 1 3 15,2 0 1-15,-2-1-2 0,1 1-1 0,0 1 3 16,0-2-1-16,-1 0 0 0,2 0-1 0,-2 1 3 16,1-1-3-16,1 0 4 0,-2-1 0 15,-1 2 0-15,1-1-1 0,0 0-1 0,0 0-1 16,-1 0 1-16,1 1 4 0,-1-1-5 15,-2 0-2-15,2 0 5 0,1 0-3 0,-3 0 1 16,2 0 1-16,2 0-2 0,-3 0 3 16,1 0-1-16,-2 0-2 0,1 0 2 0,3 0-1 15,-3-1 0-15,3 1 0 0,-1-1 2 16,-2 1 3-16,2 0-6 0,0 0 2 0,2-2 4 16,-2 2-5-16,1-1-4 15,0 1 4-15,-1-1 0 0,1 0 0 0,0 0 1 16,-1 1 2-16,0 0-2 0,3 0-3 15,-3 0-2-15,0-2 8 0,1 2-3 0,-3 0-2 16,1-1-1-16,-2 1 5 0,1 0-2 16,-2 0-3-16,-1-1 4 0,1 2-7 0,0-1 7 15,-2-1-1-15,1 2-3 0,0-2 1 16,-1 1 0-16,1 0 3 0,0 0-3 0,0-1 2 16,-2 2-1-16,2-2 0 0,1 0 0 0,0 0-3 15,-1 1 5-15,1 0-1 0,0 0 1 16,0 0 0-16,0 0-3 0,0 0-3 15,1 0 6-15,1 0-1 0,-2 0-1 16,1 0-1-16,2 0 4 0,-3 0-1 0,0 0-3 16,2 0 3-16,-1 0-4 0,3 1 2 15,-4-2 0-15,0 2-3 0,0-2 4 0,1 1-5 16,-1 0 4-16,-1 1 2 0,1 1-2 16,-2-3-2-16,3 1 4 0,-2 1-2 0,1-2-3 15,-2 0 0-15,0 1 3 0,2-1 3 16,-1 1-5-16,4 2 3 0,-4-2 1 0,4 1-2 15,0-1 0-15,-1 1-3 16,3 0 4-16,-1-1-3 0,-1 2-2 0,1-2 5 0,1 2 2 16,0-1-5-16,0 0-2 0,-2 1-3 15,2-2 4-15,0 1 3 0,-2-1 3 16,0 1-3-16,0 0 1 0,-1 0-4 0,-4-1 2 16,2 0 1-16,-2 0-1 0,2 1 3 15,0 0-2-15,0-1 1 0,0 0 0 0,3 0-1 16,-2 2-2-16,1-1 0 0,1-1 1 15,0 1-2-15,0 0 5 0,1 0 1 0,0-1-3 16,-1 1 2-16,1 0 0 0,0 0-2 16,-1 0 0-16,0 0 1 0,2 0-3 0,-4 0 2 15,-1 0-2-15,0-1 4 0,-2 1-4 16,1-1 1-16,0 0 1 0,-1 1 0 0,0-2-3 16,1 2 2-16,-1-1-1 15,0-1 1-15,2 2 0 0,-2-2-3 0,2 1 8 16,-2 0-5-16,1 1-1 0,0 1 2 15,2-2 1-15,-3 0-3 0,5 1 2 0,-4-1-2 16,2 1 2-16,1 1-2 0,0-1 1 16,-3 0-1-16,-1 1 3 0,0 0-4 0,4-1 4 15,-5 0 1-15,2-1-4 0,-2 1 2 16,2 1 0-16,-2-1 0 0,0 0-5 0,1 0 2 16,-1 1 2-16,1-1-3 0,-1-1 7 15,0 2-5-15,2 0-1 0,0-1 1 16,0 0 1-16,-1 0 2 0,4 1-2 0,-2-1 1 15,2 2 1-15,-2-2-1 0,0-1 1 16,1 1 0-16,1 1-1 0,-1 0 1 0,-1-1 1 16,2 1-4-16,-3-2 0 0,0 1 2 15,-1 0-4-15,1-1 5 0,-2 1-3 0,2-1-1 16,-1 1 2-16,-3 0 2 0,4 0-1 16,-2-1 0-16,1 0-1 0,1 0 1 0,-2 1-4 15,1 0 3-15,0 0 2 0,1-2 1 16,-1 1 0-16,2 0-5 0,-1 0 0 0,1 0 1 15,0 0 2-15,0 0-1 0,2-2 4 16,-2 3-3-16,2-2-2 0,-1 1-2 0,-2-1-2 16,1 1 7-16,-2 0-6 15,1 0 4-15,-1-1-1 0,2 0-2 0,-2 1 3 16,0-1 2-16,-1 1-2 0,0 0 4 0,0 0-4 16,-1 0 1-16,0 0 0 0,-1 0-4 15,0 1 4-15,0-1-1 0,0 0-1 0,1 0 1 16,0 0 4-16,-2 0-2 0,4 0-3 15,-1 0 0-15,1 0 4 0,0 2-4 0,0-1 3 16,2-1 0-16,-1 1-2 0,0 0-1 16,3 0 3-16,-2-1-5 0,0 0 1 0,-1 0 0 15,1 0 4-15,0 0-2 16,-1 1-3-16,-1-1 4 0,0 0-1 0,0 1 0 16,-1-1-2-16,1-1 0 0,-4 1-1 15,2 0 1-15,-1-1 2 0,0 1 3 0,-1 0-1 16,0 0-4-16,0 0 3 0,1 0 0 15,-2 0-1-15,1 0-3 0,-1 0 2 0,1 1 1 16,0-1-3-16,1 0 4 0,-1 0-4 16,2 0 2-16,0-1 3 0,0 1 2 0,0 0-5 15,1-1 3-15,0 1-6 0,3 1 2 16,1 0-3-16,3 0 5 0,-1 0 0 0,0 2-5 16,0-2 5-16,-4 0-1 0,0 0 2 15,-2 0 3-15,2-1-3 0,-2 2 5 0,0-1-2 16,0-1 2-16,1 0-5 0,1 0-3 15,-1 0 4-15,1 0 4 0,0-1-4 16,-2 2 0-16,1-1 2 0,-3-1 0 0,0 1-3 16,1-1 1-16,-1 1-2 0,1 1 2 15,-1-1 1-15,0-2 3 0,0 3-4 0,-1-2-2 16,1 0 2-16,-1 1 0 0,2-1 0 16,-3 1 1-16,2-1-3 0,-1 1 0 0,-1 0 1 15,0-1 2-15,-1 1-4 0,-2 0 0 16,-7 0 3-16,13 0 2 0,-7-1 3 0,-6 1 0 15,8-1-3-15,-8 1 1 0,0 0 2 16,11-1 1-16,-11 1 1 0,0 0 4 0,9 0-6 16,-9 0 2-16,0 0 0 0,0 0-5 15,7-2 3-15,-7 2-7 0,0 0-15 16,0 0-22-16,0 0-33 0,0 0-50 0,0 0-158 16,0 0-171-16,1-6 42 0</inkml:trace>
  <inkml:trace contextRef="#ctx0" brushRef="#br0" timeOffset="106452.1119">2732 6640 1082 0,'0'0'-94'0,"-7"-3"7"0,7 3 16 15,-8-4 9-15,8 4 10 0,-7-4 17 0,7 4 7 16,-6-4 9-16,6 4 1 0,-6-5 7 15,6 5-1-15,-6-2 4 0,6 2 8 0,0 0 4 16,-7-4 6-16,7 4-1 0,-4-3-2 16,4 3-2-16,0 0 4 0,-7-4-3 0,7 4 8 15,0 0-3-15,-5-3-5 0,5 3-2 16,0 0 2-16,0 0-2 0,0 0 4 16,-6-2-8-16,6 2 4 0,0 0 0 0,0 0 0 15,0 0-1-15,0 0-2 0,0 0 0 16,0 0 1-16,-7-3-3 0,7 3 5 15,0 0-3-15,0 0 1 0,0 0 5 0,0 0-3 16,0 0-4-16,0 0-2 0,0 0 4 16,0 0 4-16,0 0 0 0,19-7 9 15,-5 5-3-15,13-4 1 0,6 0-1 0,12-2 3 16,4-3-1-16,6 2-1 0,1-2-3 16,2 0 7-16,2 0-8 0,0 2-5 0,-3 1 1 15,-3 1 0-15,-3 1 0 0,-6 2-9 16,-10 2-6-16,-4 0-2 0,-7 2-4 15,-7 0-1-15,-1-1-7 0,-4 1-2 16,-2 0 9-16,0 0-2 0,-2 0 2 0,0 0 5 16,-8 0-4-16,8 0-17 0,-8 0-21 15,0 0-74-15,0 0-36 0,0 0 56 0</inkml:trace>
  <inkml:trace contextRef="#ctx0" brushRef="#br0" timeOffset="107029.3758">2550 6961 512 0,'-6'1'14'0,"6"-1"-3"16,-9 1-2-16,9-1 0 0,-7 1-1 0,7-1-2 15,0 0 6-15,0 0-4 0,-8 2 4 16,8-2-3-16,0 0-2 0,0 0-2 0,0 0 0 16,0 0-3-16,0 0 6 0,0 0 3 15,0 0 4-15,0 0-2 0,0 0-1 0,22-13 4 16,-14 9-2-16,2-1-6 0,1 0 2 16,3-1-2-16,2 1-3 0,10-4 5 0,1 1-5 15,9-4 2-15,4 1 2 0,4-3-2 16,4 1-1-16,2-3 0 0,1 3-2 0,0 1-2 15,-1 0-2-15,0 1 0 16,0 0-4-16,-4 3 2 0,-3-1 2 0,-4 1 0 16,-9 1-1-16,-4 2-6 0,-6 1-1 15,-5 1 5-15,-3 1 9 0,-3-1 4 0,1 1 18 16,-3 1-3-16,-2-1 2 0,-5 2-1 16,10-3-6-16,-10 3-2 0,5-3-13 15,-5 3 3-15,0 0 0 0,0 0-11 16,2-5-9-16,-2 5-24 0,0 0-21 0,0 0-39 15,0 0-162-15,0 0 223 0</inkml:trace>
  <inkml:trace contextRef="#ctx0" brushRef="#br0" timeOffset="107586.453">2667 6902 650 0,'-6'3'-39'0,"6"-3"6"0,0 0-1 0,-7 2 1 16,7-2 19-16,0 0 18 0,-7 2 9 0,7-2 7 16,0 0-2-16,0 0 8 0,-5 3-3 15,5-3 0-15,0 0 10 0,0 0 0 16,0 0 4-16,0 0-10 0,0 0 2 15,0 0 1-15,0 0 8 0,0 0-16 0,0 0 4 16,18-20-3-16,0 6-3 0,13-8 3 16,6-1 0-16,7-3 0 0,12-7 3 15,4 1 1-15,1 0 1 0,-3 5-1 0,-10 5-2 16,-2 2-2-16,-4 2-5 0,-2 4-2 16,-5 1-9-16,-10 4 0 0,-2 1-9 0,-6 3-4 15,-5 1 0-15,-2-1 2 0,-2 3 5 16,-1 0-1-16,-1-1-4 0,-6 3 7 0,10-4 0 15,-5 4-9-15,-5 0 8 16,6-3-7-16,-6 3 5 0,6-2-4 0,-6 2-10 0,0 0-6 16,8-2-26-16,-8 2-19 0,0 0-18 15,0 0-33-15,0 0-171 0,0 0 195 16</inkml:trace>
  <inkml:trace contextRef="#ctx0" brushRef="#br0" timeOffset="112381.1653">1215 7860 125 0,'0'0'-1'0,"0"0"35"0,0 0-12 16,0 0 11-16,0 0 2 0,0 0-4 0,0 0-1 15,0 0-2-15,0 0 10 0,0 0-13 16,0 0 2-16,0 0 1 0,0 0 3 16,0 0-1-16,0 0-4 0,0 0-1 15,0 0-3-15,0 0 2 0,0 0-3 0,0 0 2 16,0 0-6-16,0 0 1 0,0 0 7 16,0 0-10-16,0 0-6 0,0 0 3 15,0 0 1-15,0 0-8 0,0 0-3 0,0 0-1 16,0 0 4-16,0 0-1 0,0 0 5 15,0 0 2-15,0 0-5 0,0 0 4 0,0 0-5 16,0 0-1-16,0 0 9 0,0 0-9 16,0 0-3-16,0 0 11 0,0 0-13 0,7-4 12 15,4 3 7-15,2-1-4 0,8-1-7 16,11-2 4-16,13-3 0 0,6 0 3 16,24-6 5-16,5 1 0 0,8-2 3 15,8 0-4-15,3 0 1 0,2 2-4 16,-2 0 1-16,0 4-5 0,-3 1 5 0,-8 4-6 15,-20 2-3-15,-6 2-4 0,-4 0 0 16,-5 0-5-16,-15 0 0 0,-4 0-3 0,-9 1-2 16,-5 0-1-16,-5-1 2 0,-3 0 6 15,-1 0 2-15,-3 0 2 0,-8 0 7 0,16 0-11 16,-16 0 8-16,8 0-4 0,-8 0 1 16,0 0-6-16,9-4-15 0,-9 4-32 0,2-3-37 15,-2 3-79-15,3-6-112 0,-3 6 205 16</inkml:trace>
  <inkml:trace contextRef="#ctx0" brushRef="#br0" timeOffset="113048.7699">1246 8020 719 0,'0'0'-25'0,"-10"0"1"16,10 0 1-16,0 0 9 0,0 0 6 0,-9 1 6 15,9-1 4-15,0 0 1 0,0 0 1 16,0 0-7-16,0 0 2 0,0 0-3 16,0 0-1-16,0 0 3 0,0 0 0 0,0 0 4 15,23-5 1-15,-6 1-1 0,10-3 1 16,2-2 2-16,12-2 2 0,6-3 2 15,6-1 5-15,19-6 4 0,4 0 7 16,6 1-4-16,1-2 15 0,1 2-10 0,-3 3-5 16,-4-2 6-16,-1 5-7 0,-18 4 4 15,-4 1-7-15,-5 1-8 0,-5 2-1 0,-12 2 1 16,-4 0-8-16,-9 2 12 0,-4 0-5 16,-3 0 7-16,-3 1-1 0,-1 0 7 15,-8 1 3-15,12-3-7 0,-12 3-10 0,0 0 2 16,6-3 3-16,-6 3-4 0,0 0-8 15,0 0-17-15,0 0-39 0,0 0-34 0,0 0-108 16,0 0-44-16,0 0 239 0</inkml:trace>
  <inkml:trace contextRef="#ctx0" brushRef="#br0" timeOffset="134808.3733">2343 8474 304 0,'0'0'89'16,"0"0"-11"-16,0 0-27 0,0 0-12 0,0 0-17 15,0 0 5-15,0 0 1 0,0 0-3 16,0 0 5-16,0 0 6 0,0 0 6 0,0 0-9 16,0 0 6-16,0 0-4 0,0 0 0 15,0 0 4-15,0 0 1 0,0 0 0 0,0 0-3 16,0 0 2-16,0 0 1 15,0 0-9-15,0 0 1 0,0 0-8 0,0 0 1 16,0 0-3-16,0 0-4 0,0 0-4 16,0 0-6-16,0 0 4 0,0 0-2 0,0 0-3 15,0 0-1-15,0 0-3 0,0 0 4 16,0 0-1-16,0 0-3 0,0 0-4 0,0 0 3 16,0 0-6-16,0 0 3 0,0 0 2 15,0 0-2-15,0 0-2 0,0 0-2 16,0 0 2-16,0 0 0 0,0 0-3 0,0 0 6 15,0 0-2-15,12 6-1 0,-12-6 5 16,12 4-1-16,-3-3 5 0,4 1-3 16,2 0-5-16,5-1 4 0,13-1 1 15,4 0 0-15,15-3 2 0,7-1-2 0,6 0 0 16,18-2 4-16,1-3 0 0,2 1 2 16,1-2 5-16,-1 1-2 0,-3 0 3 0,-5 3-3 15,-16-1-4-15,-4 1 1 0,-2 3 2 16,-3-2-7-16,-5 1 3 0,-3 1-2 0,-11 0 0 15,-3 0 8-15,-4-1-1 0,-6 4 2 16,-5-2 9-16,-2 1 12 0,-4 1 9 0,1-1 15 16,-4 1 1-16,0-1 10 0,-7 1 7 15,13-1 6-15,-13 1 2 0,11-1-2 0,-11 1-5 16,0 0-3-16,11 0-8 16,-11 0-7-16,0 0-8 0,0 0-4 0,12-1-9 15,-12 1 2-15,0 0-11 0,6 0-6 16,-6 0-13-16,0 0-13 0,0 0-17 0,0 0-20 15,9 0-22-15,-9 0-25 0,0 0-30 16,0 0-11-16,0 0-37 0,0 0-62 0,0 0-401 16,0 0-126-16</inkml:trace>
  <inkml:trace contextRef="#ctx0" brushRef="#br0" timeOffset="136936.0986">2146 9683 1541 0,'0'0'-120'0,"-5"-3"15"0,5 3 18 16,0 0 14-16,-5-4 11 0,5 4 11 16,0 0 19-16,0 0-2 0,-5-5 4 0,5 5 15 15,0 0 5-15,0 0 16 0,-4-5 8 16,4 5 6-16,0 0 5 0,0 0 10 15,0 0-1-15,0 0 1 0,-5-4 10 16,5 4-6-16,0 0-3 0,0 0 6 0,0 0-4 16,0 0 1-16,0 0-4 0,0 0-3 15,0 0-4-15,-8-1 2 0,8 1-5 0,0 0 1 16,0 0 1-16,0 0 3 0,0 0-9 16,0 0 2-16,0 0-4 0,0 0 4 15,0 0-6-15,0 0-1 0,0 0 4 0,0 0-3 16,0 0-8-16,0 0 12 0,0 0-12 15,0 0 2-15,0 0-9 0,0 0 4 0,0 0-1 16,0 0-4-16,0 0 2 0,0 0-4 16,0 0-1-16,0 0 0 0,0 0-2 0,0 0 0 15,0 0 3-15,0 0 1 16,0 0 1-16,0 0-5 0,0 0 0 0,0 0 0 16,0 0 0-16,0 0-1 0,0 0 1 15,0 0 5-15,0 0-5 0,0 0 6 0,0 0-6 16,0 0 2-16,0 0-2 0,0 0 1 15,0 0 3-15,0 0-1 0,0 0-3 0,0 0 5 16,0 0-5-16,0 0 3 0,0 0-4 16,0 0 5-16,0 0 2 0,0 0-2 0,0 0 0 15,0 0 2-15,0 0-3 0,0 0 1 16,0 0 1-16,0 0 1 0,0 0-3 16,0 0 3-16,0 0 1 0,0 0-3 15,0 0 1-15,0 0-2 0,0 0 2 16,0 0 1-16,0 0-5 0,0 0 2 0,0 0 0 15,0 0 3-15,0 0 0 0,0 0-4 16,0 0 1-16,0 0-4 0,0 0 3 0,0 0 0 16,0 0 2-16,0 0-1 0,0 0 1 15,0 0-2-15,0 0 0 0,0 0 1 0,0 0-5 16,0 0 2-16,0 0 4 0,0 0-2 16,0 0 2-16,0 0-4 0,0 0 5 0,0 0-2 15,0 0-1-15,0 0 0 0,0 0 2 16,0 0 2-16,25 4 1 0,-25-4-6 15,10 1 5-15,-10-1-2 0,11 0 1 16,-5 0 2-16,-6 0 4 0,13 1-8 0,-7 0 2 16,-6-1 4-16,14 1-8 0,-7-1 2 15,-1 1 2-15,2 0-2 0,0-1 1 0,1 0-3 16,0 2 6-16,2-2-1 0,1 1-3 16,2 0 4-16,1-1-2 0,2-1-2 15,3 1 2-15,2 1 5 0,2-1-6 0,6-1 4 16,2 0-4-16,-1 0 3 0,2 2-3 15,-2-3 1-15,0 2 2 0,1-2-4 16,-1 2 4-16,0-1 1 0,-1 0-5 16,-4 1 3-16,-6-1 1 0,2 1 4 0,-2-2-6 15,-4 2 1-15,-1-1 1 0,-3 1-2 16,-1 0 1-16,-1-1 2 0,-2 1-2 0,0 0 3 16,-8 0 0-16,13 0 1 0,-13 0 0 15,10 0-2-15,-10 0 4 0,8 1-2 0,-8-1-1 16,0 0-1-16,10-1-2 0,-10 1 5 15,0 0-4-15,8 0-2 0,-8 0 2 0,0 0 1 16,0 0 3-16,0 0-7 0,9 0 5 16,-9 0-2-16,0 0-2 0,0 0 2 0,0 0 1 15,9 0 1-15,-9 0-2 0,0 0 4 16,0 0 2-16,0 0 0 0,0 0-1 16,0 0 4-16,0 0-4 0,0 0 0 15,0 0 2-15,0 0 4 0,0 0 0 16,0 0 1-16,0 0-2 0,8 2 3 0,-8-2-3 15,0 0 1-15,0 0 2 0,0 0-3 16,0 0 2-16,0 0-3 0,0 0 4 0,0 0-5 16,0 0 1-16,0 0-7 0,0 0 6 15,0 0-6-15,0 0 1 0,0 0 2 0,0 0-4 16,0 0 4-16,0 0-6 16,0 0-1-16,0 0 7 0,0 0-3 0,0 0-4 15,0 0 4-15,0 0-5 0,0 0 3 0,0 0 1 16,0 0-1-16,0 0 5 0,0 0-6 15,0 0 1-15,0 0 0 0,0 0-26 16,0 0-33-16,0 0-61 0,0 0-63 0,0 0-226 16,-16 9-85-16,16-9 4 0</inkml:trace>
  <inkml:trace contextRef="#ctx0" brushRef="#br0" timeOffset="143668.4267">9412 8500 768 0,'0'0'126'0,"0"0"-34"0,0 0-25 0,0 0-10 15,0 0 0-15,0 0 3 0,0 0 5 16,0 0-2-16,0 0 7 0,-7-6-4 0,7 6-7 16,0 0-2-16,0 0-6 15,0 0-3-15,0 0 3 0,0 0 0 0,0 0-4 16,0 0-2-16,0 0-2 0,0 0-3 15,0 0-4-15,0 0-1 0,0 0-6 0,0 0 2 16,0 0-5-16,0 0 2 0,0 0-6 16,0 0 1-16,0 0-5 0,0 0-1 0,0 0-1 15,0 0-4-15,0 0-3 0,0 0-2 16,0 0 0-16,0 0-4 0,0 0 1 0,0 0-1 16,0 0 0-16,0 0-6 0,0 0 4 15,0 0-3-15,0 0 2 0,0 0-1 0,0 0-1 16,0 0 1-16,12-2 1 0,-12 2-3 15,10 2 2-15,-10-2 1 0,15 0 0 16,-6 0 0-16,1 1 1 0,3-2 0 0,0 2-2 16,3-2 0-16,-1 2 2 0,2-2-1 15,0 2 1-15,4-1-2 0,0-1 1 0,1 1 1 16,-2 0 0-16,2 0 0 0,0 0-2 16,-1 0 2-16,0 0-1 0,2 0-2 15,-1 0 0-15,0 0 2 0,-1 0-1 16,0-1 0-16,0 1 2 0,0 0 0 0,1-1 1 15,-2 1-3-15,1-1 4 0,1 1-6 16,-2 0 3-16,0-1-1 0,0 1 4 0,-3-1-3 0,4 1 1 16,-4-2-2-16,-1 2 2 15,1 0-1-15,0 0 2 0,0-1-1 0,1 2 0 16,-1-2-1-16,-2 1 0 0,2 0 2 16,0 0-5-16,-2 0 3 0,2 0 0 0,-2 0-1 15,0 0 0-15,0 1 0 0,1-1 1 16,-2 0 1-16,0 2-1 0,1-2-3 0,-1 0 3 15,-1 0 2-15,4 0-2 0,-3 1-1 16,-1 0 0-16,1-1 0 0,1 0 3 0,0 2-3 16,-2-2 2-16,3 1-2 0,0 0 2 15,-2-1-1-15,3 1-1 0,-2 0 1 0,0-1 2 16,1 0 1-16,0-1-3 0,1 2 3 16,-2-1-4-16,0-1 1 0,2 0 1 15,-2 1 0-15,0 0-1 0,1 0 2 16,-1-1-3-16,0 0 1 0,0 1 0 0,0 0 0 15,2-2-1-15,-2 2 2 0,1-1-1 16,2 0 1-16,-3 1-2 0,4-2-2 0,-3 2 3 16,-1 0-1-16,2-1 0 0,0 1 1 15,-2-1 0-15,1 0 1 0,-1 1-5 0,0 0 5 16,0 0-2-16,2 0 1 0,-2 0 2 16,1 0-2-16,-2 0 1 0,4 0-2 0,-4 0 1 15,3 0-2-15,0 0 2 0,-2-1 2 16,2 1 0-16,0-1-3 0,0 1-2 15,0 0 3-15,3 0-2 0,1-2 2 0,0 1-3 16,1 0 4-16,0-1-1 0,-2 0 0 16,3 1 1-16,6 0 1 0,-1-1-1 0,-3 0 1 15,-4 1-1-15,8-1-2 0,0-1 3 16,-5 2-3-16,-2-1 0 0,1 0 3 0,-2 1-3 16,0-1 1-16,0 1-2 0,1-1 3 15,-2 0 1-15,2 1-1 0,-2 1-1 0,0-2 0 16,1 1 0-16,0-2 0 0,-1 2 3 15,1-1-3-15,0 0 0 0,-1 1 0 16,0-1-4-16,0 0 6 0,1 0-2 0,-2 0-2 16,2-1 2-16,0 1 1 0,0 0-2 15,0-1 1-15,5-1-2 0,-4 2 4 16,-1-1-2-16,0 0 2 0,6 0-3 0,-6 1 3 16,0-1-2-16,-2 1 0 0,1-1 0 15,-1 1 2-15,0-1-1 0,0 2-1 0,1-2-1 16,-2 1 3-16,2 1-2 0,-2-1 0 15,0-1 0-15,-1 2 1 0,0-1 0 0,0 1-2 16,0-1 2-16,0 1-3 0,-2-1 1 16,4 0 2-16,-3 2-1 0,0-1 0 0,2-2-2 15,-2 3 1-15,-1-1 0 0,1-1 2 16,0 2-1-16,0-1 1 0,-1 0-2 16,0-1 1-16,1 1 0 0,0 0-1 15,-2 0 2-15,2 0-1 0,-2 1-3 0,0-2 2 16,2 2 1-16,-1-1 0 0,-1 1 0 15,1-1-3-15,-1 1 3 0,1-1-1 0,-4 0 0 16,4 0 1-16,-2 1 1 0,1 0-3 16,-2-1 0-16,2 1 1 0,-2 0-2 0,0 0 3 15,2-1-2-15,0 0 4 0,0 1-2 16,0-1 1-16,1 0-2 0,1 0 1 0,1 1-3 16,-1-1 2-16,1 0 4 0,0 0-4 15,0 1 3-15,-1 1-3 0,2-1 2 0,-3 1-1 16,1-2-1-16,1 2 3 0,-2 0-3 15,0-1 1-15,0 0-1 0,-1 0 1 16,1 0-1-16,-2 0-1 0,1 1 1 0,-1 0 1 16,2 0 1-16,-1-1-1 0,-1 1-1 15,1 0 2-15,0-1-2 0,0 1-1 0,-1 0 1 16,2 1-2-16,-2-1 2 0,-1-1 1 16,0 1-4-16,2 1 4 0,-1 0 0 0,-2-1-1 15,-1 0 1-15,4 1 0 0,-3-1-1 16,0 0-1-16,-1 0 2 0,1 0-2 0,0 0-1 15,-2 0 1-15,0 1 3 0,0-1 1 16,-1 0-3-16,0 0 2 0,-1-1-2 0,-7 0 1 16,13 2 0-16,-7-1-2 15,-6-1 1-15,11 1 1 0,-11-1 0 0,10 1 0 16,-10-1-2-16,9 1 1 0,-9-1 4 16,0 0-3-16,9 0 2 0,-9 0-4 0,0 0 3 15,9 1 0-15,-9-1 2 0,0 0 2 16,0 0-1-16,7 1 1 0,-7-1-9 0,0 0-19 15,0 0-63-15,0 0-126 0,0 0-210 16,-10-16-102-16,-8 2-28 0</inkml:trace>
  <inkml:trace contextRef="#ctx0" brushRef="#br0" timeOffset="145583.4833">12086 8438 1363 0,'0'0'-48'0,"0"0"15"16,0 0 5-16,0 0 14 0,0 0 7 15,0 0 3-15,7 2 12 0,-7-2 4 0,0 0 5 16,0 0-2-16,0 0 3 0,0 0-5 16,0 0-1-16,0 0-6 0,0 0 1 0,0 0 0 15,0 0-2-15,0 0-8 0,0 0-1 16,0 0 1-16,0 0 2 0,0 0 0 0,3 5 1 16,-3-5 1-16,0 0-5 0,8 3 5 15,-8-3 2-15,6 0-14 0,-6 0 10 0,13 2 1 16,-5 0 0-16,1 0 5 15,1 0-2-15,4 0-6 0,4 1 4 0,1-1 2 16,9 0 1-16,3-1 5 0,4 1 2 16,2-2-6-16,10 2 6 0,3-2-1 0,4 0 2 15,1 0-2-15,2 1 4 0,-1-2-6 16,0 1 3-16,-1-2-2 0,0 1 0 0,-3 0 1 16,-3 0-5-16,-8 1 6 0,-4-1-4 15,-2 1-2-15,-2 1 0 0,-2-3 3 0,-7 2 0 16,-5 0-5-16,-2 0 1 0,-2 1 0 0,-2-1-1 15,0 1 2-15,-2-1 0 16,1 0-1-16,0 1-1 0,-2 0 0 0,1-1 5 0,1 0 0 16,0 1-4-16,0 0 2 15,0-1 7-15,2 0-4 0,-1 1 1 0,1-1 2 16,-3 0-1-16,0 0-1 0,-1 1 1 16,-1-1-2-16,-1 0-2 0,-8 0 2 0,14 0 1 15,-8 0 2-15,-6 0 3 0,9-1 5 16,-9 1 1-16,0 0-1 0,11 0 4 0,-11 0 1 15,0 0-1-15,0 0 2 0,8-1-2 16,-8 1-3-16,0 0-2 0,0 0-6 0,0 0 2 16,0 0-5-16,0 0 1 0,0 0-4 15,0 0 0-15,-25-6-1 0,16 6 0 0,-1-2-11 16,-5 2 2-16,1-1-1 16,-7 0-1-16,-1 1-5 0,-9-2 5 0,-1 2 1 15,0 0-7-15,0 0 3 0,-1 0 6 16,2 0-4-16,-1 2 2 0,1 0-2 0,-3 0 4 15,2 0-2-15,-1 1 1 0,-2 0 0 0,-1-1 1 16,1 1-1-16,0 0 0 0,0 1 1 16,1-1-3-16,2 0 4 0,-1 1 1 0,1-1 1 15,3 1-2-15,6-1 0 0,3 0 2 16,1 0-4-16,1-1 2 0,3 0 1 0,1 0-3 16,2 0 2-16,3-1 3 0,-1 2-9 15,2-1-5-15,1-1 2 0,7-1-6 16,-12 2 1-16,6 0-6 0,6-2 3 15,-7 2-2-15,7-2 1 0,0 0 1 0,0 0 8 16,0 0-1-16,0 0-1 0,0 0 3 16,16 9-1-16,-6-8 5 0,7-1-3 0,7 0 0 15,11-1 0-15,6 1 2 0,9 0 4 16,4-1-1-16,-1-1 4 0,1 1-3 0,-1 0 2 16,1 0 3-16,-3 0 0 0,-11 1 0 15,-4 1-2-15,-2-1-1 0,-4 1 2 0,-8-1 2 16,-4 1-2-16,-4-1 4 0,-4-1 5 15,-1 1 6-15,-3 0 2 0,-6 0-4 16,0 0 1-16,0 0-8 0,0 0 1 0,0 0-1 16,0 0-9-16,0 0-24 0,0 0-34 15,0 0-51-15,0 0-161 0,-28-4-178 0,23 2 43 16</inkml:trace>
  <inkml:trace contextRef="#ctx0" brushRef="#br0" timeOffset="149540.3871">22028 8570 358 0,'0'0'92'0,"0"0"-39"15,0 0-14-15,0 0 3 0,0 0 18 0,-5-3-4 16,5 3-5-16,0 0-5 0,0 0-5 16,0 0-1-16,0 0-4 0,0 0 1 15,0 0 4-15,0 0-4 0,0 0 0 16,0 0-8-16,0 0 0 0,0 0-5 0,0 0-9 15,0 0 0-15,0 0-2 0,0 0-3 16,0 0 0-16,0 0-2 0,0 0 3 0,0 0-5 16,0 0-3-16,0 0 5 0,21 1 3 15,-21-1-5-15,13 3 3 0,-2-2-4 0,-1 0 2 16,1 1 2-16,3-1-6 0,4 1 2 16,1 1 4-16,0-2-4 0,0 2-2 0,2-2 0 15,-2 1-5-15,0-1 8 0,1 2-2 16,-2 0 6-16,1 0-5 0,-1-1-1 15,0 0 0-15,-1 1 1 0,-1-1 1 16,-1 1-1-16,-1-1 0 0,3 1 4 0,0-1-6 16,-2 0 0-16,2 0 1 0,0 1 0 15,1 0-2-15,0 0-1 0,1 0 4 0,0 0-3 16,0 0 1-16,0-2-3 0,0 3 3 16,1-1-1-16,-1 0 0 0,0 0 1 0,-2 0-2 15,2-1-1-15,-1 1 4 0,0 1-3 16,0-2 4-16,-4 1-2 0,3 0 4 15,-2-1 0-15,1 0-1 0,-2 0 0 0,1 1-2 16,-2-2 8-16,1 1-3 0,-1 0 1 16,1-1 3-16,-3 1-3 0,2-1 4 0,-3 1-1 15,1-1-4-15,0 0 1 0,-1 0 1 16,-1 0 1-16,2 0-3 0,-1 0 1 0,1 1-4 16,-1-2 4-16,0 1-5 0,1 1 3 15,1-2-4-15,0 1-1 0,-1-1-2 0,2 2 6 16,2-1-3-16,-2-1-1 0,2 1 0 15,-1-1 1-15,-1 0-4 0,0 1 3 0,0-1 0 16,-1 1-2-16,4-2 3 0,-2 0-3 16,0 0 5-16,2 1 0 0,-2-1 2 0,0-1-1 15,1 1-3-15,0-1 2 0,0 1 0 16,1-1 1-16,-1 1-3 0,1 0 2 16,1-1-1-16,2 1-1 0,0-1 4 0,3 1 0 15,-1-1-1-15,-1 0-2 0,1 1 0 16,0-1-1-16,-1 1 2 0,0 0 0 15,0 0 0-15,-1 0-2 0,0-1 1 0,0 1-1 16,-2 1-5-16,0 0 4 0,0-1 0 16,-1 0 3-16,1 1-5 0,-1 0 3 0,0 0-2 15,0-1 3-15,0 1-1 0,1-1-1 0,-1 1-5 16,0-2 6-16,1 2-5 0,-1-1 5 16,1 1 4-16,-2-2-3 0,1 1 3 0,-2 0 3 15,-1 0 2-15,-1 0 2 16,-1 1 3-16,-1-1-1 0,-2 0 4 0,-1 0 2 0,-7 1-3 15,14-1 0-15,-9 1 2 16,-5 0-3-16,10-1-2 0,-10 1 4 0,8-1-3 16,-8 1 0-16,0 0 2 0,9 0 2 15,-9 0-5-15,0 0-2 0,7-1 1 0,-7 1 1 16,0 0-3-16,0 0-1 0,0 0 3 16,0 0 0-16,8 0-4 0,-8 0-1 15,0 0-1-15,0 0-2 0,0 0-3 0,0 0-15 16,0 0-17-16,0 0-36 0,0 0-42 0,0 0-33 15,0 0-50-15,-23-7-163 0,9 4-150 16,-5-1-6-16</inkml:trace>
  <inkml:trace contextRef="#ctx0" brushRef="#br0" timeOffset="151536.2996">4460 10119 1220 0,'0'0'-84'0,"0"0"29"0,14 2 21 16,-14-2 10-16,0 0 6 15,0 0 10-15,0 0 2 0,0 0 5 0,0 0 11 16,0 0 4-16,0 0 5 0,0 0 2 16,0 0 1-16,0 0-1 0,0 0 0 0,0 0-1 15,0 0 8-15,0 0-17 0,6 2-2 16,-6-2-2-16,0 0-5 0,0 0-1 15,0 0-6-15,0 0-2 0,0 0 10 0,10 2-2 16,-10-2 0-16,13-2 2 0,-2 1-1 16,4-1-3-16,5 0 6 0,11-4 0 15,12 0-4-15,6-3 2 0,6 1 4 16,19-5 2-16,5 1-4 0,3 0 2 0,3 0-3 16,0 1 6-16,-4 0-3 0,-17 5 3 15,-2 0-2-15,-2 0-4 0,-4 2 2 0,-5 0-3 16,-4 2 7-16,-12-1-4 0,-3 2-6 15,-6 0 5-15,-8 0-2 0,-2 0 0 0,-2 1 1 16,-4 0-2-16,2-1 4 0,-3 0 6 16,-1 1 1-16,-8 0 5 0,13 0 6 0,-13 0 11 15,10 1-2-15,-10-1-6 0,9 0-2 16,-9 0-3-16,0 0-2 0,11-1-2 0,-11 1 1 16,0 0-8-16,8 0-2 0,-8 0 0 15,0 0-4-15,9-1 1 0,-9 1-2 0,0 0 0 16,0 0 1-16,0 0-6 15,0 0 3-15,8 0 0 0,-8 0 2 0,0 0-1 16,0 0 6-16,0 0-7 0,0 0 2 16,0 0-1-16,8 1 0 0,-8-1-1 0,0 0 2 15,0 0-1-15,0 0-2 0,0 0 0 16,0 0 2-16,0 0 2 0,0 0-3 0,0 0 3 16,0 0-3-16,0 0 3 0,0 0-1 15,0 0 2-15,0 0-4 0,0 0 0 16,0 0-7-16,0 0-22 0,0 0-27 15,0 0-43-15,3-5-140 0,-3 5-207 0,0 0 49 16</inkml:trace>
  <inkml:trace contextRef="#ctx0" brushRef="#br0" timeOffset="155676.071">1978 8921 1083 0,'0'0'-91'0,"0"0"14"16,-8-1 14-16,8 1 26 0,0 0 0 16,0 0 16-16,-9 0 8 0,9 0 8 0,0 0 1 15,0 0 2-15,0 0 5 0,0 0 3 16,-7-1 4-16,7 1 3 0,0 0-3 0,0 0 5 16,0 0 15-16,0 0-5 0,-7-4 5 15,7 4-9-15,0 0 10 0,0 0 3 16,0 0 2-16,0 0-9 0,0 0 3 0,-4-4-3 15,4 4 2-15,0 0-5 0,0 0-2 16,0 0 1-16,0 0-8 0,0 0-2 0,0 0 3 16,0 0-10-16,0 0 6 0,0 0-2 15,0 0-7-15,0 0 3 0,0 0-3 16,0 0 1-16,0 0-9 0,0 0 4 16,0 0 2-16,0 0-6 0,0 0-3 0,0 0 0 15,0 0 2-15,0 0 3 0,0 0-4 16,0 0 5-16,0 0-2 0,21 0-3 0,-12 0 4 15,3 0 5-15,4 0-5 0,5-1 4 16,2 0 1-16,8 1 3 0,2-1 7 0,1 0-15 16,0 1 8-16,1 0-8 0,-1 0 3 15,1 1 1-15,-1-1 0 0,-2 1 2 16,2 1-2-16,-3 0-1 0,-2 0 1 16,-5-1-1-16,-3 0 1 0,0 1-1 0,-2-2 3 15,1 1-4-15,-2 0-1 0,-1 0 9 16,-1-1-10-16,0 1 7 0,0-1-4 15,1 0 3-15,0 0-2 0,0 0 3 0,2 1-4 16,-2-1 3-16,3 0-3 0,1 2 0 16,-1-2 0-16,3 1 5 0,-2-1-10 0,2 0 7 15,-1 2-6-15,1-1 6 0,7 0 2 16,-6 0-2-16,-3 0 0 0,1 0-4 0,-2-1 2 16,0 1 4-16,-1 0-7 0,-2 0 2 15,-2 0-1-15,1-1 3 0,-2 2 1 16,-1-1-3-16,-1-1 3 0,-1 0-2 15,1 1 4-15,-2 0-4 0,0-1 5 0,0 1 2 16,1-1-2-16,1 1 4 0,-1-1-7 16,3 0-2-16,1 0 2 0,1-1-3 0,3 0 6 15,1 0 0-15,1 1 1 0,1-1-6 16,-1 0 3-16,2 1-8 0,-1-1 8 16,0 1-1-16,0-1-2 0,2 1-4 0,-3 0 6 15,3 0 0-15,-3 0 1 0,2 2-2 16,-1-2-1-16,-2 0 0 0,1 1 2 0,-4-1 0 15,0 0-1-15,0 2 0 16,-2-2-4-16,0 1 4 0,1 0 2 0,-2 0 2 0,0 0-4 16,0-1 5-16,0 1-5 15,2 0-1-15,-2-2-1 0,2 0 2 0,0 1 3 16,4-2-5-16,0 1 2 0,3-1-4 16,6-1 2-16,1 0 5 0,-1 1 2 0,2 0-3 15,-4-1-1-15,1 0-2 0,-4 1 0 16,-3 1-2-16,-1 1 0 0,1-1 4 0,-2 0-2 15,-2 1 2-15,1 0-2 0,-2 0-5 16,0 0 7-16,0 1-1 0,-1-1-1 0,0 1 2 16,0-1-2-16,-1 1 2 0,-2-1 4 15,2 2-6-15,-2-4-1 0,0 4 2 16,-1-2 0-16,1 0-1 0,0-2 1 0,1 2 2 16,1-1-2-16,0 0 3 0,2 1-2 15,-2-3-3-15,3 3-1 0,-1-2 5 16,3 0-6-16,-2 2 5 0,1-2-1 15,0 0-5-15,1 0 5 0,-4 2-2 0,1-2 6 16,0 1-2-16,0 0-4 0,0 0 2 16,-1 0 3-16,-1 0-5 0,3 0-5 0,-4 0 7 15,2 0 0-15,0 0-2 0,-1 1 0 16,2-2 5-16,-1 1-3 0,0-1-3 0,2 2 0 16,-1-1-1-16,2-2 8 0,0 2-5 15,-2-1-1-15,0 1 2 0,4-1-1 16,0 1-3-16,1 0 4 0,1-1 2 15,7 0-2-15,-4 0 2 0,4 1 0 0,1-1-1 16,-5 2-2-16,5-3 2 0,-6 3-2 16,-1 0 0-16,-1 0 0 0,-1 0 0 0,1 0 0 15,-1 0 0-15,1 0 2 0,-1 0 0 16,-1 0-1-16,1 0 6 0,-1 1-10 0,-3 0 1 16,3-1 1-16,-1 0 10 0,-1 0-12 15,2 0 5-15,1-2 0 0,0 2-2 0,0-1 0 16,2 0 3-16,5-1-2 0,1 1-1 15,-3-1-1-15,-5 1 6 0,8 0-6 16,-5-1 2-16,-2 1 3 0,0-1-5 0,0 2 1 16,0-1 5-16,-1 1-6 0,1-1 0 15,-1 0-2-15,0 2 0 0,-2-2 3 16,1 2-2-16,-1 0 4 0,-3-1-2 0,1 1-3 16,0-1 5-16,0 0-4 0,-2 1 1 15,1-2 0-15,1 2 2 0,1-1-2 16,-1 0 1-16,3 0-1 0,1-1 3 0,0 1-1 15,0-1-2-15,1 1-1 0,-1-1 0 16,0 1 10-16,1-1-8 0,-2 1-2 0,1 0 0 16,-1 0 2-16,1 1-1 0,0 0 3 15,0 0-2-15,0-1 3 0,1 2-3 0,0-2 0 16,0 1 1-16,0 0-1 0,8 1 3 16,-6-2-1-16,-1 1-6 0,-1 0 1 15,1-1 4-15,0 1 0 0,7 1-7 16,-5-2 10-16,6 0-3 0,-2 2 1 0,-4-2 1 15,-2 0-4-15,5 1 1 0,-2 1 4 16,-4-2-8-16,-1 1 2 0,2 0 5 0,-1 0 4 16,8 0-3-16,-2 1-3 0,-2 0 0 15,-4-2 0-15,8 1 1 0,-5 0 0 0,5 0 0 16,-5-1-2-16,5 1-1 0,0 1 1 16,-4-2 1-16,3 3 0 0,-5-3-3 0,-2 0 4 15,-1 1-3-15,0 1 0 0,0 0-2 16,0-1 5-16,-1 1-5 0,0 0 3 15,-1-1-3-15,2 0 2 0,-3 1 2 16,2-1-3-16,0 1-4 0,0 0 11 0,-1-1-6 16,1 0 2-16,0 1-2 0,1 0 2 15,-1-1-3-15,2 0 0 0,-1 0 8 0,2 0-6 16,-2-1 2-16,1 1-2 0,0 0 3 16,0-1 0-16,1 0-3 0,-2 1 0 0,0-1 0 15,0 2 2-15,0-2 0 0,-1 1-2 16,1 0-2-16,-2 1 5 0,-2-1-4 15,-2-1 1-15,4 1 3 0,-3 1 0 16,1-2-5-16,1 0 1 0,-2 2 6 0,3-2-3 16,1 0-2-16,-1 0-3 0,0 0 7 15,1 1-4-15,0 0 0 0,-3-1 4 0,-1 2-5 16,3-2 0-16,-2 1 2 0,1 0 3 16,1 1-5-16,0-1 0 0,2 0-1 0,-1 0 3 15,0 0 0-15,2 0 1 0,7 1-8 16,-5-2 13-16,5 2-4 0,-4-1-7 0,-4 0 5 15,1-1-1-15,-1 2 0 0,0-2 3 16,1 1-4-16,0-1 4 0,-2 0-5 16,0 2-2-16,-1-2 7 0,0 1-1 0,-1-1-7 15,-2 0 7-15,1 0-5 0,1 0 3 16,-3 0-1-16,1 1 0 0,1-1 2 0,2 0 6 16,1 3 1-16,0-3 1 0,0 0-2 15,0 1-2-15,0-1-3 0,-1 2 2 16,2-3 0-16,1 1 0 0,-2 0-3 0,0 0 2 15,4 0-2-15,-4 0-1 0,4 0 2 16,-3 0-2-16,2 0 4 0,0 0-2 0,-1 0-1 16,1-1 2-16,0 1-3 0,0 0-1 15,-1-1 6-15,-1 2-6 0,0-1-2 16,-1-1 3-16,1 1 3 0,-1-1-2 0,-3 1-1 16,3-2 2-16,0 2-2 0,0-1-3 15,0 0 1-15,0-1 7 0,2 1-3 0,7-2-2 16,-5 2-4-16,-2 1 7 0,8-2-4 15,0 0 2-15,0 0 1 0,-1 1-1 16,-3 0-3-16,-3 0 6 0,7-1-4 0,-4 2-2 16,-5 0 4-16,2-1-2 0,-1 0 0 15,1 1-3-15,0-2 4 0,0 2 0 0,-2-1 1 16,1 1 1-16,0-1-7 0,-1 1 2 16,0-2 1-16,-1 2-1 0,1-2 2 0,-1 0 2 15,0 0-3-15,0 1 5 0,0 0-4 16,0-2 1-16,-1 3 0 0,0-3 1 15,1 2-4-15,-2-1 6 0,2 0-3 0,1 0-1 16,0-1 2-16,0 1-5 0,8 0 2 16,0-1-1-16,-1-1 3 0,2 2-2 15,-1 0 2-15,0-2 2 0,-4 2-1 0,3 0-1 16,-2 1 4-16,-4 1 1 0,-2-1-4 16,0 0 0-16,2 0-3 0,-2 1 5 0,-5-1-5 15,2 0 4-15,0 1-1 0,0 0 4 16,0 0-5-16,-1 0 3 0,0-1-4 0,-1 0 4 15,3 1-6-15,-2-1 4 0,4 0 1 16,-2 0-6-16,2 0 3 0,0 0-2 0,0-1 2 16,-1 1 2-16,2 0-2 0,-2 0 1 15,0-2-1-15,1 2 0 0,-1-1 3 16,1 1 1-16,0-1-4 0,0 0 1 16,1 2-3-16,-1-2 0 0,2 1 5 0,1 0-1 15,7 0-2-15,-1 0 2 0,-5 1-4 16,-1 0 2-16,0-1-2 0,-1 0 5 0,-1 1-2 15,2 0-1-15,-2 0 0 0,1 0 0 16,-1 0 0-16,0-1 2 0,0 0 0 0,-1 1-4 16,1 0 4-16,0 0 0 0,0-1 0 15,-2 0-1-15,2 1-2 0,1-1 3 0,-1 0-4 16,0 0 4-16,0-1 1 0,0 0 0 16,-1 1 1-16,-1-1 0 0,1 1 1 0,-2 0 0 15,2 0 4-15,-4 0-1 0,3 0-4 16,-3-1 2-16,1 1 1 0,-1 0-3 15,3 0 3-15,0 0 4 0,1 0-3 16,-1 0-6-16,0-1 1 0,0 1 3 0,0 0-1 16,0 0-1-16,-3 1-1 0,4-2 1 15,0 1-1-15,0 0 4 0,-1 1-3 0,1-1 0 16,0 0-1-16,1 1-1 0,-2 0 6 16,2 0-8-16,-2-1 4 0,2 1-2 0,0 0 2 15,-1 0-5-15,1 0 4 0,1 1-2 16,-1-1 1-16,1 1 1 0,1 0 0 15,-1 0-5-15,-1 0-3 0,0 1 9 16,0-1-4-16,-1 0 3 0,1 1-2 0,-1-1-1 0,1 1-1 16,1 0 3-16,-1-1-2 15,1 0 1-15,6 2-3 0,0 0 3 0,-5-2 0 16,-2 2-1-16,0 0 0 0,0-1-2 16,7 0 2-16,-4 1 4 0,-4 0-8 0,1-2 2 15,0 1 2-15,0 1 1 0,-1-2-2 16,7 3 3-16,-6-1-3 0,-1-1 4 0,-1 0-3 15,1 0-1-15,0 1 0 0,-2 0 1 16,9 1-1-16,-5-1 4 0,-2-1-5 0,0 0 7 16,7 2-7-16,-6-1 3 0,-1-2-1 15,-1 2-3-15,-1 0 4 0,1 0-2 0,-1-1 5 16,1 1-5-16,-1-1 0 16,-3 1 1-16,2-1-1 0,0 1 3 0,-2-1-2 15,-1 0-1-15,2 0 2 0,-2-1-3 16,1 1 3-16,3 1-2 0,0 0-1 0,-1-1-3 15,1 0 9-15,0 1-3 0,2-1-1 16,-2 1 0-16,2 0 4 0,-1 0-4 0,6 1-1 16,-3-1-1-16,-2-2-1 0,-2 2 1 15,1 0 4-15,-1-1 0 0,0 1-4 0,-2-1 2 16,2 0 2-16,0 0 2 0,0 1-4 16,-1 0-2-16,1-1 3 0,0 1 0 0,0 1 0 15,0-3 1-15,0 2-2 0,0-1-5 16,-2 0 4-16,0 0-2 0,1 1 2 0,1 0 0 15,-1-1 1-15,1 1 1 16,0 0-3-16,0-1 2 0,-2 1-3 0,0-1 1 16,2 1-1-16,-1-1 2 0,1 2 3 15,0-2-5-15,-1 1 3 0,1-1-2 0,0 0 0 16,-1 1 4-16,-2-1-1 0,1-1 1 16,0 0-4-16,-1 0 2 0,2 0 4 0,0-1-4 15,-2 0 0-15,2 1 3 0,0-1-2 16,0 0 0-16,0 0-1 0,-2 0 0 15,1 0 0-15,0 0-1 0,0 0 4 0,-3-1-4 16,0 1 2-16,-2 0-1 0,1 1 1 0,-1-1-2 16,-1 0 2-16,0 0-4 0,1 0 4 15,-3 0 0-15,-8 0-1 0,15-1 0 16,-8 2 3-16,-7-1-2 0,13-1-3 16,-13 1 5-16,9 0-3 0,-9 0 5 0,8 0 3 15,-8 0 5-15,0 0 5 0,10 0-3 16,-10 0 3-16,0 0-3 0,0 0-1 0,8 1 1 15,-8-1-2-15,0 0-18 0,0 0-46 16,0 0-54-16,0 0-117 0,0 0-297 0,0 0-22 16</inkml:trace>
  <inkml:trace contextRef="#ctx0" brushRef="#br0" timeOffset="192276.6297">3944 9636 235 0,'0'0'88'16,"0"0"-17"-16,0 0-18 0,0 0-18 15,-6-5-9-15,6 5-5 0,0 0 3 0,0 0 2 16,0 0-4-16,0 0 2 0,0 0 2 16,0 0 3-16,0 0-1 0,0 0 4 0,0 0-3 15,0 0-1-15,0 0 6 0,0 0-2 16,0 0-3-16,0 0 11 0,0 0-1 0,0 0-5 16,0 0 5-16,0 0-3 0,0 0 0 15,0 0-8-15,0 0 1 0,0 0-3 0,0 0-6 16,0 0-1-16,0 0-4 15,0 0 2-15,0 0-1 0,0 0-6 0,0 0 2 16,0 0-1-16,0 0-3 0,0 0 0 16,0 0 0-16,0 0 2 0,0 0-3 0,0 0-3 15,0 0 1-15,0 0 0 0,0 0 0 16,0 0-3-16,0 0 0 0,0 0 4 0,0 0 0 16,0 0 4-16,0 0-3 0,0 0-3 15,0 0 2-15,0 0 3 0,0 0-6 0,0 0 0 16,0 0 1-16,-7 6-5 15,7-6 3-15,0 0-3 0,0 0 1 0,0 0 3 16,0 0-3-16,0 0 8 0,0 0-6 0,0 0-1 16,0 0 0-16,0 0 4 0,0 0-4 15,0 0-1-15,0 0-1 0,0 0 3 16,0 0 1-16,0 0-1 0,0 0-7 0,0 0 0 16,0 0 2-16,0 0 3 0,0 0-3 15,0 0-1-15,0 0 6 0,0 0-2 0,0 0-2 16,0 0-1-16,0 0 3 0,0 0-2 15,0 0 3-15,0 0 0 0,0 0-1 0,0 0-3 16,0 0 3-16,0 0 1 0,0 0-3 16,0 0 3-16,0 0-1 0,0 0-2 0,0 0 3 15,0 0-3-15,0 0 3 0,0 0-4 16,0 0-3-16,0 0 5 0,0 0-2 16,0 0 0-16,0 0 0 0,0 0 0 15,0 0-2-15,0 0 5 0,0 0 1 0,22 2 0 16,-22-2-1-16,0 0-4 0,12 1 2 15,-12-1 2-15,9 1-5 0,-9-1 6 0,8 1 1 16,-8-1-4-16,10 1 1 0,-10-1 2 16,9 2 0-16,-9-2-2 0,9 0 3 15,-9 0-4-15,8 0 1 0,-8 0 3 0,10 1 2 16,-10-1-5-16,9 1 0 0,-9-1 2 16,12 1 5-16,-5-1-5 0,-7 0 0 0,11 1-3 15,-11-1 8-15,13-1-5 0,-7 1-2 16,-6 0 1-16,14 0 5 0,-8 0-6 0,-6 0 2 15,13 0-1-15,-7 0 1 16,-6 0-7-16,13 1 6 0,-7-1-4 0,-6 0-4 16,11 0 11-16,-11 0-4 0,12 0 2 15,-12 0-4-15,11-1 5 0,-11 1 0 0,13 0 0 16,-8 0-4-16,-5 0 4 0,12-1-4 16,-12 1 5-16,13 0-2 0,-7-1 2 0,-6 1-2 15,13-1-2-15,-6 1-1 0,-7 0 5 16,14-2 1-16,-8 1-5 0,-6 1 2 15,14-1-1-15,-8 1-1 0,-6 0-2 0,13-2-5 16,-13 2 11-16,11 0-2 0,-4 0-2 16,-7 0-2-16,13-1 6 0,-6 0-2 15,-7 1 0-15,14 0-1 0,-7 0-1 0,1-1 0 16,-1 0 4-16,-7 1-3 0,18 0-2 16,-9 0 1-16,0-1 2 0,1 1-1 0,0 0 4 15,-1 0-4-15,-1-1 0 0,1 0 0 16,-9 1 3-16,16 0-2 0,-8 0 3 0,-8 0-3 15,12-1 2-15,-12 1-2 0,10 0 1 16,-10 0-5-16,10-1 2 0,-10 1-6 0,10 0 7 16,-10 0-1-16,13 0 2 0,-7-1 3 15,-6 1-2-15,17-1 0 0,-8 0 2 0,1 0 2 16,1 0-6-16,0 0 0 16,0 1 7-16,-1-2-4 0,1 1-3 0,-1 1-1 15,-1-1 2-15,1 0 2 0,-4 0-3 16,-6 1-1-16,14 0 2 0,-14 0-4 0,10 0 4 15,-10 0 3-15,8 0-6 0,-8 0 1 16,7-1 0-16,-7 1-1 0,0 0 3 0,10-2-7 16,-10 2 3-16,8 0 8 0,-8 0-9 15,9-1 4-15,-9 1 0 0,14-2 0 0,-7 2 2 16,1-1-3-16,2 1 3 0,0-1 1 16,1 0-2-16,1 0 4 0,2 1-6 0,0-2 3 15,0 2-1-15,1-1-3 0,0 0 3 16,1 0-6-16,0 0 4 0,-1 0 4 0,0 0-2 15,0 1-1-15,0-1 3 16,1 0-2-16,-2 1-1 0,0-1-2 0,1 0 7 16,-2 0-5-16,-1 1 3 0,0 0-5 15,-2-1 3-15,1 1 0 0,-1-1 3 0,0 0-2 16,0 1-2-16,-2-1 4 0,0 1-7 16,-8 0 0-16,16-2 5 0,-8 2-3 0,-1-1-1 15,-7 1 1-15,15-1 1 0,-8 0-1 16,1 0 2-16,0 0-1 0,0 1 7 15,2-1-2-15,-1 0-4 0,2 0-2 16,-2 0-3-16,2 1 8 0,1-2-4 0,-1 1 0 16,0 1-4-16,0 0-4 0,1-1 9 15,0 0-1-15,-1 1 4 0,0-1-3 0,0 0-2 16,0 0 3-16,0 1 0 0,-1-1-3 16,0 0-4-16,0 1 10 0,0 0-5 15,0-1-4-15,0 0 5 0,0 1-7 0,0-1 8 16,0 0-4-16,0 1 5 0,0-1-8 15,-1 0 8-15,1 1 0 0,-1-2-1 0,0 1 4 16,0 1-8-16,-1 0 1 0,-8 0-2 16,17-1 3-16,-7-1 5 0,-1 2-7 15,-1 0 1-15,-8 0-1 0,15-1 9 0,-8 1-10 16,1 0-1-16,-8 0 3 0,17-1 1 16,-8 1-1-16,1 0 0 0,-1 0 1 15,0 0 6-15,2 0-6 0,0 0 0 0,1-1 6 16,0 1-8-16,-1 0 4 0,1-1-1 15,1 1 8-15,-2 0-11 0,2 0 3 0,-1 0 0 16,0 0 0-16,0 0 2 0,0 0 0 16,-1 0-5-16,0 0 0 0,-1 1 5 0,0-2-5 15,-1 2 1-15,-1-2 2 0,-8 1-6 16,14 0 6-16,-7 0-2 0,-7 0-2 0,12 0 3 16,-12 0 3-16,10 0-1 0,-10 0 1 15,11 1-6-15,-5 0 1 0,-6-1 5 0,13 0-5 16,-6 0 5-16,3 0-6 0,0 0 1 15,3 0 1-15,-2 0 2 0,6 0-1 16,-1 0-1-16,1 0 0 0,2 1 5 16,2-1 1-16,-4 0-3 0,0 0-6 0,1 0 2 15,-2 0 3-15,1 0-1 0,-1 1 1 16,0-1 0-16,-1 0-5 0,-1 0 4 0,1 2 0 16,0-2 3-16,-1 0-5 0,-2 0 4 15,1 0 2-15,0 0-5 0,0 0 2 0,1 1-1 16,0-1 1-16,-1 0 0 0,2 0-6 15,0 0 3-15,0-1-1 0,2 1 5 0,-2 0-2 16,2 0-1-16,0 0 4 0,0 0 1 16,0-2-3-16,-1 2 1 0,0 0-11 15,0 0 10-15,1 0 1 0,-2-1-2 16,2 1 2-16,-3 0 2 0,3-1-4 0,-3 1-2 16,2-1 6-16,-1 0-5 0,0 1 3 15,0-1 0-15,1 1-1 0,-1-2-3 0,1 2 3 16,0-1 0-16,1 0-1 0,1-1 0 15,-1 2-1-15,0-1 6 0,0 0-6 0,-1 0 4 16,0 0-3-16,0 0-6 0,1 1 4 16,-2 0 1-16,1-1 0 0,0 0 1 15,-1 1 7-15,-1-2-8 0,2 2-1 0,-2 0 2 16,0-2 0-16,-2 2 0 0,2-1-3 16,-2 1-1-16,0-1 4 0,-1 1-6 15,1-1 6-15,-2 1 5 0,1-1-2 0,0 0 0 16,1 1-5-16,-1 0 0 0,0-1 5 15,0 1 0-15,2 0 4 0,0 0-2 16,2-1-5-16,-1 0 0 0,0 0 9 0,2 0-8 16,-1 1 1-16,0-1-1 0,2-1-2 15,-1 2-2-15,4-1 3 0,-3 0 0 0,-1 1 2 16,0-1-4-16,1 0 0 0,-2 0-1 16,0 1 4-16,0 0-1 0,-2-1 3 0,-2 1-3 15,0 0 3-15,0 0 0 16,-1 0-2-16,1 0 0 0,-1 0 3 0,1-1-3 15,0 1-4-15,-2-1 1 0,2 1 6 16,0 0-4-16,0-1-2 0,0 1 3 0,0-1 1 16,-1 1 0-16,2-1-2 0,-1 1 1 15,1 0 0-15,2-1 0 0,0 0 0 0,1 0-4 16,-2 1 7-16,2 0-5 0,-1 0 3 16,0-1-4-16,1 1 4 0,-1-1 0 0,1 1-5 15,-3 0 6-15,1 0-4 0,0-1-1 16,-2 1 2-16,1 0 3 0,1 0-6 15,-2 0 5-15,1 0-1 0,-1 0-4 16,2 0 6-16,-1 0-3 0,0 0-3 0,3 0 1 16,1 0 5-16,-2 0-5 0,1 0 6 15,1 0-4-15,-1 0-3 0,1 1 2 0,0-1 1 16,1 0 1-16,1 0-3 0,0 1-1 16,-1-1 7-16,1 0-2 0,-1 0 1 0,0 0-4 15,0 0 2-15,0 0 2 0,-1 0 1 16,0 0-7-16,0 0 1 0,-3 0 0 0,-1 0 5 15,-1 0-2-15,0 0 3 0,-1 0-1 16,0-1-7-16,0 2 4 0,-1-2 1 0,1 1 0 16,0 0-3-16,0 0 5 0,0-1 1 15,0 1-3-15,2 0-4 0,-1 0 2 0,1 0 1 16,2-1 3-16,0 1-5 0,2 0 6 16,0 0-2-16,-1-1-5 0,2 1 2 15,-1 0-1-15,1 0 2 0,0 0 0 16,0 0 4-16,0 0-5 0,0 0 0 0,-1-1 0 15,1 1 3-15,-2 0-2 0,1 0-1 16,-2-1 3-16,-1 1-1 0,1 0 0 0,1 0-2 16,-4 0-1-16,2-1 1 0,-1 2 5 15,0-2-2-15,-2 2-3 0,2-2 1 0,-2 0-3 16,2 2 4-16,-1-2-3 0,0 1 0 16,1 0 1-16,1 0 4 0,-1 0-3 0,-1 0-3 15,3 0 3-15,1 0 2 0,0-1-6 16,-1 1 7-16,0 1-9 0,0-1 9 0,0 0-2 15,-1 0 0-15,3 0 7 16,-4 0-9-16,-1 0-2 0,2 1 6 0,-2-1-6 16,1 1 8-16,0-1-6 0,-1 0 0 15,0 0 0-15,0 1 5 0,0-1-3 0,2 1-4 16,-3-1 5-16,2 0-4 0,-1 0 4 16,1 1-6-16,0-1 9 0,4 1-6 0,-2-1 1 15,1 1-3-15,2-1 7 0,-1 1-6 16,1-1 5-16,1 0-3 0,-1 1 3 15,1 0-5-15,-2-1 5 0,1 1 0 16,-1 1-1-16,-2-1-2 0,1 0-1 0,-1 0-2 0,0 0 9 16,-2-1-6-16,0 2 0 15,-2-2-3-15,0 2 2 0,0-1 5 0,-1 0-5 16,-1-1-2-16,1 2 3 0,-2-2 0 16,0 1 1-16,-7-1-1 0,14 1 1 0,-7 0 1 15,-1 0-5-15,3-1 0 0,-9 0 5 16,14 1-2-16,-7-1 3 0,1 0-2 0,-1 1 1 15,3-1 0-15,0 1 0 0,0 0-1 16,3-1 4-16,-2 0-3 0,2 1 0 0,-1 0-2 16,1-1 2-16,1 1 1 0,-3-1-4 15,3 2 1-15,0-2-1 0,-3 0 1 0,2 1-1 16,-2 0-2-16,4 0 5 0,-2 0 3 16,1-1-1-16,1 1-4 0,-1-1 0 15,0 2-1-15,0-2 1 0,1 1 2 16,1 0-1-16,0 0-1 0,3 0 4 0,-2 0-5 15,0 0-2-15,1 1 3 0,-1-1-1 16,1 0 2-16,-1 0 0 0,3 0-1 0,-4 0-1 16,0 1-2-16,0-1 4 0,-1 1-5 15,0-1 5-15,0 0 3 0,0 0-5 0,-1-1 3 16,1 1-2-16,-4-1 0 0,2 0 1 16,2 0-3-16,0 1 6 0,-2-1-3 15,3 0 7-15,0 0-9 0,0 0 0 16,1-1 3-16,-1 1 2 0,1 0-1 0,-2 1-2 15,2-2-3-15,0 1 6 0,-2-1 1 16,2 1-3-16,0 0 1 0,-3 0-5 0,2 0 6 16,-1 0-7-16,2 0 0 0,-2-1 7 15,1 1-5-15,1 0 1 0,-1 0 2 0,-1 1 4 16,2-1-6-16,0 0 4 0,-2 0-7 16,-2 1 4-16,3-1-2 0,-1 1-1 0,0-1 5 15,1 2-2-15,-2-2-1 16,3 1-1-16,0 0-1 0,2 0 2 0,0 1 0 15,1-1-1-15,1 0 3 0,-2 0 0 16,2 1-3-16,0-1-2 0,1 1 5 0,5 0 1 0,-3 0-7 16,-3-1 6-16,-1 2-4 15,1-2 0-15,-1 1-1 0,0-1 3 0,-1 1-3 16,3 0 4-16,-4 0 0 0,2-1-4 16,-3 0 2-16,-3 1-1 0,4 0 1 0,1 0-3 15,-3 0-2-15,0-1 10 0,-2 1-4 16,1-1 1-16,-3 1 2 0,1-1-4 0,-3-1 2 15,-2 2 1-15,1-2-1 0,-1 2 1 16,-1 0 0-16,-7-2-2 0,11 0 1 0,-11 0-2 16,10 1 4-16,-10-1 1 0,7 1 2 15,-7-1-3-15,0 0 9 0,9 1 7 16,-9-1-1-16,0 0 5 0,8 1 4 0,-8-1-3 16,0 0 2-16,0 0-6 0,0 0 3 15,0 0-5-15,0 0-8 0,0 0-19 16,7 1-51-16,-7-1-84 0,0 0-221 0,0 0-79 15,-25-9 48-15</inkml:trace>
  <inkml:trace contextRef="#ctx0" brushRef="#br0" timeOffset="198033.6424">2288 10153 1075 0,'0'0'-86'0,"0"0"20"0,0 0 17 0,0 0 10 16,3-10 7-16,-3 10 10 0,0 0 2 16,0 0 2-16,0 0 6 0,0 0 2 0,0 0 4 15,0 0 3-15,0 0 2 0,0 0-3 16,0 0 4-16,0 0-1 0,0 0-6 15,0 0 4-15,0 0 0 0,0 0 2 16,0 0-3-16,0 0-5 0,0 0 5 0,0 0-3 16,0 0-4-16,0 0 7 0,0 0 0 15,0 0 3-15,0 0 4 0,17 3 2 16,-17-3 1-16,11 0 3 0,-4-1-3 0,3 0 1 16,1 1 0-16,3-1 2 0,1 0-3 15,4-1-3-15,0 0 3 0,2 0-2 0,7-1 5 16,0 0-1-16,-4 0-9 0,5 1 3 15,0-1 9-15,-1 0-4 0,-4 2 2 16,-3-1-11-16,1 1 3 0,0-1-1 0,0 1 8 16,-2 0-6-16,0 0 4 0,1 1-3 15,-4-1-3-15,-1 1 1 0,1-1 3 16,-1 1-4-16,1 0 2 0,0 0 2 0,-2-1 1 16,2 1-4-16,-1-1 3 0,1 1-6 15,1-2 2-15,3 1 3 0,-1 0 4 16,0-2-2-16,0 1-1 0,1 0 3 0,5-2 1 15,-2 1 2-15,-5 1 0 0,2 0-2 16,0 0-3-16,0 0-6 0,0-1 4 16,-1 1 5-16,2 0-4 0,-2-1 1 0,-1 1-2 15,1 1 2-15,-1-2 2 0,0 1-3 16,0-1-1-16,-1 1 11 0,1-1-15 0,0 0 17 16,1 1-22-16,-2 0 11 0,1 0-3 15,0 0 1-15,1 0-4 0,-1-2 8 16,1 2-6-16,1 0-6 0,0-1 7 15,6 0-6-15,-3 0 8 0,-3 1 1 0,6-2-2 16,-3 3 2-16,4-2-6 0,-5 1 7 16,-2 0-5-16,6-1 5 0,-4 0-2 0,-1 2-3 15,6-2 4-15,-6 0-3 0,0 2 0 16,0-2-1-16,-2 2 4 0,-2 0-2 0,1-1-5 16,-3 1 8-16,-2 0-8 0,1 1-4 15,-4-1 10-15,0 0 3 0,-2 0-3 16,-9 1-6-16,16 0 0 0,-8 0 2 0,-8 0 2 15,16-1-3-15,-8 1 4 0,-8 0 1 16,18 0-9-16,-7 0 3 0,0-2 3 16,0 2 0-16,4-1 1 0,0 0 6 15,0-1-8-15,4 1 0 0,1 0-1 0,-1 0 5 16,2 1-3-16,0-1 2 0,1 0-9 16,-1 1 9-16,1-1-3 0,-1 2 1 0,-1-2-1 15,1 2 2-15,-1 0 1 0,1-1-9 16,-1 1 11-16,-2-1 3 0,1 1-14 0,-2 0 9 15,-1 0-6-15,0-1 7 0,-1 2-4 16,2-2-2-16,-1 1 6 0,3 0-1 16,-2-1-4-16,2 1 1 0,1 0 10 0,-1 0-7 15,3-1-4-15,-1 2 2 0,-1-1-3 16,2 0 11-16,0 1-2 0,-1-1-3 0,0 1 0 16,-1-1-5-16,1 1-2 15,0-1 1-15,-1 2 4 0,1-2 5 0,-1 1-4 16,-1-1-1-16,0 1 1 0,0 0-2 15,0-1-1-15,0 0 3 0,-3 0 2 0,2 0-2 16,-1 1-2-16,-1-1-1 0,-1-1 4 16,1 2-1-16,0-2 2 0,-2 0-2 0,2 1 1 15,0-1 0-15,1 1 2 0,-1 0 3 16,0-1 0-16,5 1-2 0,-2 1-1 0,0-1-2 16,1-1 5-16,0 2-5 0,-1 0 6 15,1 0-4-15,1-1 1 0,-1 1-5 16,1-1-4-16,0 1 3 0,0-1 2 15,8 2 1-15,-5-1-3 0,-3 0 5 0,0-1-2 16,-2 1 1-16,1-1-2 0,-1 1 2 16,-4-1 3-16,0-1-7 0,1 1-3 0,-1 0 2 15,-1 0-4-15,1 0 4 0,-1 0 4 16,1-1 3-16,-1 1-2 0,0-1 2 16,2-1 5-16,-1 1-1 0,2-1-3 0,0 0 4 15,4 1-7-15,0-2 1 0,1 2 1 16,0-1-1-16,-1 0 1 0,8-1 0 0,-5 2 5 15,-3-2-6-15,-1 2 1 0,0-1-3 16,-3 0 1-16,0 1-1 0,0 0-3 0,-2-1 4 16,0 1-1-16,0-1-2 15,2 0-3-15,-3 1 3 0,1 0 4 0,-1 0 0 16,2-1-3-16,-1 0 0 0,1 0-2 16,1 1 2-16,-1-1-5 0,3-1 6 0,1 1-1 15,1-2-1-15,-1 2-1 0,1-1-1 16,-1 1-1-16,1 0 1 0,-2-1-2 0,1 2 1 15,0-1-2-15,-1 1 3 0,-2-1 1 16,-1 0-1-16,1 0 2 0,0 1-1 0,-2 0 3 16,0 0-1-16,0-2-3 0,0 2 1 15,-1 0 1-15,1 0-4 0,-2 0-1 0,2 0 3 16,0 0-1-16,-1 0 4 16,3-1 2-16,-2 1-5 0,1 0 0 0,1-1 0 15,0 0 4-15,2 0-3 0,-1 1 0 16,0 0 1-16,0-1 1 0,1 0-1 0,-3 1-2 15,0 0 3-15,0-1 2 0,-1 1-10 16,2-1 9-16,-3 1-4 0,1 1 0 16,1-2 2-16,-2 2-4 0,0-1 2 0,2 0-1 15,-4 0-2-15,3 0 1 0,0 0 4 16,0 1-2-16,0-1 1 0,0-1-3 0,1 2 3 16,-1-2-1-16,0 1-1 0,1 0-2 15,0 1 2-15,-1-1-1 0,1 0 2 16,0 1 3-16,0-1 0 0,-1 1-1 0,1-1 1 15,0 1-6-15,-2 0 5 0,0 0-2 16,1 0 8-16,-1 0-4 0,-1-1-7 16,-2 1 4-16,1-1 1 0,0 1 0 0,-1 0-3 15,-1 0-1-15,0 0 4 0,1-1-7 16,-2 2 4-16,1-2 3 0,1 1-2 0,0 0-1 16,0 0 4-16,0 0 1 0,2 0-5 15,0 1 2-15,-1-2 0 0,2 1-1 0,0 0-1 16,1 0 5-16,-1 1-7 15,0-1 2-15,2 1 2 0,-2-1-3 0,1 1 2 0,-1 0-2 16,0-1 8-16,-1 0-6 0,1 1 4 16,-4-1-3-16,1-1 0 0,1 1-3 15,0 1 1-15,-2-1-3 0,1 0 5 16,-1 0-3-16,1 0 4 0,1 0 0 0,-1-1-3 16,0 2 2-16,1-2 0 0,1 1-1 15,0-1-1-15,2 1 4 0,1-1-3 0,1 1 0 16,-2-1-2-16,1 1 2 0,1-1 0 15,1 2 2-15,-3-1 2 0,1 0 2 0,3 0-5 16,-4 1 2-16,2-1-8 0,-3 1 11 16,2-1-9-16,-2 0 3 0,0 0-4 15,0 1 1-15,-3-1 2 0,-1 0-1 0,1 0 2 16,1 0-2-16,-3 0 5 0,2 0-5 16,-2 0-1-16,1 0 2 0,2 0-1 15,0 0 4-15,-1 0-3 0,3-1 1 0,0 1 1 16,2 0 2-16,1-1-4 0,3 0 3 15,0 2-2-15,1-2 1 0,2 0 1 16,-3 0-3-16,4 0-1 0,6-2 3 0,-7 2-2 16,-2 0 1-16,-1-1-1 0,0 1 3 15,-1-1-1-15,-3 1 0 0,1-1-2 0,-1 1 3 16,-2-1-1-16,2 1-2 0,-3 0-3 16,1 0 4-16,-1 0 1 0,-1 0 0 0,0 1-7 15,0 0 4-15,0-1 0 0,1 0 4 16,1 1-4-16,-1-1 5 0,-1 1-2 0,2-1-5 15,-3 0 4-15,4 0-2 16,-1 0 3-16,1 0-1 0,-4 0 1 0,5 0 0 16,-1 0 0-16,-1 0 1 0,3 0 2 15,-4 0-4-15,2 0 0 0,0-1 1 0,-1 1-1 16,1 0-2-16,0-1 3 0,-2 1 1 16,3-1-4-16,-1 0 8 0,0 1-5 0,1 0-2 15,-2-1 6-15,2 1-6 0,0-1 0 16,0-1 6-16,-3 2-4 0,4 0 4 15,-4-1-1-15,2 1-4 0,1-1 2 16,-1 0-1-16,0 1 0 0,0-1 4 0,0 0 0 16,0 1-3-16,1 0 1 0,-2 0-2 15,2 0 0-15,-1 0 3 0,0-2-1 0,1 2 1 16,-2-1-2-16,-1 1 3 0,1-1 1 16,0 1 1-16,1 0 0 0,-1-1 0 0,1 1-2 15,-2-2 2-15,-1 2-3 0,0-1-2 16,0 0 2-16,1 1 0 0,-2-2 0 0,2 2-1 15,-1-1 1-15,-1 1-2 0,2 0 1 16,1 0 0-16,1 0 1 0,-3 0-4 0,3 0 2 16,-1-1 1-16,-1 1-1 0,1 0 4 15,2-2-4-15,0 2-1 0,-1 0 2 0,0 0-6 16,2 0 4-16,0 0-1 0,0 0 3 16,0 0 1-16,0 0-2 0,1 0 4 15,2 0 3-15,0 0-6 0,-1 0 5 16,1-1 5-16,1 1-3 0,0 0 2 0,-1 0 0 15,1-1 2-15,-1 1 3 0,0-1 0 16,2 1-1-16,-2-1-4 0,1-1 3 0,-1 1-6 16,0 1 2-16,0-1-1 0,-1 0-1 15,-3 0-1-15,3 0 0 0,-2 1 0 0,-2-1 0 16,1 0-1-16,0 0-2 0,0 1-1 16,-2-1 2-16,2 1-4 0,0-1 5 0,-1 0-2 15,1 1-1-15,-1-1 0 0,0 0-1 16,1 1 1-16,0 0 1 0,0-1-4 15,0 1 1-15,-1-1-1 0,2 1 1 16,-3-1-1-16,1 1 0 0,1-1-1 0,-1 0 2 16,-1 1-1-16,1-1 2 0,-1-1-1 15,1 2 1-15,-2-1-2 0,2 1 2 0,-1 0-1 16,0-2 1-16,1 2-3 0,-2-1 3 16,1 0-3-16,-3-1 0 0,4 1 0 15,-2 0 0-15,0 0 0 0,-3 0 2 0,2 0-2 16,-1 1 3-16,1 0-2 0,-1-2-3 15,0 1 3-15,-1 0-1 0,3 1 2 0,-2-2-2 16,0 1 1-16,0 0-5 0,1 1 3 16,-1-1-1-16,1 0 3 0,0 0-2 15,-1 1 2-15,2 0-1 0,-2-1 2 16,0 1-2-16,3-1 3 0,-2 0-6 0,3 0 1 16,-3 0 1-16,-1 1 4 0,2-1-3 15,-1 1-1-15,0 0 2 0,-1 0-4 0,1-1 5 16,0 0-3-16,1 1-1 0,-2 0 3 15,0 0 2-15,5 0-2 0,-5 0 0 0,3 0-1 16,-2 0-1-16,3 0 2 0,-4 0 0 16,3 0 0-16,0 0-3 0,1 0 4 0,-3 1 1 15,2-1-5-15,0 1 3 16,-3-1 1-16,2 0-1 0,1 0 0 0,0 0-2 16,-1 1 2-16,1-1 0 0,-2 0-2 15,0 0 3-15,1 0-2 0,-2 1-1 0,2 0 0 16,0-1 2-16,-1 1-3 0,2 0 1 15,0 0 0-15,1-1 3 0,-1 2-5 0,2-2 5 16,-1 1-5-16,1-1 2 0,1 2 1 16,3-2 1-16,-2 2-2 0,1-1-2 0,1 0 4 15,-1 1-5-15,-1-2 3 0,-1 1-1 16,-1 0-1-16,-1 0 3 0,2 0-2 0,-2 0 0 16,1 1 2-16,-1-1-2 0,1-1 2 15,-2 1-1-15,1 0-3 0,-2 0 4 16,2-1-4-16,-2 1 3 0,1 1 2 15,-3-1-1-15,2 1 1 0,0-1-3 0,-2 1 2 16,1-1-3-16,-3 0 2 0,0 1-3 16,1-2 1-16,-10 0 7 0,14 2-3 0,-7-1-4 15,-7-1 4-15,9 2 0 0,-9-2 4 16,0 0-2-16,10 2 6 0,-10-2 0 0,0 0 5 16,9 0 2-16,-9 0 1 0,0 0 0 15,0 0 0-15,0 0 2 0,0 0-6 0,10 1-21 16,-10-1-33-16,0 0-35 0,0 0-45 15,0 0-85-15,-17-12-342 0,11 7-51 0</inkml:trace>
  <inkml:trace contextRef="#ctx0" brushRef="#br0" timeOffset="210097.1411">16196 9705 1415 0,'0'0'-54'0,"0"0"16"0,0 0 13 0,0 0 12 15,0 0 18-15,0 0 5 0,0 0 9 16,-3 6 4-16,3-6 3 0,0 0-1 0,0 0-1 16,0 0 4-16,0 0 3 0,0 0 1 15,0 0-3-15,0 0 1 0,0 0-2 16,0 0-4-16,0 0-5 0,0 0 1 16,0 0-4-16,0 0-7 0,0 0 4 0,0 0-1 15,0 0-4-15,0 0-4 0,0 0 5 16,0 0-4-16,0 0-3 0,20-10 5 0,-20 10-6 15,7-1 0-15,-7 1 2 0,9-2-2 16,-9 2 0-16,12-1 2 0,-5 1 0 0,0-1-2 16,2 1-2-16,1-1 3 0,1 1-2 15,0 1 3-15,3-2 1 0,0 1-5 0,3 0 0 16,0 1 2-16,0-1 0 0,4 1-2 16,-1-1-1-16,3 0 2 0,7 0 2 15,0 1-1-15,-5-1 0 0,-2 0 1 0,8 1-1 16,-1-1 0-16,-4 1 1 0,-4-1-4 15,1 0 2-15,0 0-1 0,-1-1 0 0,2 2 1 16,-2 0 3-16,1-1-2 0,-1 0-3 16,0 2 2-16,0-2 1 0,-1 0-2 0,1 0 1 15,-2 0 2-15,0 0-1 0,0 0-1 16,0 1 0-16,-3-1 0 0,0 1 1 0,1-1-1 16,0 1-2-16,2 0 2 0,-3-1 1 15,-2 0 0-15,1 0 0 0,0 0-3 0,0 1 2 16,0 0 0-16,-2-2 4 0,1 1-7 15,1 1 5-15,-4-1-1 0,3 0-1 16,-3 0 0-16,0 0 4 0,3 0-4 16,-3 0-2-16,1-1-2 0,-1 1 5 0,1 0-4 15,-1 0 5-15,2 0-4 0,1 0 2 16,-1-1 0-16,0 1 1 0,1 0 2 0,0 1-1 16,0 0-4-16,1-2 2 0,0 1 0 15,-2-1 1-15,3 1-1 0,-2 0-1 0,1 0 3 16,0 0-2-16,1 0 3 0,-1 0-4 0,0-1 2 15,-1 1 1-15,2 0-2 0,-2 0 1 16,2 0-2-16,1-3 5 0,-3 3-6 16,2-2 1-16,-1 2-1 0,0-1 2 15,-2 1-3-15,2-1 3 0,-2 1 0 0,1-2-3 16,1 1 2-16,-2 0 3 0,1 0 0 16,1-1-3-16,-1 1 0 0,1 0 2 0,0 0-3 15,-1 0 4-15,2 0-1 0,-2 0-1 16,2-1 0-16,0 1 3 0,0 0-1 0,0-1-4 15,-1 1 0-15,0 0 2 0,0 0 0 16,-1 0 3-16,3-1-3 0,1 1-3 0,-4-1 4 16,1 1 1-16,-1-1-2 0,1 1-1 15,-1 0 0-15,4-1 1 0,-3 1 0 0,-1-1 0 16,0 1-1-16,0-1 1 0,0 0 1 16,-1 1-3-16,0-1 0 0,0 1 1 15,2 1 1-15,-3-2 0 0,3 1-3 0,-3 1-1 16,2-1-1-16,0 0 3 0,1 2 1 15,-3-2-1-15,3 0-1 0,-1 0-1 0,1 1 4 16,1-1-2-16,-2 0 4 0,0 1-2 16,1 0-2-16,-1-1 3 0,0 1-2 0,0 0-1 15,0 0-1-15,-1 0 3 0,2 0-1 16,-2 0-4-16,1 0 4 0,-1 0 0 0,1 0 2 16,0 0-3-16,0 1 2 0,0-1 0 15,0 0 0-15,0 0 4 0,1 0-4 16,-1 1 0-16,1 0-3 0,0-1 2 0,-1 1-6 15,2 1 7-15,0-1 0 0,0 2 4 16,3-3-1-16,-2 1-7 0,-2 1 3 16,3 0-2-16,0-1 2 0,0 1-1 0,0 0 1 15,0 0 0-15,1-2-3 0,-1 2 6 16,1-1-2-16,0 1 2 0,0 0 0 0,-1 0-2 16,0 0-4-16,2-1 3 0,-2 2-2 15,0-1 3-15,-1 0-2 0,1-1 3 0,-5 2-2 16,2-2 1-16,-2 1-2 0,-1 0 2 15,-3-1-2-15,0 1-2 0,-1-1 5 0,1 0-2 16,-3 0 0-16,-7-1 5 0,10 1-1 16,-4 0 1-16,-6-1 0 0,7 1-4 15,-7-1-3-15,0 0-13 0,0 0-35 0,0 0-48 16,0 0-78-16,0 0-291 0,0 0 24 16</inkml:trace>
  <inkml:trace contextRef="#ctx0" brushRef="#br0" timeOffset="211652.2808">16842 9652 1198 0,'0'0'-58'0,"0"0"12"15,-8 0 13-15,8 0 7 0,0 0 10 16,0 0 11-16,0 0 11 0,-10-2 10 0,10 2 3 16,0 0 1-16,0 0 5 0,0 0 4 15,0 0-6-15,-8 0 5 0,8 0-1 0,0 0-4 16,0 0-3-16,0 0 3 0,0 0-3 16,0 0-5-16,0 0-1 0,0 0-1 0,0 0-1 15,0 0-2-15,0 0-1 16,0 0 0-16,0 0-11 0,0 0 6 0,0 0-4 15,0 0 3-15,0 0-3 0,0 0-1 16,0 0 3-16,0 0 2 0,0 0-4 0,31 2 3 16,-20-1 0-16,4 0-4 0,0 0 4 15,2 0-3-15,0-1 5 0,3 0-3 0,0 1-1 16,2 0-1-16,0 0-1 0,0-1 2 16,2 1-9-16,-2-1 9 0,1 0 0 0,7 1 1 15,-5-2-3-15,5 2 2 0,-4 0 3 16,-4-1-8-16,0-1 4 0,-1 2 2 15,0-2-3-15,0 1 4 0,-2 0 1 0,2 0 1 16,0-1-1-16,-1 1 2 0,1-1-2 0,0 0 1 16,1 1-1-16,-1-2-1 0,1 2-1 15,0-2-1-15,-2 2 3 0,2-1-1 16,-1 0-1-16,-2-1 1 0,1 1-2 0,-2 0-3 16,1-1 2-16,-4 1 1 0,1 0-1 15,-2 0 1-15,0 1-2 0,0-1 0 0,-3 0 6 16,0 0-3-16,0 0 0 0,-1 1-2 15,0-2-4-15,0 2 7 0,0-1-5 0,0 1 3 16,1 0 0-16,1-1-3 0,-1 1 6 16,2 0-5-16,-1 0 1 0,0 0 0 0,0-1-2 15,1 1 5-15,-2 0-7 16,5 0 7-16,-2-2 0 0,0 2-3 0,2 0 0 16,-1 0-2-16,-1 0 2 0,-1-1 1 15,-1 1-3-15,-1 0 1 0,0 0 4 0,0 0-8 16,-1 0-2-16,-2 0 7 0,0-1 0 15,1 2 2-15,-1-2-1 0,2 1-2 0,0 0 0 16,1 0-1-16,-2 0 2 0,2 1-2 16,0-1 0-16,-1 1 0 0,0-1 2 0,2-1 0 15,0 2 0-15,-1-1 2 0,1 0-1 16,0 0-8-16,1 1 10 0,-1-1-3 0,1 0 4 16,-1 0-3-16,1 0-5 0,0 0 7 15,-2-1-3-15,2 1 1 0,-1 0 1 0,-1 0-2 16,0 0 0-16,0 0 2 0,1-1-4 15,-2 1 2-15,2 0 1 0,-1 0 0 16,-1 0 1-16,2 0-2 0,-1 0 2 0,3 0 0 16,-3 1-2-16,0-2-4 0,2 0 1 15,1 1 1-15,0 0 0 0,0 0 2 0,0 0 0 16,3-1 1-16,-3 1 0 0,3-1-4 16,-1 1 4-16,-1-1-1 0,0 1-1 0,1-1-4 15,-1 1 4-15,1 0 5 0,-2-1-5 16,0 1-1-16,0 0 0 0,-3 0 2 0,1 0 4 15,-1 0-7-15,-1 0 3 0,-2 0-2 16,2 1-3-16,-3-1 3 0,-7 0 2 0,13 0-4 16,-13 0 5-16,11 0-1 15,-11 0 3-15,10 0-7 0,-10 0 0 0,6 1 5 16,-6-1-6-16,0 0 0 0,0 0 0 16,10 1 3-16,-10-1-6 0,0 0 3 0,0 0-5 15,0 0 4-15,0 0-12 0,0 0-23 16,0 0-28-16,0 0-42 0,0 0-96 0,0 0-110 15,0 0 168-15</inkml:trace>
  <inkml:trace contextRef="#ctx0" brushRef="#br0" timeOffset="212955.9287">16335 9682 804 0,'0'0'-33'0,"0"0"9"0,0 0 5 16,0 0 0-16,0 0 6 0,0 0 4 0,0 0 0 15,0 0 6-15,0 0-2 16,0 0 4-16,0 0 1 0,0 0 3 0,0 0-2 16,0 0 4-16,0 0 4 0,0 0-2 15,23 2 3-15,-15-3-6 0,-8 1 4 0,17 0 2 16,-6 0-1-16,1 0 0 0,2-1 6 15,0 1-2-15,2 0 0 0,0-1 0 0,4 0 0 16,0 0 1-16,-1 0-4 0,2 0-1 16,1 0 6-16,0 0 0 0,1 1 1 0,-2-1-9 15,10-1 5-15,-7 1-3 16,-1 1 3-16,-1 0 1 0,8-1-1 0,-5 0-2 16,-2 1 2-16,8 0-1 0,0 0-6 15,1 0 2-15,-1 0-1 0,2 0 2 0,1 0-3 16,1 0 4-16,1 0-5 0,2-1 1 15,2 1 2-15,-2 0 5 0,9 1-5 0,-8-1 1 16,1 0-3-16,-1 0-2 0,9 0 4 16,-8 0 0-16,1 0 0 0,4 2 2 0,-7-2-3 15,-2 0 5-15,-2 0 3 0,-2-1 1 16,-2 0-5-16,0 0 3 0,-6 1 0 0,-3-1 0 16,-2 0-1-16,0 0 5 0,-2 0-4 15,-3-1-1-15,-1 2 4 0,-2-1-1 0,0 0-2 16,-1 1 0-16,-3-1 6 15,-7 1-3-15,13-1 6 0,-7 1-6 0,-6 0 4 16,0 0-9-16,12 0-4 0,-12 0-7 0,0 0-14 16,10 0-24-16,-10 0-30 0,0 0-55 15,0 0-158-15,0 0-26 0,0 0 176 0</inkml:trace>
  <inkml:trace contextRef="#ctx0" brushRef="#br0" timeOffset="668104.7739">1965 4952 424 0,'5'-3'46'16,"-5"3"-27"-16,0 0-4 0,7-2-9 15,-7 2 1-15,0 0 3 0,0 0 4 0,0 0 2 16,0 0 5-16,6-3-1 0,-6 3 6 16,0 0-5-16,0 0 4 0,0 0 6 15,0 0 1-15,0 0-5 0,0 0 0 0,0 0-4 16,0 0 0-16,0 0 3 0,0 0 2 15,0 0-6-15,0 0 2 0,0 0-3 0,0 0 2 16,0 0-11-16,0 0 2 0,-13-7-11 16,13 7 4-16,-15-2-1 0,6 1 3 0,-5-2-3 15,1 2-1-15,-1-1-2 0,-1 2-8 16,-5 0 12-16,0 1-9 0,0 0 4 16,0 0 0-16,1 0 1 0,0 1-5 0,3 0 7 15,1 0-4-15,1 0 8 0,1 0-12 16,1-1-1-16,2 1 3 0,1-1 1 15,0 0 0-15,1 1-4 0,8-2 2 16,-12 1 1-16,6 1 4 0,6-2-6 0,-9 0-1 16,9 0 2-16,-7 2 4 0,7-2-1 15,0 0-1-15,-10 1-2 0,10-1-2 0,0 0 6 16,-6 2-5-16,6-2-2 0,0 0 5 16,0 0-3-16,0 0 3 0,-8 1 3 0,8-1-3 15,0 0 5-15,0 0-6 0,0 0-2 16,0 0 2-16,0 0 2 0,0 0-10 15,-9 0 10-15,9 0 0 0,0 0-8 0,0 0 5 16,0 0-4-16,0 0 2 16,-3 4-1-16,3-4 3 0,0 0-2 0,-2 8 0 15,2-8 2-15,-3 9 1 0,3-9-5 16,0 10-1-16,0-3 1 0,0-7 9 0,0 14-7 16,-2-6 6-16,2 3 2 0,0 0-6 15,0 2 1-15,0 1 3 0,0 1-3 0,0 0 3 16,0 3-6-16,0 1 6 0,0 0 1 15,0 0-2-15,0 1 5 0,0 1-7 16,-1-1 2-16,1-1 1 0,0 0 5 0,0 0-10 16,0-3-1-16,0 1 4 0,0-3-3 15,1 1 5-15,-1 0-1 0,0-1-5 0,0 0 6 16,0-1 4-16,0 1-2 0,0-1-4 16,0 1 5-16,0-2-2 0,-1 0-3 15,1 0 3-15,0-2 3 0,0 0-7 16,0 0-1-16,0 0 6 0,0-3 4 0,0 0-5 15,0-7 6-15,0 14-11 0,0-8 2 16,0-6-1-16,0 9 4 0,0-9-5 0,-1 8 2 16,1-8 1-16,0 0 6 0,0 9-7 15,0-9 0-15,0 0 0 0,1 8-3 16,-1-8 1-16,0 0 7 0,1 5-7 0,-1-5 0 16,0 0 6-16,0 0-4 15,0 0-3-15,2 7 4 0,-2-7 6 0,0 0-12 16,0 0 5-16,0 0 0 0,2 6 4 15,-2-6 2-15,0 0 1 0,6 4 2 0,-6-4 1 16,9 2 4-16,-9-2-3 0,11 0 3 16,0 0-1-16,1-2-2 0,3 0 5 0,5 0-5 15,1 0-2-15,8-2 4 0,0-1 0 16,2 1-6-16,-2 0-1 0,-2-1 2 0,-4 3 1 16,-6-2-2-16,-2 2 1 0,-4 2 0 15,0-3 5-15,-2 2 10 0,-2 0 5 16,1 0 7-16,-8 1 0 0,11-1 1 0,-11 1 0 15,9-1-1-15,-9 1 1 0,7-1-5 16,-7 1-1-16,0 0-9 0,0 0 0 16,11 0 0-16,-11 0-3 0,0 0-4 15,6-1 0-15,-6 1-2 0,0 0-13 0,0 0-25 16,7-2-36-16,-7 2-46 0,0 0-61 16,0 0-288-16,0 0 34 0</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21:03.080"/>
    </inkml:context>
    <inkml:brush xml:id="br0">
      <inkml:brushProperty name="width" value="0.05292" units="cm"/>
      <inkml:brushProperty name="height" value="0.05292" units="cm"/>
      <inkml:brushProperty name="color" value="#FF0000"/>
    </inkml:brush>
  </inkml:definitions>
  <inkml:trace contextRef="#ctx0" brushRef="#br0">4378 4238 145 0,'0'0'48'0,"-8"1"-20"0,8-1-14 16,0 0 6-16,0 0 11 0,-8 0-7 0,8 0 8 16,0 0-4-16,0 0-6 0,0 0 2 15,-9-2-7-15,9 2-1 0,0 0 6 0,-8-1-7 16,8 1-7-16,0 0 10 0,-8-3 3 15,8 3 3-15,-7-1-5 0,7 1 6 0,0 0-3 16,-8-3 0-16,8 3 1 0,0 0-6 16,-7-2 1-16,7 2-6 0,0 0 13 0,0 0-5 15,0 0-4-15,0 0-5 0,-7-2 5 16,7 2 2-16,0 0-9 0,0 0 3 16,0 0-7-16,0 0-2 0,0 0 3 15,0 0-5-15,0 0 1 0,0 0 1 16,0 0-4-16,0 0-2 0,0 0 4 0,0 0-1 15,0 0 3-15,0 0-4 0,0 0 0 16,0 0 0-16,27 1 1 0,-16 0 8 0,3 0-3 16,3-1 7-16,6-1 2 0,9 0-5 15,2 0 6-15,2-1-3 0,11-2-4 0,5 1-1 16,4-2 1-16,6-1 4 0,20-3 1 16,8-2 0-16,6 0 0 0,4-1-7 0,5-2 4 15,4-2-3-15,5 1-6 16,9-2 13-16,36-4-2 0,-36 5-2 0,3 3-6 15,-6 2-3-15,-2 3-2 0,-7-1 8 16,-9 5-7-16,-7 1 7 0,-8 3 1 0,-24 0-6 16,-4 1 1-16,-8 1-3 0,-13-1-3 15,-3 1 7-15,-4-1 2 0,-7-1-8 0,-7 2 2 16,-3-2 1-16,-2 0-3 0,-1 0 0 16,0 1 2-16,-3-1 3 0,-1 0-5 15,1 0-5-15,-8 0-17 0,12 0-6 16,-6 0-18-16,-6 0-14 0,0 0-27 0,12 1-76 15,-12-1-66-15,0 0 79 0</inkml:trace>
  <inkml:trace contextRef="#ctx0" brushRef="#br0" timeOffset="511.1578">4529 4562 576 0,'24'-4'-42'16,"7"-1"10"-16,15-5 5 0,12-1 1 15,26-5 10-15,11-3 4 0,15-1 9 0,8-1-1 16,36-8 12-16,1 2 3 15,-2 1 6-15,-31 8-4 0,0 3-1 0,-5 1 0 16,-6 3-1-16,-7 4 0 0,-7 1-4 16,-7 2 7-16,-6 2-3 0,-20 0-2 0,-5 1 4 15,-5 1-6-15,-6 0-1 0,-10 1 1 16,-4 0-6-16,-5 0 2 0,-6-1 1 0,-5 1-4 16,-3-1 4-16,-3 0-5 0,-1-1 4 15,0 1-7-15,-2 0 11 0,1-1-3 0,0 0-7 16,0 0-1-16,0 0-12 0,0 0-10 15,0 0-18-15,-1-1-75 0,1 0-15 0,-3-1 46 16</inkml:trace>
  <inkml:trace contextRef="#ctx0" brushRef="#br0" timeOffset="6719.7592">2112 5596 368 0,'-8'-4'0'0,"4"2"4"0,4 2 0 0,-10-4 4 16,5 3 7-16,5 1-3 0,-8-4 12 16,8 4-1-16,-8-4 3 0,8 4-6 0,-5-1-3 15,5 1-1-15,0 0-2 0,-9-3 12 16,9 3-10-16,0 0 4 0,0 0-5 0,-6-3 7 16,6 3 1-16,0 0 0 15,0 0-4-15,0 0 0 0,-6-2 2 0,6 2-7 16,0 0-2-16,0 0 2 0,0 0-1 15,0 0 0-15,0 0-6 0,0 0-2 0,-8-1 3 16,8 1 2-16,0 0-6 0,0 0 0 16,0 0 0-16,0 0-1 0,0 0 5 15,0 0-9-15,0 0 3 0,0 0-3 0,0 0-1 16,0 0-2-16,0 0 3 0,0 0 1 16,0 0-3-16,0 0 3 0,0 0 11 0,0 0-10 15,0 0-6-15,0 0 0 16,0 0 4-16,0 0-5 0,0 0 6 0,0 0-6 15,0 0 2-15,0 0 4 0,0 0-4 0,0 0 10 16,0 0-8-16,0 0 2 0,0 0-1 0,0 0 1 16,0 0-1-16,0 0 1 15,0 0-2-15,0 0 2 0,0 0 1 0,0 0 0 16,0 0-3-16,0 0 0 0,0 0-2 16,0 0 4-16,0 0-5 0,0 0 1 15,0 0 1-15,0 0 4 0,0 0 4 0,0 0-4 16,0 0-3-16,0 0 3 0,0 0-7 15,0 0 1-15,0 0 0 0,0 0 5 0,0 0-3 16,0 0 7-16,0 0-3 0,0 0 3 16,0 0-2-16,17 12 0 0,-12-11 14 0,3 2-4 15,1-1 4-15,3 1 0 0,1 0 1 16,5 0-9-16,1 0 7 0,9 1 1 16,3 0 3-16,6 1 0 0,10-2 1 15,3-1 5-15,3 2-5 0,2-2 2 0,2 2-5 16,2-2 0-16,0 0-2 0,0 0 0 15,-1 1-1-15,0 0-7 0,-2 0 5 16,-1 1-1-16,-3 0 1 0,-1-1-3 0,-3 0-6 16,-6 3 8-16,-5-2-2 0,-4 0 1 15,-3 0-2-15,-2 0-2 0,-1 0-4 0,-5-1-1 16,-5-1 2-16,0 1 2 0,-4 0 1 16,0-1-7-16,-2 0 4 0,0 0-3 15,-2-1 3-15,-1 1 0 0,-1-1-4 16,0 0 7-16,-7-1 2 0,10 3 0 0,-4-3 1 0,-6 0 3 15,8 2-1-15,-8-2-3 16,0 0 15-16,7 2-9 0,-7-2 5 0,0 0-2 16,0 0-1-16,0 0-6 0,0 0 1 15,0 0-2-15,-31 0-4 0,10 1 2 0,-8 0-1 16,-4 1 0-16,-5 0-2 0,-9 1 1 16,-5 0-4-16,-4 2-6 0,-3 0 1 15,-4 0 2-15,0 0 1 0,-15 3-3 16,0 0 3-16,15-1-1 0,1-1-1 0,0 1 7 15,4-2-3-15,0 1-2 0,4-1-1 16,2-1-2-16,2 1 0 0,3-1 7 16,10-1-8-16,0-1 4 0,3 0-4 0,0 0 3 15,3-2 2-15,6 1-7 0,4 0 6 16,1-2-2-16,2 1 13 0,1-1-13 0,2 1 4 16,0 0-5-16,3 0 0 0,-1-1 7 15,1 0 1-15,1-1-8 0,0 2 6 0,0 0-6 16,1-2 2-16,0 1-2 0,3 0 8 15,-1 0-4-15,8 1-2 0,-13-1 0 0,7-1 5 16,6 2-3-16,-11-1-6 16,11 1 9-16,-9-2-10 0,9 2 3 0,0 0 0 15,-8-2-6-15,8 2-3 0,0 0 0 16,0 0-1-16,0 0-7 0,0 0 8 0,0 0 5 16,0 0-3-16,0 0 0 0,0 0 3 15,31-5 0-15,-12 3-1 0,11 0 0 0,5-1 0 16,9-2 10-16,1 1-6 0,2 1 2 15,4-3-1-15,3 1 5 0,4-1-4 0,4-2 5 16,16 0 5-16,3-1 0 0,1-1-5 16,-1 1-2-16,-2 1 0 0,-16 2 0 0,-1 0 1 15,-2 0 1-15,-4 1 1 0,-4 1 3 16,-5 1-2-16,-8 1-1 0,-3 0 3 0,-4 0-2 16,-7 2-6-16,-6-1-3 0,-4 1 6 15,-2-1 3-15,-3 1 9 0,-1 0-7 16,-9 0 4-16,13 0 5 0,-13 0-7 15,9-1-1-15,-9 1 9 0,0 0-11 16,0 0 1-16,0 0-3 0,0 0 3 0,0 0-5 16,0 0 10-16,-38 0-14 0,23 1 4 15,-6-1 0-15,-8 2 0 0,-5 0 0 0,-1 0-5 16,-11 1 4-16,-1 1 3 0,-2 0-6 16,-2 0-2-16,-1 1 4 0,-4 0 2 0,0-1 0 15,-1 3-5-15,-2 0 1 0,1 0-2 16,-1 1 4-16,2 0 0 0,0 0-5 0,-1 0 2 15,2 0 0-15,2 1-4 0,3-1-3 16,2 1 7-16,4-1 4 0,5-1-6 0,8-2 4 16,4 0-2-16,6-2 8 0,4 0-3 15,5-2-2-15,0 2-3 0,3-2 0 16,1 1-9-16,1-2-14 0,2 1 3 16,6-1-8-16,-8 2-1 0,8-2 7 0,0 0 0 15,0 0 5-15,0 0 1 0,24-4 4 16,3-2 3-16,12-3 1 0,6 0 2 0,5-1 0 15,6-2-3-15,17-1 8 0,2 1-4 16,2-3 7-16,0 4-1 0,-3 0 8 16,-15 4-15-16,-4 3 7 0,-2 2 1 15,-6 0-2-15,-13 2 0 0,-8 0-18 0,-6 2-12 16,-4-2 1-16,-4 2-2 0,-3 0 13 16,-4 0-1-16,-5-2-1 0,4 6-17 15,-4-6-41-15,0 0-147 0,-12 9 78 0</inkml:trace>
  <inkml:trace contextRef="#ctx0" brushRef="#br0" timeOffset="9612.4675">5696 5598 633 0,'0'0'-12'0,"-8"-1"8"0,8 1-4 0,0 0 0 16,0 0-2-16,0 0 11 15,0 0 4-15,0 0 12 0,0 0 0 0,0 0 4 16,0 0-2-16,0 0-1 0,0 0-1 0,0 0 0 16,0 0 0-16,-9 2-1 0,9-2-3 15,0 0 0-15,0 0 2 0,0 0-3 16,0 0-2-16,0 0-4 0,0 0 0 0,0 0-3 16,0 0 9-16,0 0-9 0,0 0 3 15,0 0-1-15,30 0-2 0,-17 0 1 0,5-1 0 16,4 0-4-16,9 0-3 15,4-1 5-15,1 1-2 0,11-1 2 0,5 0 0 0,1-1-1 16,2 0 6-16,1 0-4 0,1 0 2 16,-1 2-4-16,4-1-10 0,-1 0 11 0,0-1-3 15,2 1-3-15,1 0 11 0,1-1 0 16,2 1-4-16,1 0-4 0,0-1 4 16,-2 1-2-16,0-1 2 0,0 0-4 15,0-1 1-15,0-1 0 0,1 1 5 0,-1-2 0 16,1 3 2-16,0-3-7 0,13-1 4 15,-15 2 3-15,-1-1 2 0,-3 1-2 0,1 0 0 16,-4 1-5-16,-3-1 2 0,1 1-3 16,-4 0 5-16,-1 0-7 0,-2 1 2 0,-1 1 1 15,-2-1 0-15,-6 2-2 0,-1 0 4 16,1 0 0-16,1-1 0 0,-1 0-3 16,1 1-1-16,8 0 3 0,1-1-1 0,-1 1-2 15,-7 1-2-15,5-2 5 0,2 0-2 16,-10 0 4-16,1 2-3 0,-1-1-1 15,2-2 2-15,-5 3-6 0,1-1 1 0,-2 0 4 16,1-1 1-16,-2 1-4 0,-1 1 3 16,1 0 1-16,-2-2-6 0,0 1 5 0,-7-2-1 15,0 3 5-15,7-2-3 0,-6 1-7 16,5-2-1-16,-4 2-3 0,3-2-2 16,-3 2 10-16,4-1 3 0,0-1 0 0,-5 0 3 15,-3 2-3-15,-1 0-3 0,1-1 4 16,-1 0-8-16,-2 0 4 0,1 1 5 0,0-1 2 15,-3 2-11-15,-1-3 3 0,2 3 0 16,-1-1 3-16,0 1 0 0,0-2-6 16,0 2 8-16,1-2-1 0,-1 2-1 0,0 0-2 15,-1 0 1-15,2 0-9 0,0 0 12 16,1 0-8-16,-1 1 4 0,3-2 4 16,1 1 0-16,-3 0-5 0,2 1-1 0,-3-1-2 15,0 1 7-15,1-2-3 0,-1 2 2 16,-1-1-5-16,-1 0 3 0,2 0-3 0,-2 2 3 15,0-2 4-15,-1 0-8 0,2 0 7 16,-2 1-6-16,2 0 0 0,-2 1 1 0,1-2 3 16,1 2 2-16,-1-2-7 0,1 1 5 15,3 2-3-15,0-1 0 0,-1-1-1 0,1 1-3 16,-1 0 9-16,1 1-1 16,0 0 6-16,-1-1-8 0,1 0 0 0,1 1 3 15,-1-1-6-15,1 2 3 0,7 0 0 16,-1 0-4-16,-4 0 7 0,-2-1-2 0,6 1-6 15,-1 1 2-15,0 1 0 0,1 0-2 16,-5-3 7-16,3 4-4 0,3-1 2 0,-3 0 0 16,1 0-1-16,-1 1 1 0,3-1 4 15,-3 0-2-15,1 1-3 0,2-1 9 0,-1 1-3 16,0-2-1-16,1 1-3 0,1 1 3 16,1-2 1-16,0 0-4 0,2 1-7 0,-2-2 1 15,0 1 5-15,-1-1 6 0,-1 1-5 16,-4-2-2-16,-3 1-2 0,0-3 2 15,6 3 2-15,-3-2-4 0,-3 1 9 16,-1 0-13-16,0-1 9 0,1 0-1 0,0 1-3 16,-1-2-3-16,1 2 9 0,-1-3-1 15,0 2 0-15,1 0-5 0,-1 0 12 0,1 0-6 16,-1 0-6-16,2 0 8 0,-1-1-10 16,0 2 5-16,2-1 6 0,-1 0-1 0,-1-1-5 15,1 1-1-15,1-1 7 0,-1 2-10 16,0-2 12-16,8 1-7 0,-5-1-2 0,-2 1 3 15,0-1-6-15,7-1 10 0,-4 2-2 16,-4-1-3-16,3-1-1 0,-1 1 3 16,-1-2 1-16,0 2-1 0,1-1 0 15,-2 0-1-15,2-1 0 0,-1 1 3 0,1 0-14 16,-2-1 5-16,7-1 10 0,-3 1-9 16,-4-1 3-16,-1 1-5 0,9-1 7 0,-4 1 2 15,-5 0 0-15,1-1-2 0,0 1 1 16,-1-1-2-16,0 1 5 0,0 0-8 0,-3 0 5 15,0 1-8-15,2-1 9 0,0-2 12 16,1 2-14-16,-2 1 3 0,2-2-9 0,-1 1 1 16,-2 0 5-16,2 0-5 0,2 0 6 15,2 0 0-15,6 0-3 0,-5 0-7 0,7 0 4 16,-6 0 2-16,-2 0-1 16,0 1 3-16,6-1-1 0,2-1 1 0,-7 2-2 15,-1 0 0-15,-1-2-4 0,0 2 2 16,1 0 4-16,-3 0-3 0,2-2 3 0,0 1-7 15,7 0 9-15,-5 0 0 0,-1 0-4 16,6 0 8-16,2 0-3 0,-7-1-3 0,7-1 5 16,-3 2-1-16,-1 1-3 0,4-2 6 15,1 1-10-15,1-1 2 0,1 1 1 0,-1 1 0 16,-1 0 4-16,0-1-4 0,1 0 1 16,-2-1-3-16,-1 2 6 0,-5-1-5 0,-2 1 2 15,-1-1 3-15,-2 1-2 16,2-2 2-16,-1 2-4 0,-2 0-3 0,-1 0 1 15,0 0 3-15,-2-2 1 0,0 1 1 16,2-1-4-16,-1 1 1 0,0 1-4 0,-1 0 2 16,1 0 6-16,2-2-8 0,1 2 5 15,1-1 5-15,1 1-4 0,0-1 1 0,8 0-1 16,-4 2-1-16,-3-1 5 0,7-1-9 16,1 1 2-16,-1 1 10 0,1 0-6 0,0-1 0 15,-1 0 3-15,1 1-6 0,0 1-1 16,-2-2 5-16,-2 0 4 0,-4-2 4 15,-1 2 1-15,-1-1-1 0,-1 0 6 16,-3 1-8-16,-2 0 8 0,1-1-1 0,-5 0 2 0,-1 1 2 16,0-1 2-16,-2 1-3 15,0 0 2-15,-8 0 0 0,12-1-5 0,-12 1-3 16,10-1 1-16,-10 1 0 0,8-1-3 16,-8 1-3-16,0 0-10 0,9 0-9 0,-9 0-16 15,0 0-23-15,0 0-23 0,0 0-58 16,0 0-182-16,0 0-63 0,-20-12 115 0</inkml:trace>
  <inkml:trace contextRef="#ctx0" brushRef="#br0" timeOffset="13846.7615">2218 10800 932 0,'-8'2'-51'16,"8"-2"17"-16,0 0 12 0,0 0 12 0,0 0 10 16,0 0 10-16,0 0 5 0,0 0 4 15,0 0 6-15,-6 3 5 0,6-3 1 16,0 0 2-16,0 0 2 0,0 0-3 0,0 0 6 16,0 0-5-16,0 0-2 0,0 0-6 15,0 0 5-15,0 0-2 0,0 0-7 0,0 0 4 16,-5 4-9-16,5-4-1 15,0 0 4-15,0 0-3 0,0 0-2 0,0 0-2 0,0 0-4 16,0 0-2-16,0 0-3 16,0 0 8-16,0 0-5 0,0 0-3 0,0 0 0 15,0 0 3-15,0 0-3 0,0 0-1 16,0 0-1-16,0 0 0 0,0 0 3 0,0 0-3 16,0 0-5-16,0 0 1 0,0 0-3 15,0 0 1-15,0 0 0 0,0 0 1 16,0 0-3-16,0 0 1 0,0 0 5 0,0 0 1 15,0 0-1-15,0 0 0 0,16 4 2 16,-16-4-3-16,13-2-2 0,-5 2 7 16,-8 0-4-16,17-1-2 0,-6 0 5 0,4 0-2 15,1-1 5-15,5 1-6 0,9-2-1 16,1 1-2-16,3-1 7 0,1-1-1 16,9-1 0-16,0 1-1 0,2 0 3 0,2-1-7 15,1 1 6-15,3 0-2 0,0 0-4 16,-1 1 2-16,2-1 5 0,1 0-1 15,-3 2-5-15,0-1 0 0,-1 2 6 0,-3-2-7 16,-1 3 8-16,-9-2-1 0,-3 3-2 16,-3-2 1-16,-6 2 2 0,-5 0-1 0,-4-1-7 15,-1 0 5-15,-3 0 3 0,-2 0-1 16,0 0-2-16,-10 0 4 0,16 0 0 0,-8 0 0 16,-8 0 4-16,10 0 4 0,-10 0 5 15,0 0 5-15,11 0 2 0,-11 0-3 16,0 0-5-16,0 0 1 0,0 0-5 0,0 0-3 15,0 0-1-15,0 0 0 0,0 0-2 16,0 0 0-16,0 0 0 0,-28-6 0 16,17 7-3-16,-5-1 3 0,-1 0-6 15,-4 0-1-15,-10 1-2 0,-1 1 4 0,-3 0-3 16,-3-1-3-16,-8 3 2 0,-2-1 0 16,-3-1 0-16,1 2 0 0,-1-2-2 0,2 0 0 15,0 0-2-15,3 0 2 0,8 0 1 16,0 0 2-16,-1-1-1 0,2 1-2 15,-1-1 3-15,2 2-4 0,0-2 4 16,3 0 0-16,-1 1 0 0,5-2-2 0,3 2 0 16,5-1 2-16,1 0 0 0,1 1-1 15,3-2 0-15,2 1-1 0,2-1-1 0,0 1 3 16,2-1 0-16,0 1-2 0,3-1-8 16,7 0-4-16,-14 1-1 0,9 0-6 15,5-1-2-15,-9 0-3 0,9 0 2 0,0 0-2 16,-8 2 6-16,8-2 1 0,0 0 1 15,0 0 0-15,0 0 4 0,0 0 5 0,33 1-2 16,-12-2-3-16,12-2 8 16,4 0-1-16,10-2 2 0,4 0-1 0,3 0 4 15,3-1 1-15,6 1-3 0,1-1 0 16,13-1 2-16,-13 2 6 0,17-1 3 0,-1-1 2 16,1 1-7-16,2-1 5 0,0 2 1 15,1-1-2-15,0 0-3 0,-2 0 3 0,-16 2-3 16,-1 2 8-16,-2-2 1 0,-1 0-3 15,-2 1-6-15,-4 0 6 0,-6 0 3 0,-10 3-8 16,-6-3 1-16,-2 3 1 0,-9 0-2 16,-5-1 0-16,-4 1 8 0,-2 0-4 15,-1-1 2-15,-2 0 1 0,-9 1-3 0,15-1-2 16,-15 1-5-16,12 0-2 0,-12 0-27 16,9 0-20-16,-9 0-34 0,0 0-43 0,5 1-124 15,-5-1-86-15,0 0 151 0</inkml:trace>
  <inkml:trace contextRef="#ctx0" brushRef="#br0" timeOffset="16631.5171">6281 10868 874 0,'0'0'-21'0,"-8"-2"2"0,8 2 2 15,0 0 5-15,-10-1 4 0,10 1 1 0,-8-1 7 16,8 1 11-16,-9-2 10 0,9 2 0 16,-7-1-1-16,7 1-1 0,0 0-3 0,-10-2 2 15,10 2 0-15,0 0-6 16,-7-2 0-16,7 2 3 0,0 0 1 0,0 0-4 16,0 0-1-16,-8-1 1 0,8 1-3 15,0 0-3-15,0 0-1 0,0 0-3 0,0 0-3 16,0 0 9-16,0 0-6 0,0 0-5 15,0 0 4-15,0 0 1 0,0 0 2 0,0 0-2 16,0 0 1-16,0 0-3 0,0 0 0 16,23-3 4-16,-15 3-2 0,2-1 0 0,1 1 3 15,3-1 1-15,1-1-1 0,1 2-1 16,4-2-3-16,1 1 4 0,1-1-2 0,9 1 4 16,0-2-9-16,-1 2 5 0,3-1 3 15,0 1-5-15,1 0 1 0,-2-1 2 16,0 1 1-16,1-2-4 0,-1 1 3 15,1 0 2-15,1 0-6 0,-2 0 15 0,3 0-9 16,0 0-2-16,0-1 4 0,-1 2-4 16,1-2 1-16,0 0 3 0,0 1-4 15,0-1 3-15,3 0 0 0,-1 1-3 0,0 0 2 16,1 0 6-16,0 1-2 0,-1-1-1 16,0 0-2-16,-1 0-4 0,-1 0-3 0,0 1 5 15,-1 1 0-15,1-1-2 0,-1 2 0 16,-1-1-1-16,2 0 0 0,-1 1 5 15,-1-1-5-15,0 0-2 0,1 2 2 0,-1-2 1 16,-1 0 0-16,1 0-2 0,0 0 2 16,0 0-3-16,0 0 0 0,1 1 4 15,0-1-2-15,0 0-1 0,1-1 9 0,0-1-7 16,0 1 1-16,2 0 0 0,-2-1 1 16,2 0 0-16,1 1-1 0,-3 1-3 0,4-1-1 15,-2 0 1-15,2 1-2 0,-1-1 3 16,0 0 2-16,-1 0-3 0,0 1 2 0,-1-1-2 15,1 1 4-15,-1 0-7 0,1 0 17 16,0 0-14-16,0 1-1 0,0-1 6 0,0 0-6 16,-2 0-2-16,3 0 3 0,0 0 1 15,0 0-2-15,-2 1 4 0,2-1-5 0,-1 1 3 16,2-1 0-16,-1 1 0 0,1-1 0 16,-2 1-1-16,1 0-1 0,0-1 1 15,-3 3-3-15,-1-3 3 0,1 2 1 16,-2-1-2-16,-1 0-1 0,-1-1 2 0,1 2 3 15,-1-1 3-15,2 0-5 0,-2 0-3 16,0 0 0-16,1-1 3 0,-1 0 0 0,1 2 5 16,-2-1-7-16,-4-1 3 0,-3 1 0 15,9-1-2-15,-1 1-1 0,1 1 2 0,-1-2 1 16,1 1 0-16,-1 0 1 0,-1-1-1 16,1 2-1-16,0-1-1 0,-5-1 2 0,-4 1 3 15,8 0-6-15,-4-1 4 16,-3 1 0-16,7-1-1 0,-4 1 2 0,-3-1-2 15,0 0 2-15,0 1-1 0,8-1 3 16,-5 1-6-16,4 0 0 0,-1-2 5 0,-3 0-3 16,-3 0 1-16,0 2 1 0,1-1 0 15,6 0-1-15,1-1 4 0,-5 1-5 0,5-1-2 16,-5 1 0-16,-3 0-2 0,2 0 0 16,5 0 6-16,-5 0 0 0,-1-1-5 15,-2 2 5-15,1-1-2 0,0 1 1 0,0-2-2 16,-1 2-1-16,-1-1-2 0,2 0 2 15,-3 0 2-15,0 0 0 0,0 1-4 0,-3-1 3 16,0 0-2-16,-2 1 4 0,3-1 0 16,-3 0-1-16,0 0 1 0,-2 0-2 15,1 0-1-15,-1-1 3 0,0 1-2 16,-2 0 1-16,1-1 2 0,-1 1-1 0,-1 0 0 16,-1 0 4-16,-1 0-3 0,-8 0 3 15,13-1 7-15,-5 1-4 0,-8 0 4 0,10-1 1 16,-10 1 1-16,10 0 1 0,-10 0 0 15,0 0-2-15,10 0-1 0,-10 0 0 0,0 0-3 16,8 0-2-16,-8 0 2 0,0 0-4 16,0 0 2-16,0 0-2 0,9 0 1 0,-9 0 2 15,0 0-2-15,0 0 0 0,0 0 2 16,0 0 3-16,0 0 3 0,0 0 3 16,7 1 1-16,-7-1 1 0,0 0-1 15,0 0-2-15,0 0 0 0,0 0-3 0,0 0-2 16,0 0-3-16,0 0-1 0,0 0-3 15,0 0 3-15,-27-4-2 0,18 2-2 0,-1 1 1 16,-4 0 1-16,2-1-5 0,-3 1 3 16,-1 0-2-16,-3 1-3 0,-2-2-1 0,0 1 3 15,-9-1-2-15,-1 1 3 0,2 0-2 16,-1-1 0-16,0 1 1 0,-1 0-2 0,7 0 0 16,0 0 0-16,-6 1 1 0,0 0 0 15,4 0-1-15,-5-2 0 0,4 2 0 16,5 0 0-16,-9-1-3 0,-2 1 3 15,1 0 3-15,2 0-2 0,-3 0-3 0,-1 0-1 16,2 0 3-16,-2 0-1 0,-2 1-1 16,0 1 1-16,-3-2 0 0,-10 0 0 0,0 1 1 15,0 0 1-15,0-1-3 0,1 0 1 16,1 0-1-16,6 0 3 0,2 0-2 0,-2-1-3 16,1 2 3-16,1-1 2 0,-1 0-1 15,0 0-3-15,-1 0 1 0,1 0 1 0,1 0-1 16,-1 0 1-16,0 0-2 0,-8 0 3 15,1-1-3-15,6 1 3 0,-5 1-1 16,5 0 0-16,2-1 2 0,0 0-2 0,0-1 2 16,1 1 0-16,1-1-3 0,0 1 1 15,1 1 1-15,4-1 0 0,1-1 1 16,5 1-3-16,3-1 3 0,4 1-1 0,1 0-4 16,3 0 4-16,1 0 0 0,2 0-1 15,1-2-7-15,2 2-12 0,2 0-20 16,7 0-25-16,-14 0-32 0,14 0-27 0,-9-1-42 15,9 1-198-15,0 0-81 0,0 0 48 16</inkml:trace>
  <inkml:trace contextRef="#ctx0" brushRef="#br0" timeOffset="19411.1101">3114 9596 1123 0,'7'-2'-67'0,"-3"0"3"0,-4 2 14 15,7-3 9-15,-7 3 8 0,0 0 20 0,7-2 7 16,-7 2 12-16,0 0 17 0,0 0 13 16,0 0 1-16,7-3 11 0,-7 3 5 0,0 0-1 15,0 0-6-15,0 0-4 0,0 0-3 16,0 0-7-16,0 0-2 0,0 0-1 15,-15-9-2-15,15 9-1 0,-10-3 0 16,4 1-2-16,-1-1-3 0,0 1-3 0,-3-1 6 16,1-1-9-16,-3 2-2 0,-1-1-1 15,0 0-2-15,-2 0-1 0,-3 0 2 16,-2 1-6-16,0 0 3 0,-1 0-1 0,-1 2-3 16,-1-1 1-16,-1 0-2 0,-7 1 2 15,0 2-2-15,1-1-1 0,0 2-3 0,-1 0 4 16,-2 0-4-16,2 2 0 0,1-1 2 15,-1 1-1-15,1 0-1 0,-1 0 1 0,1 0-1 16,-1 1-1-16,1 0 0 0,1 0 1 16,0 0-1-16,1 1 1 0,0 0-3 0,0 0 1 15,1 1 4-15,1-1-3 0,0 0 0 16,1 2-2-16,0-1 2 0,0 0-2 0,1 0 1 16,5-2 0-16,-3 4-2 15,3-3-1-15,3 0 3 0,0 0 4 0,2 0-6 16,-2 0 1-16,3 0 1 0,0 2-1 15,0-1 0-15,-4 4 4 0,0 2-4 0,3-3-2 16,2-1 4-16,0 0 1 0,-4 4 1 16,0 0-4-16,-1 0 0 0,1 0-1 0,4-1 3 15,-4 1 2-15,0 2 0 0,1-3-3 16,-1 2-2-16,4-2 1 0,2-3-1 0,-1 1 2 16,0 0 1-16,0 0 1 0,2 0 0 15,-1 0-3-15,1-1 1 0,2 0-2 16,-1-1 4-16,1 0-5 0,0 1 5 15,1 0-2-15,1 0-2 0,-3-1 5 0,3 1-2 16,-2 0 1-16,1 1 1 0,0-2-4 16,1 2 3-16,-2-2-5 0,2 1 2 0,1 1 0 15,-1-2 3-15,1 1-6 0,1 0 4 16,-2 0-2-16,2 1 1 0,0 0-2 0,-1-1 5 16,2 1-2-16,-1-1 0 0,2-1 6 15,-1 1-7-15,1 1 3 0,0-1-3 0,0 0-2 16,0 0 3-16,0-1-3 15,1 1 1-15,0-1 2 0,0 0 0 0,2 1 9 16,-1 1-8-16,1 0-2 0,1-1 0 16,0 0 0-16,0 2 0 0,1-1 4 0,0 2-5 15,2-1 3-15,0 1-2 0,0 0 2 16,3 0 1-16,-1-1 3 0,1 1-2 0,4 3-2 16,-1-4 1-16,1 4 2 0,-1-4-2 15,0-1-3-15,4 1 2 0,-2 1 3 16,-1-5 0-16,5 5 2 0,-3-2 2 0,3 0-2 15,-2-3 1-15,-2-1-7 0,1 1 5 16,5 1 1-16,-3-1-3 0,-1-2 0 0,5 2 1 16,-3-2 0-16,0 0 0 0,4 1 2 15,-2-1-5-15,-3-2 8 0,2 0-4 0,-1-1-4 16,2 2 3-16,-2-2 10 0,2-1-14 16,-2 1 2-16,2 1 2 0,0-2 1 0,0 1 2 15,0 0-7-15,0-1 7 16,0-1-4-16,0 1-4 0,0 0 7 0,1 0 2 15,6 1-4-15,-4-1 2 0,-4-1-2 16,1 2 6-16,0-2-4 0,0 2-3 0,0-2 3 16,2 0-3-16,-2 0 2 0,-1 0-1 15,3-1 2-15,-1 0 1 0,-1-1 0 0,-1 0-2 16,2-1 1-16,-1 0 3 0,1 0-6 16,-1-1 4-16,0 0 5 0,7-2-9 0,-1 0 2 15,-1-1 0-15,-4 2 3 16,5-2-3-16,-7 2 1 0,-1 1-2 0,-1-2-1 15,0 1 2-15,0 2 0 0,-1-2-2 16,1 0-2-16,-3 0 4 0,0 0 3 0,2 0-5 16,0 0-1-16,-3 1 7 0,3-2-3 15,-1-1 0-15,1 1 1 0,-2 0-3 0,3-2-2 16,-1 1-2-16,5-5 6 0,-2 1 1 16,2-1-4-16,1-1 3 0,-2 0 1 15,0-1-4-15,1 2 5 0,0-2-1 0,-1 1 2 16,0-1-4-16,0 0 4 0,-2 0-3 15,0 0 4-15,-2 4-3 0,-4 0 0 0,1-1 2 16,-1 0 2-16,0 1-1 16,0-1-1-16,0 1 0 0,-2-1 3 0,1-1 0 15,-1 0 6-15,1 0-6 0,2-5 3 16,-1 2 4-16,-1 3-7 0,3-5 2 0,1 0 2 16,-1-1 0-16,0-2 0 0,1 2 2 15,0-2 1-15,1 1 0 0,-3 1 5 0,1 0-6 16,-1 0 2-16,-1 3 0 0,-3 2 0 15,1-1 4-15,-2 1-2 0,0 1 1 0,0 0 1 16,-3 1-3-16,2 0 2 0,-2 0 1 16,-1 0-1-16,0 3 0 0,-1-2-1 0,0 0 1 15,0 1-1-15,-1 0-1 0,0 0-1 16,-2-1 0-16,0 0 5 0,0 1-5 16,0-2 1-16,-1 1-2 0,-1-1 2 15,-1 0 4-15,1-1-2 0,-2 0-2 16,-1 0-1-16,-1-2 0 0,-1 1 0 0,-1-1-1 15,1 0-1-15,-3 0 0 0,-4-3-4 16,0 0 1-16,0 0-2 0,-3 1 2 0,0-1 3 16,0 1 1-16,-1-1-1 0,0 2 2 15,-1 0 2-15,-1-1-1 0,1 0 2 0,-1 2 2 16,-3-2 2-16,1 0 0 0,-1 2 0 16,-1 0 0-16,-1 1-2 0,0 1-2 0,0 1-3 15,0 2-1-15,1 0-2 16,5 3-3-16,0 1 1 0,0 1-4 0,0 0-2 15,0 2-16-15,-1 1-16 0,-2 0-22 16,-6 4-32-16,-1 2-26 0,1 0-45 0,0 3-42 16,3 1-66-16,0-1-387 0,5-1-142 15</inkml:trace>
  <inkml:trace contextRef="#ctx0" brushRef="#br0" timeOffset="21707.5995">3079 4595 1602 0,'-4'-11'-126'16,"4"11"13"-16,-7-5 10 0,2 0 11 15,-2 1 6-15,-2 1 17 0,0 0 6 0,-2-1 12 16,-2 0 8-16,-3-1 7 0,0 2 10 16,-2-1 3-16,0 1 9 0,0 0 3 0,-1-1 11 15,1 2-4-15,-3-1 8 16,2 1 3-16,-1 0 0 0,0 0 1 0,0 0 5 16,-2 1-2-16,0 0 0 0,0 1 1 15,-9 0-8-15,-2 2 4 0,0 0-2 0,-1 1 2 16,1 1-2-16,0 1 6 0,1 0-2 15,0 0-3-15,0 1-1 0,1-1-5 0,3 3 6 16,-1-1 0-16,1 0 9 0,1 0-13 16,1 0 3-16,0 2-6 0,2-1 4 0,2-1 4 15,5-1-4-15,3-1 6 16,3 0-6-16,-1 0 0 0,-1 0-1 0,-2 3 2 16,-5 4-4-16,-2 0-2 0,1 1-2 15,-2 1 4-15,1 1 2 0,2 0-4 0,-2 0 4 16,1 1-1-16,0 1-2 0,-5 3-5 15,3 2 7-15,-2 0-3 0,1 1-2 0,-2-1 6 16,3 1-3-16,-1-2 5 0,4-2-10 16,1-1 9-16,0-1-5 0,1 0-2 15,1-2 6-15,1 2-2 0,1-2-3 0,2-3 1 16,3 0-3-16,2-1-3 0,-1 1 6 16,0 1 0-16,0 0 2 0,2 1-2 0,0-1-2 15,1 2-1-15,0-1 0 0,0 1 5 16,1 1-5-16,0 0 7 0,-2 7-4 15,4-3 1-15,-1-5-3 0,1 4 1 16,0-1 0-16,0 1 1 0,0 5-2 0,0-3 0 16,1-3-2-16,2 2 8 0,0-1-6 15,0-2 6-15,0 2-3 0,2-1-3 0,0 1 2 16,1 0-1-16,-1-1-3 0,1 1 2 16,0-1 2-16,1 6 0 0,1 0-2 15,-1-6 3-15,1-1-2 0,0-1 5 16,1 0-8-16,-2-1 5 0,3-1-4 0,0 1 5 15,2-2 5-15,-1 0-5 0,3-2-4 16,5 3 4-16,1 0 2 0,-3-4 0 0,6 1 1 0,2-1 0 16,-1-2-3-16,3 0 3 15,2-2-2-15,1 0 3 0,1-1-1 0,1-2 6 16,1 2 1-16,0-1-7 0,1-2 1 16,-1 0 0-16,1 1-1 0,-2-2 0 0,0 2-1 15,-4-2-2-15,-3 0 0 0,9-1 2 16,-5 0 5-16,6 0-4 0,-2-1-6 0,3-2 8 15,-2-1-3-15,4 1 2 0,-3-2 7 16,10-1-4-16,-8 0 3 0,5-2-3 0,2-1 4 16,-1-1 7-16,-1-1 2 0,-2 1-6 15,-1-1 0-15,0 0-4 0,-7 2 2 0,-2 0-1 16,-1 0-6-16,-2 2 9 16,-1-3-6-16,-1 1-2 0,-4 3 5 0,-4 0 4 15,1-2-3-15,1 2-1 0,-2-2 2 16,1 1-6-16,-2-1 3 0,7-3-2 0,-4 3 1 15,4-3-4-15,0 0 0 0,0 1 2 16,-1-3 1-16,2 2-3 0,2-1 4 16,-1 0-2-16,2 0-2 0,-1 0-1 0,1-1-6 15,-1 1 11-15,0 1-6 0,1-2 0 16,-1 0 4-16,-1 1-1 0,-2 0 2 0,1-2 5 16,-3 1 4-16,-2 0 6 0,-2 2 7 15,-3 2 4-15,-1 0 4 0,-1-2-2 0,-1 0 6 16,-1 2 0-16,0-4-3 15,-1 0-4-15,1 1-1 0,-3 1-7 0,1-1 0 16,0-2-3-16,-1 3 2 0,0-2-8 16,0 1-2-16,0 0 2 0,-1 0 0 0,1-3-6 15,-1 4-2-15,2-4 1 0,-2 1 0 16,1 1-1-16,-1 0 4 0,0 1-2 0,0-2 0 16,0 2 5-16,-2-2-5 0,0 0 0 15,1-1 1-15,-1 0 3 0,-2-1-7 0,0-2 3 16,-1 0-4-16,-1 0 0 15,-2-6-2-15,-1 6 5 0,1 2-1 0,-3-3 2 16,0 2-2-16,0 3-1 0,0 0 3 0,0 0-5 16,0 2 2-16,0 0 1 0,-2 1 1 15,1-1-2-15,0 1-1 0,-2 2 0 16,1-1-1-16,-1-1-1 0,-1 2-1 0,0-2-1 16,-1 2-1-16,0-1 0 0,-1 2-3 15,1 1 3-15,-2-2-1 0,-4-2-3 16,-3 1 2-16,0 1-3 0,-4 1 1 0,-1 1 0 15,-2 2-4-15,-4 1 4 0,-3 2-4 16,-3 2 2-16,-9 1 0 0,-1 1-1 0,-1 3 1 16,2 2 1-16,3 0-2 0,2 0 1 15,2 0-3-15,10 0-8 0,2 2-21 0,3 0-30 16,3 0-39-16,7 1-43 0,3-1-38 16,5-1-157-16,4-1-163 0,4-1-10 15</inkml:trace>
  <inkml:trace contextRef="#ctx0" brushRef="#br0" timeOffset="23268.4217">2395 5491 1285 0,'-1'-7'-70'15,"1"7"8"-15,-2-8 17 0,2 8 9 16,0 0 26-16,-1-10 5 0,1 10 12 0,0-6 5 16,0 6 4-16,0 0-4 0,0 0-4 15,-1-10 0-15,1 10-3 0,0 0 6 16,0 0-3-16,-2-6 2 0,2 6 0 16,0 0-3-16,0 0 2 0,0 0-5 15,0 0 4-15,0 0-1 0,-3-7-2 0,3 7-8 16,0 0 6-16,0 0-4 0,0 0 1 15,0 0-1-15,0 0-2 0,0 0-3 0,0 0 4 16,0 0 8-16,0 0-9 0,4 30-3 16,-2-21 5-16,3 2 0 0,0 3 6 0,2 0-12 15,0-1 10-15,4 6-3 16,-1-4 0-16,-3 0 4 0,0-1 0 0,2-2-7 16,-1 0 2-16,0 0 4 0,-2-4-4 15,1 2 2-15,-3-4 0 0,2 1 4 0,-3-1-3 16,1-1 0-16,-2-1 1 0,-2-4-8 15,5 8-6-15,-5-8-18 0,3 4-32 0,-3-4-70 16,0 0-199-16,0 0 154 0</inkml:trace>
  <inkml:trace contextRef="#ctx0" brushRef="#br0" timeOffset="23691.072">2513 5593 876 0,'-9'-5'-21'0,"9"5"5"0,-4-5 4 16,4 5 3-16,0 0 11 0,-6-6 17 0,6 6 7 15,-3-5 5-15,3 5 12 0,0 0-1 16,-6-4-6-16,6 4 2 0,0 0-16 0,-4-5-1 15,4 5-1-15,0 0-5 0,0 0-5 16,0 0-4-16,0 0-3 0,0 0 1 0,0 0 4 16,0 0-7-16,0 0 8 0,0 0-7 15,-7 14 1-15,7-14-3 0,2 9 4 16,-2-9-2-16,4 11-2 0,-1-5-3 16,1 1 2-16,0 0 3 0,-1-1-4 0,2 0 0 15,0 0 0-15,-1 1 7 0,-1-1-1 16,1-1-3-16,0 1 3 0,-2-2-1 0,0 2 0 15,-2-6 2-15,2 10 0 0,-2-10 2 16,-6 14-2-16,-4-3 7 0,1 0-5 0,-3 0-3 16,-4 3 2-16,0 1 1 15,-1 0-2-15,0-1-33 0,4-3-21 0,2-2-44 0,4-2-109 16,0-1-100-16,4-1 180 0</inkml:trace>
  <inkml:trace contextRef="#ctx0" brushRef="#br0" timeOffset="24931.1662">2649 10003 796 0,'-3'4'-11'0,"3"-4"20"0,0 0 1 15,0 0 4-15,0 0 2 0,0 0 7 0,0 0 5 16,0 0-1-16,0 0 3 16,0 0 0-16,0 0 4 0,0 0-6 0,0 0 6 15,0 0-6-15,-14-9 4 0,14 9-8 16,-1-6-1-16,1 6-3 0,-1-10 0 15,1 3-4-15,2-3-3 0,1-3 1 0,1-4-5 16,4-9-4-16,5-7 6 0,5-4-4 16,5-3 5-16,8-11 2 0,6 0-2 0,4-1 11 15,2 1-1-15,0 2 8 0,0 2-4 16,-1 4-3-16,-9 12 0 0,-1 3-2 0,-4 3-5 16,-2 4 0-16,-7 6-5 0,-1 1-1 15,-4 4 4-15,-4 3-1 0,-2 1-1 0,-2 1-1 16,0 2 1-16,-2-1 0 15,-4 4 0-15,7-5-4 0,-7 5-1 0,6-6 3 16,-6 6-4-16,0 0-1 0,0 0-9 16,0 0-15-16,0 0-15 0,0 0-29 0,0 0-14 15,2-6-36-15,-2 6-81 0,0 0-203 16,0 0 91-16</inkml:trace>
  <inkml:trace contextRef="#ctx0" brushRef="#br0" timeOffset="25223.2405">3057 9237 1109 0,'0'0'-17'16,"0"0"10"-16,-10-1 8 0,10 1 16 16,0 0 0-16,-9-6 6 0,9 6 7 0,-4-5 3 15,4 5-11-15,-2-8-2 0,2 8-6 16,2-9 2-16,-2 9-3 0,5-10 5 0,0 4-6 15,0 1-11-15,1 1 9 0,0-1-10 16,3 1 1-16,-2-1-4 0,0 2 4 16,1 0-2-16,0 1 2 0,-8 2 0 0,13-1-7 15,-7 1 3-15,-6 0 3 0,10 1-1 16,-3 1 2-16,-7-2 4 0,7 8 1 0,-7-2-9 16,-2 3-11-16,-2 3-31 15,-4 1-44-15,-3 6-71 0,-2-1-188 0,3-4 137 16</inkml:trace>
  <inkml:trace contextRef="#ctx0" brushRef="#br0" timeOffset="49410.7277">7618 10149 110 0,'0'0'94'0,"0"0"-41"0,0 0-8 15,0 0-11-15,0 0-3 0,0 0 0 0,0 0-9 16,0 0-3-16,0 0 1 0,0 0-1 15,0 0 5-15,0 0-4 0,0 0 5 0,6 4 2 16,-6-4-4-16,0 0 9 0,0 0-4 16,0 0 9-16,0 0 7 0,0 0 0 0,0 0 2 15,0 0-7-15,0 0-12 16,0 0 8-16,0 0-1 0,7 3 7 0,1-2 11 16,2-1-3-16,11 0 0 0,13-1-2 15,17-4-5-15,7-2 1 0,23-3-4 0,6-1-2 16,7-2 6-16,6 1-9 0,3-1-1 15,1 3 0-15,-2 0-4 0,-3 2 0 0,-4 2-9 16,-6 1 4-16,-5 0-2 0,-21 3-5 16,-5 1-1-16,-5 0-2 0,-13 1 2 0,-6 0-6 15,-2 1-1-15,-9-1 2 0,-4 1-2 16,-6 0 3-16,-2-1-4 0,0 1 6 0,-2-1 1 16,-2 0 0-16,1 0 3 0,-8 0-2 15,11 1 3-15,-11-1-3 0,9 1 2 0,-9-1-1 16,8 0-4-16,-8 0-1 0,0 0 2 15,9 0-7-15,-9 0 1 0,0 0-4 16,0 0-17-16,10 0-24 0,-10 0-28 16,0 0-51-16,0 0-104 0,0 0-293 0,0 0-16 15</inkml:trace>
  <inkml:trace contextRef="#ctx0" brushRef="#br0" timeOffset="51555.1618">11548 12013 1334 0,'0'0'-25'0,"8"0"16"0,-8 0-1 16,0 0-1-16,0 0 8 0,8 0-4 0,-8 0 2 16,0 0-5-16,0 0 10 0,0 0 7 15,12 0 3-15,-12 0 0 0,10-2-2 0,-10 2 0 16,15 0 8-16,-4 0-1 15,-1-1-1-15,6 0-2 0,0 0 4 0,6 0 3 16,6-1-6-16,6 1 2 0,4 0 1 16,9-2-3-16,3 1 5 0,4 2-6 0,5-1 3 15,3 2 0-15,4-1 2 0,4 0-4 16,18 3 1-16,2-1 5 0,-1 2-2 0,1-2-1 16,-3 4-2-16,-5-3-1 0,1 3 0 15,-17-2 3-15,-3 1 0 0,-1-1-4 0,-2 0 2 16,-3-1-3-16,-2 1 3 0,-4 0-2 15,0-1-2-15,-5 0 1 0,-9-1 0 0,1 0-3 16,-3-1-2-16,-1 1 4 0,-5-1-4 16,-6 1 0-16,-4-1-1 0,-4-1 2 0,-1 1-2 15,-3 0 2-15,-1-1 8 16,-2 1 10-16,-1-1 9 0,-7 0-1 0,12 0-2 16,-12 0-1-16,7-1-4 0,-7 1-3 15,0 0 0-15,0 0-6 0,0 0-2 0,0 0-2 16,0 0-2-16,-24-3-3 0,10 3-1 0,-2 0 1 15,-8-1-7-15,-6 1 6 0,-3-1-6 16,-3 1 1-16,-2 1-1 0,-2 0 0 0,-12-1 4 16,-3 1-2-16,0-1-3 0,-2-2 1 15,-3 1-2-15,-3-2 1 0,-2 3-1 0,0-1 1 16,-1-2 1-16,2 1-2 0,-1 0 2 16,3 1-2-16,2 1 3 0,5-1 1 0,3 0-3 15,3-2 2-15,9 3 0 0,4-1-3 16,2 1 0-16,3 1 1 0,8-2 0 15,5 1 1-15,3 0-8 0,4 0-10 16,2 0-3-16,9 0 1 0,-7 0-2 0,7 0 1 16,0 0 2-16,26-3 1 0,6 2 3 15,15-2 3-15,7 1 0 0,10-1-1 0,18-1 2 16,4-1 2-16,2 2 1 0,-5 0-1 16,4-1-1-16,-1 1 1 0,-20 3 5 0,1 0 0 15,-4 1-1-15,-6-1 2 0,-4 1 2 16,-5 0 4-16,-13 1 0 0,-4-2 6 0,-9 0 4 15,-4 0 14-15,-5 0 7 16,-1 1 1-16,-2-1 0 0,-2 0-4 0,-1-1-11 16,-7 1-24-16,11-2-25 0,-11 2-34 15,8 0-41-15,-8 0-49 0,0 0-151 0,3-7-206 16,-3 7-14-16</inkml:trace>
  <inkml:trace contextRef="#ctx0" brushRef="#br0" timeOffset="58251.7498">17079 12165 1297 0,'0'0'-46'0,"0"0"4"0,-9-1-1 0,9 1 2 16,0 0 6-16,0 0 10 0,0 0 15 15,0 0 8-15,0 0 16 0,-8 0-9 16,8 0 1-16,0 0-1 0,0 0-4 16,0 0-3-16,0 0 5 0,0 0 1 0,0 0-9 15,0 0 3-15,0 0-7 0,0 0 12 16,0 0-4-16,0 0-2 0,0 0 4 0,0 0-4 16,0 0-1-16,0 0-2 0,0 0 3 15,28 4 1-15,-17-4 0 0,4-1 5 0,3-1 1 16,4 3 6-16,10-2-9 0,0 0 3 15,3 0 1-15,2-3 1 0,1 3-1 16,7-2-1-16,1 1-1 0,-7 0 7 16,0 1 2-16,6-3-1 0,0 1-2 0,-7 0-1 15,1 2 0-15,6-2 2 0,2 1-1 16,-9 1 5-16,9-2-3 0,1 2 0 0,-1-1 4 16,3 1-2-16,-1-1-1 0,1 1-5 15,0-3 1-15,2 1-1 0,-2 0-1 0,2 0 3 16,-2-2-3-16,1 1-1 0,-1 0 0 15,-1-1-1-15,-3 1 4 0,-1-1-1 0,-8 2-4 16,-2-1 1-16,0 1 0 0,-1 1 4 16,-3-2-5-16,1 2 3 0,-2-2 0 0,1 1 2 15,-3-1-3-15,3 2 2 16,-2-1 0-16,2 0 0 0,1 1-1 0,0 0-2 16,2-1 5-16,1 2-5 0,1 0 0 15,0-3 2-15,1 3-1 0,1 0 2 0,-4-1-2 16,2 1-7-16,-3 1 4 0,-1-1 4 15,2 0-3-15,-2 1-4 0,-1-1 2 0,-2 0 5 16,1 1-4-16,1-2 3 0,-7 2-4 16,-3-1 0-16,1 1 3 0,1 0 3 0,-2 0-3 15,3 0 0-15,-2-1-2 0,7-1 1 16,-3 1-1-16,-4 0-1 0,6-1 0 0,-4 1 2 16,-3 1-1-16,-1 0-1 0,-3 0 0 15,-1-2 0-15,0 2 1 0,-3 0-4 16,-3 0 1-16,0 0 3 0,-2 0 1 0,-1 0 4 15,-7 0 3-15,14 0 0 0,-14 0 1 16,10 0 3-16,-10 0 0 0,8 0 2 16,-8 0 2-16,0 0-2 0,10 0-1 0,-10 0 2 15,0 0 0-15,9 0-2 0,-9 0 0 16,0 0-3-16,0 0 5 0,7 0-6 0,-7 0-2 16,0 0-1-16,0 0 2 0,0 0 0 15,0 0-3-15,0 0 3 0,0 0-2 0,0 0 3 16,8 0-2-16,-8 0 2 0,0 0-4 15,0 0 0-15,0 0-2 0,0 0 3 0,0 0-4 16,0 0 0-16,-31 2 3 16,20-2 0-16,-6 0-1 0,-3 0-4 0,-2 0 0 15,-8 0 2-15,-5 0-2 0,-1 0 2 16,-1 0 2-16,0-2 0 0,-2 2-4 0,2 2-1 16,-4-2 1-16,3 0-1 0,0 0-1 15,2 0 4-15,2 2-3 0,-1-2 0 0,1 1 2 16,0-1-3-16,2 0 1 0,-1 1 0 15,-1 1 1-15,0-1-4 0,-3 0 4 16,0 0 1-16,-8 1-1 0,4-1-3 0,-8 1 4 16,0-1 0-16,2 0-3 0,6-1 5 15,-7 2-3-15,0-1-1 0,-1 0-1 0,0 1 1 16,-2 0 1-16,3-1-1 0,0-1 0 16,7 0 2-16,2 0-3 0,0 0 0 15,0 1-2-15,0-2 4 0,1 1-1 16,2 0 0-16,0 0-2 0,-1 0 0 0,2 0 5 15,0 0-4-15,-1 0 3 0,0 0-5 16,-1 0 2-16,-1 0-1 0,1 0 1 0,0 1 0 16,2-1 1-16,1-1-4 0,2 1 5 15,6 0-2-15,-4 1 0 0,5-1 0 0,4 0 0 16,0 0-2-16,1 0 1 0,1 2-1 16,0 0 1-16,2-1 0 0,0 0-1 0,2-1 1 15,-2 1 2-15,1 0 0 0,1 0 0 16,0 0-2-16,0 1 2 0,1-1 2 15,2-1-2-15,1 2-1 0,-1-2 0 16,1 1 3-16,1-1-3 0,3 2 0 16,-2-1 0-16,9-1-2 0,-14 0 1 0,9 1-1 15,5-1 0-15,-9 0 2 0,9 0-4 0,0 0 3 16,-10 0-1-16,10 0-1 0,0 0-2 16,-8 1 0-16,8-1 2 0,0 0-4 0,0 0 4 15,0 0-3-15,-9 0 1 16,9 0 4-16,0 0-5 0,0 0-1 0,0 0 3 0,0 0-1 15,0 0 7-15,0 0-2 0,0 0-5 16,0 0 3-16,0 0-1 0,0 0-1 16,0 0 4-16,0 0-2 0,23 6 0 15,-16-6-1-15,2 2 2 0,1-2 1 0,1 1 3 16,4 1-4-16,4-2-2 0,1 1 1 16,3-1 0-16,8 1-1 0,2 0 2 0,0-1 1 15,2 1 2-15,1-1-4 0,4 1 1 16,8-1-1-16,0 0 1 0,5 1 1 0,2 0-1 15,2 0 1-15,3 0 2 0,3 0-4 16,3 0 0-16,-1 2 4 0,2-2-5 0,0 1 3 16,-1 1-4-16,-2-1 4 0,0 1-3 15,1-2 5-15,-4 1-2 0,-2-1 0 0,-2 1-1 16,-4 1-1-16,-1-3 6 16,-2 1-4-16,-2-1 0 0,0-1-3 0,-9 1 1 15,-2-1 3-15,-1 2-3 0,-2-1 0 16,0 0 2-16,-3 0 0 0,0 0-1 0,-7 0-1 15,-4 0 2-15,-2 0-3 0,-1 0-1 16,-2 0 6-16,-3 0-4 0,1 0 4 0,-3 1-2 16,-1 0-2-16,0-1 2 0,-1 0-1 15,-8 0 1-15,13 0 2 0,-8 0 0 0,-5 0 2 16,10 1 0-16,-10-1 2 0,0 0 4 16,10 0-1-16,-10 0 3 0,0 0-2 0,9 1-1 15,-9-1 0-15,0 0-1 0,0 0 0 16,0 0-3-16,0 0 2 0,0 0 2 15,0 0-4-15,0 0-1 0,0 0 0 16,0 0-1-16,-30-1 4 0,23 0-5 0,7 1 1 16,-17-1-1-16,8 1 0 0,0-1 1 15,-2 1-1-15,1 0-2 0,-1 0-1 0,0 0 5 16,-2 0-4-16,-3 0 3 0,-1 0-2 16,-6 0 1-16,-7 0-3 0,-2 1 0 15,-5 0 2-15,-2 0-2 0,-14-3 1 0,0 2-1 16,-4-1 0-16,-4 0 2 0,-3 0-1 15,-3-1 1-15,-20 0-3 0,1 2 4 0,-1 0-1 16,17 0 0-16,-18 1-3 0,1 1 1 16,20 0 0-16,0 0 1 0,1 1 0 15,2 1 0-15,4-1-2 0,0 2 2 16,1 0 0-16,5 0 0 0,3 0 2 0,2-1-3 16,5 1 1-16,8-2 1 0,2 0 1 15,3 0-3-15,2 0 0 0,7-2-1 0,3 0-2 16,3 2-4-16,3-2 2 0,1-1-6 15,2 1-6-15,2-1-5 0,0 0-2 0,8 0-3 16,-12 1-1-16,12-1-1 0,0 0-1 16,-7-1 2-16,7 1 3 0,0 0 4 0,0 0 0 15,29-6-1-15,-8 3 4 0,12-1 9 16,12 0-1-16,3 0-5 0,3 1 7 16,4-1-4-16,3 1 0 0,2 1 12 15,2 0-6-15,0 0 1 0,0 1-4 0,0 1-20 16,-4 0-34-16,-3-1-42 0,-3 2-92 15,-14-1-188-15,-5 0 102 0</inkml:trace>
  <inkml:trace contextRef="#ctx0" brushRef="#br0" timeOffset="64175.3383">5804 13276 937 0,'0'0'-81'0,"0"0"15"0,0 0 9 16,-4-5 9-16,4 5 6 0,0 0 3 0,0 0 9 15,0 0 2-15,0 0 5 0,-5-4 4 16,5 4-5-16,0 0 7 0,0 0-5 0,0 0 4 16,0 0 12-16,0 0-9 0,0 0 4 15,0 0 0-15,0 0-3 0,0 0 6 0,0 0-2 16,0 0 0-16,0 0 2 0,0 0 2 15,0 0-2-15,0 0 8 0,0 0 4 16,0 0 5-16,19 0 7 0,-19 0 0 16,15 1 1-16,-6-1-4 0,2 0 8 15,0 0-9-15,3-1 4 0,2 1-5 0,0 0 1 16,2-1 0-16,4 1-5 0,0-1 1 16,9 1 3-16,1-3-2 0,1 2-1 0,0-2 6 15,-1 0 0-15,1 0-9 0,-1 0 3 16,-1-1 0-16,0 0-2 0,-1 1-1 15,0 0 1-15,-5 2-1 0,-3-1 13 0,-1 0-15 16,0 0 0-16,0 1 1 0,0 0 0 16,-2-1 4-16,0 1 0 0,1 1-5 15,0-1-3-15,-3 1 2 0,3-1-3 16,-4 1 9-16,3-1-8 0,2 0 2 0,0-1 3 16,-1 1-4-16,1 0-1 0,0-1 3 15,1 1 6-15,6-3-6 0,1 2-3 16,-5 0 3-16,-3 0-2 0,0 1 0 0,-1 0-2 15,0-2 1-15,-4 3 3 0,1-1 1 16,-1 0-2-16,-2 0 1 0,1 1-7 0,-3 0 7 16,-1 0-2-16,1 0-5 0,0-1 4 15,-2 1 0-15,1 0-1 0,-1 0 2 0,0-2 0 16,2 1-3-16,-1 1 1 16,0 0-1-16,1-1 3 0,1 0-3 0,1 0 3 15,0 0 1-15,2 0 1 0,0 1 0 16,1-1-5-16,3 0-3 0,-3 0 9 15,3 0-6-15,-3 1 4 0,4 1-1 0,0-1 1 16,-1 0-1-16,-2 0 1 0,-1 0-1 16,2 1-2-16,-3-1 4 0,1 0-5 0,-3 1 3 15,0-1 2-15,2 0 0 0,-1 0-6 16,-1 0 5-16,-1 0-1 0,2-1 0 16,0 1 1-16,0-1 7 0,1 0-4 0,2 0-3 15,-2-1 4-15,3-1-3 0,0 1 5 16,0-1-2-16,0 0-3 0,0 1 2 0,0-1 0 15,0 0-8-15,-5 2 10 16,3-1-5-16,-3 1 2 0,0 1-2 0,0-1 2 16,-1 0-3-16,-2 1 2 0,-1 0-1 15,1 0 2-15,0 1-5 0,-1-1 0 16,0 1 5-16,0-1-7 0,0 1 5 0,-1-1-1 16,0 1 1-16,1-1 0 0,0 0-6 15,0 1 7-15,1 0-9 0,0-1 6 0,0 0 0 16,1 0 5-16,2 0-4 0,-3 0 7 15,4 0-6-15,0 0-6 0,2 0 5 0,-1 0 3 16,4 0-1-16,-1-1-4 0,-1 1 7 16,-1-1-7-16,0 1 3 0,0 0 0 15,1 0 2-15,-1-1-1 0,-1 1-5 16,-1 0 4-16,1-1-1 0,-1 1-1 16,0 0-3-16,0 0 6 0,-1-2-2 0,-3 2 0 15,1 0-2-15,0-1 4 0,-1 0 0 16,1 0-4-16,0 0 3 0,0 0 1 0,2 0-2 15,-3 0-2-15,3-1 2 0,0 0 2 16,0 1-4-16,0 0 1 0,2-1 0 16,-1 0 2-16,1 0 5 0,-1 0-3 0,3 1-1 15,0-2-2-15,-1 2 6 0,-1-1-4 16,-1 1-1-16,1-1 1 0,-2 1 3 16,0 0 1-16,1 0-7 0,-1 0 4 15,-1 0 0-15,1-1-3 0,-1 2 6 0,0-1-6 16,3-1 0-16,-3 0 9 0,1 0-9 15,0 0 1-15,1 1 0 0,0 1 5 0,0-2 5 16,0 0-7-16,2 0-2 0,-2 1-3 16,3 0 9-16,1-2-4 0,-4 2 1 15,1-1 1-15,-2 2-6 0,0-1 0 0,2-1 1 16,-1 2 2-16,-1-2 2 0,-1 2-2 16,1-2 1-16,0 2-6 0,-2-1 3 0,0 1-2 15,-1-1 1-15,1 0-3 0,0 1 3 16,3-1 5-16,-1 1-4 0,2-1 6 15,0 0-5-15,-2 0 2 0,2 1-1 16,1-1 0-16,2 0-3 0,-1 1 3 16,1 0-3-16,1 0 1 0,0 0-1 0,2 0 4 15,-2 0-6-15,0 1 4 0,0-1-5 16,1 1 3-16,-1-1-2 0,-5 0 6 0,1 0-7 16,2 0 5-16,-3 0 0 0,1 0-5 15,0 1 0-15,-2-1 11 0,2 0-10 0,-2 0 2 16,1 0-1-16,0 0 4 15,0 0-1-15,-3 0-2 0,0 1 0 0,0 0 1 16,-1-1-5-16,-1 0 7 0,2 0-6 0,-2 1 7 16,-1-1-1-16,-9 0 0 15,15 1 0-15,-8-1-3 0,-7 0 2 0,13 0 0 16,-13 0-2-16,12 1-2 0,-12-1 2 16,8 1-1-16,-8-1 3 0,0 0-7 0,14 0 12 15,-14 0-8-15,0 0 4 0,8 1-2 16,-8-1 6-16,0 0 1 0,0 0 0 0,0 0-1 15,9 1 6-15,-9-1-1 0,0 0 0 16,0 0-4-16,0 0 3 0,0 0-3 16,0 0-7-16,0 0-15 0,0 0-56 0,0 0-67 15,0 0-198-15,0 0 151 0</inkml:trace>
  <inkml:trace contextRef="#ctx0" brushRef="#br0" timeOffset="66547.5934">5973 13524 802 0,'-8'-4'-71'16,"8"4"6"-16,0 0 12 0,-9-5 6 15,9 5 7-15,0 0 7 0,-6-7 5 0,6 7 9 16,-3-5 6-16,3 5 0 0,-5-7 4 16,5 7 4-16,-4-6 5 0,4 6 1 0,-3-7 5 15,3 7 1-15,0 0-1 0,-4-10 0 16,4 10 12-16,-1-8-5 0,1 8 6 15,0 0-5-15,-1-12 6 0,1 12-2 0,0 0 1 16,0-9-6-16,0 9 2 16,0 0-2-16,-1-8 0 0,1 8 3 0,0 0-5 15,0 0 5-15,0 0-8 0,0 0-1 16,0 0 1-16,-1-10-1 0,1 10-9 0,0 0 0 16,0 0-1-16,0 0 3 0,0 0 0 15,0 0-6-15,0 0 8 0,8-4-6 16,-8 4 5-16,0 0 2 0,15-3-1 0,-5 2 10 15,3-1-5-15,0 1 7 0,5-2 4 16,3 1 0-16,9-2-1 0,-1-1-4 0,3 0-3 16,0 1 11-16,3-2-11 0,-3 1-2 15,1 0 3-15,2 0-6 0,-2-1 3 16,1 1 3-16,0 1 1 0,8-4-5 16,-2 2 2-16,-6 1 0 0,-2 1-7 0,1-1 5 15,-2 0 3-15,-1 1-10 0,-1 0 2 16,0 0-1-16,-2 0-2 0,-1 1 3 15,-4 0-3-15,-1 1 11 0,0-1-5 0,-1 0-7 16,1 0 2-16,7 0 1 0,0 0 2 16,0-1-6-16,0 1 4 0,2-1-3 15,-2-1 1-15,3 2-1 0,0-1 5 0,-1 0-7 16,0-2 3-16,0 2-6 0,0 1 7 16,-2 0 0-16,2-1-1 0,-1 1 1 0,0 0-2 15,0 0 0-15,-5 2 1 0,-4-2 6 16,-1 2-10-16,0-1 7 0,1 2-3 15,-3-1 2-15,2 0-5 0,0-1 0 16,-2 2 3-16,2-2-1 0,0 1 0 16,0 0 6-16,1 0-3 0,0-1-4 0,1 1 2 15,0 0 1-15,9-2 1 0,-1 0-2 16,0 1 0-16,1-1 4 0,1 0-2 0,-1-1-4 16,1 2 1-16,-1-2 8 0,-1 1-6 15,1-1-1-15,-1 1 2 0,-5 1-1 16,-2 0-4-16,7-1 6 0,-1 1-4 15,0-1 0-15,-4 0 3 0,-4 1 0 16,0 0-2-16,-1 0-2 0,1 0 7 0,1 1-4 16,-2-1 0-16,0 1-1 0,1 0 4 15,-2-2-3-15,2 2 1 0,0-2 0 0,1 0-1 16,6 0 3-16,2 1 2 0,0-3-8 16,3 0 1-16,0 1-2 0,3 0 2 15,0-1 3-15,1 2 4 0,-1-1-1 0,-1 1 2 16,-1 0-2-16,-2 1-1 0,1 0-3 15,-9 1-1-15,-3 1-1 0,-3-1 1 0,0 1 2 16,-1 0-3-16,-1 0-1 0,-3 1 5 16,1-1-4-16,-1 0-1 0,0 0 2 0,-1 0-2 15,1 0 12-15,0 0-8 0,1 0 1 16,-1 0-3-16,4 0-3 0,-3 0 5 16,2-1 0-16,0 0-3 0,0 0 2 15,0 0-4-15,5-1 8 0,-2 0-1 16,2 1-3-16,-2-1 4 0,1 0-5 0,-4 0 0 15,1 1 0-15,0 0 5 0,-1-1-9 16,-1 1 8-16,-3 0-1 0,-1-1-4 0,1 2 4 16,-11 0 0-16,15-2 3 0,-8 1-3 15,-7 1 1-15,12 0-2 0,-12 0 6 16,8-1-1-16,-8 1 2 0,0 0-5 0,12-2 0 16,-12 2-3-16,0 0 1 0,10 0-2 15,-10 0-3-15,0 0 7 0,0 0 1 16,10-2-3-16,-10 2-2 0,0 0 1 15,0 0-1-15,0 0 2 0,12 0 1 0,-12 0 4 16,0 0-2-16,0 0 12 0,0 0 8 16,0 0 1-16,0 0 1 0,0 0 5 15,0 0-5-15,0 0-4 0,0 0 1 0,0 0-5 16,0 0-1-16,0 0-6 0,0 0-2 16,-34-5 4-16,22 5 0 0,-3-1-6 0,-5 2 1 15,-1-1-2-15,0 1-1 0,-9 1-5 16,-1 0 2-16,-1 0 2 0,-4 2-2 15,1-1 0-15,-2 0 1 0,-7 4-7 16,1-2 5-16,-2 0-1 0,1 0-2 16,-2 0 2-16,-1 2 0 0,-2-2 0 0,-2 2-3 15,2-1 1-15,-2 0-2 0,-2 1-2 16,2 0 4-16,-3 1 2 0,2-1-2 0,-2 1 4 16,2-1-5-16,-1 0 2 0,3 0-3 15,-1 0 2-15,2-1 2 0,1 0 2 0,0-1-5 16,4 1 2-16,7-3 1 0,2 1-1 15,-1-1 0-15,2 1 5 0,0-1-8 16,3-2 5-16,-1 2-6 0,2 0 0 0,1-1 4 16,-1 0 4-16,6 0-3 0,-6 0 4 15,1 0-4-15,-1 1-2 0,6-2 0 0,-4 2 8 16,-1 0-8-16,0 0 3 0,1 1-3 16,-1 0-2-16,-1-1-2 0,0 1 7 15,2 0-6-15,-1 1 4 0,0-1 1 16,0 0-1-16,1 0-1 0,0 0 3 15,2 0-2-15,-2 1-2 0,6-2 3 0,3 0 5 16,1 0-10-16,-2-2 3 0,2 2 4 16,0 1-4-16,2-3 3 0,-3 1 0 0,0 0-4 15,1 0 2-15,2-1-1 0,-3 1-1 16,3-2 2-16,2 1 4 0,-1-1-5 0,-1 1 5 16,2-1 1-16,-2 0-4 0,4 0-4 15,-1 0 7-15,-1 0-8 0,2 0 3 16,0 0 4-16,0 0-4 0,1 0-1 15,0 0 2-15,11 0 2 0,-17-1-4 16,10 1 1-16,7 0 2 0,-15 0-2 0,15 0 0 16,-13-1 4-16,13 1-4 0,-11-1 5 15,11 1-6-15,0 0 1 0,-12 1 4 0,12-1-4 16,0 0 2-16,-10-1-4 0,10 1 3 16,0 0 3-16,0 0-1 0,0 0-3 0,-9 1 0 15,9-1-2-15,0 0 2 16,0 0 2-16,0 0 1 0,0 0 0 15,0 0 0-15,0 0 1 0,0 0 1 0,-12-1-6 0,12 1 0 16,0 0-4-16,0 0-22 0,0 0-26 16,0 0-21-16,0 0-23 0,0 0-39 15,0 0-131-15,0 0 211 0</inkml:trace>
  <inkml:trace contextRef="#ctx0" brushRef="#br0" timeOffset="86823.025">9899 8289 593 0,'-4'-6'94'0,"-1"2"-60"0,2-1-7 0,3 5-4 0,-5-6-3 16,5 6-12-16,-6-3 6 0,6 3 8 15,-4-4-3-15,4 4-4 0,0 0 3 16,-6-6-10-16,6 6 7 0,0 0-6 16,0 0-2-16,-4-5 7 0,4 5 1 0,0 0 3 15,0 0-2-15,-3-4 0 0,3 4-4 16,0 0 3-16,0 0-6 0,0 0 1 0,0 0-7 15,0 0 7-15,0 0-5 0,0 0-2 16,0 0 1-16,0 0-2 0,0 0 0 0,0 0-3 16,0 0 3-16,0 0-5 0,-9 12 4 15,8-2-2-15,1 3 2 0,1 2-1 0,1 5-2 16,2 8 5-16,2 10-4 0,2 2-6 16,1 4 5-16,2 3 3 0,1 2 4 15,1 2-10-15,6 10 7 0,-2 0 1 0,3 3-2 16,-3-1 5-16,-2-12-5 0,-1 0 4 15,-1 0-6-15,-1 0 9 0,-2 0-9 0,-3-2 8 16,0 0-5-16,-4-3 2 0,0-3 4 16,-2-8-6-16,0-1 4 0,-1-4-4 0,0-2-1 15,0-6-2-15,0-6-14 0,0-2-34 16,2-5-32-16,-1-1-168 0,2-5 0 0,-3-3 230 16</inkml:trace>
  <inkml:trace contextRef="#ctx0" brushRef="#br0" timeOffset="87487.8928">9582 8952 783 0,'0'0'20'15,"-12"1"-6"-15,12-1-4 0,0 0 3 16,0 0-4-16,-10 3 3 0,10-3-6 0,0 0 1 16,-4 1-4-16,4-1-1 0,0 0 2 15,0 0 0-15,0 0-1 0,0 0-7 0,0 0-1 16,0 0-2-16,0 0 7 0,17 9 1 16,-3-9 1-16,6-1-2 0,12-4 1 0,12-1 3 15,11-3-3-15,21-2-2 16,10-4 6-16,14 0 4 0,6-1-7 0,10-1 9 0,41-5-4 15,6 1 9-15,4 1 6 16,0 3 1-16,0 2 1 0,1 1 3 0,0 3-4 16,-32 5 2-16,-1 0-6 0,1 2-4 15,-5 1 3-15,-3 0-1 0,-5 2 0 0,-8 1-2 16,-10 1-2-16,-10 2-1 0,-28-2 1 16,-7 2-2-16,-9-2-7 0,-15 0-11 0,-10 0-1 15,-8-1-20-15,-4-3-17 0,-6 2-42 16,-2-2-145-16,-2-1-48 0,-1-2 201 15</inkml:trace>
  <inkml:trace contextRef="#ctx0" brushRef="#br0" timeOffset="90116.1202">10330 8908 736 0,'0'0'-25'0,"0"0"8"15,0 0 9-15,0 0 6 0,0 0 15 0,0 0 4 16,0-19 1-16,0 19 1 0,0-12 4 15,0 12 6-15,0-13-3 0,0 5-1 0,0 0-5 16,1-2-1-16,-1 1 3 0,0-1-3 16,2-1 1-16,0 0-6 0,0-1-2 0,-1-1-4 15,3 0 6-15,-1-3-11 0,1 1 3 16,-1-1 0-16,2 0-3 0,0 0 3 0,0 0 4 16,0 1-3-16,0-2-1 0,2 1 2 15,-2 1 1-15,0 0-8 0,3 0 4 0,-3 1 1 16,6-6 0-16,-3 4 0 15,-1 1 0-15,3-4-6 0,0 5 4 0,3-4-4 16,1 2 0-16,-4 3 2 0,4-3-8 16,2 1 4-16,-1-2 5 0,1 2 0 0,1 0 1 15,-1 1-6-15,0 1 8 0,-3 3-6 16,-1 0-1-16,0 2-3 0,-2 1 1 0,-1 1 2 16,0 0-5-16,-1 1 1 0,-2 1-2 15,1 1 6-15,-3-1 0 0,-4 4-3 0,9-4 5 16,-5 1-4-16,-4 3-2 0,6-2 1 15,-6 2-3-15,0 0 2 0,9-2 1 0,-9 2-1 16,0 0-6-16,10 1 11 16,-10-1-3-16,0 0-3 0,10 5 4 0,-6-3 2 15,2 1 0-15,-2 1-3 0,2 0 2 16,0 0-1-16,-1 1 4 0,1-1-5 0,1 1-2 16,-1 0 1-16,1-1 6 0,1 2-5 15,1 0 5-15,0-2-5 0,1 2 5 0,1-1-6 16,1-1 8-16,3 3 3 0,0-2-2 15,2-1-2-15,1-1-10 0,-1 0 12 0,0-1-3 16,2 1 3-16,-2 0-2 0,-1-1 2 16,-2-2-6-16,2 1 6 0,-2-1-3 0,0 0 2 15,-1 1 4-15,-3-2 2 0,1 1-3 16,-1-1 7-16,0-1 1 0,-2 0-5 16,2-1 6-16,-2 0-4 0,0-1 1 0,0-1 3 15,0-2-2-15,1-1 1 0,-2 1-3 16,1-2-5-16,0 1-7 0,-1-1 11 0,0 2-7 15,3-1-3-15,-2 1 5 0,2 1-4 16,0-1-3-16,2 0 3 0,1 1-2 0,1 0 0 16,2 2 2-16,0 0-3 0,3 0-2 15,-1 2 3-15,0-1 4 0,-1 4 0 0,-1-2 0 16,-1 1-1-16,1 1-7 0,-2 1-5 16,-2 0 7-16,-2 0-4 0,-1 1 2 0,0 0 3 15,-1 0-4-15,-2 1-2 16,-1-1 2-16,-2 1 5 0,1 1-6 0,-2 1 4 15,-1 0 0-15,-1-6-3 0,0 13 1 16,0-5 2-16,0-1 4 0,-1 3 0 0,0-1-1 16,0 1 3-16,1 1-8 0,0 0 2 15,-1 4 0-15,-1-1 2 0,1 3 2 0,0 1-1 16,-1 2-3-16,0 7 1 0,0 0-2 16,0 1 6-16,-2-1 1 0,4 1-6 0,-3 0 4 15,1 0-6-15,-1-1 1 0,2-1 4 16,-1-4-3-16,2-3 6 0,0 0-3 0,0-1 1 15,1-1 1-15,1 1-4 0,-2-3 5 16,4 1-3-16,-1 0-2 0,0-1-3 16,2 0 2-16,-1-1-5 0,2 0 7 15,-1-3 2-15,3 2-4 0,0-2 0 0,0 0 2 16,2-1 2-16,1-1 1 0,1 2-2 16,-2-2 1-16,3 0 0 0,0 0-6 0,0 0 7 15,0-2-3-15,1 1 3 0,0 0-3 16,1-2 5-16,1 1-4 0,-2 0-6 0,2-1 10 15,0 0-4-15,0-1 1 0,0 1 3 16,-1-1-4-16,3-1 2 0,-1 0 1 0,-1 0-3 16,2-1 5-16,-5 0-4 0,3 0-3 15,0 0 8-15,-3 0-6 0,1-2 1 16,-2 1 1-16,0 0 0 0,1 0-3 16,-2 0 2-16,-1 0-6 0,1 1 4 0,-1-2 0 15,1 2-2-15,-1-2 2 0,2 2 4 0,0 0-7 16,1-2 2-16,-2 0 5 0,3 0 2 15,0 1-4-15,0-2 1 0,-1 2 0 0,3-2 0 16,-1-2-1-16,-1 0 1 0,1 0-1 16,4 1 7-16,-1-3 0 0,5-3 0 0,-4 1 2 15,5-2-3-15,-4-2 5 0,1-3-3 16,0 2 0-16,-4-2 5 0,1-3 0 0,-2 0 2 16,-1 2 3-16,-1-2-4 15,-3 2-4-15,-2 3 2 0,-1-1-1 0,0-1-1 0,0 1 3 16,-1 0-4-16,0 3-5 0,-1 0 3 15,1-1 0-15,0 1-3 0,0-1-3 16,1 3 1-16,0-2-3 0,1-1 2 16,4 1 1-16,-3-1-2 0,4 1 0 0,3-2 0 15,2 0-4-15,2 0 3 0,0-1 0 16,0 1-3-16,1 0 1 0,-2-1-3 0,1 1 5 16,-1 1-5-16,-4 2 2 0,-2 0 2 15,-2 2 2-15,-2 1 1 0,-3 0 0 0,0 1-3 16,1 0 3-16,-2 2-3 0,-2-1-1 15,-4 3-1-15,10-5 0 0,-6 3-2 0,-4 2 1 16,8-2 0-16,-8 2-2 0,10-1 2 16,-10 1-1-16,14 1 3 0,-2 0 1 15,2 0 0-15,2 0 0 0,5 0-3 16,0-1 4-16,3 0 2 0,8 0-3 0,0-1 3 16,-1 0 2-16,2-2-1 0,-2 0-4 15,0 0 0-15,2-2-2 0,-2-1 4 0,-1-1 0 16,0-1 1-16,-2 1 2 0,0-3-4 15,-1-2 0-15,-1 0 1 0,-2-2 3 0,-5 1-7 16,-1-2 10-16,-1 0-3 0,-3-1 3 16,-4 2 0-16,-2 0-2 0,-2-1 3 0,-1 0-1 15,-2-1 3-15,1 1 4 0,-2 2 0 16,0-1 4-16,-1 0 2 0,0 1-1 0,1 0-1 16,-1 1-1-16,1 0-3 0,0 0-1 15,-1-1-2-15,1 2 2 0,1-1-4 16,1 1-1-16,-1 1-3 0,3-1-2 0,-2 1-2 15,3 0-2-15,1-1 2 0,1 0-3 16,1 1 5-16,1 0-3 0,0-1-1 0,2 2-3 16,0 0 2-16,0 1 1 0,0 1 2 15,2-1-4-15,-1 1 2 0,0 0-2 0,0 1 0 16,1 2 0-16,-1 1 0 16,-2-1-1-16,0 1 0 0,1 2-2 0,0-1 7 15,-2 1-5-15,0 1 2 0,0 1-5 16,-1 0 2-16,0 0 3 0,2 3-2 0,0 1-3 0,-2-2 5 15,0 2-4-15,1 1 0 16,1 2 3-16,-1 1-1 0,0 1 1 0,-1 1-6 16,5 3 8-16,-3-2 0 0,-3 0 1 15,1-2 0-15,0 2-4 0,1-2 0 0,0 1 2 16,1-2 0-16,0 0 0 0,0-1 0 16,0 0 1-16,0 0-1 0,2-1 2 0,-1 0-3 15,-1-3 4-15,1 1-2 0,-2-1 1 16,1 0 2-16,-1-1-2 0,1 0-3 0,-2-2 3 15,-1 2-4-15,0-2 3 0,0 1 0 16,-1-1 2-16,1 1-2 0,0-1 1 0,-1 0 3 16,0-1-3-16,1 0-2 15,-1 1 5-15,2-1-1 0,0 0-4 0,0 0 5 16,0 0-4-16,-2 0-2 0,2 0-1 16,-1 0 2-16,1 0 3 0,-1 0-6 0,1 1-2 15,1 0-4-15,0 0-17 0,1-1-27 16,-1 0-45-16,4 0-141 0,-3 0-213 0,2-1 39 15</inkml:trace>
  <inkml:trace contextRef="#ctx0" brushRef="#br0" timeOffset="91026.1349">12569 8707 1180 0,'-9'-3'-43'0,"9"3"7"15,-8-1-4-15,8 1 11 0,-8-1 0 0,8 1 8 16,0 0-4-16,-9 0 8 0,9 0 0 15,0 0 0-15,0 0 4 0,-11 0-2 0,11 0 7 16,0 0-11-16,0 0 3 0,0 0 4 16,0 0 4-16,0 0 6 0,0 0-3 0,0 0 2 15,0 0 7-15,0 0 0 0,0 0 4 16,0 0 10-16,23 7-9 0,-11-6 8 16,6 1 2-16,4-2 3 0,12 0-6 15,6 0 7-15,10-1-6 0,6-1 9 0,8 0-5 16,23-2 7-16,6 0-2 0,8 0 0 15,8 0 1-15,4 0 1 0,2-1-3 0,2 1-2 16,2 0 0-16,-2 0 3 0,-1 1-5 16,-5 0 1-16,-4 1 3 0,-9-1-4 0,-4 1 2 15,-9 1-3-15,-21 1-4 0,-2-2 1 16,-8 1 2-16,-5 0-5 0,-13 1-4 0,-11-2 5 16,-3 2 1-16,-5 0 16 0,-2 0 7 15,-3 0 5-15,0 0 5 0,-4 0 1 0,0 0-4 16,0 0-4-16,-8 0-2 0,13-1-6 15,-8 1-11-15,-5 0-23 0,0 0-31 16,10-2-40-16,-10 2-56 0,0 0-142 0,0 0-201 16,0 0 23-16</inkml:trace>
  <inkml:trace contextRef="#ctx0" brushRef="#br0" timeOffset="96422.6569">3497 8333 316 0,'0'0'191'0,"0"0"-53"0,0 0-35 0,0 0-36 16,0 0-4-16,0 0-19 0,0 0 1 16,0 0-3-16,0 0 6 0,0 0-13 0,0 0-3 15,0 0 3-15,0 0-7 0,2-14-4 16,-2 14-3-16,0 0 1 0,0 0-10 0,0 0-3 16,-6-4 6-16,6 4-6 0,0 0-1 15,-8-3 0-15,8 3 5 0,-9-1-10 16,9 1 0-16,-12 1-2 0,12-1 2 15,-16 2-1-15,6-1 0 0,0 0 2 0,0 2-1 16,-3-2-3-16,-1 2 1 0,3 0-5 16,-2 2 5-16,-2 0-4 0,0 1 3 0,1 0 2 15,1 2-1-15,2-3-1 0,1 1-3 16,2 0 1-16,-1 0-2 0,1 0 3 0,0 1-4 16,4-2 4-16,-2 1 0 0,3-2-1 15,0 1-6-15,3-5 0 0,-3 10 0 0,3-10 0 16,0 9-1-16,0-9 4 0,4 9-3 15,-2-4 4-15,2 0-2 0,3 0-1 16,1-1 2-16,0 0 3 0,4 1-7 16,0-1 3-16,4 0 4 0,1-1-5 0,2 1 4 15,1-1-1-15,6 1 0 0,4-1 8 16,1 1-6-16,0-2 0 0,3 1 4 0,1 1-2 16,-1-1-2-16,1 1 6 0,-1 0-6 15,-2 0 0-15,-1-1 6 0,-4 2-3 0,0 0 2 16,-7 0-1-16,-3 0 2 0,-2 0-4 15,-4-1-3-15,-1 1 4 0,0 1-1 0,-3 2 0 16,-3-1 6-16,-2 2-6 16,-3 1 9-16,-3 2-4 0,-6 7 0 0,-5 0 1 15,-3-1-1-15,-2 0-2 0,-6 3-2 16,-2-3 1-16,5-4 5 0,0-2 5 0,-1-2 7 16,2 0 12-16,-1-2 12 0,6-2 6 15,2-3 9-15,2-1 5 0,2-1 2 0,1-2 1 16,-1-2-4-16,2-2-9 0,-1-2-6 15,3-6-6-15,2-2-9 0,3-5-9 0,2-10-4 16,5-2-5-16,4-7-6 0,5 0-1 16,0 2-2-16,4 0-1 0,0 6 2 0,-5 7-2 15,-1 2 0-15,-1 3 0 16,-4 5 6-16,0 3 11 0,-4 2 5 0,0 2 5 0,-2 2 3 16,-1 5-9-16,-1-11-2 0,-5 6 0 15,-2 2-4-15,-5 0-2 0,-2 2-4 0,-5 1-2 16,-3 0 0-16,-6 1-1 0,4 0-2 15,-3 2-1-15,6-1-3 0,5 1-3 16,5-3-9-16,2 1-21 0,1-1-33 16,2 0-38-16,7 0-31 0,0 0-7 0,0 0-58 15,0 0-364-15,17-15-61 0</inkml:trace>
  <inkml:trace contextRef="#ctx0" brushRef="#br0" timeOffset="97135.0095">4235 8421 1388 0,'-6'-1'-86'0,"6"1"14"16,-10-1 9-16,10 1 11 0,-10-1 12 16,10 1 14-16,-8-2 10 0,8 2 10 0,0 0 6 15,-7-1 6-15,7 1 3 0,0 0 4 16,0 0-1-16,-10-1-6 0,10 1 5 0,0 0-4 16,0 0 2-16,-7-1-1 0,7 1-4 15,0 0-1-15,0 0-2 0,0 0 6 0,0 0-5 16,0 0 5-16,0 0-11 15,0 0 4-15,-3-5-9 0,3 5 10 0,0 0 1 0,0 0-1 16,19-6 0-16,-7 3 3 16,4-2 0-16,2 1 0 0,7-2 0 0,1-1-3 15,-1 1 3-15,-4 1-1 0,-3 3 0 16,-3-1 2-16,-1 1-1 0,-1 1-1 0,-3-1 0 16,-1 0-1-16,-2 1 1 0,0 0-5 15,-7 1 6-15,10-2-11 0,-10 2 0 0,0 0 14 16,0 0-17-16,0 0-11 0,0 0-34 15,0 0-29-15,0 0-89 0,0 0-107 0,0 0 201 16</inkml:trace>
  <inkml:trace contextRef="#ctx0" brushRef="#br0" timeOffset="97430.7775">4206 8579 825 0,'-6'4'32'0,"6"-4"-3"0,0 0 3 0,-6 3 11 15,6-3 15-15,0 0 13 0,0 0-5 16,0 0-5-16,0 0-8 0,0 0-5 0,0 0-11 15,0 0-2-15,0 0 1 16,21-13-12-16,-2 3-5 0,3-2-4 0,4 2-11 16,0-1-23-16,-2 1-25 0,0 0-29 15,-6 2-61-15,-4 1-210 0,-2 3 46 0,-5 0 186 16</inkml:trace>
  <inkml:trace contextRef="#ctx0" brushRef="#br0" timeOffset="98574.1154">4719 8333 783 0,'-8'0'-6'0,"8"0"13"16,0 0-4-16,0 0 9 0,0 0 8 16,-10 0 0-16,10 0 9 0,0 0 1 15,0 0-5-15,0 0 4 0,0 0-4 16,0 0 4-16,0 0-2 0,0 0-3 0,-9-1 7 16,9 1 5-16,0 0-2 0,0 0-2 15,0 0 4-15,0 0-6 0,0 0 3 0,0 0-8 16,0 0 10-16,0 0-9 0,-5-4-6 15,5 4 3-15,0 0-7 0,0 0 1 0,0 0 0 16,0 0 1-16,0 0-5 0,0 0-1 16,0 0-2-16,0 0 1 0,0 0 0 0,0 0-5 15,0 0-1-15,0 0 0 0,0 0 2 16,0 0-4-16,0 0-3 0,4-13 2 16,-4 13-5-16,0 0 2 0,0 0 5 15,0 0-3-15,0 0-1 0,6-7-1 0,-6 7 4 16,0 0-8-16,4-5 1 0,-4 5-2 15,7-4 5-15,-7 4-2 0,5-4 2 0,0 1-1 16,-5 3-3-16,8-4 5 0,-8 4-7 16,10-5-2-16,-5 3 10 0,1 0-1 0,1 0-1 15,-1 0 3-15,3 0-2 0,0 1-3 16,0-1-2-16,2 2-1 0,-2 0 3 0,2 1-2 16,1 1 2-16,2 1 0 15,-2 2-2-15,0-1 1 0,0 4-2 0,-1 2 1 16,-1 0 4-16,-2 3-1 0,-3 2 0 0,-4 2 2 15,-1 1 1-15,-4 7 2 0,-2 2-3 16,-5 0 5-16,-3 7-3 0,-3-1-4 16,-2-3 5-16,-1 0-4 0,1-2 1 0,-3-1 0 15,6-7-1-15,1-2 0 0,0-2-2 16,4-3 1-16,2-3 6 0,3-2-3 0,0-1 4 16,2-1-8-16,0-2 12 0,0-1 4 15,4-3-5-15,0 0 0 0,0 0 4 0,0 0-6 16,0 0 3-16,23-3 0 0,-2-7-3 15,3-1 3-15,3-2-6 0,9-1 9 16,-1 0-9-16,0 0 6 0,-7 5-5 16,0-1 2-16,-4 2-5 0,-4 1-4 0,-4 2-12 15,-4 2-8-15,-3 1-11 0,-1-1-21 16,-1 2-8-16,-7 1-21 0,6-2-86 0,-6 2-229 16,0 0 91-16</inkml:trace>
  <inkml:trace contextRef="#ctx0" brushRef="#br0" timeOffset="99142.1003">5311 8324 1060 0,'-1'-12'12'0,"0"2"4"0,0 0 14 16,-2 1 9-16,1 0 15 0,0 0 15 16,-1 0 6-16,1 2 9 0,0 1 5 0,0 0-7 15,2 6-5-15,-4-10-9 0,3 4-11 16,1 6-9-16,-3-7-7 0,3 7-7 0,-3-5-9 15,3 5-5-15,0 0-3 0,0 0 0 16,0 0-5-16,0 0 1 0,0 0-1 0,0 0-2 16,0 0 0-16,0 0-4 15,5 28 0-15,-2-20 0 0,0 3-2 0,2 2 1 16,-1 1 1-16,3 2-2 0,0-1-2 16,1 5-1-16,1 3 2 0,-1-2-1 0,1 1 1 15,-2 0 2-15,0 0-2 16,-1-3 3-16,-2-3-4 0,0 0-7 0,-1 0-16 0,0-2-26 15,-2-2-19-15,2-2-35 0,-2-2-46 16,1-2-88-16,0-2-280 0,-2-4-19 0</inkml:trace>
  <inkml:trace contextRef="#ctx0" brushRef="#br0" timeOffset="99422.6096">5225 8510 1401 0,'-9'-4'2'0,"4"1"0"0,5 3 9 0,-7-5 2 15,4 2 13-15,3 3 0 0,-4-6-3 16,4 6-6-16,-2-9-5 0,2 9 1 15,9-12-4-15,5 3-3 0,7-4 5 16,13-4-7-16,3-2-1 0,4 0-6 0,2 1-3 16,2-1-24-16,0 3-27 0,-1-1-41 15,-6 3-90-15,0 1-219 0,-10 4 81 0</inkml:trace>
  <inkml:trace contextRef="#ctx0" brushRef="#br0" timeOffset="99886.6352">5731 8215 1076 0,'0'0'-24'15,"-11"-1"4"-15,11 1 5 0,-9 0 20 0,9 0 20 16,0 0 10-16,-10-1 4 0,10 1-1 16,0 0-6-16,0 0-8 0,-5-4-6 0,5 4 0 15,0 0-6-15,0 0 2 0,16-11-3 16,-5 6-1-16,4-1-6 0,2 0 1 0,5-2 2 16,2-1 0-16,0 4-2 15,-3 1-1-15,-2 0-4 0,-4 3-1 0,-2 1 2 16,0 1-1-16,-1 3 0 0,-3 1 3 15,-3 5-6-15,-3 1 4 0,-5 5-2 0,-7 10 5 16,-5 7-3-16,-6 1-1 0,-1 0 3 16,-2 0 5-16,3-4-5 0,3-3-5 0,4-5-1 15,3-6 6-15,4-3-4 0,1-4 2 16,2-1 3-16,1 0-4 0,4-2 12 0,-2-6 6 16,11 8 13-16,1-6 0 15,3-2-4-15,7-1-1 0,11-4-2 0,12-3-4 0,1 0 3 16,2 0-14-16,0 0-19 0,-3 0-40 15,-4-1-46-15,-7 3-129 0,-6 0-180 16,-8 1 83-16</inkml:trace>
  <inkml:trace contextRef="#ctx0" brushRef="#br0" timeOffset="100331.0484">6375 8174 1119 0,'0'-7'11'15,"0"7"13"-15,0-11 10 0,0 11 16 16,-2-10 6-16,2 10 11 0,-1-7 10 0,1 7 1 16,0 0-13-16,-2-8-8 0,2 8-8 15,0 0-10-15,-2-7-8 0,2 7 0 0,0 0-11 16,0 0 4-16,0 0-7 0,0 0 0 16,0 0-2-16,0 0 0 0,0 0-3 15,0 0-2-15,0 0-2 0,6 26-2 16,-4-17 1-16,2 2-2 0,0 2 1 0,0 1-3 15,0 3 2-15,0-1-3 0,1 1 5 16,1 4-3-16,-2-2-4 0,0-3 4 0,-1 1 3 16,-1 0-2-16,1-1-3 0,-1-2 4 15,1-1-2-15,-2 0-11 0,1-1-18 0,1-1-32 16,-2-2-14-16,2-1-40 0,-2-2-39 16,2-2-146-16,-3-4-140 0,6 3 54 15</inkml:trace>
  <inkml:trace contextRef="#ctx0" brushRef="#br0" timeOffset="100617.3386">6338 8368 1318 0,'-8'-3'25'0,"8"3"1"15,-5-4 1-15,5 4 1 0,0 0-7 16,-5-4-4-16,5 4-4 0,0 0-1 0,7-12-2 16,-1 7-3-16,7-3 1 0,1 0-11 15,10-3-2-15,3 0-19 0,8-3-27 0,-7 3-40 16,6-2-121-16,-8 3-171 0,2 1 104 15</inkml:trace>
  <inkml:trace contextRef="#ctx0" brushRef="#br0" timeOffset="101026.1461">6795 8151 1052 0,'-7'-2'-15'16,"2"0"10"-16,5 2 10 0,-8-4 11 0,8 4 0 16,0 0 3-16,-6-3-4 0,6 3-2 15,0 0 0-15,0 0-7 0,0 0 1 0,15-7-1 16,-6 6 2-16,0 0-4 0,5-1-3 15,-1 2-2-15,3-1 1 0,-2 3-4 16,2 0 1-16,-4 1 0 0,3 2-10 0,-2 3 12 16,-3 0-1-16,-1 3 2 15,-4 3 1-15,-2 0 0 0,-3 2-1 0,-3 3-10 0,-3 5 17 16,-1 1-3-16,-2-1-1 0,2-3-2 16,1-4-2-16,4-2-1 0,1-5 4 15,0-1 3-15,1-2 8 0,2 2 10 0,2-2 5 16,4-1-3-16,3-2 7 0,6 0-4 15,4-2-2-15,10-1 0 0,4-3-8 0,1-1-34 16,7-2-42-16,-7 1-84 0,-2 0-249 16,1 0 98-16</inkml:trace>
  <inkml:trace contextRef="#ctx0" brushRef="#br0" timeOffset="101939.0181">7413 8100 1085 0,'3'-11'5'0,"-3"11"11"0,2-7 10 15,-2 7 16-15,0-7 3 0,0 7 13 16,0 0 10-16,0 0 0 0,-2-10-2 0,2 10-9 15,0 0-6-15,-2-6-7 0,2 6-9 16,0 0-3-16,0 0-6 0,0 0-5 0,0 0-3 16,0 0-1-16,0 0-6 0,0 0 1 15,0 0-3-15,0 0-1 0,0 0-1 0,0 0-2 16,0 0 0-16,0 0-1 0,0 0-1 16,10 22-3-16,-7-15 0 0,0 1-1 15,1 1 4-15,1 1-5 0,-1 0 4 16,1 1 0-16,-1 2-2 0,1 1 0 0,-1-1 6 15,1 1-5-15,-1 2 1 0,0-1 0 16,-1 2 3-16,1-1-2 0,-1-1-2 0,0-1 6 16,-2-1-2-16,0 0-10 0,1 0-26 15,0-2-34-15,-1-2-41 0,-1-3-60 0,2 0-217 16,-2-6 0-16,5 6 106 0</inkml:trace>
  <inkml:trace contextRef="#ctx0" brushRef="#br0" timeOffset="102241.6645">7294 8306 1155 0,'-9'-2'18'0,"9"2"0"0,-6-4 5 15,6 4 3-15,-5-4 8 0,5 4 0 0,0 0-8 16,-2-7-7-16,2 7 5 0,11-7-6 0,0 3-4 16,13-4-5-16,4 0-2 0,3 0-5 15,11-2-22-15,2 0-21 0,1-1-52 16,-1 0-160-16,-2 3-94 0,-4-2 138 0</inkml:trace>
  <inkml:trace contextRef="#ctx0" brushRef="#br0" timeOffset="104423.2804">7838 8104 984 0,'0'0'9'15,"4"-7"0"-15,-4 7 20 0,2-7 6 0,-2 7 3 16,0 0 21-16,1-6 2 0,-1 6 0 15,0 0-5-15,0 0-8 0,1-6-7 0,-1 6-4 16,0 0-5-16,0 0-3 0,0 0-5 16,0 0-1-16,0 0-3 0,0 0 1 0,0 0-1 15,0 0-7-15,0 0-1 0,0 0 1 16,0 0-1-16,0 0 0 0,0 0-2 16,0 0 0-16,0 0 0 0,0 0 3 0,0 0 2 15,0 0-2-15,0 0-5 0,0 0 0 16,0 0-1-16,0 0-6 0,0 0 2 0,3-7-4 15,-3 7 1-15,16-1 3 0,-6 1-1 16,2 0-2-16,4 1-2 0,2 0 1 16,0 2-2-16,0 2 0 0,-1-1 2 0,-1 2-4 15,-2 1 4-15,-1 1 1 0,-3 2-1 0,-3 3 3 16,-4 0-1-16,-2 1 0 0,-8 9 0 16,-3 1 4-16,-3-1-2 0,-1-1-2 15,0-3 0-15,1 0 1 0,5-5-1 16,1-4-5-16,3-3-1 0,0 0 0 0,2-1 3 15,2-6 4-15,4 8 4 0,6-6-2 16,4 0-1-16,9-2-1 0,14-2 6 0,13-4-9 16,5 1-35-16,4-1-38 0,1-2-62 15,-1 2-247-15,-1 2-19 0,-8 3 88 0</inkml:trace>
  <inkml:trace contextRef="#ctx0" brushRef="#br0" timeOffset="106052.7001">3591 8898 352 0,'0'0'53'15,"0"0"-2"-15,0 0-17 0,0 0-9 16,0 0-5-16,-18 8 2 0,18-8-1 0,0 0 1 16,-10 3-5-16,10-3-1 0,-6 2 7 15,6-2 1-15,0 0 8 0,0 0-1 0,0 0 4 16,-6 3-10-16,6-3 0 0,0 0 4 15,0 0-3-15,0 0 0 0,0 0 3 0,46-12-5 16,-15 3-3-16,11-1 0 16,3 1-4-16,2-1-5 0,1 0-36 0,-2 2-43 0,-1 2-151 15,-1 1-29-15,-13 1 234 16</inkml:trace>
  <inkml:trace contextRef="#ctx0" brushRef="#br0" timeOffset="107364.2061">4687 8896 678 0,'0'0'10'0,"-2"5"10"0,2-5-3 16,0 0 5-16,0 0 10 0,-2 6 4 15,2-6 16-15,0 0-4 0,0 0-7 0,0 0-8 16,0 0-1-16,0 0-2 0,0 0-2 16,18-3-4-16,-2-2-8 0,10-3 0 0,12-4-2 15,5 0-8-15,4-2-18 16,3-1-33-16,2 0-66 0,-1-1-225 0,-1 0 149 15</inkml:trace>
  <inkml:trace contextRef="#ctx0" brushRef="#br0" timeOffset="107792.3076">5846 8660 1029 0,'-8'0'35'0,"0"0"-7"0,8 0-1 0,-10 0 2 15,10 0 10-15,0 0 7 0,-9 1 9 16,9-1-1-16,0 0-8 0,0 0-8 0,0 0-4 15,0 0-6-15,0 0-4 0,27-14-5 16,0 4-7-16,12-2-18 0,6 0-24 0,6-3-28 16,1-1-48-16,2 0-122 0,0 2-152 15,-4 1 109-15</inkml:trace>
  <inkml:trace contextRef="#ctx0" brushRef="#br0" timeOffset="108159.5808">6921 8495 1136 0,'-5'2'14'16,"5"-2"-2"-16,0 0 8 0,-8 1 5 15,8-1 10-15,0 0 0 0,0 0-8 0,0 0-5 16,0 0-1-16,0 0-3 0,26-11 1 15,-8 6-3-15,9-3-3 0,3 1-10 0,10-3-12 16,3 1-9-16,2-1-29 0,1 0-31 16,0 1-82-16,-2 1-216 0,-3 0 112 0</inkml:trace>
  <inkml:trace contextRef="#ctx0" brushRef="#br0" timeOffset="108474.143">7991 8503 1116 0,'0'0'51'0,"0"0"5"0,0 0 2 15,0 0 0-15,3 4-3 0,-3-4-5 16,0 0-10-16,0 0-3 0,17-9-8 0,-2 4-12 16,9-3-25-16,7-1-38 0,12-5-49 15,6 0-156-15,4-1-146 0,13-4 91 0</inkml:trace>
  <inkml:trace contextRef="#ctx0" brushRef="#br0" timeOffset="110401.6375">3978 9145 979 0,'0'0'-55'0,"0"0"12"0,0 0 4 0,0 0 12 15,0 0 5-15,0 0 10 0,0 0 16 16,0 0 6-16,0 0-3 0,0 0 6 0,0 0 3 16,0 0-8-16,0 0 2 0,0 0 4 15,0 0-10-15,0 0 3 0,0 0-5 16,-29 2 4-16,20-1 2 0,1 2-2 15,-2 0-4-15,-2 1-2 0,0 1 4 0,1 0-5 16,-2 1 1-16,1 2 2 0,0 0 2 16,1 0-5-16,1 2 6 0,2-3-6 0,2 1 1 15,-1-1-1-15,3 0-3 0,1 0 1 16,0 0-1-16,1-1 0 0,2-6 6 0,0 10-1 16,0-10-1-16,5 8-5 0,0-3 8 15,1-2-1-15,1 0 3 0,3 0-5 16,-1-1 0-16,2-1-2 0,3 0-4 15,1 0 4-15,1 1 2 0,-1-1 3 0,4 2-4 0,-3-2-2 16,3 1 2-16,1 0 9 0,0 1-5 16,8 0-2-16,-1 1 0 0,1-1 6 15,1 1-7-15,0-2 9 0,1 2-3 16,-3 0-4-16,1 0 1 0,-1 1-2 0,1-1 9 16,-2 2-8-16,-4-1 5 0,-5 0 2 15,-1 0-10-15,-1 1 4 0,-3-1-2 16,-2 0 9-16,-1 2 0 0,-5-1 1 0,0 2 0 15,-4-1 2-15,-4 3-5 0,-2 3 6 0,-9 2-1 16,0 1 1-16,-4 0-5 0,-1 0 1 16,-1-3 0-16,0 1 6 0,-3-1 1 0,3-2 9 15,-1-2 11-15,6-1 15 16,2-4 7-16,3 0 8 0,1-3 3 0,1 0-1 16,2-3-8-16,-1-1-7 0,4-2-6 15,-1-3-8-15,4-2-8 0,1-4-5 0,5-10 0 16,3-3-15-16,4-8-6 0,1-1-4 15,3-1-7-15,0 0 2 0,1 2-3 0,1 1 4 16,-3 4-1-16,-4 6 6 0,-1 3 2 16,-3 5 9-16,-3 3 12 0,-1 2 2 15,-3 3-1-15,0-1-2 0,-3 2-3 0,-3 2-2 16,-3 0-4-16,-4 4-2 0,-3 1-2 16,-11 4-3-16,-2 2 1 0,0 3 1 0,-1-1-4 15,3 2 2-15,2-1-4 0,3 0-4 16,5-2 4-16,4-1-9 0,3 0-21 15,2-3-24-15,2 2-26 0,2-2-7 0,4-3-16 16,0 0-32-16,0 0-81 0,0 0-263 16,27-8 19-16</inkml:trace>
  <inkml:trace contextRef="#ctx0" brushRef="#br0" timeOffset="110819.5555">4965 9223 1312 0,'-6'2'-26'0,"6"-2"10"0,-13 1 2 15,7-1 23-15,6 0 24 0,-9 1 12 0,9-1 13 16,-10 0 3-16,10 0-7 0,0 0-4 15,-10-1-4-15,10 1-3 0,0 0-8 0,0 0-2 16,-6-3-10-16,6 3-4 0,0 0-1 16,0 0-5-16,18-17-12 0,-5 9-6 0,1 0-23 15,10-4-9-15,3 1-22 0,8-3-18 16,-1 2-34-16,-4 2-58 0,6 0-277 0,-5 2 45 16</inkml:trace>
  <inkml:trace contextRef="#ctx0" brushRef="#br0" timeOffset="111010.8717">5046 9412 1255 0,'-6'3'33'0,"4"-1"-6"16,2-2-1-16,0 0-3 0,0 0-2 15,0 0 0-15,11-17-6 0,1 7 4 16,11-5-9-16,6-3 3 0,10-2-16 0,4 1-23 15,4-2-49-15,12-3-85 0,-11 5-248 16,-2 2 81-16</inkml:trace>
  <inkml:trace contextRef="#ctx0" brushRef="#br0" timeOffset="113123.3574">5811 8973 1059 0,'-10'0'-27'0,"10"0"11"0,0 0 8 16,0 0 11-16,0 0 11 0,-8-2 17 15,8 2 8-15,0 0 2 0,0 0 3 16,0 0 6-16,-6-4-6 0,6 4 7 0,0 0-6 16,0 0-2-16,0 0-3 0,0 0-6 15,-7-2-2-15,7 2 1 0,0 0-6 0,0 0-3 16,0 0-2-16,0 0-5 0,0 0-1 15,0 0-5-15,0 0-10 0,0 0 7 0,0 0-4 16,0 0 2-16,0 0-1 0,11-13-1 16,-6 10 1-16,-5 3-3 0,9-6 3 15,-3 3-7-15,-1 1 6 0,1-1-4 0,1 1 0 16,-1-1 2-16,2 0-1 0,0 0-1 16,1 1-1-16,1-1 0 0,2 0 3 0,0 1-4 15,1 0 3-15,0-1-1 0,2 2 5 16,0 0-9-16,1 0 1 0,-1 1 3 0,0 0-3 15,0 1-3-15,-2 2 1 0,-1-1-1 16,-1 1 1-16,-2 1-1 0,-2-1 4 0,-2 3-1 16,-3-1 1-16,-3 3 3 0,-3 2-4 15,-5 3 3-15,-9 3-2 0,0 1 2 0,-2-1 1 16,-3 0-1-16,2 1 0 0,-3-3 0 16,1 0 0-16,1 1 0 0,1-4 0 0,2 0 1 15,4-2-2-15,4-3 5 0,4-1-4 16,1-2-2-16,-1 1 2 0,2-1 2 0,5-3-2 15,-6 4 1-15,6-4 0 16,0 0-3-16,0 0 2 0,0 0 5 0,23 0-2 16,-8-1 2-16,4-2-3 0,8 0-2 15,3 0 1-15,1 0-1 0,1 2-2 0,2-1 0 16,-3 3 0-16,1 2 0 0,-2 0-2 16,-3 2 5-16,-1 2 1 0,-8-1-8 0,-5-1 5 15,-2 1 1-15,-3 3 1 0,-4-2 4 16,-3 1 1-16,-2 1 2 0,-6 3 1 15,-3-1 2-15,-9 7 1 0,-8 1 4 16,-1-2 0-16,-3 2-1 0,-1-4 5 0,0 0 5 16,7-3-1-16,1-3 2 0,0 0 3 15,6-3 5-15,5-1 6 0,1-1 12 0,4-1 4 16,-1 0 4-16,2-2-5 0,2 0-7 16,5-1-5-16,-10 3-8 0,10-3-9 0,0 0-23 15,0 0-21-15,0 0-27 0,-3-10-38 16,3 10-46-16,11-10-71 0,-2 4-192 0,-1-1-112 15,1 1-10-15</inkml:trace>
  <inkml:trace contextRef="#ctx0" brushRef="#br0" timeOffset="113839.2242">6635 8906 1390 0,'0'0'-5'0,"0"0"1"16,-2-11 6-16,2 11 17 0,-3-6 13 16,3 6 9-16,-2-7 10 0,2 7 4 0,0 0-4 15,-3-7-1-15,3 7-4 0,0 0-5 16,-3-6-1-16,3 6-8 0,0 0-1 0,0 0-7 15,-2-5-2-15,2 5-5 0,0 0-2 16,0 0-2-16,0 0-4 0,0 0 1 0,0 0-1 16,0 0-5-16,0 0-3 0,0 0 2 15,0 0-2-15,0 0-2 0,0 0 0 0,0 0-1 16,0 0 1-16,0 0 0 0,0 0 0 16,0 25-1-16,2-15 1 0,1 1-2 15,0 2 2-15,-1 4 1 0,3 0-2 0,2 5 1 16,0 0 1-16,0 1-3 0,1-1 1 15,0 0 1-15,-1 0 3 0,-1-5 1 0,0-1-2 16,-1-1-1-16,0-1 3 0,-2-2 1 16,0 1-2-16,-1-2 1 0,0-1 0 0,-2-2-1 15,2 1 1-15,-1-3 1 0,0 1 4 16,-1-7-4-16,1 10-7 0,-1-10-18 0,0 6-53 16,0-6-78-16,0 0-227 0,0 0-94 15,0 0 20-15</inkml:trace>
  <inkml:trace contextRef="#ctx0" brushRef="#br0" timeOffset="114126.1301">6565 9145 1317 0,'-9'-3'17'0,"9"3"4"0,-9-3 5 0,9 3 3 16,-5-5-3-16,5 5-2 0,0 0-7 16,2-10-1-16,-2 10 1 0,14-13-4 0,0 5-6 15,9-4 2-15,5 1-1 0,8-3-1 16,2 1-17-16,3 1-31 0,-1 0-45 0,1 1-73 15,-2 1-269-15,-8 3 62 0</inkml:trace>
  <inkml:trace contextRef="#ctx0" brushRef="#br0" timeOffset="114867.696">7362 8811 1123 0,'0'0'-5'15,"4"-4"6"-15,-4 4-1 0,0 0 0 0,0 0 3 16,0 0 3-16,0 0 5 0,0 0-2 16,-15-11 2-16,9 10 0 0,6 1 0 0,-16 0 3 15,8 1-2-15,-2 0-10 0,1 1-4 16,0 0 6-16,0 1 0 0,0 0-3 0,1 1 3 15,0 0-1-15,2 1-3 0,0 0-3 16,0 0 4-16,2 0-2 0,1 1 3 0,0-1-3 16,3-5-2-16,-2 11 3 0,3-3 1 15,-1-8 2-15,6 12-2 0,-1-6 1 0,2 3-2 16,1-2-1-16,4 2 1 16,2-1 1-16,6 4 1 0,1-1 3 0,3 0-1 15,2 1 4-15,1 0-6 0,-1 1-1 16,6 0-2-16,0 2-5 0,-8-2 10 0,1 0-4 15,-3 0 2-15,0 1-4 0,-4 0 5 16,-1-1-3-16,-6-2 3 0,-2 0-3 0,-4-2 5 16,-2-1 14-16,-3 0 6 0,-1 1 7 15,-5 0 9-15,-1-1 7 0,-4 2 4 0,0-3 7 16,-3 0 1-16,-1-1 2 0,3-2-4 16,1-1 2-16,1-2-4 0,0-2-5 0,1-1-15 15,0-3-33-15,2-3-37 0,3-3-48 16,3-3-55-16,3-4-170 0,4-10-155 15,6-7 31-15</inkml:trace>
  <inkml:trace contextRef="#ctx0" brushRef="#br0" timeOffset="115040.213">7517 8814 1411 0,'-5'-3'50'16,"5"3"-4"-16,-3-9-6 0,3 9 0 0,6-13-2 15,4 2-6-15,7-2-3 0,7-3-2 16,9-2-8-16,7 1-17 0,5-2-34 0,15-5-55 16,4 1-106-16,0 0-291 0,-11 7 10 15</inkml:trace>
  <inkml:trace contextRef="#ctx0" brushRef="#br0" timeOffset="115745.1558">6015 9645 1366 0,'-8'2'5'16,"2"-1"4"-16,6-1 7 0,-7 1 19 0,7-1 14 0,0 0-1 15,0 0-9-15,0 0-5 0,0 0 0 16,19-17-7-16,6 4-6 0,12-2-1 0,8-3 1 16,15-7-4-16,7-1-7 15,8-1-9-15,7-1-19 0,7-3-10 0,3 2-36 16,-1 2-40-16,-4 4-119 0,-10 4-225 15,-7 3 45-15</inkml:trace>
  <inkml:trace contextRef="#ctx0" brushRef="#br0" timeOffset="115979.184">7359 9470 1433 0,'-7'3'95'0,"7"-3"-19"15,0 0-6-15,0 0-8 0,0 0-9 0,0 0-6 16,0 0-7-16,21-20 0 0,8 2-6 16,8-1-4-16,12-1-21 0,24-7-30 0,6 0-43 15,3-4-62-15,5 1-159 0,1 0-223 16,-2-1-13-16</inkml:trace>
  <inkml:trace contextRef="#ctx0" brushRef="#br0" timeOffset="121557.2009">8099 8832 540 0,'-8'6'83'0,"8"-6"-36"0,-6 2-21 0,6-2 1 15,0 0-12-15,-6 2 10 0,6-2 8 16,0 0 10-16,0 0 0 0,-7 2 3 0,7-2 7 16,0 0-2-16,0 0-3 15,0 0-2-15,0 0-3 0,0 0-5 0,0 0-4 16,0 0-4-16,0 0-4 0,-7-7-7 15,7 7 5-15,0 0-2 0,0 0-7 0,0 0 1 16,-1-9-3-16,1 9 0 0,0 0-4 16,0 0 1-16,7-9-2 0,-3 5-4 0,1 1 2 15,0-1-2-15,3 0 0 0,-2 0 0 16,3 0 3-16,1-1-5 0,0 1 0 0,1 0-3 16,0 0 1-16,1 1 2 0,1-2-6 15,-1 2 7-15,1 1-4 0,0-1 3 0,1 1-2 16,-2 0 2-16,2 0-1 0,-1 0-4 15,2 1-1-15,-2-1 6 0,2 2-5 16,1 0 3-16,-1 0-2 0,2 0 2 0,2 1 2 16,0 0-3-16,1 1-1 0,7 1-2 15,0 3 9-15,-4-2-9 0,-4 0 5 0,-1-1-4 16,0 2 4-16,0-1-1 0,-2 1 0 16,-3 0-1-16,0-1-2 0,-1 0 4 0,-1 0-3 15,-3-1 2-15,1 0-1 0,-2 0 2 16,-2-1 0-16,2 1 1 0,-7-3-1 15,10 3 0-15,-7-2 4 0,-3-1 0 16,7 3 5-16,-7-3 2 0,0 0-8 0,8 2 4 0,-8-2-4 16,0 0-22-16,0 0-48 0,0 0-48 15,9-3-133-15,-9 3-118 0,6-7 123 16</inkml:trace>
  <inkml:trace contextRef="#ctx0" brushRef="#br0" timeOffset="122019.6805">8681 8699 954 0,'0'0'-18'0,"0"0"16"0,-9-2 8 16,9 2 3-16,-5-2 15 0,5 2 5 16,0 0 11-16,-8-4-3 0,8 4 0 0,0 0-1 15,-7-1-2-15,7 1-2 0,0 0-6 16,0 0 4-16,0 0-3 0,-7-3-5 0,7 3 0 15,0 0-9-15,0 0 2 16,0 0 0-16,0 0-3 0,0 0 5 0,28 1-6 16,-14 0-2-16,2 0 6 0,2-1-7 15,2 1 4-15,8 3-1 0,-2-1-2 0,-3 1 2 16,-5 1-4-16,-1-2-1 0,-1 2-1 16,-4 0 2-16,-1-1 1 0,-2 1-1 0,-3 1 8 15,-3-1-6-15,-3 3 2 0,-6 0 1 16,-8 8-4-16,-7 1-1 0,-9 3-2 0,-5 1-12 15,-3-2-22-15,-2 0-33 16,-2-3-61-16,7-1-189 0,7-5-55 0,5-2 121 0</inkml:trace>
  <inkml:trace contextRef="#ctx0" brushRef="#br0" timeOffset="131075.5483">15149 8479 328 0,'0'0'158'0,"0"0"-50"16,0 0-35-16,0 0-2 0,0 0-2 0,-5 4-17 15,5-4 11-15,0 0-8 0,0 0 1 16,0 0-3-16,0 0 3 0,0 0 0 16,0 0-2-16,0 0 2 0,-6 3-3 0,6-3-3 15,0 0-8-15,0 0 4 0,0 0-4 16,0 0 0-16,0 0-6 0,0 0 3 0,0 0-7 15,0 0-2-15,0 0-2 0,-7 1 1 16,7-1-4-16,0 0-1 0,0 0 1 0,0 0-4 16,0 0-1-16,0 0-3 0,0 0 5 15,0 0 0-15,0 0 0 0,0 0 2 0,0 0-1 16,0 0 1-16,0 0 0 0,0 0 1 16,0 0-2-16,0 0 4 0,0 0-2 0,0 0 2 15,0 0 0-15,0 0-2 0,0 0-2 16,0 0-1-16,0 0-1 0,0 0-5 15,0 0 0-15,0 0-1 0,0 0-4 16,0 0-2-16,0 0-3 0,0 0-1 0,0 0-4 16,0 0 0-16,0 0 1 0,0 0 0 15,0 0-1-15,33-7-2 0,-12 6 2 0,9-3 2 16,3 2-5-16,5-1 4 0,10 1-2 16,3 0 0-16,1-1 4 0,1 1-4 15,-2 1 1-15,-3 0 0 0,-8 0 0 0,-3 0-1 16,-4 1 0-16,-7 0-1 0,-5 0 0 15,-5 0 2-15,-1 0 3 0,-4-1 2 0,-2 1 4 16,0 0 1-16,-2 0-1 0,-7 0-4 0,7-2 2 16,-7 2-2-16,0 0-1 0,5-3-10 15,-5 3-16-15,0 0-19 0,0 0-34 16,0 0-37-16,0 0-44 0,4-6-108 0,-4 6-352 16,5-5-112-16</inkml:trace>
  <inkml:trace contextRef="#ctx0" brushRef="#br0" timeOffset="131516.7128">15682 8403 1611 0,'-7'0'-46'15,"7"0"6"-15,0 0 10 0,-11-2 17 0,11 2 13 16,-8-1 14-16,8 1 12 0,-8-1 7 16,8 1 0-16,0 0-3 0,-7-3 0 0,7 3-9 15,0 0-2-15,0 0 0 0,0 0-8 16,0 0-3-16,0 0-2 0,0 0 1 15,0 0 2-15,0 0-4 0,0 0 2 16,29 5 2-16,-14-3-1 0,3 2-2 0,8 1 0 16,0 1-2-16,4-1 1 0,0 4 3 15,0-2-1-15,0 2 2 0,-2 0-1 0,-2-1 1 16,-4 1-6-16,-4-1 4 0,-5-4 1 16,-4 1 0-16,-2 1-1 0,-2-1 5 0,-3 1 1 15,-4 0-7-15,-4 4-3 0,-5 0 7 16,-8 4-1-16,-3-1-10 0,1-1-11 15,-3-1-22-15,2-1-43 0,-3-2-49 0,6-1-164 16,5-3-181-16,0-2 21 0</inkml:trace>
  <inkml:trace contextRef="#ctx0" brushRef="#br0" timeOffset="132952.357">16968 8161 1243 0,'0'0'-20'0,"0"0"12"15,0 0 6-15,0 0 5 0,0 0-3 0,8-2 3 16,-8 2-1-16,0 0 3 0,0 0-8 16,0 0 3-16,0 0 4 0,0 0 0 0,0 0-3 15,0 0-2-15,0 0 1 0,0 0 0 16,0 0-1-16,0 0 4 0,0 0 2 0,0 0-5 16,0 0 1-16,-31 3-1 0,24-2-1 15,-1 0-1-15,-2 1 5 0,1 0-3 16,-2 0 2-16,-1 1 0 0,-1 1-2 0,-1 1-4 15,1 0 7-15,-1 1 1 0,-1-2-3 16,1 3-1-16,1-3 4 0,0 3-1 0,-1-1-1 16,4 0-1-16,-1-1 0 0,1 1 5 15,0-1-9-15,2 1 3 0,0 0 7 16,1 0-9-16,1-1-2 0,-1-1 7 0,1 0-4 16,2 0 4-16,-1 0 0 0,5-4 0 15,-7 7-6-15,3-4 5 0,4-3 0 0,-4 4 0 16,4-4 3-16,-4 5-8 0,4-5-4 15,0 0 7-15,0 0 1 0,0 0 0 0,0 0 1 16,0 0 2-16,11 9 1 0,-4-8-4 16,3-1 0-16,1 0 0 0,2-1-2 15,5 0 0-15,1 1 0 0,3-2 2 0,1 3 1 16,0-1 2-16,0-1-9 0,-1 2 9 16,0 0-3-16,-1-1-2 0,-1 2 4 0,-4 0-6 15,0-1 7-15,-2 1-1 0,0 1-2 16,-2 0 0-16,-2-1-2 0,-1 1 5 0,-1 1 2 15,-1-1 0-15,0 1 1 0,-2-1-2 16,-1 1 12-16,-1-1 1 0,-3-3 5 0,4 9-2 16,-4-9 4-16,-2 7 5 0,2-7-5 15,-7 9 5-15,2-4 1 0,-5 1-3 0,1 0 1 16,-5 0-3-16,-2 0-3 0,-7 2 1 16,4-3-2-16,0-1 0 0,-7 2 2 0,6-2-3 15,1-1 3-15,1 0 2 0,1 0-1 16,2-1 2-16,2-2-2 0,-1 2 3 0,3-1-1 15,1 0-2-15,1 0-4 16,1-1 2-16,8 0-4 0,-11 1 0 0,11-1-6 16,-11 2-9-16,11-2-7 0,-9 0-9 15,9 0-14-15,0 0-21 0,-7 1-5 0,7-1-22 16,0 0-31-16,0 0-45 0,0 0-160 16,0 0-130-16,0 0 52 0</inkml:trace>
  <inkml:trace contextRef="#ctx0" brushRef="#br0" timeOffset="133819.7388">17321 8266 1331 0,'5'-8'25'0,"-1"4"-1"16,-2-1 2-16,-2 5 5 0,2-6 5 0,-2 6 4 15,0 0-5-15,0 0-4 0,0 0-5 16,0 0-2-16,0 0-3 0,0 0-1 0,0 0-4 16,-16 16 0-16,12-9-5 0,0 3 0 15,0-3-1-15,0 0-3 0,2 2-3 0,0-1 0 16,2 0-1-16,1-1 0 0,1 1 0 16,3 0 3-16,0-3-3 0,4 2 3 0,1-1-4 15,5-2 4-15,2 0-2 0,3-2 0 16,8 1-5-16,-4-2 2 0,-1-2-8 15,-1 0-5-15,5-3 4 0,-6 0-1 0,-4 1 5 16,0-4-1-16,-6 3 1 0,-1-2 0 16,-1-1 2-16,-2 0 0 0,-2 0 5 0,-2 0 5 15,-2 1 4-15,0-1 0 0,-1 7 6 16,-2-10 1-16,-1 4 2 0,3 6 3 0,-5-9-1 16,3 6 3-16,2 3-2 0,-7-7-6 15,4 3 1-15,3 4-3 0,-4-5 0 0,4 5-3 16,0 0-2-16,-6-7-1 0,6 7-5 15,0 0 3-15,-3-5-1 0,3 5-4 16,0 0-2-16,0 0-1 0,0 0 0 0,-2-5-2 16,2 5 0-16,0 0 1 0,0 0 1 15,0 0-1-15,0 0 1 0,0 0-1 0,0 0 1 16,15 11-1-16,-12-6 2 0,0-1-4 16,1 3 4-16,-1 0-3 0,1-1 5 0,0 0-2 15,0 0-1-15,-1 2 1 16,0-3-1-16,-1-1 2 0,-2-4 2 0,4 10 3 0,-4-10 12 15,1 7 15-15,-1-7 10 0,1 5 5 16,-1-5 4-16,0 0 1 0,0 0-4 0,0 0-5 16,0 0-1-16,0 0-10 0,0 0-3 15,0 0-3-15,0 0-8 0,0-30-6 0,5 19-6 16,2-4-6-16,4-3-3 0,0 1-2 16,0 2 3-16,-2 5-1 0,1 1-2 15,-2 1-4-15,1 2 1 0,0 1 1 0,-1 1-2 16,1 3 1-16,0 0 1 0,1 2-1 15,0 2 2-15,0 1 0 0,1 2 0 0,1 1 0 16,-1 1 1-16,-1 3-1 0,-1 0 5 16,-1-1-4-16,-2-1-1 0,-1 0-16 0,0 1-17 15,-1-2-24-15,-2 0-23 0,2-3-43 16,-4-5-79-16,0 7-214 0,0-7-108 0,0 0-31 16</inkml:trace>
  <inkml:trace contextRef="#ctx0" brushRef="#br0" timeOffset="133997.8711">17455 8062 1579 0,'-13'-3'18'0,"2"2"-2"0,2 0 1 16,1 0 3-16,0 0 12 0,8 1-5 16,-13-2-5-16,8 2 1 0,5 0-12 0,-9-1-12 15,9 1-13-15,0 0-22 16,0 0-33-16,0 0-36 0,0 0-140 0,0 0-196 15,0 0 51-15</inkml:trace>
  <inkml:trace contextRef="#ctx0" brushRef="#br0" timeOffset="135401.0863">18554 8148 1215 0,'0'0'-4'0,"0"0"16"16,0-9 12-16,0 9 10 0,0 0 13 0,0 0 15 16,-4-10 8-16,4 10 6 0,0 0-1 15,0 0-2-15,-2-7-8 0,2 7-3 16,0 0-10-16,0 0-13 0,0 0 0 0,0 0-8 15,0-8-4-15,0 8-5 0,0 0 0 0,0 0-2 16,0 0-3-16,0 0-2 0,0 0-2 16,0 0 1-16,0 0-4 0,0 0 0 0,10 17-4 15,-8-12 3-15,0 1-3 0,0 0 2 16,1 0-4-16,0 2-2 0,-1-1 3 0,1 0 3 16,0 2-1-16,-1 0-3 0,0-1 0 15,0 1 2-15,0 0-1 0,1-1 2 16,-2 0-1-16,1 1-1 0,1-1-7 15,-1 0-14-15,0-1-22 0,0 0-28 0,0-1-40 16,-2-6-54-16,1 7-183 0,-1-7-169 16,5 4-15-16</inkml:trace>
  <inkml:trace contextRef="#ctx0" brushRef="#br0" timeOffset="135645.2365">18372 8316 1493 0,'0'0'15'0,"-11"-5"-3"0,7 2 1 16,4 3 1-16,-5-5-1 0,5 5 0 16,2-10-4-16,-2 10 1 0,11-12-3 0,0 3 0 15,9-2-1-15,3 0-4 0,2 1 4 16,5 1 1-16,6-3-5 0,4 4-6 0,-1-1-11 15,-7 3-24-15,-2 0-26 0,-2 1-49 16,-6 3-145-16,-3-1-127 0,-5 1 103 0</inkml:trace>
  <inkml:trace contextRef="#ctx0" brushRef="#br0" timeOffset="136123.1279">19485 7990 1147 0,'0'0'34'0,"-1"-7"-4"0,1 7-2 15,0 0-3-15,-12-6 4 0,4 5 2 16,-3 1 5-16,-1 2-3 0,-2 1-1 0,-4 2-5 15,1 0 0-15,-4 4-3 0,-1 1 1 16,0 2-5-16,2 1-1 0,1 0-1 16,3 2-3-16,0 1-4 0,4-3 3 15,2 0 0-15,5-3-2 0,0 0-1 0,2 1-1 16,0 1-3-16,3-3 3 0,2 2-3 16,1-1 2-16,2 1 0 0,1-2 0 0,4 1-1 15,3-1 2-15,2 0-13 0,-1-3-17 0,3 0-27 16,0-3-21-16,-1-1-56 0,3-3-144 15,8-3-144-15,2-2 77 0</inkml:trace>
  <inkml:trace contextRef="#ctx0" brushRef="#br0" timeOffset="136802.7148">19878 8050 1261 0,'0'0'41'16,"0"0"-5"-16,0 0-3 0,-19-3 1 15,19 3 7-15,-13 1 3 0,3 1 5 0,1 0-6 16,-2 2-2-16,1 0-8 0,-2 1-4 16,0 2-2-16,1 1-5 0,0 0-2 0,2 0 0 15,2-1-5-15,1-2 1 0,1 2-7 16,0-2 2-16,1 2-4 0,3-2 2 0,1-5-2 16,1 10-1-16,-1-10 0 15,9 9 4-15,-1-6-4 0,1-1 2 0,1-1-1 0,4-1 3 16,2-1-4-16,1 0 1 15,2-3-2-15,-1-1 0 0,-1 1-2 0,-2-3 1 16,-2 1 0-16,-2 0 0 0,-1 0 2 16,0-1 0-16,-3-1 1 0,-4 2 0 0,1-1-5 15,-3 2 3-15,-1 5-2 0,-3-12 0 16,-2 7-1-16,1 0-1 0,-3 0-2 0,-1 2 4 16,2 0-7-16,-1 0 2 0,0 2 3 0,7 1-4 15,-13-2 3-15,13 2-4 0,-12 1 4 16,12-1-4-16,-12 2 2 0,7-2-6 0,5 0 2 15,-7 3 2-15,7-3-1 16,-5 3-4-16,5-3 4 0,0 0 3 0,0 0-2 16,0 0 2-16,0 0 0 0,0 0 4 15,20 7 0-15,-9-8 2 0,3-1 1 0,5-1-3 16,5-3 1-16,2-1-2 0,-2-2 6 16,1 0-4-16,-1-2-2 0,-2-1 4 0,-2 0 0 15,-5 2-2-15,-1 1 0 0,-4 1 3 16,-2 1 0-16,-1 1-1 0,1 1 1 0,-3 1 0 15,1 0-4-15,-2 1-2 0,-4 3-3 16,7-5-1-16,-7 5-1 0,11-1 0 16,-3 2 2-16,2 2-2 0,3 0 2 15,3 2-1-15,1 1 3 0,8 3-2 0,2 0-1 0,8 4 3 16,-8-2-2-16,7 1-1 16,-1 2 2-16,-7-3-1 0,-4-2 1 0,-5-1 0 15,-6-3 0-15,-2 0 12 0,-3 0 11 0,-4-1 10 16,-2-4 1-16,0 0 0 0,-15 15-2 15,-1-9-1-15,-9 1-1 0,-3 0-4 0,-2-1-1 16,1-1-3-16,2 1-2 0,5-1-7 16,7-2-32-16,1-1-48 0,4 0-60 0,0-1-74 15,6 0-187-15,4-1-98 0,0 0 7 16</inkml:trace>
  <inkml:trace contextRef="#ctx0" brushRef="#br0" timeOffset="137563.3383">17940 8528 1305 0,'-15'-2'-11'0,"8"3"3"16,7-1 2-16,-12-1-3 15,12 1 7-15,-7 0 7 0,7 0 6 0,0 0 4 16,-10-1-3-16,10 1-5 0,0 0-3 16,0 0 2-16,0 0-5 0,0 0 5 0,0 0-1 15,47-10 2-15,-3 2-2 0,9-2 4 16,22-7 6-16,12 1-8 0,7-2 2 0,9 0-1 16,7-2-1-16,7 0 4 0,5 3-5 15,34-3-2-15,-36 6 4 0,0 3-3 0,-6 2 3 16,-4 0-6-16,-10 4 0 0,-7 1 4 15,-24 3-3-15,-8-1 0 0,-8 1 1 0,-17 2-2 16,-3-2 4-16,-10 1-2 0,-6-1 6 16,-4 3-3-16,-3-3-3 0,-4 2-7 15,-6-1-14-15,0 0-29 0,0 0-37 0,0 0-97 16,0 0-220-16,0 0 90 0</inkml:trace>
  <inkml:trace contextRef="#ctx0" brushRef="#br0" timeOffset="137955.0912">18216 8592 1098 0,'-13'0'-4'0,"0"0"9"15,2 0 8-15,3 0 23 0,8 0 15 16,-11-1-3-16,11 1-7 0,0 0-9 0,0 0-2 16,0 0-2-16,37-20-5 0,3 7-3 15,12-1-3-15,23-5 1 0,7-2-6 0,7 1 0 16,10-1-4-16,4 1 8 0,4 2-3 15,3-1-4-15,-1 6 2 0,-4 0 0 16,-7 4 0-16,-5-1-2 0,-11 3 2 16,-24 3-1-16,-7 2-8 0,-15 0 7 0,-6 0-1 15,-9 1-5-15,-4 1 1 0,-9-1-8 16,-1 1-16-16,-7 0-26 0,0 0-37 0,0 0-92 16,0 0-263-16,0 0 53 0</inkml:trace>
  <inkml:trace contextRef="#ctx0" brushRef="#br0" timeOffset="147580.269">16998 8511 890 0,'0'0'165'0,"0"0"-64"0,0 0-58 0,0 0-3 15,0 0-21-15,20-9-7 0,-4 4 4 16,13-3-8-16,14-4 0 0,11 1 5 16,21-3 3-16,12-1-1 0,8 1-4 15,6 1 0-15,6 0-2 0,2 1-1 0,-2 2-3 16,-5 2-14-16,-12 2-34 0,-27 2-58 16,-8 1-199-16,-10 0-19 0,-18 1 165 0</inkml:trace>
  <inkml:trace contextRef="#ctx0" brushRef="#br0" timeOffset="148119.4386">19472 8429 1013 0,'0'0'71'0,"-7"0"-8"0,7 0-6 16,0 0-13-16,0 0-4 0,0 0-3 0,0 0-5 16,34-13-5-16,-6 7-6 0,14-1 3 15,5 0-4-15,8-2-4 0,7 1-15 0,21-2-26 16,6-1-42-16,2 0-72 0,2-3-281 15,-6 3 69-15</inkml:trace>
  <inkml:trace contextRef="#ctx0" brushRef="#br0" timeOffset="169687.3795">21241 7028 1100 0,'4'-7'52'0,"-4"7"3"15,0-6-4-15,0 6 5 0,0 0 4 16,0 0 2-16,0-8-2 0,0 8-6 15,0 0-7-15,0 0-2 0,0 0-8 16,0 0-2-16,0 0-7 0,0 0-2 0,0 0 2 16,0 0-5-16,0 0-3 0,0 0-4 15,0 0 0-15,-2-9-1 0,2 9-1 0,0 0-1 16,0 0-2-16,0 0-2 0,0 0-1 0,0 0 0 16,0 0-4-16,0 0 6 0,0 0-2 15,0 0 1-15,0 0 1 0,0 0-5 0,0 0 0 16,0 0-1-16,0 0-3 0,0 0 3 15,0 0-2-15,0 0-2 0,0 0 0 0,0 0 2 16,0 0-1-16,-1 26-2 16,2-16 3-16,0-1 0 0,0 4-4 0,0 2 4 15,3 1 0-15,-1 3-2 0,-1 7-1 16,4 3 2-16,-2-2 3 0,4 2 1 0,-1 1 0 16,1 6-3-16,2 1 5 0,-2-2-2 15,2 3 1-15,0 0-3 0,1 1 5 0,-1-3-4 16,-2-1 2-16,1-6 1 0,-1-2-5 15,1-1 5-15,-2-1-2 0,0-2 2 0,-2-5 1 16,1-3-4-16,-3-3 1 0,-2-1-2 16,2 1-1-16,0-4 3 0,-1 0-15 0,0-2-21 15,-2-1-30-15,0-5-74 0,0 0-218 16,0 0-171-16,0 0-27 0</inkml:trace>
  <inkml:trace contextRef="#ctx0" brushRef="#br0" timeOffset="170431.4431">21164 7367 1444 0,'0'0'-19'15,"0"0"-1"-15,-10-2-1 0,10 2 5 0,-8-1 15 16,8 1 12-16,-9-1 10 0,9 1 3 16,0 0-2-16,-11-1-1 0,11 1-1 0,-6 0 1 15,6 0-1-15,0 0 4 0,0 0-4 16,-11 0 1-16,11 0 2 0,0 0 1 0,0 0 3 16,0 0-3-16,0 0 3 15,-10-1-3-15,10 1-2 0,0 0 0 0,0 0 1 16,0 0-3-16,0 0-4 0,0 0-4 15,0 0 0-15,0 0-4 0,0 0 0 0,0 0-1 16,0 0 2-16,0 0-1 0,0 0 0 16,0 0 1-16,37 2 0 0,-16-3-3 0,12 0 1 15,14-4 0-15,11 1-2 0,20-3 3 16,13 0-2-16,8-1-4 0,5-1 7 0,11-1-6 16,3 0 5-16,8-1-5 0,5 4-2 15,2-1 4-15,-4 2-3 0,-4 3-1 0,-8 2 3 16,-7 2-4-16,-8 1 0 0,-10 2-4 15,-24 0-1-15,-6-1-5 0,-8-1-3 16,-9 1-14-16,-13-2-5 0,-9 1 3 0,-6-2-4 16,-3 0-2-16,-5 0-19 0,-2 0-33 15,-7 0-40-15,7-3-110 0,-7 3-212 0,2-5 44 16</inkml:trace>
  <inkml:trace contextRef="#ctx0" brushRef="#br0" timeOffset="173639.6757">21273 7396 1111 0,'0'0'-55'16,"0"0"12"-16,0 0 6 0,0 0 5 16,0 0 3-16,0 0 4 0,0 0 2 0,0 0 6 15,0 0-2-15,0 0 11 0,0 0 2 16,0 0 2-16,0 0 6 0,0 0 18 0,0 0-4 16,0 0 2-16,0 0 7 0,0 0-1 15,0 0 8-15,0 0 4 0,0 0-6 0,0 0-3 16,0 0 2-16,0 0 1 0,0 0-6 15,13-14 3-15,-13 14 0 0,2-7-2 16,-2 7-3-16,4-9 2 0,-2 4-1 16,-2 5-5-16,5-10 4 0,-5 4-5 0,2 0 1 15,-1 0-2-15,2 0-3 0,0-1 9 16,-2-2-3-16,1 2 3 0,1-1-1 0,-2 2-1 16,0-2 2-16,2 1 0 0,-2 0 2 15,1-1-2-15,-1 1 1 0,-1 7-4 0,2-13 3 16,-1 6 0-16,-1 0-2 0,0 0 0 15,4 0-7-15,-4 0 2 0,2-2-5 0,-1 1 0 16,1 0-5-16,-2 0 5 0,2 0-3 16,-2-1 2-16,2 0-6 0,-1 1 2 0,2 0 2 15,-1-1-1-15,1 0-3 0,0 0 1 16,0-1-4-16,1 1 3 0,1-1-2 16,-3-1 2-16,4 2-2 0,-3 1 2 0,1-1-4 15,0 0 0-15,-1 1 3 0,1 0-4 16,-1 1 4-16,2-1-5 0,-2 1 1 0,1 1-1 15,1-1 4-15,-1 0-3 0,-1 1 3 16,1 0-4-16,-1 1 2 0,-3 5-2 0,6-10 2 16,-2 6 2-16,-1-1-3 0,0 0 0 15,1 0 3-15,-4 5-2 0,6-7-3 0,-1 2 4 16,-3 1 1-16,3 0-3 0,-5 4 3 16,7-8-2-16,-4 4-4 0,2 0 3 0,-5 4 2 15,8-7 0-15,-3 4 0 0,-1-1-3 16,-4 4 1-16,9-6 2 0,-2 2-1 0,-3 1-5 15,-4 3 6-15,10-7 0 0,-5 4-3 16,1 0 2-16,-6 3 2 0,10-5-4 16,-5 2 1-16,0 0 2 0,-5 3 0 0,10-4-4 15,-6 2 3-15,-4 2-1 0,11-3 2 16,-5 1-5-16,-6 2 7 0,11-3-7 0,-5 1 8 16,0 1-4-16,-6 1 1 0,12-3 1 15,-6 2-4-15,-6 1 2 0,11-3-3 0,-11 3 4 16,8-3-2-16,-8 3 4 15,8-2-3-15,-8 2 1 0,6-1-2 0,-6 1 0 0,0 0 0 16,8-1 3-16,-8 1-2 0,0 0 1 16,0 0-2-16,10-2 2 0,-10 2-2 0,0 0 2 15,0 0-7-15,8 2 4 16,-8-2 1-16,0 0 1 0,9 1-1 0,-9-1-1 16,0 0 2-16,8 2 1 0,-8-2-5 15,0 0 0-15,9 1-1 0,-9-1 7 0,6 2-2 16,-6-2 0-16,6 3 4 0,-6-3-3 15,5 3 1-15,-5-3-4 0,0 0 4 0,9 4 1 16,-9-4-1-16,4 2 1 0,-4-2-5 16,5 3 2-16,-5-3-1 0,0 0-1 0,7 5 1 15,-7-5 1-15,4 4 1 0,-4-4-1 16,6 4-1-16,-6-4 4 0,4 4 0 0,-4-4-4 16,5 4 4-16,-5-4-4 0,6 5 0 15,-6-5 2-15,6 6 0 0,-3-3 0 16,-3-3 4-16,5 6-6 0,-5-6 0 0,6 6 2 15,-4-3 0-15,-2-3-3 0,7 6 2 16,-5-2 3-16,-2-4-4 0,7 7 3 0,-4-5-2 16,-3-2 3-16,5 8-2 0,-2-6 0 15,-3-2 4-15,6 7-6 0,-3-3 1 0,-3-4 1 16,4 6-3-16,1-1 2 0,-5-5 2 16,6 6-7-16,-3-3 9 0,0 3-5 0,-3-6 2 15,7 6-1-15,-4-2 5 16,-3-4 1-16,6 7-5 0,-2-4 1 0,0 2 6 15,-4-5-6-15,6 9-1 0,-2-4 0 16,-1-1 0-16,2 1 2 0,-3 1-2 0,3-2 1 16,-2 1 0-16,1 0 1 0,-1 0 0 15,0 1 2-15,1-1-1 0,0 0-4 0,0 1 1 16,0-2 2-16,-1 2 2 0,1 0 1 0,-1-1 2 16,0 1-6-16,1 0 6 0,-1 0 0 15,0-1-1-15,1 0 0 0,-2 1 2 0,2 0-2 16,-1 0 0-16,-1 1-2 0,1 0 2 15,1-2-1-15,-1 2 2 0,1-1-1 16,0 1-1-16,-2-1-3 0,2 1 0 0,-1 0 3 16,0-1-1-16,2 1-2 0,-2 0 1 15,2-2 0-15,-2 2 2 0,1 0-1 16,0-1-4-16,-1 0 0 0,1 1 6 0,-1-1-2 16,1 0 2-16,0-1-8 0,-1 2 8 15,1-1-6-15,-1 0 6 0,0 0-4 0,0-1-1 16,0 1 1-16,0 0-4 0,1 0 3 15,-1 0-2-15,1 0 7 0,-1 0-3 0,1 0-2 16,-1 0 0-16,0 1 6 0,0-1-2 16,2 1-1-16,-3 0-5 0,2-1 7 0,0 0-1 15,0 1 2-15,-1 0-5 0,0-1 2 16,1 1 2-16,0-1-1 0,0 1 1 16,0-1-1-16,0 2 1 0,1-1-2 0,-2 0-1 15,2 0 0-15,-1 0-1 0,1 1 1 16,-2 0-2-16,1-1 4 0,1 0 2 0,-1 0-3 15,0 0-3-15,0 0 1 0,2 2 2 16,-2-2 0-16,1 0-3 0,-1 1 2 0,0-1 0 16,0 0-1-16,2 2 0 0,-2-1 0 15,1-1-4-15,-1 1 5 0,0 0-4 0,1 0 5 16,-1 0-4-16,-1 0 2 0,2-1-1 16,-2 3 3-16,2-1-3 0,-1-2 3 15,0 1-3-15,0 0 0 0,0-1 1 0,0 1 1 16,0-1-2-16,0 1 2 0,0 0 0 15,0 0 1-15,0-1-5 0,2 3 4 16,-3-3-1-16,1 0 0 0,1 1 1 0,-1 0-2 16,1 0 0-16,1 1 1 0,0-2-5 15,-1 0 6-15,-2 1 1 0,3-2-1 0,-1 1 1 16,1 0-2-16,-1 0 1 0,1 0 1 16,0 1-3-16,-1-3 2 0,1 2 0 0,1-1 2 15,-1 1-2-15,-1-1 0 0,2 0 2 16,0-1 0-16,1 2-2 0,0-1 1 0,-1-2 1 15,1 1-1-15,1 0-4 0,-1 0 0 16,1 0 4-16,-2-1-4 0,3 1 1 0,-2-1 2 16,0-2 0-16,1 2-1 0,0-1 2 15,0 1-3-15,1-2 0 0,1 1 3 16,-2-1-5-16,1-1 4 0,1 2 4 0,-1-3-4 16,1 1-1-16,0 0 0 0,-1-1 0 15,0 1 1-15,0-1 0 0,0 0 0 0,1 0-2 16,-1-1 6-16,0 0-3 0,-1 0-3 15,-1-1 2-15,1 0 3 0,0 0-1 0,-2-1 4 16,1 0-1-16,0 0 3 0,0 0 4 16,-1-1 5-16,-1 2 2 0,1-3 3 0,-1 1 1 15,-1 0 1-15,2 0 0 0,-2-1 0 16,0 0 3-16,0-1-4 0,0 1 1 0,-1-1-3 16,0 0-2-16,1 0 0 15,0-1 0-15,-2 0-1 0,0 0-2 0,1 0-4 16,-1-1 1-16,1-1-4 0,-2 1 3 15,0-1-2-15,1 0 4 0,-1 1 2 0,-1-1 0 16,1 0-3-16,-1-1 3 0,0 2-3 16,-1-1 0-16,0-1 1 0,0 3 0 0,0-3-4 15,-1 1 1-15,0 1-3 0,0-2 0 16,0 2 1-16,1-1-5 0,-1 1 1 0,-1-1-2 16,2 1-1-16,-1-1-1 0,0 0 0 15,-1-1 2-15,1 2-1 0,0 0-2 0,0-1 0 16,0 0-1-16,-1 1 1 15,1 0 3-15,0 2-3 0,1 6 0 0,-2-14 0 16,1 5 0-16,0 3 2 0,-1 0-1 16,2 6-4-16,-3-13 1 0,2 6 0 0,-1 2 1 15,2-2 1-15,0 7-2 0,-4-12 1 16,4 6-2-16,0 6-1 0,-3-13 1 0,3 7 1 16,0 6 5-16,-3-12-6 0,2 6-1 15,1 6 0-15,-2-11 2 0,1 5-2 0,1 6 3 16,-2-11-2-16,0 6-1 0,2 5 0 15,-1-9 1-15,1 9 2 0,-2-9-3 0,2 9 2 16,0-6-2-16,0 6 2 0,0 0-1 0,-3-8 3 16,3 8-3-16,0 0 2 15,-1-8 0-15,1 8-1 0,0 0-1 0,0 0 2 16,-1-7-2-16,1 7 2 0,0 0-1 16,0 0 2-16,-2-7-2 0,2 7-2 0,0 0 7 15,0 0-8-15,0 0-2 0,-2-6-5 16,2 6-20-16,0 0-28 0,0 0-33 0,0 0-43 15,0 0-58-15,-2-8-180 0,2 8-60 16,0 0-152-16,-3-8-83 0</inkml:trace>
  <inkml:trace contextRef="#ctx0" brushRef="#br0" timeOffset="174435.1969">20806 7369 1457 0,'-8'-2'-60'0,"8"2"11"15,0 0 9-15,-7-2 18 0,7 2 14 16,0 0 12-16,0 0 5 0,-9-3 3 0,9 3 3 15,0 0-2-15,0 0 4 0,-4-4-3 16,4 4-2-16,0 0 3 0,0 0-1 0,0 0-5 16,0 0 2-16,0 0-2 0,0 0-4 15,0 0-1-15,0 0 0 0,0 0-1 0,0 0-3 16,0 0 0-16,0 0 0 16,0 0 3-16,0 0-2 0,0 0 5 0,24-6-7 15,-10 5 3-15,0-1 4 0,6-1 1 16,8 0-3-16,5-1 2 0,3 2 0 0,10-3 2 15,5 1-1-15,1 0-2 0,6 1-2 16,5-1 2-16,3 1 1 0,19-1-1 0,1 1-6 16,1 1-1-16,-2 0-10 0,3-1-16 15,-4-1-35-15,-4-2-73 0,-13 3-207 0,13-4 22 16,-20 1 164-16</inkml:trace>
  <inkml:trace contextRef="#ctx0" brushRef="#br0" timeOffset="175439.738">21398 7979 914 0,'-2'-10'23'0,"2"10"-2"0,-2-7 6 16,2 7 1-16,-3-7 4 0,3 7 15 15,-2-7-2-15,2 7 8 0,-4-7-1 0,4 7 0 16,-3-7 8-16,3 7 0 0,0 0 2 15,-2-7 0-15,2 7 0 0,-2-5 0 0,2 5 1 16,0 0-8-16,-4-5 0 0,4 5-4 16,0 0-5-16,0 0-3 0,0 0-5 0,-3-6-4 15,3 6-1-15,0 0-6 0,0 0-1 16,0 0-6-16,0 0-1 0,0 0-4 0,0 0-1 16,0 0-3-16,0 0-4 0,0 0-1 15,0 0-2-15,0 0 4 0,0 0-3 16,0 0-3-16,0 0 4 0,0 0-3 0,0 0 0 15,-8 19 2-15,8-14-2 0,-1 4-2 16,0-1-1-16,1 2 3 0,0 1-1 0,-1 2-4 16,1 1 6-16,0 1-1 0,1 3 0 15,0 1-2-15,-1-1 1 0,2 9-1 0,-1-1 1 16,2 2-3-16,-1 1 4 0,-1 2-4 16,0-1 4-16,1 1-1 0,2 2 2 0,-3-1 0 15,1 0 2-15,-1 2 0 16,3 0-1-16,-2 1-1 0,1-3 1 0,1 8-4 15,0-9 3-15,1 0-1 0,-1-1 3 16,-3-2-1-16,4 1 0 0,-2-4-2 0,1 1-8 16,-1-5-10-16,-1-3-16 0,-1-2-17 15,1-3-24-15,-1 0-35 0,-1-3-43 0,3 0-133 16,-1-2-275-16,1-4-60 0</inkml:trace>
  <inkml:trace contextRef="#ctx0" brushRef="#br0" timeOffset="176251.6557">21441 8286 1425 0,'0'0'-34'16,"0"0"11"-16,-7 3 1 0,7-3 12 15,0 0 5-15,-7 3 6 0,7-3 10 0,0 0-7 16,-7 2-2-16,7-2-1 0,0 0 0 16,0 0-3-16,0 0 2 0,0 0-2 0,-4 5 4 15,4-5 1-15,0 0-4 0,0 0 7 16,0 0-9-16,0 0 7 0,0 0 0 0,0 0-5 15,0 0 6-15,0 0-4 0,0 0 3 16,0 0 5-16,0 0 1 0,11 7-1 16,-11-7 1-16,10 1 2 0,-4 0-1 0,2-1 2 15,2-1 4-15,4 1-8 0,1 0 0 16,5-1 2-16,10 0-2 0,3-3 8 0,10 1 1 16,5-5-5-16,1 3-1 0,4-4 4 15,3 1-2-15,6-1 7 0,18-1 1 0,3-3 7 16,7 1 3-16,7-4 0 0,4 0 3 15,3 0-4-15,1-2-1 0,2 2 5 0,2-1 4 16,-3 2-3-16,-1 2-6 0,-2 2-1 16,-4 3-9-16,-8 0 2 0,-8 3-3 0,-21 3-1 15,-6 0-4-15,-6 0 0 0,-14 2-3 16,-3 0-4-16,-8 0 5 0,-7 0-3 16,-2 0 3-16,-5 0 0 0,-1-1 0 0,-1 1 0 15,-2 1-3-15,-7-1-12 0,9-1-27 16,-9 1-32-16,0 0-54 0,0 0-77 0,0 0-200 15,0 0-82-15,0 0 17 0</inkml:trace>
  <inkml:trace contextRef="#ctx0" brushRef="#br0" timeOffset="182071.3335">21486 8364 1195 0,'0'0'-58'0,"-8"16"20"15,8-16 4-15,0 0 11 0,0 0 12 0,0 0 9 16,0 0 7-16,0 0 10 0,0 0 4 16,0 0 3-16,0 0-5 0,0 0 4 15,0 0 3-15,0 0-1 0,0 0 4 0,0 0 5 16,0 0 0-16,0 0-3 0,0 0-1 15,0 0-2-15,0 0 3 0,0 0-6 0,0 0-11 16,0 0 2-16,0 0 1 0,0 0 1 16,0 0-6-16,-5-19 2 0,5 19-4 0,-2-8 2 15,2 8-4-15,-1-10 1 0,1 10 4 16,-2-12-7-16,2 5 1 0,-3-1-1 0,3 1 1 16,-1-2-5-16,1 9 8 0,-1-13 5 15,-1 5 0-15,2 2 0 0,-2-1-1 0,2 7 0 16,-1-12-1-16,1 6-1 15,0 6-2-15,0-11 0 0,1 5-2 0,-1 6-1 16,2-11-2-16,-2 6 1 0,0 5 1 16,3-11-3-16,-2 5 3 0,-1 6-1 0,4-11-1 15,-3 6-1-15,-1 5 1 0,3-10 0 16,-1 5-2-16,-2 5 4 0,3-11-2 0,-1 7 2 16,-2 4 1-16,4-10-1 0,-3 6-2 15,-1 4 2-15,3-8 0 0,-3 8 1 0,2-7-4 16,-2 7 1-16,2-6 1 0,-2 6 1 15,3-6-2-15,-3 6-4 0,4-6-5 0,-4 6 8 16,0 0-4-16,5-8 3 16,-5 8-4-16,5-6 3 0,-5 6 2 0,6-5-2 0,-6 5-1 15,4-5 3-15,-4 5-4 0,6-6 0 16,-6 6 0-16,4-5 1 0,-4 5 1 16,5-5 0-16,-5 5 0 0,4-2 1 0,-4 2 1 15,0 0-4-15,6-5 1 0,-6 5-3 16,0 0 1-16,4-3-3 0,-4 3 4 0,0 0-6 15,0 0 3-15,7-4 2 0,-7 4-2 16,0 0 3-16,0 0 1 0,9-1-3 0,-9 1 0 16,0 0 0-16,8 0 0 0,-8 0 2 15,0 0 0-15,9 3-2 0,-9-3 4 0,5 2-1 16,-5-2 1-16,0 0-2 0,9 4 0 16,-9-4-1-16,5 4-1 0,-5-4 2 15,6 4 0-15,-6-4 1 0,4 5-5 16,-4-5 7-16,5 7-3 0,-2-4 1 0,-3-3-2 15,3 6 3-15,-3-6-1 0,4 7 1 16,-4-7 0-16,1 6-1 0,-1-6 3 0,5 7-1 16,-5-7-3-16,2 7 0 0,-2-7 3 15,3 9-1-15,-2-4 3 0,-1-5-2 0,1 11-5 16,0-5 6-16,-1-6-2 0,1 11-1 16,-1-5 4-16,0-6-2 0,1 12 0 0,-1-5-1 15,1 1 0-15,0-1 0 16,-1-7 4-16,1 14-2 0,-1-8 0 0,0 1 0 15,1 0 0-15,-1-7 1 0,1 14-3 16,-1-8 1-16,1 3-1 0,0-2 1 0,0-1 2 16,-1 2 2-16,1-1-2 0,0 1-3 15,0 1 0-15,1-1 0 0,-2 1 4 0,1 0-3 16,-1-1-2-16,3 1 3 0,-2 0 0 16,1-1-2-16,0 1 2 0,-1-1-2 0,0 1 0 15,2 0 0-15,-2 0-1 0,1 0 4 0,1-1-3 16,-2 1 5-16,2 0-6 15,0-1 1-15,-1 1 0 0,0-1 1 0,2 1 1 16,-1-1-1-16,0 0-1 0,2 0 1 16,-1 0 3-16,1 0-1 0,-1-1-3 0,2 1 3 15,-1-1-4-15,1 0 3 0,1 0-1 16,-2-2-2-16,0 1 1 0,2-1 6 0,0 0-4 16,-2-1-1-16,1 0 2 0,0 0 3 15,-2-1-5-15,-4-3 0 0,9 6 0 0,-9-6 2 16,8 3 3-16,-5-1-1 0,-3-2-3 15,0 0 8-15,10 2 6 0,-10-2 8 0,0 0-1 16,0 0 2-16,11-5 1 16,-8 1-2-16,-3 4-4 0,4-10 0 0,-2 3-3 15,0-2-3-15,-1-1-1 0,0 0 1 16,0-4-5-16,-1 2 1 0,0-3 0 0,-1 2-4 16,1-1 1-16,0 1 0 0,0 2 0 15,-1-3-2-15,1 3-3 0,0 2 4 0,0-2-3 16,1 1-2-16,-1 0 2 0,1 0-2 15,-1 2 1-15,0-2-1 0,0 3 0 0,0-1 4 16,1 0-3-16,0-1-1 0,0 0-1 16,-1 2 1-16,0-2-2 0,0 1 2 0,0 0 0 15,2 1 1-15,-2 7-2 0,1-15 0 16,-1 7 0-16,1-1 1 0,-1 1 0 0,1 1-2 16,-1-1 1-16,0 0 1 0,1 1-1 15,-1 7-1-15,1-15-1 0,1 10-1 0,-1-3 3 16,-1 2 2-16,0 6-1 0,2-12 0 15,0 7-1-15,-2 5 3 0,0-10-2 16,0 10 2-16,0-9-6 0,0 9 2 0,2-7 1 16,-2 7 0-16,0 0-1 0,0-10 0 15,0 10 2-15,1-6-4 0,-1 6 0 0,3-6-1 16,-3 6 3-16,4-8-2 0,-4 8 1 16,4-6-2-16,-1 2 2 0,1-1 1 0,-4 5-2 15,8-9 2-15,-3 4 1 16,0-1 1-16,1 1-3 0,-3 1 0 0,1 0 1 15,0 0-2-15,-4 4 1 0,8-7 3 0,-6 4-4 16,-2 3 3-16,6-4 0 0,-6 4-5 16,5-4 4-16,-5 4-4 0,4-5 3 0,-4 5-1 15,5-3 0-15,-5 3-2 0,0 0-1 16,8-3 5-16,-8 3-2 0,7-2 6 16,-7 2-5-16,9-3 4 0,-2 3-6 0,-7 0 3 15,11-3-2-15,-11 3-1 0,9 0 1 16,-9 0 1-16,10 0 0 0,-10 0-2 15,12 1 2-15,-12-1-1 0,8 2 1 0,-8-2-2 16,8 1 1-16,-8-1 1 0,8 2 1 0,-8-2 1 16,7 3-4-16,-7-3 3 0,6 5-2 15,-2-1 0-15,-4-4 2 0,6 6 1 0,-2-2-1 16,0 0-1-16,-4-4 1 0,5 9 1 16,-1-4 0-16,-1-1-2 0,0 3 1 15,0-1-1-15,1 0 0 0,-1 1 0 0,1 0-1 16,-1-1 6-16,0 2-3 0,1-1-2 15,-2 1 2-15,2-1-1 0,1 0 0 0,-2 1 2 16,0-1 1-16,0 1 0 0,0-1-3 16,1 0 2-16,-1 1-2 0,0-1 2 15,1 2 1-15,-2-1-1 0,0-1-2 0,0 1 0 16,2 0 0-16,-1 0 4 0,0 0-4 0,0-1 2 16,-2 1-2-16,3 1 3 15,-1-2-2-15,0 0 3 0,-1 2 1 0,0-1-2 0,1 0-3 16,-1 0 1-16,0 1 0 15,1 0-1-15,0-1 4 0,1 2-1 0,0-1-2 16,-2-1 1-16,3 2 0 0,-2 0 0 16,1 0-2-16,1-3 3 0,0 2-3 0,1 0-2 15,-1-3 5-15,1 2-1 0,1 0-2 16,-1-3-1-16,0 3 2 0,0-3 1 0,1-1-1 16,-1 1 1-16,1 0 1 0,0 0-1 15,1-2 0-15,-1 0 1 0,-2 0-2 0,2-1 0 16,-1 1 2-16,-6-3-1 0,10 4 1 15,-6-2 2-15,-4-2 1 0,8 2 1 0,-8-2 6 16,7 3 6-16,-7-3 7 0,0 0 8 16,6 1 0-16,-6-1-1 0,0 0-4 15,0 0-3-15,8-5-2 0,-8 5-3 0,2-8-1 16,-2 8-3-16,2-11-1 0,-1 4-2 16,0-2-2-16,0 0 0 0,-1-1-2 0,1-1-2 15,0-2 0-15,0 0 0 0,-1 0-3 16,1 0 1-16,1 0-1 0,-2-1-1 0,1 1-1 15,-1 0 1-15,2 0 0 0,-1 0-1 16,1 1-1-16,-1 2 0 0,-1-1-2 0,1 1 2 16,1 0 0-16,-2 0 0 0,1 0 2 15,0 1-3-15,0 0 3 0,0 1-3 0,-1 0 1 16,0 1-2-16,0 7 1 16,2-14-1-16,-1 7 2 0,0 0-1 0,-1 1-1 15,0 6-1-15,1-13 4 0,1 6-4 16,-1 0 2-16,-1 7 0 0,2-12-1 0,-1 6-1 15,1 0 1-15,-2 6 0 0,1-11-3 16,1 6 0-16,-2 5 0 0,3-8 2 0,-3 8-1 16,2-6 0-16,-2 6 1 0,2-6-2 15,-2 6-2-15,2-5 2 0,-2 5-1 0,3-6-1 16,-3 6-2-16,0 0 2 0,4-6-1 16,-4 6-1-16,6-5 1 0,-6 5-1 0,6-3 0 15,-6 3 0-15,6-4 4 16,-6 4-3-16,6-3-1 0,-6 3 3 15,5-3 1-15,-5 3 0 0,0 0-1 0,8-3 2 0,-8 3 1 16,6-2-3-16,-6 2 0 0,0 0 3 16,9-3 0-16,-9 3-1 0,6-3 2 0,-6 3-1 15,7-2 0-15,-7 2 0 0,0 0 0 16,10-1-2-16,-10 1 1 0,0 0 1 0,10 0-3 16,-10 0 4-16,0 0-2 0,10 0 0 15,-10 0 0-15,8 1 0 0,-8-1-1 16,7 3-2-16,-7-3 4 0,7 3-2 15,-7-3 5-15,6 4-3 0,-6-4-1 0,7 3 0 0,-3 1 2 16,-4-4-2-16,7 4 2 0,-7-4-3 16,7 5 0-16,-3-3 2 0,-4-2 3 15,7 6-2-15,-4-3 1 0,-3-3-5 16,7 7 3-16,-4-2 1 0,0-1-1 0,1 1 3 16,-1-1-2-16,0 1 1 0,1 1 0 15,-1-1 0-15,-2 3-2 0,3-2 2 0,-1 0 0 16,-1 0 3-16,0-1-1 0,0 1-5 15,0 0 0-15,0 1 3 0,1-2 1 0,-1 1-4 16,1 2 3-16,-1-3 1 0,1 4-1 16,-1-3 0-16,0 2-1 0,1 0 0 0,-1 0 4 15,0 0-3-15,1 0 0 0,-2 0 1 16,2-1 0-16,-1 1 0 0,-1 0 1 0,1 0-2 16,-1 0 2-16,0 0-2 15,1 2 0-15,0-2 0 0,0 1 0 0,0-1-1 16,1 1 2-16,0 0-4 0,0-1 3 15,0-1 1-15,1 1-2 0,0-1 3 0,2 1-3 16,-2-1 3-16,1 0-4 0,-2-2 4 16,2 0 0-16,-1 1-2 0,1-2 1 0,-2 0 2 15,1 0-1-15,-4-4 0 0,6 6 0 16,-6-6-1-16,6 3 6 0,-6-3-2 0,3 5 2 16,-3-5-4-16,0 0 1 0,6 4 4 0,-6-4-2 15,0 0 7-15,3 4 1 0,-3-4 4 16,0 0-1-16,0 0-1 0,0 0 1 0,0 0-1 15,0 0 1-15,13-7 2 16,-13 7-3-16,4-7 0 0,-2 1-1 0,1-1-3 16,-1-2 0-16,1 0-2 0,0-2-2 15,0 0 4-15,0-1-2 0,-1 0 0 0,0 0-3 16,1 0-1-16,0 1 1 0,-3 0-2 16,2 2 0-16,-1-1-1 0,0 0-3 0,-1 1 4 15,2 1-4-15,-2 1 2 0,1 0-1 16,-1 7 1-16,0-12-3 0,1 5 2 0,-1 7-3 15,1-11 5-15,-1 5-3 0,0 6 1 16,0-9 0-16,0 9-1 0,0-10 1 0,0 10-2 16,1-9-2-16,-1 9 1 15,1-9 0-15,-1 9-1 0,3-8 1 0,-3 8-1 16,1-10 1-16,1 6 2 0,-2 4-3 16,3-9-1-16,-1 4 1 0,1-1 1 0,-3 6 2 15,3-8-1-15,-2 3-2 0,-1 5-1 16,5-8 3-16,-4 4-1 0,-1 4 0 0,4-7 1 15,-4 7 0-15,3-7-1 0,-3 7-1 16,3-5 0-16,-3 5 0 0,4-5 1 0,-4 5-3 16,3-5 1-16,-3 5-1 0,4-5 2 15,-4 5 0-15,5-6-2 0,-5 6 0 0,5-6 2 16,-1 3-2-16,1 0 1 0,-5 3 3 16,6-6-1-16,-2 3 2 0,-4 3-1 15,5-5-1-15,-5 5 1 0,5-4 1 0,-5 4-1 16,0 0 1-16,5-5 1 0,-5 5 0 15,0 0 0-15,4-4-3 0,-4 4 3 0,0 0 0 16,0 0-3-16,5-4 0 0,-5 4 0 16,0 0-1-16,0 0 1 0,0 0-2 0,5-4 0 15,-5 4 3-15,0 0 0 0,0 0-5 16,5-4 2-16,-5 4 1 0,0 0 2 0,7-4-4 16,-7 4 2-16,0 0-1 0,6-3 1 15,-6 3-2-15,0 0 2 0,6-3-1 16,-6 3 1-16,0 0 0 0,0 0-4 15,6-1 1-15,-6 1 1 0,0 0-1 0,0 0 1 16,0 0-2-16,10 0 0 0,-10 0 1 16,0 0-1-16,8 3 2 0,-8-3 1 0,6 2 0 15,-6-2-1-15,6 3 3 0,-6-3-1 16,7 5-2-16,-2-3 0 0,-1 1 1 0,-4-3 0 16,10 6 0-16,-6-3 0 0,2 2-1 15,-2-2 2-15,0 1-2 0,1 0 4 0,-1 0-1 16,-4-4 1-16,7 7-2 0,-5-5 1 15,-2-2-1-15,7 7 1 0,-5-4 0 16,-2-3 1-16,4 6 0 0,-4-6 0 0,2 5 0 16,-2-5 0-16,0 0 0 0,1 8 2 15,-1-8-10-15,0 0-17 0,-7 9-39 0,7-9-61 16,-4 5-74-16,4-5-209 0,0 0-104 16,0 0-16-16</inkml:trace>
  <inkml:trace contextRef="#ctx0" brushRef="#br0" timeOffset="184379.4186">21417 9009 1376 0,'-3'-10'-34'0,"2"3"14"0,-3 0 12 16,4 1 23-16,0 6 3 0,-7-10 16 0,5 7 10 15,2 3 6-15,-4-9 3 0,0 5 6 16,4 4-2-16,-3-8-6 0,3 8-3 0,-3-7 0 16,3 7 1-16,-4-5-4 0,4 5-3 15,0 0-4-15,-2-6-1 0,2 6-7 0,0 0-1 16,0 0-6-16,-5-5-5 0,5 5 1 16,0 0-7-16,0 0 1 0,0 0-6 15,0 0 1-15,0 0-2 0,0 0-2 16,0 0-2-16,0 0 2 0,0 0 0 0,2 19-1 15,-1-10 0-15,0 5 2 0,2 4-2 0,1 8-1 16,1 1-2-16,2 4 3 0,3 6-1 16,0 1 1-16,-1 3 1 0,3-1-4 0,0 0 0 15,1-1 4-15,-2 1-4 0,1-1 3 16,-1-3-1-16,0 1 0 0,-4-8 2 0,0 0 0 16,0-2 0-16,0 0 0 0,-3-2 0 15,-1-5 0-15,-3-3 3 0,0-3-10 0,0 0-24 16,0-3-25-16,-1-2-50 15,-1-2-75-15,0-2-214 0,2-5-119 0,0 0-15 16</inkml:trace>
  <inkml:trace contextRef="#ctx0" brushRef="#br0" timeOffset="185664.1968">21471 9209 1346 0,'-3'-6'-40'16,"3"6"14"-16,0 0 4 0,0 0 14 0,-7-4 7 15,7 4 11-15,0 0 5 0,0 0 5 16,-7-2 0-16,7 2-6 0,0 0 4 0,0 0 5 15,0 0-6-15,0 0-3 16,-5-4 0-16,5 4 2 0,0 0-1 0,0 0 0 16,0 0 1-16,0 0 0 0,0 0 0 15,0 0 0-15,0 0-4 0,0 0 4 16,0 0-5-16,0 0 1 0,0 0-4 0,0 0 3 16,0 0-4-16,0 0-1 0,0 0-2 0,0 0 1 15,0 0 3-15,0 0-2 0,0 0-1 16,0 0 4-16,0 0-2 0,0 0 4 0,0 0 1 15,22 1 0-15,-22-1 0 0,16 1-3 16,-5-1 2-16,0-1-2 0,-1 2 1 0,5-2-5 16,0 1 5-16,2 0-4 0,2-2 0 15,1 1-2-15,0 1-3 0,0-2 3 16,0 2 1-16,2 0-1 0,-1-1-2 0,-1-1-1 16,1 2 2-16,0-1-3 0,0 1 1 15,-1-2 2-15,0 2-1 0,-1-1 0 0,-1 1-4 16,2-2 2-16,-2 1 5 0,2 0-1 15,-1-2-2-15,0 2 1 0,0-2 0 0,1 1-2 16,0-1 0-16,0-1 2 0,-1 1 1 16,0 0-1-16,0 0 1 0,1 1-1 0,-2-1-4 15,0 0 3-15,-2 2-3 0,-2-1 1 16,0 0 1-16,0 0-2 0,-1 0 0 0,0 0 3 16,-1 1 0-16,0 1 1 0,2-2-3 15,-1 1 1-15,2-1 1 0,-2 1-3 0,2-1 3 16,-2 1-3-16,3-1-1 15,-1 1 3-15,-1-2-1 0,3 2-1 16,-2 0 4-16,1-1-2 0,1 0-1 0,-1 0 2 16,0 0 4-16,1 1-3 0,-1-2-1 0,-1 2-2 15,0-1 3-15,0 1-1 0,0 0-1 16,-1-1 0-16,1 1 3 0,0-2-5 0,-1 3 1 16,0-2 4-16,0 2-3 0,1-1-1 15,1 1 0-15,-2-1 1 0,1 0 0 16,1 0 4-16,0 1-5 0,-1 0 0 0,2 0 0 15,3-2-1-15,3 1 3 0,7 1-1 0,2-2-1 16,-1-1 1-16,2 1-1 16,-1 1 2-16,2 0-2 0,0-1-1 0,-2 1 4 15,1-2-2-15,-1 2 5 0,0 0-4 0,0 0 2 16,-2-1-1-16,0 1-1 0,-6 0 0 16,-2 0 2-16,-1 1 0 0,-1-1 0 0,1 1-4 15,-4 0 1-15,0 0 0 0,-1 1-1 16,0 0 1-16,-1 0 0 0,-1-1 0 0,-2 0 0 15,0 0 0-15,-3 0-1 0,-1 0 1 16,0-1-9-16,-8 1-25 0,12 0-33 0,-12 0-92 16,6-2-213-16,-6 2-67 15,0-8 53-15</inkml:trace>
  <inkml:trace contextRef="#ctx0" brushRef="#br0" timeOffset="191384.2987">21465 9240 1133 0,'0'0'-55'15,"0"0"11"-15,0 0 4 0,0 0 11 0,0 0 6 16,0 0 6-16,0 0 10 0,0 0 7 15,0 0 11-15,0 0 5 0,0 0 3 0,0 0 7 16,0 0 3-16,0 0-5 0,0 0 8 16,0 0-2-16,0 0 5 0,0 0-6 15,0 0 4-15,19-12-5 0,-19 12-2 0,2-9-2 16,-2 3 0-16,0 6-6 0,1-13-2 16,-1 5-1-16,-1-1-3 0,0 0 1 0,-1-1 2 15,2 0 5-15,-1 0 0 0,-1 0 3 16,1 1 4-16,0 1 3 0,-1-1 2 0,1 1-2 15,1 8 2-15,-4-13-4 0,4 8 1 16,-1-3-3-16,1 8-2 0,0-10-4 0,-2 5-1 16,2 5 1-16,-1-10-2 0,1 10-7 15,-2-7 3-15,2 7-3 0,0-9-5 16,0 9 1-16,0-8 2 0,0 8-2 16,1-9-2-16,-1 9 2 0,1-9-2 0,-1 9 0 15,1-10 1-15,-1 10-2 0,1-11-5 16,0 6 3-16,-1 5 1 0,1-9 0 0,-1 9-2 15,2-8 2-15,-2 8-3 0,2-7 1 16,-2 7-1-16,0 0 0 0,2-7-2 0,-2 7 1 16,0 0 0-16,1-7-3 0,-1 7 0 15,0 0 0-15,0 0-2 0,0 0-1 0,0 0 0 16,2-6 2-16,-2 6-4 0,0 0 5 16,0 0 1-16,0 0 2 0,0 0-1 0,0 0-1 15,0 0 2-15,0 0 0 0,0 0 0 16,15 8 1-16,-15-8-4 0,3 5 3 15,-3-5-4-15,4 7 2 0,-4-7 2 16,5 5-2-16,-3-1 2 0,2 1 0 0,-4-5 1 16,7 9-2-16,-4-4 6 0,1 1-6 15,1-1 2-15,-1 1 2 0,-1-1 0 0,1 0-4 16,-1-1-1-16,0 1-2 0,2 0 6 16,-3 1 2-16,1-1-5 0,1 0 2 0,-1 2 3 15,0-2-4-15,0 0-3 0,-3-5 4 16,6 8 1-16,-4-2-2 0,0-1 1 0,-2-5 0 15,4 11 0-15,-2-6 0 0,0 1 0 16,0 0 1-16,-1-1-2 0,-1-5 3 0,2 12-4 16,0-7 2-16,-1 1 0 0,-1-6 3 15,2 11-2-15,-2-5-1 0,0-6 1 16,3 11-2-16,-2-5-2 0,1 0 2 16,-2-6 0-16,2 12 1 0,-2-6-1 0,4 1 0 15,-3 0 2-15,2 0-2 0,-1 0 3 16,-1 1-1-16,2 1-1 0,-1-2 0 0,0 0 0 15,0 2 4-15,0-1-1 0,1 1-5 0,0-1-1 16,-2-1 5-16,2 2 0 0,-1-2-2 16,0 1 2-16,1-1-2 0,-2-1 0 0,2 0 2 15,0 1-2-15,-3-7 2 0,3 10-3 16,-2-6-1-16,-1-4 2 0,5 7-1 16,-5-7 2-16,2 6 1 0,-2-6 0 15,3 5 3-15,-3-5-2 0,0 0 7 0,0 0 4 16,4 4 5-16,-4-4-4 0,0 0 1 15,0 0 4-15,0 0 0 0,0 0-1 0,0 0 3 16,5-15-7-16,-5 15 1 0,-2-12-1 16,2 4 2-16,-2-2-3 0,0-1-2 0,0-2-2 15,0 0 0-15,-1-3-3 0,0-2 2 16,0 1-4-16,-1 0-1 0,3-1 1 0,-1 1-2 16,-2 0-1-16,2 4 2 15,1-5-1-15,-1 5-1 0,1-1-1 0,0 0 3 16,1 2-4-16,0 0-1 0,0 1 3 15,0 1-1-15,-1-1 1 0,2 2-4 0,-3-1 4 16,2 0-4-16,0 1 4 0,1 0-2 16,-1 0-1-16,0 1 0 0,0 1 1 0,0 7 0 15,0-13-1-15,1 7-1 0,-1 6 2 16,0-11-1-16,0 11 3 0,0-9-4 0,0 9 1 16,0-8-4-16,0 8 5 0,0 0 0 15,1-9-3-15,-1 9-1 0,0 0 1 0,2-8-1 16,-2 8 1-16,0 0 3 0,2-6-5 15,-2 6 0-15,4-5-1 0,-4 5 4 0,5-4-4 16,-5 4 2-16,5-3 0 16,-5 3 1-16,5-3 0 0,-5 3 0 0,0 0 0 15,8-4 0-15,-8 4-6 0,6-1 5 0,-6 1 0 16,0 0 0-16,0 0-2 0,13 1 0 16,-13-1 3-16,0 0-1 0,10 3 1 0,-10-3 0 15,8 4-1-15,-5-1 0 0,1 0 0 16,-4-3 2-16,7 8 0 0,-3-4-1 0,0 1 1 15,0 1 1-15,-1 0 0 0,1-1-2 16,-1 1 2-16,0 1 2 0,-1-1-3 0,1 0 1 16,-1 1 0-16,0 0 1 0,-1 0 1 15,1 2-1-15,-1-1 1 0,-1 0-2 0,1 0 0 16,0 0 1-16,-1 2 2 16,0-1-3-16,0 0 0 0,0 0 2 0,0 0-2 15,0-1 3-15,0 2-3 0,0-1 0 16,0 0 4-16,0 0-6 0,0 0 1 0,0 0 3 15,2 0-3-15,-1-1 2 0,1 2-1 16,-1-1 2-16,2-1-2 0,-1 2 1 16,0-1-2-16,0-1 4 0,2 2-2 0,-1-1 0 15,1 0 0-15,-1 1 0 0,2-1 1 0,-2-1-2 16,2 0 2-16,-1 0 1 0,0 0-1 16,0-1-1-16,0-1 0 0,1 1 4 0,-1 0-2 15,1-1-2-15,-1-1 1 0,1 1 0 16,-2-3-1-16,2 2 3 0,-2 1-2 15,-3-6 1-15,9 6-2 0,-6-3 2 16,-3-3-2-16,6 5 0 0,-6-5 0 0,5 4 3 16,-5-4 2-16,7 2-2 0,-7-2 0 15,0 0 2-15,10 1-1 0,-10-1-3 0,0 0 0 16,11-4 2-16,-11 4 3 0,7-4 1 16,-3 1 2-16,-4 3-2 0,6-7 3 15,-2 3 0-15,-1-1-2 0,0 0 0 0,1-1 1 16,-3 0-2-16,2 0 2 0,-3 6 4 0,5-10-4 15,-3 4-1-15,0 1-2 0,-2 5 2 16,2-11 1-16,0 7 0 0,-2 4 1 16,2-12-1-16,-1 7 1 0,0-1-2 0,-1 6 0 15,0-12 1-15,0 5 1 0,0-1-3 16,0 8 2-16,-1-16-4 0,0 6 2 0,-1 1-2 16,1-2 1-16,-1-1-1 0,1 1-2 15,-2-3 0-15,1 2-2 0,0 0 0 0,0-1 0 16,1 0 3-16,-1 4-4 0,1-1 0 15,-1 0-1-15,0 0 2 0,1 2-3 0,-1-1 3 16,1 2-1-16,1 7 1 0,-2-12 2 16,1 7-3-16,1 5 0 0,-1-9 1 0,1 9 0 15,-2-8-3-15,2 8 1 0,0 0-1 16,-1-10 1-16,1 10-1 0,0 0 5 16,-1-9-4-16,1 9 1 0,0 0-3 15,-1-8 3-15,1 8-4 0,0 0 3 0,0 0-1 16,-1-9 0-16,1 9-1 0,0 0 0 15,3-7-1-15,-3 7 0 0,0 0 1 0,2-6-3 16,-2 6 4-16,0 0-1 0,2-6 1 16,-2 6 1-16,0 0-5 0,4-5 1 0,-4 5 2 15,0 0 1-15,3-4-1 0,-3 4 2 16,0 0-4-16,5-4-1 0,-5 4 1 16,0 0 1-16,0 0 0 0,0 0-3 0,6-3 3 15,-6 3-3-15,0 0 2 0,0 0-1 16,0 0 2-16,0 0-2 0,0 0 0 15,0 0 2-15,10 7-2 0,-10-7 0 0,4 3 4 16,-4-3-1-16,4 7-1 0,-4-7 3 16,5 7-2-16,-3-4 4 0,-2-3-2 0,6 10-2 15,-3-5 0-15,-1-1-2 0,1 2 5 16,0 0 1-16,0 1-1 0,0 0-3 0,-1 2 2 16,0-1 0-16,1 0 2 0,-1 1-2 15,-1-2 2-15,2 1 0 0,-2-2-2 0,0 4 1 16,0-3-1-16,0 2 1 0,-1 1 2 15,1-2-4-15,-1 0 1 0,1 0 2 0,0 1-2 16,-1 0 0-16,1 0 1 0,-1 0 2 16,2 2-3-16,-1-3 1 0,1 2-1 15,-1 0 1-15,2 0 2 0,1 1-2 0,-1-1-2 16,1 1 2-16,0-1 2 0,0 0-2 16,0 0 1-16,1-3-1 0,-1 1 0 0,-1-1 0 15,1 0 2-15,-1-2-1 0,1 0-1 16,-1 0 0-16,-3-5 1 0,5 8 0 0,-2-4 1 15,-3-4 3-15,4 5-1 0,-4-5 2 16,4 5 5-16,-4-5 1 0,0 0-3 0,0 0 4 16,0 0-1-16,0 0-1 15,0 0 2-15,9-11-2 0,-8 4-2 0,1 0-2 16,-2-1-1-16,1-2 1 0,-1-4-1 16,0 1 1-16,1-2-2 0,-1 0-2 0,0-4-1 15,0 1 0-15,0-1-3 0,-1 1-1 16,1 3 3-16,-1 2 0 0,0-3-4 0,0 2 2 15,0-1-1-15,0 4 1 0,1-2 1 16,-1 0-2-16,0 3 1 0,1 0 0 0,1-1-2 16,-1 2 2-16,1 0-3 0,-1-1 4 15,1 1-3-15,-1-1-1 0,1 2 3 0,0 0-2 16,0 1-2-16,0 1 1 0,0-2 0 16,-1 8 0-16,3-11 0 0,-1 5 0 0,1 1 0 15,-3 5-1-15,4-10 0 16,-1 6 0-16,-3 4-2 0,6-9 1 0,-2 5 1 15,-4 4-1-15,6-6-2 0,-2 3 0 16,-4 3 2-16,6-4 0 0,-6 4 0 0,6-4 0 16,-6 4-2-16,7-2 2 0,-7 2 0 15,9 0-1-15,-9 0 1 0,0 0 1 0,10 2-1 16,-10-2 2-16,8 4-1 0,-3 0-1 16,-1-1 1-16,-4-3-1 0,8 9 1 0,-6-4 0 15,1 0 1-15,1 2 0 0,-1 0 3 16,0 0-3-16,-1 2 2 0,1-1 2 15,0 2-2-15,0 1 0 0,-1-2 1 0,0 1 0 16,1 0-3-16,-1 1 2 0,1 0 2 0,-2 1-1 16,2-1 1-16,0 1 1 0,-1-2-1 15,0 0 0-15,1 0-2 0,0 1 1 16,-1-1 1-16,0-1 2 0,3 2-1 0,-1-1-3 16,1 0 4-16,1 0-5 0,-1 1 2 15,1-1 1-15,1-1 0 0,0 1 1 0,-1-2 1 16,2 1-1-16,-2-2-1 0,0 0-2 15,2 1 3-15,-4-2 1 0,1 0 1 0,-1-3-3 16,0 2 0-16,0-1 1 0,-4-4 1 16,6 7 0-16,-6-7-1 0,5 5 2 0,-5-5 0 15,4 4 1-15,-4-4-1 16,4 4-1-16,-4-4 3 0,0 0 2 0,5 3 0 16,-5-3 1-16,0 0 4 0,0 0 3 15,0 0 1-15,0 0 2 0,9-1 3 0,-9 1 0 16,0 0-2-16,6-8 2 0,-6 8 4 15,3-10 0-15,-1 6-5 0,0-3 0 0,-1-1-4 16,0-2 1-16,0 0-6 0,-1-2 5 16,1-3-5-16,-2 1 1 0,0-5-1 0,-3 2-1 15,2-2-2-15,-1 0 1 0,0 1-3 16,0 1 0-16,0-1-1 0,0 2-1 0,0 0-3 16,2 2 1-16,-2 1 0 0,1 1 0 15,0-1-3-15,1 3 5 0,-1 0-4 16,1 0 0-16,0 1 2 0,0 0-3 15,1 1-1-15,-1-1 1 0,0 3 2 0,1 6-4 16,-1-13 2-16,1 7-3 0,0 6 2 16,1-11 2-16,-1 11-4 0,1-9 2 0,0 3-1 15,-1 6 1-15,2-9-1 0,-2 9-1 16,2-8 2-16,0 3-3 0,-2 5 0 0,6-8 1 16,-4 5-3-16,-2 3 1 0,8-8-1 15,-4 5 0-15,1 0-2 0,-5 3 2 0,8-5-1 16,-3 3 0-16,0-1-1 0,-5 3 2 15,9-3-2-15,-9 3-1 0,7 0 1 0,-7 0-1 16,0 0 2-16,12 2-2 0,-12-2 3 16,9 4-1-16,-6-1-1 0,1 2 2 15,-1-1 0-15,1 3 1 0,0-2 0 0,-1 2 2 16,2 1 0-16,-3 0 1 0,2 0-2 16,0 2 4-16,0 0-3 0,0 2 2 0,-1 0 0 15,1-2-1-15,0 5 1 0,-1 0 0 16,2-1 1-16,-3-1 0 0,2-2-1 0,-1 3 5 15,0-2-5-15,1 1 1 0,-1-1 1 16,-1 1 0-16,1-1-2 0,0 1 3 0,0 0-1 16,0 0-1-16,1-1 2 0,-2 1-3 15,2-2 2-15,0 2-1 0,0-1 2 0,-1 0-3 16,2 0 1-16,1 1 1 0,-1-2 1 16,0 0 0-16,2-1 1 0,0 1-3 15,-1-1 0-15,1-1 4 0,0 0-3 16,0 0 2-16,0-2 0 0,0 0 2 0,0 0-3 15,0-1 2-15,-1-1 0 0,0-1-2 16,0 1 2-16,-1-2-1 0,-1 0 1 0,-4-3 1 16,8 4-2-16,-4-1 4 0,-4-3 2 15,6 4 1-15,-6-4-2 0,0 0 5 0,9 0-3 16,-9 0 2-16,0 0 0 0,9-4 0 16,-9 4-1-16,6-6 0 0,-3 1-2 0,-3 5 1 15,5-11-1-15,-3 3-1 0,-1 0-1 16,1-2 0-16,-2-1 0 0,0-2 0 0,-1-2-2 15,-1-3 0-15,0 1-3 0,-1-8 2 16,0 3 3-16,-2-3-5 0,1 5 0 16,0 3 1-16,1 1-1 0,0 0 0 0,-1 0-1 15,3 2 1-15,-2 2 2 0,0 1-3 16,1-1 0-16,1 3 0 0,-2-1 2 0,2 2-2 16,-1-1-1-16,1 2 1 0,0 0-1 15,1 7 2-15,-3-14 1 0,3 8-4 16,0 6-2-16,0-11 3 0,-1 5 1 0,1 6 0 15,1-10-1-15,-1 10-2 0,0-10 0 16,0 10 1-16,0-8-3 0,0 8 2 0,2-7 0 16,-2 7 1-16,2-8 1 0,-2 8-3 0,1-5 0 15,-1 5 1-15,0 0 0 16,3-9 0-16,-3 9 0 0,3-5-1 0,-3 5 1 16,4-4 0-16,-4 4 1 0,4-6 0 15,-4 6 0-15,5-3-2 0,-5 3 2 0,6-4-2 16,-6 4 2-16,5-4-1 0,-5 4 2 15,4-3-3-15,-4 3 1 0,0 0-1 0,7-3-1 16,-7 3 2-16,0 0-1 0,0 0-2 16,7-3 1-16,-7 3-1 0,0 0 1 0,0 0-1 15,0 0 1-15,11 2 2 0,-11-2-4 16,0 0 0-16,8 5 5 0,-8-5-1 0,6 5-2 16,-2-1 3-16,-1 0-2 15,1 2-2-15,1-1 3 0,0 1-1 0,-1 0 2 16,0 1-1-16,0 1-1 0,1 1 1 15,-1 1 1-15,0-1-1 0,0 2 1 0,-1-1 0 16,1-2-1-16,0 2 4 0,-1 0-1 16,1 0-1-16,-1-1 3 0,0 1-2 0,0-1 1 15,0 1-1-15,-2 0 0 0,2-2 0 16,-1 1 0-16,0 0 2 0,1 0-2 0,-2-1-1 16,2 1 1-16,-2-1 0 0,1 0 1 15,-1 0 0-15,1-2 0 0,-1 1-1 0,0-1 3 16,-1-6-2-16,2 12-1 0,-2-7-2 15,0-5 3-15,2 9-2 0,-2-9 5 16,3 8-3-16,-3-8-3 0,1 6 2 0,-1-6 1 16,3 4-1-16,-3-4 3 0,0 0-2 15,2 5 0-15,-2-5-1 0,0 0 0 0,6 5 1 16,-6-5 0-16,0 0 0 0,6 3 1 16,-6-3-2-16,0 0 0 0,6 3 0 0,-6-3 0 15,0 0 1-15,0 0 0 0,7 1 0 16,-7-1-3-16,0 0 3 0,0 0 0 0,0 0 0 15,7 2-2-15,-7-2 0 16,0 0 3-16,0 0-2 0,0 0-1 0,8 1 0 0,-8-1 2 16,0 0 1-16,0 0-3 15,0 0 1-15,11 0 0 0,-11 0 2 0,0 0-1 16,0 0 2-16,9-1-2 0,-9 1-1 16,0 0 1-16,7-3 1 0,-7 3 1 0,0 0 0 15,6-4 0-15,-6 4 1 0,5-2 1 16,-5 2 3-16,0 0 0 0,4-6 7 0,-4 6-3 15,2-6 1-15,-2 6 0 0,2-9-1 16,-2 9 2-16,1-10-2 0,0 4 0 0,-1 6-2 16,-1-16-1-16,2 9 0 0,-2-3-2 15,0 1-3-15,1-1 2 0,-2 1-1 0,0-2-1 16,2 0 1-16,-1-1 0 16,-1 3-1-16,1-1-1 0,-1 1-2 0,1 0 1 15,-1-1 0-15,1 3 1 0,-2-3-1 16,2 3 0-16,-2-2 1 0,2 1-2 0,0 0 2 15,-1 0-2-15,-1 0 0 0,2 1 1 16,-1-2-1-16,2 1-1 0,-1-1-1 0,0 1 1 16,0-1 1-16,0 1-2 0,1-1-1 15,0 9 1-15,-2-14-1 0,2 8 1 0,0 6-1 16,0-11 2-16,0 11-1 0,0-9-2 16,0 9 3-16,0-8-5 0,0 8 2 0,2-7 1 15,-2 7-3-15,0 0 1 0,0-7-2 16,0 7 4-16,0 0-5 0,0-8 2 15,0 8-4-15,0 0 5 0,0 0-6 0,0 0-2 16,0 0 1-16,0 0 2 0,0 0 0 16,0 0 1-16,0 0 2 0,14 12-1 0,-12-6 1 15,2 1 2-15,-2 1-1 0,3 2 2 16,-3 0-1-16,0 2 0 0,2 0 0 0,-2 0 2 16,1 2 0-16,0 0 0 0,1 0 1 15,-2-1 0-15,1 0-1 0,1 2 0 0,-1 0 1 16,-1-2-1-16,1 3 3 0,0-3-1 15,-1-1 1-15,1 0-1 0,-2 1-1 0,2-1-1 16,-2 0 1-16,2-1 2 0,0 0 1 16,-1-2-1-16,0 0 1 0,1 0 0 15,-1-1-1-15,0 0 2 0,1-1-3 16,-1-2 1-16,0 0 3 0,-2-5-1 0,3 8 2 16,-3-8 3-16,2 8 1 0,-2-8 10 15,1 5 8-15,-1-5 0 0,0 0-4 0,0 0-3 16,0 0-5-16,0 0-1 0,0 0-2 0,0 0-3 15,3-18-1-15,-3 18-2 0,1-9 0 16,-1 9-2-16,1-8 0 0,-1 8 0 0,1-8 2 16,-1 8-5-16,0 0 0 0,0-9-3 15,0 9-1-15,0 0-2 0,0 0 0 0,0-8-3 16,0 8 0-16,0 0 3 16,0 0 1-16,0 0 0 0,0 0-1 0,0 0 1 15,0 0-1-15,0 0 2 0,0 0-1 16,0 0 0-16,0 0 1 0,0 0-1 0,0 0 0 15,0 0-2-15,0 0 3 0,0 0-3 16,0 0 3-16,0 0-3 0,0 0 4 0,0 0-2 16,0 0 1-16,0 0 2 0,0 0-2 15,0 0-1-15,17 8 1 0,-17-8-1 0,0 0 1 16,0 0 3-16,6-2 0 0,-6 2-2 16,0 0 2-16,0 0-1 0,0 0 2 0,0 0-2 15,0 0-1-15,0 0 1 0,0 0-5 16,0 0-23-16,0 0-38 0,0 0-52 15,0 0-63-15,0 0-167 0,0 0-226 0,9 3-75 16</inkml:trace>
  <inkml:trace contextRef="#ctx0" brushRef="#br0" timeOffset="192538.2244">22174 7450 1460 0,'0'0'-54'0,"7"-3"15"0,-7 3 4 15,0 0 2-15,0 0 8 0,7-1 0 0,-7 1 4 16,0 0 5-16,0 0-5 15,0 0 5-15,0 0 0 0,0 0 5 0,2 9-13 16,-2-9-6-16,0 0-15 0,0 0-16 16,0 0-21-16,0 0-79 0,0 0-93 0,0 0 227 15</inkml:trace>
  <inkml:trace contextRef="#ctx0" brushRef="#br0" timeOffset="193184.5253">22164 8442 859 0,'0'0'95'0,"0"0"-12"0,0 0-9 16,3-5-9-16,-3 5 1 0,0 0-4 15,0 0-5-15,0 0-7 0,0 0-7 0,0 0-5 16,0 0-5-16,0 0-6 0,3-5-10 16,-3 5-17-16,0 0-11 0,0 0-23 0,0 0-18 15,0 0-35-15,0 0-59 0,0 0-276 16,0 0 69-16</inkml:trace>
  <inkml:trace contextRef="#ctx0" brushRef="#br0" timeOffset="193804.4285">22321 9267 1352 0,'0'0'45'0,"5"-5"-32"0,-5 5-11 0,0 0-12 16,2-4-9-16,-2 4-22 0,0 0-50 15,0 0-171-15,0 0-75 0,0 0 149 16</inkml:trace>
  <inkml:trace contextRef="#ctx0" brushRef="#br0" timeOffset="200259.5174">22878 6838 359 0,'0'0'10'16,"0"16"-4"-16,0-16-9 0,0 7 3 0,0-7 1 16,-1 9 4-16,1-9-3 0,-1 9-1 15,1-9 5-15,0 9-4 0,0-9-1 0,1 10 2 16,-1-10-1-16,1 10 2 0,0-5-3 16,-1-5 5-16,2 11-1 0,-2-5 3 0,0-6-4 15,0 14 3-15,0-8-3 16,1 1 1-16,-1 0 3 0,0 0-4 0,0 2 3 15,1 1-3-15,0 0-1 0,0-1 2 16,-1 2 0-16,2-2 1 0,-1 2-5 0,1 1 2 16,0-1 3-16,0 2-1 0,0-1-3 15,1 0 1-15,-2 0 1 0,1-1-1 0,1 1 3 16,-2-2-2-16,2 0 10 0,-2 0 0 16,1 1-2-16,0-2-1 0,-1 1 1 0,0-1 0 15,0 0 4-15,0 1-5 16,0-1 4-16,-1 1-5 0,1 0-2 0,-1-1 1 0,1 0 0 15,1 1-2-15,-2-1-3 0,1 1 6 16,0 0-5-16,0-1 6 0,0 1-7 0,-1-1 4 16,1 0 5-16,0 0-10 15,0 1 1-15,-1-2 3 0,0-1-6 0,1 3 8 16,-1-3-3-16,-1 1 2 0,2 0-3 16,0 1-3-16,-1-1 2 0,-1 2 3 0,3-1-3 15,-2 0-1-15,0 0 3 0,2 0-1 16,-1 0-2-16,0 1 6 0,0-1-4 0,1 0-1 15,1-1 2-15,-2 1-1 0,2 0-2 16,0 0 1-16,0 0 1 0,-1 0 1 0,1 2-8 16,0-3 1-16,1 3 9 0,-1-3-7 15,0 0-1-15,-2 0 9 0,1 0-2 0,0 1-2 16,0-1 4-16,0 1 6 16,-1-1-5-16,0 1-2 0,0 0 6 0,1-1-2 15,-1 1-4-15,0 0-2 0,0 1 1 16,0-2 0-16,0 1 3 0,-1-2 1 0,1 2-5 15,0 1 0-15,0 0 0 0,0-1 4 16,1 1-6-16,0 1 4 0,0 1 0 0,0 0-2 16,0-1-4-16,0 0 4 0,1 1 2 15,-2-1-1-15,2 1-1 0,0 0 2 0,-1 0-4 16,-1-1-3-16,2 2 1 0,-1-2 3 16,0 1 2-16,1-1-2 0,-2 0-1 0,2 1 3 15,-1-3-5-15,0 2 9 0,-2-2-3 0,3 1-3 16,-1-1-4-16,0 1 1 15,0-1 0-15,0-1 1 0,0 1-5 0,0 1 1 16,0-1 2-16,0 0 7 0,-1 0-2 16,0 1 2-16,1-1-6 0,-1 1 8 0,0 1-1 15,0-2-5-15,-1 0 2 0,1 1 1 16,-1-1-1-16,0 1 1 0,0-1 0 0,2 1 1 16,-1-1-6-16,0 0 0 0,-1 0 2 15,1 0 1-15,-1 1-2 0,2 0 3 16,-2-1-6-16,1 2-2 0,0-1 7 0,0-1-2 15,0 0 0-15,1 1-5 0,-1-1 6 0,0 2 0 16,1-1-2-16,-1 1 3 0,1-2-2 16,-1 3 2-16,2-1-5 0,-3 0-1 15,3-2 6-15,-3 3-3 0,1-2-3 0,-1 1 3 16,0-1-1-16,1 1-7 0,0 0 7 16,0-1-3-16,-1 1 5 0,0-1-3 0,0 3 3 15,1-2 3-15,-1-1-3 0,0 1-4 16,2 0 4-16,-1-1 2 0,-1 1-5 0,2 0-3 15,-1-1 3-15,-1 0 4 0,2 0-1 16,-1 0-4-16,2-1 2 0,-1-1 9 0,0 1-3 16,2 0-1-16,-1-1 2 15,0 1 0-15,1-1-3 0,-2 1 1 0,2-1-2 16,0 3 0-16,-2-3-3 0,2 2 3 16,-1-2-1-16,-1 1 3 0,1-1-1 0,1 1 2 15,-3-1-2-15,1 1-1 0,1 0 4 16,-2 1-3-16,0-1 2 0,0 1 3 0,-3-2-6 15,3 1 7-15,-1 1-4 0,0-1 1 0,0 0-2 16,0 0 2-16,-1 1 1 0,2-1-3 16,-2-1-2-16,1 3 3 0,0-2-5 0,0 1 5 15,0-2-3-15,0 2 1 0,0-1-1 16,0 0 1-16,1 0-2 0,-1 0 0 0,0-1 0 16,2 2 3-16,-2-1-4 0,1-2-2 15,-1 0 4-15,3 2 0 0,-2-2-5 0,1 2 4 16,-1-2 1-16,1 2-1 15,0-1-2-15,0-1 3 0,0 1-3 0,-1 1 0 16,1-2 5-16,0 1-4 0,1 0-2 16,-1 0 4-16,0 1-4 0,-1-1 1 0,1 1 1 15,0-2-2-15,0 2 0 0,-1 0 1 16,1 0 2-16,0-1-6 0,-1 1 4 0,2-1 2 16,-2 2 1-16,1-2-8 0,-1 1 10 15,2-2-1-15,-1 3 0 0,0-2-1 0,0-1-2 16,0 2 3-16,0-1-1 0,1 0 4 15,-1 0-3-15,0-1 2 0,0 2-1 0,1-2-1 16,-2 1-2-16,1-1 2 0,1 0 0 0,-1 0-3 16,0 0 2-16,-1 1 3 15,1 1-3-15,-1-3 4 0,1 3-4 0,-1-3 4 16,0 2-1-16,0-1-4 0,0 1 4 16,1 0-2-16,0 0-1 0,-1 0 0 0,1 0 3 15,-2 0 0-15,3 1-4 0,-1-1 3 16,0 0-5-16,0 1 4 0,-1-1-2 0,1 1 2 15,0-1 1-15,0 1-3 0,-1-2 0 16,0 0-1-16,0 0 0 0,1-1 2 0,-2-6 0 16,1 13-1-16,0-6 4 0,0-1-4 15,-1-6 2-15,0 12 3 0,0-6-3 16,0-6 2-16,-2 10-1 0,2-10-1 16,-1 11 1-16,1-11-2 0,0 8 2 0,0-8-3 15,-2 7 1-15,2-7 0 0,-1 7 1 0,1-7-4 16,0 0-14-16,-4 8-22 0,4-8-31 15,-4 4-42-15,4-4-95 0,0 0-296 0,-11-2-5 16</inkml:trace>
  <inkml:trace contextRef="#ctx0" brushRef="#br0" timeOffset="201858.9829">21202 7518 1298 0,'0'0'-37'0,"5"-12"27"16,-5 12 13-16,0 0 13 0,0 0 10 0,0 0 4 15,0 0-2-15,0 0 2 0,0 0-2 16,0 0-11-16,0 0 2 0,0 0-8 0,0 0-2 15,0 0 3-15,0 0-2 0,0 0-4 16,-10 17 0-16,7-11 1 0,-1 4 2 0,1 0-7 16,-1 1 3-16,3 1-3 0,-1-3 0 0,0 0-2 15,2 2-2-15,2-1-2 16,0 1 5-16,3-1-5 0,0-1 0 0,2-2 3 16,0 1 1-16,2-1 0 0,-1-1 5 15,2-2-3-15,-1-1 4 0,0 0-2 0,-3 0 2 16,2-2 0-16,-1 0 12 0,-7-1-1 15,13-2 1-15,-8-1-1 0,-5 3 0 0,6-7-1 16,-3 1 3-16,-3 6-2 0,1-10-3 16,-1 10 1-16,-4-13 0 0,0 8-6 0,-2 0-1 15,1 0 0-15,-3 1 1 0,-1 1 0 16,1 0-4-16,-1 1 1 0,1 0-5 0,1 1 1 16,7 1-13-16,-15 1-22 0,9 0-24 15,0 1-31-15,6-2-33 0,-9 4-78 16,9-4-235-16,-2 6 57 0</inkml:trace>
  <inkml:trace contextRef="#ctx0" brushRef="#br0" timeOffset="202644.8695">23166 7335 1163 0,'0'0'-2'0,"-9"-9"12"0,9 9 16 0,0 0 20 16,-3-4 11-16,3 4-1 0,0 0-6 15,0 0-8-15,0 0-10 0,-6-4-7 0,6 4-1 16,0 0-3-16,0 0-6 0,0 0-3 16,0 0 3-16,0 18-4 0,3-10 1 0,1 3-7 15,0 0 2-15,1 2 0 0,3 3 0 16,2 3 2-16,0 1 1 0,2 2-2 0,1 0-3 15,-3-2-28-15,0 2-29 0,-4-4-52 16,-2-2-139-16,-1 0-183 0,-3-2 65 0</inkml:trace>
  <inkml:trace contextRef="#ctx0" brushRef="#br0" timeOffset="220826.6855">17110 8499 1002 0,'-14'0'50'16,"14"0"-26"-16,-11 0-3 0,11 0 4 15,-10-1 5-15,10 1 8 0,-8 0 3 0,8 0-9 16,-9 0 3-16,9 0-4 0,0 0-5 15,-12 1-5-15,12-1 0 0,-6 1-5 0,6-1 0 16,0 0-4-16,0 0-2 0,0 0-5 16,0 0 2-16,0 0-1 0,0 0-3 0,0 0 3 15,0 0-2-15,21 4 3 16,1-4-1-16,14-2-5 0,17-3 3 0,5 0 5 16,21-2-2-16,4 1 1 0,0 0-2 15,-17 2 4-15,-1 1-1 0,-7 2 1 0,-3 1-1 16,-6-1-5-16,-11 2 5 0,-5 0-6 15,-3-1 4-15,-8 2-4 0,-6-1 0 0,-2 0 0 16,-2 0 1-16,-2-1 3 0,-2 1 3 0,-1 0-4 16,-7-1 2-16,10 1 1 0,-10-1-3 15,10 0-4-15,-10 0-4 0,8 2-23 0,-8-2-22 16,7 0-22-16,-7 0-43 0,10 0-138 16,0-2-140-16,2 0 97 0</inkml:trace>
  <inkml:trace contextRef="#ctx0" brushRef="#br0" timeOffset="221854.6484">19344 8365 1043 0,'-4'4'-8'0,"4"-4"16"0,0 0-6 15,-6 4 6-15,6-4 12 0,0 0 19 0,-8 3 8 16,8-3-3-16,0 0 7 0,0 0-5 16,-4 2-4-16,4-2-9 0,0 0-3 0,0 0-2 15,0 0-6-15,0 0 2 0,23-4-8 16,-3 2 3-16,11-3-5 0,17-3 1 16,8 0 2-16,23-3 6 0,9-2-2 0,8 2-4 15,7 0 9-15,0 0 0 0,-2 2-3 16,-3 3-4-16,-5 1 3 0,-24 4-6 15,-6 1-4-15,-2 2 0 0,-6 0 2 0,-7 2-6 16,-11-2 2-16,-4 1-2 0,-4 0 0 16,-9 0-6-16,-3-2 3 0,-4-1 3 0,-2 2 0 15,-1-1 3-15,-4-1-2 0,1 0 0 0,-7 0 4 16,14 2-1-16,-14-2 2 0,8 0-1 16,-8 0-10-16,10 1-14 0,-10-1-24 0,0 0-36 15,9 0-42-15,-9 0-73 0,0 0-330 16,10-3-20-16</inkml:trace>
  <inkml:trace contextRef="#ctx0" brushRef="#br0" timeOffset="223872.0009">17693 8063 1372 0,'0'0'-58'0,"5"-4"33"0,-5 4 10 16,0 0 3-16,0 0 15 0,-2-9 2 0,2 9 1 15,0 0 0-15,-7-10 1 0,3 6 5 16,-2-2-1-16,1 1-1 0,-1 1 2 0,-1-1 2 16,-2-2-3-16,0 1 4 15,0 0 0-15,-1-1 1 0,-1 2-3 0,1-1-2 16,-4 0-1-16,-1 0-1 0,-1 1 1 15,0 0-4-15,-2 0 0 0,-1 1-2 0,-1 1-1 16,-9 1 0-16,-2 0-3 0,-2 2 4 16,1 0-2-16,-3 0 4 0,1 3-6 0,-2-2-2 15,-7 3 4-15,7-1 3 0,-7 2-5 16,6-2 3-16,-7 2-3 0,8-1 2 0,-1-1 1 16,2 0 0-16,1 1 1 0,0 0-6 0,1 1 3 15,2-2-1-15,1 1 0 0,2 0 0 16,0 0 2-16,5-1-2 0,3 0 0 15,-5 2 2-15,4-2-5 0,3 2 2 16,-1-1-2-16,1 0 6 0,1 2 1 0,0-2-5 16,0 2-1-16,0 0-4 0,2 0 5 15,-1 1 0-15,-4 3-4 0,3-3 5 0,-4 5-1 16,1-1 3-16,0 3-2 0,0-2-2 16,-1 1 1-16,0 2-3 0,1 1 3 0,2 0 5 15,-1 1-6-15,2-1-2 16,0 3 2-16,1-1 2 0,0 1-3 0,2 1 2 15,-1 0-2-15,2 2 3 0,-1 0 1 16,4 1 0-16,0 0-2 0,3-1-3 0,3-2 4 0,1-3-4 16,3-2 0-16,1 3 3 15,2 1 0-15,6 2 0 0,2 1 4 0,3-3-1 16,3 2-2-16,6 0 0 0,6-2 5 16,1 0-2-16,4-4 5 0,2-2-5 0,4-2-1 15,1 2 1-15,3-4 5 0,2-1-4 16,3 0-2-16,0-1 4 0,0 0 6 0,1-2-5 15,-1 2-3-15,-2-2 1 0,-1-1-2 0,-3 0 0 16,2 0 1-16,-9-1 1 0,0-2-9 16,1-1 8-16,0 0 2 0,-1 0 4 0,1-2 2 15,8-2 4-15,-4-1-3 0,0-1 6 16,1-2-1-16,-2-3 1 0,3 0 3 16,-2-5-2-16,2-1 3 0,0-2 5 15,0-4-2-15,-1-2 0 0,-1-2-3 0,-3-1 1 16,-4-2-4-16,-3-1-2 0,-4-2 0 15,-4-2-1-15,-5 1-1 0,-4 0 3 0,-8 7-3 16,-2-1 1-16,-5 1-3 0,-6 0-1 16,-4 3-2-16,-8-3-1 0,-5 3-6 0,-6 1 1 15,-3 5 3-15,-4 1-7 0,-1 3 1 16,0 4-3-16,-3 1 2 0,-2 1 0 0,9 4 0 16,-3 2 1-16,-2 1-10 0,-1 1-14 15,3 1-6-15,1 1-16 0,2 0-19 0,3 0-21 16,5-1-27-16,7 1-63 15,3-2-351-15,5 0-29 0</inkml:trace>
  <inkml:trace contextRef="#ctx0" brushRef="#br0" timeOffset="225758.5234">20402 7832 1330 0,'0'0'-80'0,"0"0"18"16,0-7 4-16,0 7 21 0,0 0 16 16,0 0 11-16,0 0-1 0,0 0 8 0,-5-11 15 15,5 11-2-15,-4-6 9 0,4 6-2 16,-5-5 5-16,5 5 3 0,-8-6 1 0,1 1 6 16,2 0-8-16,-3-1 1 0,-2 1 0 15,-2-1 0-15,0 0 5 0,-3 0-13 16,0-1-1-16,-3 2-3 0,2-1 0 0,-2 1-1 15,-8 0-2-15,4 1 3 0,2 1-3 16,-2 0-2-16,2 2-1 0,-2-1 1 0,-1 2-6 16,1-1 5-16,-1 1-2 0,0 0-2 15,1 1 0-15,2 1 1 0,-1-1 0 0,0 1-1 16,-8 1 3-16,6-1-4 0,-6 2 1 16,5-3 0-16,-2 4 0 0,3-2-2 0,-3 1 4 15,4 0-2-15,3 1 0 0,-1-1-5 16,-4 2 5-16,-1 0-1 0,1 1-2 0,6-1 1 15,-5 1-3-15,0 1 3 16,4-1 3-16,-1 2-2 0,-1 0-2 0,0 1-2 16,-2 0 4-16,2 0-2 0,0 0 4 15,1 1-4-15,1-1-1 0,-1 1 2 0,5-1-1 16,1-1 1-16,-4 2-2 0,3-2-1 16,1 0 6-16,2 1-7 0,-1-1 2 0,3 1-6 15,-3 0 4-15,3-1 6 0,-1 3-5 16,1-3-3-16,0 2 5 0,2-2 1 15,2 1-2-15,-1-1-3 0,0 1 7 0,1-1-4 0,1 1 2 16,0-1 0-16,0 1-3 0,0-2 3 16,0 2 1-16,2-1-3 0,-2 1 2 15,1 0 2-15,-1 0 1 0,0-1-2 16,2 1-4-16,-1 1 2 0,1-2 0 0,-2 3-6 16,3-1 2-16,-1 0 4 0,-1 0 2 15,1 0-1-15,1 1 2 0,-2-1-6 0,1 0 8 16,2 1-5-16,-1-2-2 0,2 0 3 15,-1 1-1-15,-2-1 1 0,3-1-2 0,1 2 3 16,1-1-5-16,-1-1 4 0,2 3-6 16,0-1 6-16,1-1 2 0,1 0 1 0,2 1-4 15,0 1 0-15,3-1 4 16,2 0 0-16,5 2-1 0,1 1-1 0,2-2-4 16,2-1 4-16,2 1 1 0,1-2-1 15,1-2-5-15,-1 1 3 0,1 0 4 0,2-2 0 16,-3 2-1-16,2-4 3 0,-2 3-10 15,2-1 11-15,-2-2-5 0,1 1 4 0,1 0-5 16,-4-1 2-16,-1-1-3 0,5 0 1 16,-5 0 5-16,-4-1-3 0,2 1 0 0,0-3-1 15,1 2-1-15,-3-2 1 0,2 1 0 0,0-1-2 16,0 1 2-16,2-1-1 0,-2 0 2 16,1-2-1-16,3 1 3 0,5-1-1 0,1-2 1 15,2-2 7-15,3 1-2 0,-1-1 4 16,0-1-1-16,7-1 5 0,-8 1 0 15,6-4 1-15,-9 3-3 0,-1-1-2 16,-1 1-2-16,-1-1-1 0,-2 0-1 0,-6 3 2 16,3-3-1-16,-5 1-1 0,-2 2 5 15,0-1-3-15,-3 0 0 0,0 1 0 0,-1-1 0 16,0 0-1-16,-1-1-2 0,-2 1 1 16,2-1 0-16,0 1-1 0,-1-3 1 0,1 0-4 15,0-1 4-15,0-2-4 0,5-5-2 16,-1-1 1-16,2 0 0 0,1 1-1 15,-1-2 4-15,0 0-8 0,-1 0 1 16,1 0 4-16,1 1 2 0,-2-1 5 0,-1 2 1 16,0 0 8-16,-4 3-1 0,0 2 6 15,-1 0-1-15,-2 0-1 0,2 1 2 0,-3-1-2 16,1 2 0-16,-3 0-3 0,0-1 5 16,-2 1-2-16,1 1-4 0,-2-2-1 0,-1 1-2 15,-1 0 0-15,-1-1 3 0,-1-1-4 0,-1 0 3 16,0-2-2-16,-2 0-1 0,2 0-3 15,-3 0 1-15,1 0 0 0,0 0 0 0,0 0 1 16,-3 1 1-16,0-1-2 0,-4-2-3 16,0 1 1-16,-3 0-1 0,3 4-3 0,-6-1-2 15,-1 1 0-15,3 3-1 0,1 1-1 16,-1 2-1-16,0 0 1 0,-2 2 0 0,-1 0 2 16,1 2-5-16,-1-1-5 15,0 1-10-15,0 2-13 0,-2 1-15 0,4 0-18 16,1-1-26-16,-2 1-28 0,0 1-38 15,6 0-42-15,-1-1-164 0,3 1-180 0,1-2-41 16</inkml:trace>
  <inkml:trace contextRef="#ctx0" brushRef="#br0" timeOffset="242526.4562">17231 12119 166 0,'-12'-2'31'15,"0"-1"1"-15,1 1 3 0,-3 0 1 0,1 0 6 16,-4-1-4-16,-1 0 7 0,0 0-4 16,-2 0 2-16,0-1 0 0,0 1 5 15,0 0-6-15,0 0 0 0,1 0 7 0,1 0-4 16,-1 2 0-16,1-1-6 0,2 0 2 15,0 1-4-15,0-1 0 0,0 1-1 0,0 0-2 16,0 0-3-16,0 1-4 0,2 0-3 16,-1 0 3-16,2 0-4 0,1 0 5 0,0 0-3 15,1 0 2-15,1 2 2 0,1-2 1 16,0 0 1-16,9 0-1 0,-13 0-2 0,13 0 2 16,-10 0-2-16,10 0-1 0,-9-1-7 15,9 1-1-15,0 0-7 0,0 0 0 16,0 0 1-16,0 0-4 0,0 0 3 15,29 4 4-15,4-3-3 0,15 1 0 0,4 0-1 16,4-1-2-16,1 1 1 0,2 0-1 16,1-1 0-16,-3 2 0 0,0-2 0 0,0 1-5 15,-2 1-1-15,-3-1 1 0,-4 1-3 16,-3 0 0-16,-10-1 0 0,-3 0 1 0,-6 0-2 16,-7-2 2-16,-3 1 1 0,-3 1 4 15,-2-1 2-15,-1 0 10 0,-1-1 0 0,-3 0 6 16,-6 0-3-16,12 0-2 15,-12 0-4-15,8 0-8 0,-8 0-26 0,0 0-21 16,6-4-44-16,-6 4-32 0,0 0-60 0,0 0-324 16,0 0-4-16</inkml:trace>
  <inkml:trace contextRef="#ctx0" brushRef="#br0" timeOffset="243019.696">16225 12250 1272 0,'-12'2'-69'0,"2"-1"10"16,0-1 5-16,3 2 10 0,0-1 19 15,7-1 27-15,-11 0 18 0,11 0 1 0,-8 1 11 16,8-1-16-16,0 0 0 0,0 0-3 16,0 0-1-16,0 0 0 0,0 0 1 0,43-11 6 15,3 4 5-15,11 0-1 0,23-2-2 16,6 0 0-16,8 0-5 0,2 0 0 15,-2 1-2-15,-3 2 3 0,-4 2-5 16,-1 0 0-16,-23 2-5 0,-3 2 2 0,-4-1-5 16,-7 1 4-16,-11 0-1 0,-4 0-5 15,-10 1 2-15,-4-2 12 0,-5 2 14 16,-2-2 16-16,-2 1 7 0,0 0 5 0,-3 0-1 16,0 0 1-16,-8 0-1 0,13 0-5 15,-13 0-5-15,9 0-5 0,-9 0-5 0,9 0-4 16,-9 0-16-16,0 0-19 15,9 0-22-15,-9 0-31 0,0 0-40 0,0 0-50 0,6-3-115 16,-6 3-229-16,0 0 6 16</inkml:trace>
  <inkml:trace contextRef="#ctx0" brushRef="#br0" timeOffset="246911.1497">5407 13301 1174 0,'0'0'-106'15,"0"0"17"-15,0 0 9 0,0 0 10 16,0 0 9-16,0 0 13 0,0 0 4 0,0 0 7 15,0 0 11-15,0 0-2 0,-5-5 5 16,5 5 8-16,0 0 8 0,0 0-1 0,0 0 5 16,0 0-6-16,0 0 9 0,0 0-1 15,0 0-1-15,0 0-3 0,0 0 5 16,0 0-4-16,0 0 6 0,0 0-2 16,0 0-3-16,0 0-1 0,0 0 0 15,0 0-1-15,0 0 1 0,0 0 1 0,0 0 2 16,0 0-4-16,0 0 2 0,0 0 0 15,0 0 4-15,0 0-5 0,0 0 6 0,0 0 1 16,0 0-2-16,0 0 2 0,0 0-3 16,0 0 3-16,0 0-3 0,0 0 2 15,0 0-4-15,0 0 2 0,0 0 3 0,0 0-6 16,0 0 5-16,0 0-1 0,0 0-2 16,0 0 3-16,0 0-2 0,0 0 2 15,0 0-2-15,0 0 2 0,0 0-4 0,0 0 2 16,0 0-8-16,0 0 8 0,0 0 1 15,0 0-2-15,0 0-2 0,0 0-1 16,0 0 4-16,0 0-2 0,0 0 1 16,0 0 0-16,0 0-2 0,0 0 3 0,0 0 7 15,0 0-12-15,0 0 0 0,0 0 5 16,0 0 0-16,0 0 2 0,0 0-2 0,0 0-2 16,0 0 0-16,0 0-2 0,0 0 4 15,0 0-1-15,0 0-1 0,0 0 3 16,0 0 0-16,0 0 2 0,18 9-5 0,-18-9 3 15,0 0-2-15,0 0 2 0,9 2-2 16,-9-2 1-16,0 0-2 0,6 0 4 0,-6 0-3 16,0 0 6-16,11 2-4 15,-11-2-4-15,7 0 6 0,-7 0-1 0,8 1-7 16,-8-1 4-16,0 0 0 0,13 1 5 16,-13-1-5-16,12 0 2 0,-12 0-1 15,14 2 3-15,-14-2 1 0,14 0-3 0,-6 0-1 16,3 0 0-16,2 0 2 0,1 0 1 15,0-1 4-15,3 0 0 0,2 0-2 0,2 0 2 16,1 0-2-16,1 0 0 0,-1 1-4 16,9-1 0-16,-6 0 4 0,-2 0-3 15,5 0 0-15,2-2 5 0,0 2-6 0,-1 0 6 16,1-2 0-16,1 0-7 16,-1 0 5-16,1 0-1 0,1-1-2 0,-1-1 1 15,1 0 0-15,-1 0 0 0,1-1-1 16,0 0 4-16,0 0 4 0,0 0 2 0,1-1-2 15,-1 1-4-15,1-1 3 0,-1 1 1 16,-2 1-3-16,0 0 1 0,-1 0 0 16,-2 0 0-16,-5 3 3 0,-4 0-12 0,-3-1 3 15,0 2 1-15,-2-1 2 0,-3 1-2 16,0 0 4-16,-1-1 7 0,-9 2 5 0,13-1 6 16,-13 1 13-16,10-1 2 0,-10 1 4 15,8-1 2-15,-8 1-3 0,0 0 2 0,10-1-6 16,-10 1-3-16,0 0-5 15,0 0 2-15,9-1-7 0,-9 1-16 0,0 0-18 16,0 0-24-16,0 0-32 0,0 0-32 16,6-4-102-16,-6 4-68 0,0 0 214 15</inkml:trace>
  <inkml:trace contextRef="#ctx0" brushRef="#br0" timeOffset="248119.6936">5589 13228 646 0,'0'0'-53'0,"0"0"7"16,0 0 7-16,-10 0 8 0,10 0 9 16,0 0 8-16,0 0 9 0,0 0 0 0,0 0 3 15,0 0 6-15,0 0-1 0,0 0 5 16,0 0 6-16,0 0-5 0,-11-1 5 0,11 1-5 16,0 0-5-16,0 0 3 15,0 0-2-15,0 0 2 0,0 0-5 0,0 0 4 16,0 0-8-16,0 0 3 0,0 0-3 15,0 0 0-15,0 0 1 0,0 0 0 16,0 0-3-16,0 0 0 0,0 0 0 0,0 0 0 16,0 0 2-16,0 0 2 0,0 0-1 15,0 0-1-15,0 0 2 0,0 0-3 0,0 0 3 16,0 0-3-16,0 0 2 0,0 0 1 16,0 0-1-16,0 0 2 0,0 0 7 15,30 3-4-15,-30-3 1 0,0 0 0 16,0 0 1-16,10 0 2 0,-10 0-2 15,0 0-3-15,0 0 2 0,12 0 5 0,-12 0-6 16,0 0 0-16,0 0-3 0,12-1-1 16,-12 1 6-16,0 0 2 0,13-1-5 0,-13 1 2 15,13 0 5-15,-3-2-7 0,4 0 8 16,4-1 2-16,7-1-1 0,4-1 3 16,2-1 1-16,13-4 0 0,3-1-1 0,7-1 1 15,20-7 12-15,1-2-8 0,3 0 7 16,4 0 1-16,2 1-8 0,2 3-6 0,-2 2 0 15,-4 2-2-15,-6 1 3 0,-14 4-4 16,-4 1 5-16,-7 2-4 0,-4 1 3 16,-11 0-3-16,-5 2-1 0,-8 0 11 15,-5 1-6-15,-2-1 19 0,-4 1 17 16,-1 1 10-16,-9 0-9 0,12-2-7 0,-12 2-5 16,8-1-2-16,-8 1-6 0,0 0-7 15,0 0-18-15,0 0-24 0,0 0-30 0,0 0-33 16,0 0-30-16,0 0-40 0,0 0-189 15,0 0 147-15</inkml:trace>
  <inkml:trace contextRef="#ctx0" brushRef="#br0" timeOffset="248784.269">5765 13406 823 0,'0'0'-64'0,"-8"2"10"0,8-2 7 16,0 0 6-16,0 0 6 0,-7 0 7 0,7 0 8 16,0 0-1-16,0 0 1 0,0 0 4 15,0 0 1-15,0 0 3 0,0 0 0 0,0 0 1 16,0 0-4-16,0 0 5 0,0 0 7 15,0 0 3-15,0 0 1 0,0 0-2 16,26-7 3-16,-12 3 4 0,10-2 4 0,5-1 7 16,10-3-6-16,5-1 1 0,5-2-2 15,5-1 3-15,18-5 7 0,0 1-1 0,2 0-2 16,1 1-4-16,-2 1 10 16,-1 2-13-16,-15 4 1 0,-2 1-1 0,-5 1 0 15,-4 1 2-15,-4 1 2 0,-13 3-16 16,-7 1-2-16,-5-2 6 0,-3 3 1 0,-4-1 10 15,-1 1-6-15,-2 0 2 0,-1 0-4 16,-6 1-15-16,0 0-11 0,8-3-15 16,-8 3-38-16,0 0-107 0,0 0 62 0</inkml:trace>
  <inkml:trace contextRef="#ctx0" brushRef="#br0" timeOffset="249359.2118">5939 13345 433 0,'-10'2'-40'0,"10"-2"8"16,0 0 3-16,0 0 8 0,0 0-1 0,0 0 2 16,0 0 8-16,0 0-6 15,0 0 3-15,0 0 12 0,14-14-3 0,-1 8 3 16,9-6 9-16,4 0 9 0,10-5 0 15,4 0 19-15,2 0-9 0,2-1-2 16,1 1 3-16,1 4-4 0,1 0 0 0,2 2-1 16,-1 3 1-16,-2 1-3 0,0 0 1 15,-2 2-4-15,-9 3-7 0,-3 0-9 0,-1 1-6 16,-7 0-1-16,-5 0-5 0,-4 0-3 16,-1 0 0-16,-3 1 5 0,-2-1 1 0,-9 1-3 15,14-1-23-15,-9-1-32 0,-5 2-42 16,6-4 37-16</inkml:trace>
  <inkml:trace contextRef="#ctx0" brushRef="#br0" timeOffset="249735.4593">6190 13418 274 0,'25'-14'-13'16,"7"-4"9"-16,8-3-4 0,4 2-3 0,4-3 6 15,15-1 2-15,-3 0 6 0,-9 7-11 16,-2-1-20-16,-2 3-39 0,-3 0 22 0</inkml:trace>
  <inkml:trace contextRef="#ctx0" brushRef="#br0" timeOffset="268979.1221">17106 12519 945 0,'-3'-6'49'0,"-1"2"-34"15,4 4 2-15,-3-5 4 0,3 5-9 0,0 0 12 16,-4-6-7-16,4 6 3 15,0 0-4-15,0 0-8 0,0 0-4 0,0 0 0 16,0 0 3-16,0 0 0 0,-3 21 1 16,6-8-3-16,1 2 15 0,1 8-8 0,1 1 0 15,1-1 0-15,1 1 1 0,-2 0 1 16,1 0-5-16,1 0-2 0,0 0 3 0,-3-1 2 16,0-3-2-16,-1-3-4 0,0 0-29 15,-2-4-47-15,0-1-103 0,0-2-184 0,0-4 128 16</inkml:trace>
  <inkml:trace contextRef="#ctx0" brushRef="#br0" timeOffset="269851.2">17858 12453 932 0,'5'-5'-19'16,"-5"5"4"-16,0 0 5 0,3-4 0 15,-3 4 10-15,0 0 0 0,0 0 1 16,0 0 11-16,-16-6 3 0,16 6 2 0,-14 2-2 15,5-1-7-15,-1 2 2 0,1 0 0 16,-2 0 5-16,1 1-7 0,1 1 0 16,0 0-1-16,2 1-4 0,2-1-3 15,0 1 6-15,3-1-6 0,2-5 5 0,1 12 3 16,2-5-3-16,5 0-2 0,5 2 1 0,7 0 2 16,3 2-5-16,3-2-7 0,3 0 9 15,1 1 2-15,5 2-3 0,-8-2 4 16,0 0-6-16,-3 0-2 0,-3 0 6 0,-5-1-1 15,-4-1 5-15,-5 1 20 0,-4-1 1 16,-3 2 7-16,-4 1 5 0,-8 6 0 0,-5 1-7 16,-5-2-1-16,-8 4 0 0,-2-1-4 15,-3-1 0-15,1-2-1 0,1-2-4 0,7-3-1 16,2-1-3-16,7-3-4 0,3-1-1 16,4-2-22-16,2-1-17 0,2-3-51 0,6 0-56 15,0 0-154-15,3-18-57 0,13 1 143 16</inkml:trace>
  <inkml:trace contextRef="#ctx0" brushRef="#br0" timeOffset="270108.8139">17817 12568 958 0,'-4'-2'-6'0,"4"2"2"0,-7-6-4 16,7 6 5-16,0 0 5 0,1-10 3 0,-1 10 5 15,10-10 1-15,0 4 3 16,3-1-4-16,2 0-1 0,8-2 0 0,3 0 0 16,1 2 4-16,0 0-9 0,2 1-16 15,-3 2-44-15,-5 0-63 0,-3 1-169 16,-4 1 194-16</inkml:trace>
  <inkml:trace contextRef="#ctx0" brushRef="#br0" timeOffset="270647.2764">18344 12528 951 0,'0'-8'74'0,"1"3"-5"0,-1 5-11 0,1-7-6 16,-1 7-2-16,0 0-5 0,0 0 0 16,0 0-5-16,0 0 1 0,0 0-5 0,0 0-4 15,0 0 0-15,0 0-6 0,-6 22-3 16,7-13-2-16,2 0-2 0,1 2 2 0,2 0-2 16,3 0-7-16,7 4 2 0,2-3 4 15,4-3-2-15,-1-4-1 0,-2-3 0 16,2-1-2-16,-1-3-2 0,9-2 2 15,-2-2 1-15,-2-3 4 0,-2-2-1 0,-2-2 5 16,-2 0 2-16,-2-1 12 0,-5 4 6 16,-3 2 15-16,-1 1 8 0,-2 1 4 0,-1 2-9 15,0 0-10-15,-2 1-9 0,-3 3-6 16,0 0-1-16,0 0-6 0,0 0-5 0,7 14-1 16,-7-3-4-16,0 4-1 0,0 4-4 15,1 2-1-15,1 6 3 0,0 2-5 0,2-3 3 16,0 2-4-16,0-2-8 0,2-2-19 15,1-1-25-15,1-2-32 0,2-5-51 0,-1-5-52 16,3-3-115-16,2-2-324 0,0-4-115 16</inkml:trace>
  <inkml:trace contextRef="#ctx0" brushRef="#br0" timeOffset="271819.7126">19313 12466 1555 0,'2'-7'-65'16,"-2"7"20"-16,0 0 13 0,1-7 5 16,-1 7 14-16,0 0 9 0,0 0 8 0,0 0 1 15,0 0-2-15,0 0 7 0,0 0-2 16,0 0 3-16,0 0 6 0,0 0 0 0,11 22-4 15,-6-11 6-15,-2 1-5 0,2 1-1 16,0 2 3-16,1 2 0 0,-2-2-1 0,2 2-7 16,-3-1 1-16,2 8 3 0,0-4-4 15,-3-4-21-15,3 1-32 0,-5 1-40 0,1-4-49 16,2-1-153-16,-2-1-61 0,2-3 137 16</inkml:trace>
  <inkml:trace contextRef="#ctx0" brushRef="#br0" timeOffset="272384.7722">19883 12420 956 0,'2'-6'-17'0,"-2"6"18"0,1-11 13 16,-1 11 22-16,2-7 27 0,-2 7 7 0,0 0-4 16,0-8-6-16,0 8-11 0,0 0-4 15,0 0-7-15,0 0-9 0,0 0 5 0,0 0-3 16,0 0-4-16,5 21-2 0,-2-10-5 16,0 1-1-16,0 2 2 0,1 1-3 0,2 2 4 15,2 5-7-15,-3-3 1 0,0-3 0 16,2 5-16-16,0 1-26 0,-3-4-41 15,-1-4-47-15,-2-2-130 0,-1 0-172 16,0-3 73-16</inkml:trace>
  <inkml:trace contextRef="#ctx0" brushRef="#br0" timeOffset="273030.1187">20538 12345 1112 0,'0'0'-24'0,"3"-6"17"0,-3 6 10 16,0 0 17-16,0 0 2 0,0 0 8 0,0 0 1 15,-13-8-1-15,13 8-3 0,-10 0-2 16,10 0-7-16,-10 2 2 0,10-2-6 0,-12 5-1 16,7 1-2-16,0-2-6 0,1 3 5 15,1-1-5-15,2 2-4 0,-1 0 1 16,4 1 1-16,-2-1 1 0,3 3 0 15,1 0 1-15,0-1-3 0,5 1 1 0,-1 2-5 16,2-2 5-16,4 4-1 0,-2-2-3 16,0-3 1-16,-2 1 5 0,3 0 1 0,-1 0 3 15,-2-1-1-15,0 1 5 0,1-1 1 16,-1 1 0-16,-4-1 6 0,1 0 6 16,-3 0 4-16,0-2 5 0,-2 1 16 0,-2 1-3 15,-4 0 1-15,-5 1-3 0,-5 5-6 16,-2-2 0-16,-2-1-2 0,0-2-5 0,-2 0-2 15,4-2-12-15,1-4-24 16,1-2-29-16,4-1-54 0,0-3-57 0,0-1-119 0,3-4-223 16,0-1 8-16</inkml:trace>
  <inkml:trace contextRef="#ctx0" brushRef="#br0" timeOffset="273207.2287">20498 12464 1375 0,'0'-8'10'0,"0"8"5"0,0 0 1 0,1-8 3 16,-1 8 6-16,6-7 2 0,2 0-4 0,4 0 3 16,11-2-6-16,3-1 3 0,4 0-9 15,9 0 2-15,1-3-10 0,2 1-15 0,2-2-32 16,1 1-31-16,-5 0-43 0,1 1-81 16,-13 4-206-16,-4 0 86 0</inkml:trace>
  <inkml:trace contextRef="#ctx0" brushRef="#br0" timeOffset="273707.2332">21037 12322 1144 0,'0'0'-4'0,"8"9"12"0,-8-9 3 16,-10 14 19-16,3-2 16 0,-2 0 17 15,-1 2-4-15,0 4-2 0,-1 1 5 16,3-2-6-16,3-2-8 0,0 1 0 15,3-3-6-15,2 0-6 0,0 1-1 0,4-2 0 0,0-2 1 16,6 2 0-16,7 2-2 0,6-6-5 16,3 1-3-16,4-6 1 0,5-2-1 15,2-3-4-15,8-3 0 0,0-4 0 16,1-2-2-16,-1-3-2 0,0 0-6 0,-4-2-2 16,-2-1 1-16,-12 7-2 0,-5 0 1 15,-4 4 3-15,-6 0 4 0,0 3 4 0,-5-1-4 16,-1 3-7-16,-6 1 9 0,0 0 5 15,0 0 5-15,-2 14-3 0,-6-3-1 16,-2 1 5-16,-5 8-10 0,4 0-2 0,-1 3 0 16,0 1 0-16,1 1-5 0,-1 2 1 15,5 1-2-15,0-1-14 0,1-1-18 0,0-1-25 16,0-2-30-16,2-4-41 0,-2-5-52 16,3-2-100-16,-2-3-343 0,3-1-110 15</inkml:trace>
  <inkml:trace contextRef="#ctx0" brushRef="#br0" timeOffset="274463.0631">21864 12371 1548 0,'4'-7'-63'0,"1"1"20"0,-3 2 19 16,-2 4 7-16,4-6 11 0,-4 6 3 15,0 0-5-15,4-4-1 0,-4 4 7 16,0 0 1-16,0 0 10 0,8 19 7 0,-7-7 5 16,3 2 4-16,-1 2-3 0,1 1 1 15,1-1-3-15,-1 8-6 0,0-5 4 0,-1-1 3 16,4 5-5-16,-4-5-30 0,1-3-49 16,0-3-63-16,-1-1-160 0,3-3-84 0,2-1 116 15</inkml:trace>
  <inkml:trace contextRef="#ctx0" brushRef="#br0" timeOffset="274752.0994">22241 12440 1134 0,'0'0'25'16,"6"4"-1"-16,-6-4-4 0,6 6-5 16,-4-2 9-16,2 1 3 0,1 3 10 15,2-1-5-15,2 4 2 0,1-1-1 0,6 4-3 16,2-1-5-16,2 0 4 0,3-2-1 15,2-4-1-15,1 0-4 0,3-4 1 0,2-2-5 16,-2-2 2-16,0-5 0 0,-1-4-3 16,-1-2-2-16,1-8 0 0,-2-2-1 0,-9 1 0 15,-4 1 16-15,-4-1 10 16,-5 4 4-16,-4 2-4 0,-4 2-5 0,-8-6-3 16,-6 5-7-16,-3 2-1 0,-2 3-1 15,1 5-4-15,2 4-5 0,-2 2-1 0,-5 5-11 16,3 4-34-16,0 2-46 0,5 2-57 15,3 2-74-15,6-2-349 0,5-2-58 0</inkml:trace>
  <inkml:trace contextRef="#ctx0" brushRef="#br0" timeOffset="275610.3038">23364 12229 1398 0,'0'0'-86'0,"3"-6"31"15,-3 6 32-15,2-7 20 0,-2 7 14 16,0 0 14-16,0 0 5 0,-1-10 3 15,1 10 5-15,0 0-10 0,-6-6-1 0,6 6-1 16,-9-3 0-16,9 3-7 0,-15 1-1 16,6 1-2-16,0 1 0 0,-1 0-6 15,0 3 3-15,1 0-5 0,-1 1-3 0,2 2 0 16,1 0 1-16,2 1-3 0,0 1 2 16,3 2-2-16,2 1 5 0,3 2-4 0,4 6-2 15,3-1 2-15,3-1 1 0,2 0 0 16,2-1 0-16,0-2-7 0,3 1 5 15,-1 0 0-15,-1-2-4 0,-1-1 1 0,-3-3 2 16,-4-3-2-16,-1-2 2 0,-4-1 4 0,1-1 5 16,-4 1 14-16,-1-1 5 0,-1-5 1 15,-7 10-3-15,-3-3-2 0,-5-1-1 16,-2 0-1-16,-9 2-2 0,0-1-1 16,0 0-6-16,1 0 0 0,4-3-20 0,4-1-29 15,2-2-37-15,2-1-50 0,2-2-90 16,1-4-292-16,4 1-9 0</inkml:trace>
  <inkml:trace contextRef="#ctx0" brushRef="#br0" timeOffset="275795.6851">23339 12288 1338 0,'-4'-4'16'0,"4"4"7"0,-6-5 1 16,6 5 8-16,-3-5 15 0,3 5-1 15,0 0-7-15,0 0-6 0,15-16-8 0,1 8-6 16,9-3-14-16,12-1-21 0,2-2-33 16,2 0-33-16,1-1-57 0,-1 0-137 0,-3 0-93 15,-9 5 117-15</inkml:trace>
  <inkml:trace contextRef="#ctx0" brushRef="#br0" timeOffset="276402.6265">24145 12218 957 0,'4'-7'-29'0,"-1"2"23"0,-1 1 27 0,-2 4 11 15,1-6-4-15,-1 6-2 0,0 0-4 16,0 0-4-16,0 0-3 0,0 0-1 16,0 0 0-16,-12 16 2 0,9-5-3 15,-1 0 2-15,2 2 0 0,1 1 1 16,0 0-4-16,3-1 0 0,1 1 4 0,3-1-3 15,1 0 3-15,3-2 1 0,1-1 3 16,3-1 2-16,0-4 7 0,3 1 0 0,-4-4 15 16,3-2 7-16,0 0-1 0,-2-3-1 15,3-1 2-15,-3 0 5 0,-1 0 11 0,-3 1 10 16,1 1 5-16,-4 0-8 0,0 1-7 16,-7 1-10-16,10-1-10 0,-10 1-5 15,0 0-4-15,0 10 0 0,-3 0-8 16,-3 5 0-16,-2 5-6 0,-2 2-4 0,1 1-21 15,0 1-17-15,-1 0-35 0,0 0-26 16,2 1-48-16,0-2-43 0,5-4-98 16,1-4-294-16,5-2-63 0</inkml:trace>
  <inkml:trace contextRef="#ctx0" brushRef="#br0" timeOffset="277342.4386">24828 12212 1403 0,'1'-7'-85'0,"-1"7"24"16,0 0 11-16,0 0 22 0,0 0 8 0,-3-10 20 15,3 10 3-15,-7-4 5 0,7 4 1 16,-10-3 3-16,10 3 6 0,-16 1 1 16,16-1 2-16,-19 4-3 0,8-1 2 0,-1 3-5 15,1-1-1-15,0 1 0 0,3 2-2 16,1 0-8-16,2 2 1 0,1 1 3 16,4-1-3-16,3 2 1 0,2 1 1 15,6 5 5-15,3-2-7 0,3 0-1 0,-1-1 2 16,-1 0-8-16,1 0 4 0,1-1-1 15,-3 1-1-15,-2-2-1 0,-2-3 4 0,-3 0-5 16,-1-1 6-16,0-1 7 0,-3 0 14 16,-2 0 13-16,-1-1 5 0,-4 0 4 15,-3 2-3-15,-3 0-2 0,-3 0-3 0,-8 0-3 16,-1 2-2-16,-3-1-13 0,1-2-37 16,4-2-53-16,4-3-60 0,1 0-158 0,5-3-151 15,3-2 52-15</inkml:trace>
  <inkml:trace contextRef="#ctx0" brushRef="#br0" timeOffset="277502.711">24833 12183 1167 0,'3'-4'-19'0,"0"1"-16"0,-3 3 12 16,8-4-3-16,-8 4 4 0,10-1 5 15,-3 0-2-15,3-1 5 0,6 2 5 0,4-3-10 16,10 3-19-16,1-4-25 0,1 1-57 15,-1 0-133-15,-3 0 227 0</inkml:trace>
  <inkml:trace contextRef="#ctx0" brushRef="#br0" timeOffset="281086.8537">16563 12611 624 0,'0'0'-43'0,"0"0"10"0,0 0 4 16,9 1 20-16,-9-1 5 0,0 0 6 0,0 0 6 16,7 1 4-16,-7-1 0 0,0 0 2 15,0 0 7-15,0 0 4 0,0 0 9 16,0 0 3-16,7-2-1 0,-7 2-4 16,0 0-1-16,0 0-3 0,0 0 12 0,3-8-17 15,-3 8 5-15,0 0-5 0,-1-9-2 16,1 9-2-16,0 0-2 0,-3-11 1 0,3 11 2 15,-4-9 6-15,4 9-7 0,-4-7-3 16,1 3 0-16,3 4-2 0,-5-7 1 0,5 7-9 16,-8-5 3-16,4 3 5 15,4 2-7-15,-8-2-2 0,8 2-3 0,-10-1 6 16,10 1-1-16,-15 5-2 0,6-2 1 16,-1 2 1-16,0 0 3 0,-2 3-3 0,1 0 3 15,0 2-3-15,0 0 9 0,0 1-8 16,2-1 3-16,-1 0-3 0,3 2 7 0,0-2-6 15,1-1-1-15,2 1-4 0,1-1 5 16,0-2-3-16,2 1-1 0,0 1 3 0,1-9-5 16,2 11 2-16,1-5 1 0,2-2 2 15,3 1 3-15,1-1-5 0,2-1 3 0,1-1 3 16,1-2-5-16,-2 0 1 16,3-1 1-16,-1-1-3 0,0-1 7 0,-2 0 4 15,0-2 5-15,-2-1-2 0,-1-2-2 16,0 0 4-16,-2 0 7 0,-1-2 1 0,-1 0 10 15,-1 1 5-15,-2 1 6 0,1 0 7 16,-2 1 3-16,1 0 0 0,-1 7 1 0,-1-12-5 16,1 12-1-16,0-8-9 0,0 8-7 15,0 0-4-15,0-10-8 0,0 10-1 16,0 0-7-16,0 0-4 0,0 0-3 0,0 0-2 16,0 0 4-16,0 0-6 0,0 0 0 15,1 32-2-15,1-19 0 0,2 4 1 0,-1 0-3 16,3 6 0-16,0 3-3 0,-1-2 0 15,1 2 0-15,-2 0 2 0,3-1 0 16,-1 2 0-16,-1-2 0 0,0 0-1 0,-1-2-3 16,-1-3 5-16,0-5-2 0,0-2-2 15,-3 0 2-15,1-3 2 0,0-1 6 16,1-1-21-16,-2-1-14 0,0-7-19 0,1 10-36 16,-1-10-76-16,0 0-143 0,0 0-324 15,0 0-121-15</inkml:trace>
  <inkml:trace contextRef="#ctx0" brushRef="#br0" timeOffset="281784.6143">16919 12914 1576 0,'0'0'-88'0,"0"0"5"0,0 0 16 16,0 0 19-16,0 0 28 0,0 0 15 15,8 15 7-15,-8-8 13 0,-2 2 1 0,1 3 1 16,-3 3 0-16,-1 0 0 0,-4 7 1 15,0-1-2-15,-1-1 2 0,-1-1-10 0,-1-1-24 16,2-3-33-16,0-4-49 0,0-1-78 16,2-2-188-16,2-4 122 0</inkml:trace>
  <inkml:trace contextRef="#ctx0" brushRef="#br0" timeOffset="282115.9537">17370 12826 1090 0,'4'-3'18'16,"-4"3"-11"-16,4-4 4 0,-4 4-7 0,0 0 2 15,0 0 10-15,0 0-3 0,0 0 14 16,4 13-1-16,-4-13 1 0,-6 20-2 0,0-7 3 16,0 2-5-16,-6 7 0 0,-3 0 1 15,2 1-10-15,-1-1-29 0,-1-1-50 16,-1-1-54-16,4-4-169 0,3-3-17 0,2-6 179 15</inkml:trace>
  <inkml:trace contextRef="#ctx0" brushRef="#br0" timeOffset="282547.2196">18495 12761 958 0,'0'0'35'0,"3"6"10"16,-3-6-18-16,0 0 2 0,-16 18 7 0,5-8 3 15,-8 3-1-15,0 1 2 0,-1 2-9 16,0-1-3-16,2 2 0 0,1-1-7 0,0 0-15 16,1-1-41-16,4-3-38 15,4-3-98-15,1-2-197 0,2-1 118 0</inkml:trace>
  <inkml:trace contextRef="#ctx0" brushRef="#br0" timeOffset="282939.2995">19364 12812 1147 0,'0'0'30'0,"1"8"-6"16,-1-8 0-16,-3 11-1 0,0-7-5 16,-2 3 4-16,-3 1-1 0,-1 1-3 0,-2 2-2 15,-6 3-16-15,-2 2-43 0,1-2-45 16,-5 2-80-16,1-1-187 0,2 1 130 0</inkml:trace>
  <inkml:trace contextRef="#ctx0" brushRef="#br0" timeOffset="283322.7972">19834 12732 902 0,'0'0'-40'0,"0"0"18"16,0 9 12-16,0-9 12 0,-4 12 1 0,1-4 17 16,-2 2 2-16,-1 1 1 0,-6 7-4 15,1-4 1-15,-2 4-3 0,-2 0-15 16,1-2-36-16,-3-1-43 0,1 2-165 0,1-2 36 16,0-5 70-16</inkml:trace>
  <inkml:trace contextRef="#ctx0" brushRef="#br0" timeOffset="283706.9923">20267 12660 630 0,'0'0'58'0,"0"0"-7"0,0 0-6 15,0 0-6-15,0 0 1 0,0 0 3 16,0 0-7-16,0 0-2 0,-2 19-1 0,-1-12 7 16,2 3-13-16,-3 1-8 0,2-2 5 15,1 3-1-15,-2 0-7 0,-1 1-8 16,1-1-11-16,-4 1-37 0,0 0-45 0,-1-2-124 16,-1 0-73-16,-3-2 199 0</inkml:trace>
  <inkml:trace contextRef="#ctx0" brushRef="#br0" timeOffset="287264.4875">21094 12782 902 0,'0'0'41'0,"0"0"-4"15,0 0-9-15,0 0-8 0,0 0 11 0,0 0-10 16,-12 16 0-16,8-11-10 0,-3 0-25 15,-2 2-38-15,-1 0-43 0,0 0-129 0,0 0-24 16,-1-1 233-16</inkml:trace>
  <inkml:trace contextRef="#ctx0" brushRef="#br0" timeOffset="287568.5287">21740 12671 748 0,'0'0'19'0,"0"0"1"0,0 0 10 15,0 8 8-15,0-8 13 0,-5 10 9 16,1-4-4-16,0 0-2 0,0 1-6 16,-2 2-4-16,0 0-4 0,-1 0-1 15,2 1-4-15,-3-1-19 0,2 1-49 0,-2-2-57 16,2 1-132-16,0-2-103 0,4-3 161 16</inkml:trace>
  <inkml:trace contextRef="#ctx0" brushRef="#br0" timeOffset="288056.2366">22198 12605 969 0,'0'0'2'0,"-10"8"4"0,10-8 1 15,-7 7 3-15,4-3 2 0,-2 3 5 16,0 0-4-16,0 3 2 0,-2 0-1 0,-1 3-1 16,0 0-3-16,-4 3-14 0,3-1-34 15,-1-1-47-15,1-2-141 0,-5 4-24 16,2-4 229-16</inkml:trace>
  <inkml:trace contextRef="#ctx0" brushRef="#br0" timeOffset="288435.7287">22829 12607 795 0,'0'0'79'0,"0"0"-15"0,0 0-9 15,0 0-1-15,0 0-5 0,0 0-7 16,0 0-3-16,-15 18-1 0,9-12-7 16,-2 1-4-16,-2 2-1 0,0 2-12 0,-6 2-28 15,-1 1-43-15,3-5-50 0,1 1-108 16,1-1-98-16,-1 0 170 0</inkml:trace>
  <inkml:trace contextRef="#ctx0" brushRef="#br0" timeOffset="288919.8794">23610 12578 844 0,'0'0'-15'0,"0"0"4"0,2 8 4 0,-2-8 22 16,0 0 14-16,-10 15 5 15,4-6 3-15,-2-2 3 0,0 4-6 0,-1 1-2 16,-1 0 0-16,0 0-10 0,-5 3-24 16,4-2-32-16,-2-3-59 0,3-1-124 0,0 0-35 15,0-2 228-15</inkml:trace>
  <inkml:trace contextRef="#ctx0" brushRef="#br0" timeOffset="289322.9811">24070 12576 709 0,'-20'12'-11'0,"14"-4"8"16,-2 0-1-16,-2 2 21 0,0 1 4 16,-5 5 0-16,2 1-5 0,-1 0 3 0,-1 1-2 15,2 0 6-15,0-1-17 0,-1 1-30 16,2-6-42-16,3 0-115 0,3-2-10 0,-1-1 65 16</inkml:trace>
  <inkml:trace contextRef="#ctx0" brushRef="#br0" timeOffset="289905.3215">24515 12577 629 0,'0'0'45'0,"0"0"-16"0,0 0 0 15,0 0 7-15,0 0 15 16,0 0 0-16,-15 16-6 0,7-9-3 0,1 0-4 0,0 1-3 15,-4 4-4-15,2-2-15 16,-2 1-39-16,-3 5-39 0,0-1-63 0,-3-1-170 16,5-2 187-16</inkml:trace>
  <inkml:trace contextRef="#ctx0" brushRef="#br0" timeOffset="290391.6278">25140 12528 913 0,'7'-2'30'0,"-7"2"-8"0,0 0-5 0,0 0-1 16,0 0 4-16,0 0 7 0,0 0-4 15,-11 18 3-15,1-7 3 0,0 0-4 0,-6 6-6 16,0 1 5-16,0 1-8 15,2 0-20-15,-3 1-44 0,2-2-54 0,-1-1-125 16,1-1-54-16,-1 0 200 0</inkml:trace>
  <inkml:trace contextRef="#ctx0" brushRef="#br0" timeOffset="291568.8965">24304 12997 705 0,'0'0'-25'0,"0"0"23"16,0 0 12-16,0 0 16 0,0 0 13 0,12 0-1 15,-12 0 7-15,0 0-2 0,0 0 6 16,0 0-8-16,0 0 3 0,0 0-4 0,0 0 1 15,0 0-4-15,0 0 8 0,0 0-3 16,0 0-2-16,0 0 9 0,0 0-1 16,0 0 2-16,0 0-4 0,0 0-5 0,0 0 3 15,0 0-11-15,0 0 1 0,0 0-2 16,0 0-5-16,0 0-3 0,0 0-4 0,0 0-4 16,0 0-1-16,0 0-3 15,-18-12 1-15,18 12-5 0,-13-2 7 0,13 2-8 16,-14 1 0-16,14-1-1 0,-15-1 2 15,15 1-3-15,-16 1 2 0,7 1-2 0,9-2-3 16,-16 1-1-16,8 1-1 0,0-1 0 16,8-1-3-16,-15 5 0 0,8-2-3 15,1 0 6-15,6-3-3 0,-10 5 0 0,5-1-2 16,5-4 4-16,-9 8-3 0,5-3 4 16,4-5-3-16,-6 10-1 0,5-4 0 0,1-6-2 15,-2 11 5-15,2-11 0 16,2 11-3-16,1-5 3 0,1 2 1 0,3-1 0 15,0 1-3-15,4 1 2 0,2 0 0 16,-2 0 0-16,4-1-3 0,2 5 6 16,-2-3-3-16,-2-1-2 0,-1 0 3 0,1 0-1 15,-2 0-3-15,2 1-3 0,-3-1 2 16,-2-2 5-16,1 1 1 0,-1 0-4 0,-2-2-1 16,-1 2 5-16,0-2 3 0,-2-1 2 15,0 1 4-15,-1-1 5 0,-2-5 8 16,0 11 7-16,0-11 4 0,-9 10 1 0,1-4 3 15,-2 1 3-15,-4-1-2 0,-1-1-3 16,-1 0 3-16,-1-1-5 0,0-1 0 0,2 0-6 16,1-2-1-16,-1 0-6 15,4-1-15-15,0-1-35 0,1 0-44 0,1-6-76 16,2-1-117-16,2 0-323 0,5-2-88 16</inkml:trace>
  <inkml:trace contextRef="#ctx0" brushRef="#br0" timeOffset="291777.7135">24326 12971 1536 0,'0'0'-76'0,"0"0"6"0,7-10 14 16,-7 10 1-16,13-9 1 0,-3 4 4 0,2 0 5 15,5 0 3-15,0 0-9 0,3 2-15 16,6-2-28-16,-4 4-60 0,-1-2-92 16,-1 1 233-16</inkml:trace>
  <inkml:trace contextRef="#ctx0" brushRef="#br0" timeOffset="300523.2437">16458 13424 992 0,'1'-12'109'0,"1"4"-11"16,-2 2-29-16,0 6-9 0,2-8-6 0,-2 8 1 16,0 0-7-16,-1-9-10 0,1 9-5 15,0 0-5-15,0 0 0 0,0 0 3 16,0 0 2-16,0 0 1 0,0 0-3 0,0 32 1 16,1-19-2-16,0 2 0 0,2 3-4 15,0-1-3-15,1 1-1 0,1 0-1 16,0 5-3-16,2 0 0 0,0-2-1 0,0-3-4 15,-2-3-23-15,-1-1-28 0,-1-2-46 16,0-3-64-16,0-2-172 0,-2-2-153 0,-1-5 19 16</inkml:trace>
  <inkml:trace contextRef="#ctx0" brushRef="#br0" timeOffset="304739.2863">16696 13425 1238 0,'0'-9'-53'0,"0"3"3"0,0 6 6 16,1-9 18-16,-1 9 22 0,0-7 10 0,0 7 12 16,0 0 8-16,0-9 4 0,0 9-12 15,0 0-6-15,0 0 4 0,-1-8-8 16,1 8 4-16,0 0-8 0,0 0 0 0,0 0 0 15,0 0 0-15,0 0-1 0,0 0 8 16,0 0-2-16,0 0 4 0,0 0 4 0,13 19 3 16,-9-9 1-16,0 0 4 0,1 3-2 15,-2 0 1-15,2-1 1 0,0 4-2 0,1-2-5 16,-2 1 3-16,2-1-1 16,-2 1-2-16,1-3 2 0,0 0-7 0,-2-1-13 15,0 0-24-15,0-3-37 0,-1-1-52 16,1-2-122-16,-3-5-144 0,0 0 108 0</inkml:trace>
  <inkml:trace contextRef="#ctx0" brushRef="#br0" timeOffset="305203.4599">16988 13315 1135 0,'0'-8'18'0,"0"8"-2"16,0 0-10-16,0 0 2 0,0 0-4 16,-2-9 4-16,2 9-1 0,0 0-2 0,0 0 3 15,0 0-2-15,0 0 4 0,0 0 0 16,0 0-2-16,6 26 5 0,-3-16 1 15,1 4 0-15,1 2 2 0,1-1-5 0,2 8 5 16,0-1-5-16,0-1-2 0,0 0-1 16,-1 0 0-16,-1-2 0 0,0-3 0 15,-2-1 0-15,1 0 3 0,-1 0-10 0,-1-1-25 16,-1-3-31-16,0 0-32 0,0-1-50 16,1-2-238-16,0-1 112 0</inkml:trace>
  <inkml:trace contextRef="#ctx0" brushRef="#br0" timeOffset="305538.8866">17387 13270 1149 0,'0'0'38'0,"5"-2"-5"0,-5 2-10 16,0 0 2-16,10 11 5 0,-6-5-1 0,0 4 1 15,2 0 2-15,0 5-8 0,4 5 4 16,0 3-5-16,0-1 0 0,2 2-4 0,-1-1-1 15,0 1 4-15,0-1-8 0,-2 0-15 16,0-2-15-16,-2-3-31 0,-4-4-38 0,0-2-42 16,-1 0-104-16,-1-4-128 15,0-1 129-15</inkml:trace>
  <inkml:trace contextRef="#ctx0" brushRef="#br0" timeOffset="310584.1931">18047 13252 1030 0,'0'0'-13'0,"0"0"3"16,0 0 4-16,0 0 0 0,0 0-4 16,0 0 1-16,-1 13 6 0,1-13 7 0,-2 11 4 15,2-11-6-15,0 13 7 0,0-3-4 16,1-2-5-16,2 3 8 0,-2-2 8 16,2 1-8-16,0 0 1 0,2 1-2 0,0-2 4 15,2 0-3-15,0-1 0 0,3 0 2 16,-1-1-2-16,1-1-2 0,2-3 1 15,0 1 6-15,0-4-7 0,-2 0 7 16,2-3-1-16,0 0-2 0,-1-2 0 0,-1-1-2 16,0-4 4-16,-1 0-2 0,-1-1-1 15,-1 1 10-15,-3 2 10 0,1-2 17 0,-2 3 13 16,2 0 10-16,-3 1-6 0,0 1-3 16,2 0-6-16,-4 5-8 0,4-7-9 0,-4 7-7 15,3-4-3-15,-3 4-3 16,0 0-1-16,0 0-2 0,13 14 2 0,-9-4-3 0,3 4-4 15,3 5 0-15,-1 0-1 0,1 3-2 16,-1-2-3-16,1 0 3 0,-3-3 0 0,3 4 2 16,-3-5-6-16,0-2 2 15,-1-1 0-15,0 0-2 0,-1-3-13 0,-1 1-19 16,1-3-34-16,-2-1-39 0,-1-2-47 16,1-1-71-16,-3-4-288 0,0 0-6 15</inkml:trace>
  <inkml:trace contextRef="#ctx0" brushRef="#br0" timeOffset="311184.5576">18516 13392 1307 0,'4'-10'-65'0,"-1"2"24"16,0 0 16-16,-2 2 33 0,2 0 7 15,-3 6 17-15,1-8 9 0,-1 8 4 16,3-7-7-16,-3 7-7 0,0 0-6 16,1-7-2-16,-1 7-7 0,0 0 4 0,0 0-6 15,0 0 2-15,0 0 0 0,0 0-3 16,0 0-6-16,6 15-4 0,-6-15 7 0,3 10-4 16,-1-3-2-16,1-2-1 0,2 0 4 15,-2 0-4-15,2 0 4 0,2-2-3 0,0 0 0 16,1-2 2-16,2-1 1 15,-1-3 2-15,4-1 1 0,-2-1-1 0,1-3-2 0,0-3 0 16,-2 0 1-16,3-5 0 16,-2 2-3-16,-4 1 9 0,0 3 3 0,-2 0 16 15,0 1 5-15,0 3-5 0,-3 0-4 16,2 1-3-16,0 2-11 0,-4 3 0 0,5-3-2 16,-5 3 2-16,0 0 0 0,10 12-2 15,-5-1-1-15,2 2-1 0,1 7 2 16,2 0 0-16,-1 1 1 0,1 1-5 0,-2 0 3 15,2-1 1-15,0 0-3 0,-3-3-2 16,2 1 2-16,-4-2 1 0,2-4-2 0,-3-2-11 16,2 1-19-16,-2-2-32 0,-1-3-28 15,0-2-41-15,-3-5-74 0,3 3-352 0,-3-3-49 16</inkml:trace>
  <inkml:trace contextRef="#ctx0" brushRef="#br0" timeOffset="311587.3354">18953 13301 1504 0,'0'-7'-27'0,"0"7"5"0,0 0-5 16,0 0 4-16,0 0 7 0,0 0 22 15,0 0 2-15,0 0 8 0,0 0-4 16,0 0 1-16,0 0 2 0,1 23-3 16,2-14-3-16,-1-1-1 0,0 1 4 0,2-1-1 15,3 1-4-15,1 0 3 0,2-1-2 16,3 0 1-16,0-2 1 0,5-2-1 16,1-3-1-16,3-1-3 0,8-1 2 0,0-4 2 15,-4-1-1-15,2-1-2 0,-10 2-2 16,-1 1 15-16,-5 0 3 0,-2 1 19 15,-2 2-4-15,1-1 8 0,-3 1-10 0,-6 1-4 16,9 1 0-16,-9-1 1 0,4 11-1 0,-3-4-4 16,-1 3-4-16,-1 3-1 0,2 1-2 15,-1-1-1-15,0 1-5 0,3 3-17 16,-1-2-25-16,0-3-35 0,0 0-47 16,1-2-48-16,0-2-123 0,-1-1-201 0,1-4 11 15</inkml:trace>
  <inkml:trace contextRef="#ctx0" brushRef="#br0" timeOffset="316151.7297">19898 13238 1284 0,'0'0'-45'0,"5"-3"5"0,-5 3 4 16,0 0 10-16,6-3 16 0,-6 3 12 16,0 0 9-16,0 0 0 0,0 0 16 0,4-5-18 15,-4 5-2-15,0 0 4 0,0 0 3 16,0 0 1-16,2-7 3 0,-2 7 9 16,0 0 4-16,0 0 1 0,0 0 3 0,0 0 3 15,-2-10-5-15,2 10 1 0,0 0-1 16,0 0 0-16,-7-4-2 0,7 4-10 0,0 0 4 15,-11 0-6-15,11 0-2 0,-13 2-1 16,7 1-4-16,-2 0 4 0,1 0-5 16,0 0-1-16,0 1-4 0,0 1 1 15,3 0-1-15,-2 0-3 0,2 0 0 0,0 0 1 16,1 1-2-16,3-6 2 0,-2 11 1 16,2-5-3-16,0-6-1 0,7 14 3 0,-2-4 0 15,3-1-2-15,4 2 4 0,5 3-4 16,2-1 1-16,-1 1 0 0,4 0 1 15,-2 0 0-15,0 0-1 0,0 2 1 0,1-1 1 16,-3 0 0-16,-1-1 2 0,-5-3-1 0,-2-1 5 16,-2 1 6-16,-2-2 11 15,-1-1 10-15,-5-1 5 0,-2 2 6 0,-1-2-1 16,-7 2-7-16,-9 3-1 0,-1-1-5 16,-4 0 0-16,-3-3 2 0,-1-1-2 0,-1-2-1 15,2 0-1-15,2 0 0 0,3-3-6 16,5-2-1-16,4 1-5 0,-1-3-5 15,2-1-28-15,4-1-30 0,-1-2-47 0,4-4-57 16,4-1-64-16,4-5-158 0,4-6-180 16,3 0-51-16</inkml:trace>
  <inkml:trace contextRef="#ctx0" brushRef="#br0" timeOffset="316391.2845">19944 13245 1499 0,'-4'-5'-22'16,"4"5"-10"-16,0 0-6 0,2-9 8 0,-2 9-2 15,10-9 3-15,-1 3 7 0,4 0-1 16,2 1 1-16,9-3 0 0,4 1 2 15,1 2-16-15,-2-2-19 0,-1 2-31 16,-5 2-72-16,-3 0-139 0,-5 2 186 0</inkml:trace>
  <inkml:trace contextRef="#ctx0" brushRef="#br0" timeOffset="316863.127">20339 13214 815 0,'-13'3'-12'0,"1"1"14"16,0 0 14-16,2 1-2 0,0-1 10 0,0 2 6 15,2-1-9-15,-1 1 9 0,4 1-8 16,0 0-3-16,2 1-3 0,2-2 12 16,2 2-11-16,1 1 1 0,4 1 1 15,-1-1-7-15,5 2 3 0,6 3-3 0,-1 0 5 16,2 1-8-16,0-2-1 0,1 0 9 15,-2 0-7-15,2 2 6 0,-1-1 0 0,-4-2 4 16,2 2 0-16,-5-3 0 0,-1-1 11 16,-3-2 6-16,0 0 18 0,-3-1 6 15,-3 0 0-15,0-7-2 0,-7 17-5 0,-2-9-4 16,-3 2 0-16,-2-1-6 16,-6 1-5-16,-4 1-7 0,0-2-1 0,6-3-12 15,-1-2-25-15,4-2-35 0,0-2-56 16,1-2-61-16,2-2-132 0,1-1-153 0,2-3 48 0</inkml:trace>
  <inkml:trace contextRef="#ctx0" brushRef="#br0" timeOffset="317043.2011">20350 13242 1241 0,'0'0'18'0,"0"0"-12"15,4-2-9-15,-4 2 4 0,9-4 2 0,-2 2-5 0,1-2 5 16,4 0-2-16,4-1-15 0,1-1-16 16,7-2-37-16,1-2-49 0,1 0-238 15,-1-1 131-15</inkml:trace>
  <inkml:trace contextRef="#ctx0" brushRef="#br0" timeOffset="317459.1489">20660 13176 955 0,'0'0'-21'16,"0"0"-1"-16,0 0 16 0,0 0 11 0,0 0 15 15,0 0 12-15,0 0 3 0,-13 21-7 16,9-14 3-16,-2 1-7 0,2 1 4 16,0 1 0-16,1 0 1 0,0 0-7 0,2 0 3 15,0 0 1-15,3 0-7 0,-1 2 6 16,2-1-3-16,3 0-3 0,1 2 1 0,-1-1-3 16,2 1-1-16,1-2 0 15,4 6 0-15,0-5 3 0,-3-2-3 0,0 2 2 16,-1-1-4-16,1 0 2 0,-2-2 1 0,1 3 4 15,-2 0-4-15,0-3-1 0,-2 2 9 16,-1-1 0-16,-1 1 4 0,-2-1 3 16,-1-2 1-16,-1 1-3 0,-3 1 0 0,-2-1-4 15,-1-1-1-15,-5 1 2 0,-1-2-10 16,2-2-18-16,-1-1-33 0,-1-1-41 0,1-3-51 16,-3-1-67-16,3-4-295 0,1-3 7 15</inkml:trace>
  <inkml:trace contextRef="#ctx0" brushRef="#br0" timeOffset="317634.584">20610 13273 1282 0,'4'-4'-10'16,"1"1"-4"-16,0-2 3 0,1 1 0 0,4-2 5 15,0 2 7-15,3-3 4 0,3-1-1 16,5 0-3-16,2-2-3 0,5 1-5 0,-1-1-29 15,-1 0-48-15,0 0-82 0,-4 1-156 16,-6 1 162-16</inkml:trace>
  <inkml:trace contextRef="#ctx0" brushRef="#br0" timeOffset="318052.3386">21029 13174 940 0,'0'0'26'0,"0"0"-9"0,0 0-1 16,3 6 15-16,-3-6 22 0,0 0 7 0,0 0 1 15,-12 14-8-15,7-8-5 0,1 0 0 16,-1 1-7-16,1 0-6 0,0 0-4 0,1 1-3 15,0 0-5-15,1 0 4 16,0 2-7-16,2-1-3 0,0 0-3 0,2 1 4 16,0 1-4-16,2-1-2 0,2 2-2 15,1-1 4-15,2 2-5 0,-1-1 1 0,3 0 0 16,4 5-5-16,-3-4 5 0,4 2-5 16,-1 1 3-16,-1-1 0 0,-3-2-3 0,-3-4 4 15,0 0 0-15,-3 1-1 0,1-2 9 16,-3-1 9-16,-2 1 4 0,-1-1 0 15,-3 0 2-15,-4 3-7 0,-4-1 2 0,-8 3-2 16,-3-1-7-16,-1-1-2 16,-1-2-12-16,0-1-22 0,5-3-45 0,2-2-58 15,1-3-97-15,4-1-321 0,2-4-41 16</inkml:trace>
  <inkml:trace contextRef="#ctx0" brushRef="#br0" timeOffset="318246.7637">21058 13215 1484 0,'0'0'6'16,"-11"0"-2"-16,11 0-3 0,0 0-9 16,0 0 2-16,-7-1 5 0,7 1-7 15,0 0 5-15,0 0-9 0,34-12-27 16,-9 3-33-16,3-2-41 0,6-2-102 0,0-3-132 15,2 1 140-15</inkml:trace>
  <inkml:trace contextRef="#ctx0" brushRef="#br0" timeOffset="318667.4305">21420 13140 1013 0,'0'0'11'15,"0"0"2"-15,-16 13 3 0,7-9 22 16,-2 4 14-16,-1-1-2 0,4-1-5 15,-2 2-8-15,1 2-4 0,1-1-3 0,1 0-3 0,2 1-4 16,0 0-3-16,3-1-2 16,2 2 6-16,0-1-10 0,2 0 1 0,3 1-1 15,3 3 1-15,0-3-6 0,5 5 1 16,3 0-1-16,0 0 0 0,0-1-2 0,3-1 0 16,0 1-3-16,-2 1 1 0,1-2-1 15,-3 0 7-15,-1-3-5 0,-5-2 1 0,-2-1 4 16,-1 0 13-16,-4-1 8 0,-1 0 0 15,-3 1-1-15,-6 0-3 0,-2 2-1 16,-10 2-7-16,-3-2-11 0,0-1-33 0,-1-1-38 16,-3-4-71-16,4-2-113 0,2-3-212 15,2-2 35-15</inkml:trace>
  <inkml:trace contextRef="#ctx0" brushRef="#br0" timeOffset="318808.6218">21518 13105 1143 0,'15'0'-83'16,"-3"0"5"-16,0 3 13 0,-1-2 2 15,-1-1-12-15,0 2-50 0,2-1-98 16,-1-1 76-16</inkml:trace>
  <inkml:trace contextRef="#ctx0" brushRef="#br0" timeOffset="321202.7504">15883 13426 613 0,'-2'-7'4'0,"2"7"0"16,0 0-4-16,-8-1-2 0,8 1 7 0,-11 6 4 15,2 0 8-15,0 1 0 0,-1 4-5 16,0 2 4-16,2 0 1 0,-2 6-3 15,4-1 0-15,2-1 2 0,1 0 5 0,2 2-2 16,2 0-7-16,2-1 5 16,3 6 1-16,4-1 6 0,0-2 3 0,5-2 1 15,3 0 2-15,3-2-3 0,3-3 2 16,1-3 1-16,3-3 6 0,2-3-3 0,2-2 7 16,-1-3 0-16,1-4-4 0,-1-1 3 15,-2-3-3-15,0-1-2 0,-3-2-5 0,-4-2 3 16,-4-1-3-16,-4-3-3 0,-5-3-10 15,-3-3-12-15,-4 3-8 0,-6-6-11 0,-5 0 0 16,-6-3 7-16,-1 7-6 0,-8-1-1 16,-4 4 0-16,1 8 4 0,-3 2 1 15,-2 3 5-15,-1 4-2 0,1 0-4 0,1 5-10 16,8-2-27-16,5 3-38 16,1 2-34-16,7 0-242 0,3-1 125 0</inkml:trace>
  <inkml:trace contextRef="#ctx0" brushRef="#br0" timeOffset="322947.169">22415 13184 231 0,'0'0'140'0,"12"-1"-49"0,-12 1-30 16,0 0-2-16,0 0-12 0,0 0-3 0,0 0-1 16,0 0-3-16,0 0-2 0,2-8 0 15,-2 8 0-15,0 0-5 0,0 0 1 16,0 0-2-16,-10-14 0 0,10 14 0 0,-5-8 1 15,1 4-7-15,4 4 6 0,-8-8-2 16,5 5-5-16,3 3-4 0,-12-4-2 0,12 4 1 16,-14-2-9-16,14 2 1 0,-19 7-2 15,5-1-3-15,1 2-1 0,-5 4-2 0,1 0-3 16,0 2 1-16,3 2-3 16,3-2 6-16,3-3-5 0,2 3-2 0,1-3-1 15,2 0 3-15,2-2-5 0,2 1 5 16,1-1-3-16,3-1 3 0,1 0 1 15,2-1-4-15,0-2 0 0,3-1 7 0,2-1 2 16,-2-2 4-16,1-1 5 0,2-2 3 16,2-1 2-16,-1-2 4 0,0-2 0 0,-1-1 8 15,3-6 1-15,-2-1 5 0,-3 2 9 16,-4 2 6-16,-1 1 8 0,0 1 7 0,-3 2 3 16,1 0 1-16,-2 2-11 15,-3 5-7-15,6-8-9 0,-6 8-9 0,4-3-4 16,-4 3-5-16,0 0-3 0,0 0-3 15,2 23-3-15,-2-4-1 0,0 2-2 16,0 10-3-16,0 2 1 0,2-1-1 0,0 0-1 16,0 1 2-16,1 0-1 0,0-1-1 15,-1-2-4-15,1 0-10 0,-2-3-25 0,1-7-48 16,0-3-62-16,-1-4-91 0,0-4-397 16,1-2-125-16</inkml:trace>
  <inkml:trace contextRef="#ctx0" brushRef="#br0" timeOffset="333359.5648">20117 13075 692 0,'0'0'42'0,"0"0"-8"0,8-2-19 0,-8 2 9 16,0 0 13-16,0 0 4 0,0 0 0 15,0 0 2-15,4-5-6 0,-4 5-3 16,0 0-2-16,0 0-9 0,0 0 3 16,0 0 4-16,0 0 5 0,0 0-6 0,0 0 0 15,0 0 0-15,0 0 0 0,0 0 3 16,0 0-9-16,0 0 8 0,0 0-1 0,0 0-7 16,0 0 8-16,0 0-6 0,-12-8-4 15,12 8 1-15,0 0-4 0,-12-3-1 0,6 2-3 16,-1 0 1-16,-2 0-4 0,-1 0-1 15,0 0 0-15,0 0 0 0,0 0 2 0,-2 1-6 16,-1 1 2-16,-1 0-2 0,1-1 3 16,-1 1 0-16,-1 0-1 0,1 1 3 15,1 1-2-15,-2-1 2 0,3 0 1 16,-1 2-1-16,0-2 2 0,0 2 1 0,0-2-2 16,1 1 2-16,2 0 1 0,-2 0 3 15,2-1-5-15,0 1 2 0,1-1 2 16,-1 0 3-16,2 1-1 0,-2-1 0 0,0 1-3 15,-1 0 0-15,0 1 1 0,-2-1-1 16,-1 1-4-16,-1-1 1 0,1 1 1 0,-1 0-3 16,0 1-2-16,2-1-1 0,-4 1 3 15,2-1-4-15,1 2-1 0,1-1-1 0,3-1 0 16,-2 3-2-16,2-3 0 16,0 2-1-16,1-1 1 0,-1 1-2 0,3-2-2 15,0 2 1-15,1 0 0 0,1 0 1 16,-2-1-3-16,3 2 1 0,-1-1 1 0,2 1 0 15,0 0 0-15,-2-1 1 0,3 1-1 16,-1 1 2-16,0-1 0 0,1-1-2 16,1 1 5-16,-2 1-4 0,2 1-2 0,-1-1 5 15,1 1-2-15,1-1-1 0,0 2 0 0,0-1-1 16,0 2 2-16,0 0-1 0,1 1 0 16,-1 1 1-16,2-2 1 0,-1 2-2 15,1-1 3-15,0 0-1 0,-1 0-2 0,1 1-1 16,1-2 0-16,-1 2 0 15,0-1 2-15,1 0 2 0,0 0-4 0,1-1 2 16,-2 0-2-16,2 2 0 0,0-3 4 16,1 4-5-16,0-1 4 0,3 1-2 0,-1-2 3 15,0 1-2-15,3 0 1 0,-1-2-3 16,1 1 1-16,1-1 2 0,4 4-7 0,-2-3 4 16,0-3 1-16,0 1-4 0,2 4 3 15,-1-5-1-15,-2 0 0 0,1-1 2 16,0 1 2-16,1-1-3 0,-2-1-1 0,1 2 1 15,0-1 2-15,0 0-1 0,0-1-1 0,-1 0 0 16,1 0-1-16,-1-2 1 16,1 2 2-16,1-1-2 0,1 1-2 0,-1-1 1 15,1 0 2-15,-1 1-5 0,0-1 5 16,0 0-3-16,1 0 0 0,1 1-1 16,-2-2 1-16,0 1 4 0,1 0-4 0,-1-1 3 15,-1 0-2-15,-1 0 1 0,0-1-1 16,0 1 0-16,1-1 2 0,1 2-3 15,-1-2 2-15,2 1 1 0,-3-1-2 0,1-1 0 16,1 1 5-16,1 0-6 0,1 0 3 0,0 1-1 16,1-2 0-16,-2 2-2 0,-1-2 1 15,-1 0 2-15,1 1-3 0,-1-1 0 0,2 1 5 16,-1 0-5-16,-1-1 5 0,1 0-5 16,-1 0 2-16,0 0-1 0,1 0 2 15,-1 0-1-15,1-1 5 0,1 0-3 16,-1-1-1-16,2 2-3 0,0-2 0 15,-1 1 2-15,4-1 0 0,-5 0-2 0,2 1 2 16,-1-2-2-16,-1 1 3 0,0-1-6 16,0 0 8-16,-1 2-4 0,-1-1-2 0,0 1 3 15,-1-2-1-15,-1 1-1 0,1-1 0 16,-1 0 8-16,0 1-9 0,0 1 2 0,1 0-1 16,-3-1 2-16,2-1-1 0,2 0 0 15,-2 1 2-15,1-1 0 0,1 0-1 0,-1 0-1 16,1 0-1-16,-2 0 3 15,3-1-5-15,-2 1 0 0,2 0 0 0,-2-1 0 16,1 0 2-16,3 0 1 0,-4 0-3 16,3 0 10-16,-1 0-10 0,1 0 0 15,-3 0 1-15,0 0-1 0,1-1 3 0,-2 1 0 16,1 1 1-16,-1-1-1 0,0-1-2 16,-1 1 4-16,0 0-3 0,-1 0 2 0,2 0 0 15,-1 0 1-15,-1-1-1 0,1 1 1 16,0 0-2-16,0-1 0 0,0 1 0 15,0 0-2-15,1-1 1 0,-2 0 3 16,2 1 1-16,0-1-3 0,-1 0 2 0,1 0 1 0,-1 1-3 16,1-2 0-16,-1 2 2 15,0-1 1-15,1-1 0 0,-2 2-3 0,2-1 2 16,-1 0-2-16,-1 0 2 0,2 1-1 16,0 0 2-16,-1-2-4 0,-1 2 0 15,2-1 2-15,-3 1 4 0,0-1-2 0,1 0-4 16,0 0 2-16,0 0-1 0,-1 1 0 15,-7 1 2-15,14-5-3 0,-5 3 1 0,-1-1 1 16,0 0 0-16,1 0 1 0,-1 0-3 16,0 0 1-16,3 0-1 0,-3-1 3 0,2 2 2 15,-1-1-3-15,0-1-4 0,-1 1 7 16,1 0-4-16,-1-1 2 0,1 2 0 0,0-1-1 16,-1 0 2-16,-1 0-4 15,0 0 6-15,0 0-4 0,1-1 0 0,0 1-2 16,-1 0 1-16,0 0 1 0,-1 0-1 15,2 0 4-15,-2 0-2 0,1 0-1 16,0 0 3-16,0 0 0 0,-1-1-1 0,1 1 1 16,0-1-5-16,-1 1 3 0,0 0 4 15,0-1-1-15,-1 0 0 0,1 2-2 0,0-1 1 16,1-1 2-16,-2 0-4 0,2 1 5 16,-2-2 0-16,2 0-5 0,1 1 3 0,-1-1 4 15,1-1-4-15,1 0-3 0,-1 0 3 16,1-1-1-16,0 1 2 0,0-2-2 15,-2 2 1-15,2-1 1 0,0 0 0 16,-2 1-3-16,2-1 1 0,-2 1 5 0,1 1-1 16,0-2 2-16,-2 1 1 0,0-1 3 15,0 2-4-15,-1-1 7 0,1 0-4 16,1-2-1-16,-2 0-1 0,0 2 4 0,0-1-1 16,1-2-1-16,-1 0-4 0,0 1 2 15,1-1-1-15,-2-1 0 0,3 1 2 0,-3 0-3 16,2-1 0-16,-1 0 0 0,0 0 4 15,0 0-1-15,1 2 0 0,-1-2 2 0,-1 0 3 16,1-1 0-16,0 1 4 0,0-1 0 16,-1 1-2-16,0 0 0 0,2 0 2 15,-2 1-4-15,-1 1 0 0,1 0-2 16,-2-1 2-16,2 1-2 0,0-1 0 0,-1 2-4 16,-2-2 2-16,2 1-3 0,0 0-1 15,0 0 1-15,-3 8-2 0,4-15 0 16,-1 8-2-16,-1-2-1 0,1 1 0 0,0 1 0 15,-3-3 1-15,3 2-1 0,-2 0-1 16,-1 8 2-16,1-16-3 0,0 9 2 0,-1 7-4 16,1-14 3-16,-2 5 1 15,1 9-3-15,-2-15 0 0,0 7 2 0,0 1-2 16,0-1-2-16,2 8 1 0,-7-15 0 16,5 9 0-16,-2-1 3 0,0 1-4 0,-1 1 3 15,1-2-2-15,-2 2-2 0,2-1 0 16,-3 1 4-16,2 1-3 0,-2-2 1 0,0 2-1 15,-2 0 2-15,0-2-2 0,0 1 1 16,0 0 1-16,-3 1 1 0,1-1-5 16,-1 0 4-16,1 1 0 0,-2 0 0 0,2-2-1 15,-3 1 0-15,1 0 1 0,0 1-2 16,1 0 2-16,-2-1 0 0,-2 1-1 0,0-1 1 16,-1-1-3-16,-6 0 4 0,3 1-4 15,-3-3 2-15,-2 2 0 0,7 1-2 0,-1 1 4 16,1 0-4-16,-1-1 4 15,-7 0-4-15,5 0 3 0,-3-2 0 0,2 3 2 16,3 0-2-16,1 0-1 0,0-1 2 16,-1 2-1-16,2-2 0 0,1 2-1 0,-2-1 0 15,2-1-1-15,-2 1 2 0,2 0-1 16,-2 1 0-16,2-1 0 0,1 0 0 16,-1 0-1-16,2 0 0 0,-1 0 1 0,-1 0 0 15,-2 0 1-15,0 1-1 0,-1-1-1 16,1 1 0-16,-9-2 0 0,5 2 1 15,3 0 0-15,-1 0-1 0,0 0 0 0,1 1 0 16,1 0 1-16,-2 0 0 0,1 1-2 0,4 0 0 16,-2 1 2-16,2-2-1 15,1 1 3-15,-1 1-3 0,0 0 1 0,0-1-1 16,3 2 2-16,1-1-2 0,-3 0 1 16,2 0 0-16,-2 1 0 0,1-1 1 0,-2 0-1 15,0 0 2-15,0 0-3 16,-1 2-1-16,2-1 2 0,-3-1 1 0,0 0 0 15,0 0 1-15,-2 0-2 0,-1 0 0 0,3 1 0 16,-5-1-1-16,3 2 2 0,3-1-2 16,-4 0-1-16,4 1 1 0,1-2 2 0,-4 2 1 15,3-1-2-15,1 1 1 0,-2-1-4 16,2 0 4-16,0 1 1 0,0-1-5 0,1-1 4 16,-3 1 0-16,2 1 0 15,0 1-1-15,-4-2 0 0,4 1-2 0,-1-1 2 16,2 2-2-16,-2-2 5 0,0 1-4 15,0-1-1-15,2 0 2 0,-3 1 0 0,1-1 0 16,1 0 2-16,-2 1 0 0,0-1-2 16,1 0 2-16,-3 1 0 0,4-1-3 15,-4 1 1-15,2 0-2 0,3-2 1 0,-2 2 1 16,1-1 0-16,0 0-1 0,0 2-1 16,1-2-1-16,-1 0 5 0,1 2-2 15,1-1-2-15,0 1 0 0,-1-1 3 0,3 0-2 16,-1 0 1-16,0 0-3 0,1-1 4 15,1 1 0-15,0 0 0 0,0 0-1 16,0 0 3-16,-3 1-2 0,3-1 1 0,0 0-1 16,-2-1-1-16,0 2 0 0,0-2 1 15,1 2-1-15,-3-2-4 0,2 1 4 0,2-1-1 16,-2 2 1-16,1-1 2 0,-1-1-3 16,0 0 3-16,0 1-2 0,0-1 2 15,1 1-1-15,-3 0 0 0,3 0 0 0,0-1-1 16,3 2-1-16,-3-3-1 0,0 3 2 15,-1-3-1-15,2 1-1 0,-2 0 1 0,1 0 2 16,-1 0 0-16,1 0-1 16,0 0 1-16,1 0 0 0,-2 0-2 0,0-1 2 15,1 0-1-15,0 1 0 0,-1 0 4 16,1-1-4-16,-1 0 0 0,1 0-1 0,0 1 2 16,-1-1-2-16,0 1 1 0,2-1-3 15,-3 0 0-15,1 1 5 0,2 0-4 0,-1-1 3 16,0 0 1-16,-1 0-2 0,1 0 1 15,-1 1-3-15,0-1 2 0,0 1 1 16,0-1 3-16,0 1-4 0,1-1-1 0,0 0 2 16,1 0-3-16,0 0 1 0,0 1 0 15,-2 0 0-15,12-1 1 0,-20 0-2 0,12 0 1 16,-2 1 0-16,0 0 2 16,10-1-1-16,-18 1 1 0,10 0-2 0,-3-1 1 15,2 1-2-15,9-1 3 0,-17 1-1 16,8-1 1-16,0 2-1 0,-1-2 2 0,0 1-4 15,0 0 2-15,0 0-1 0,0 0 2 16,-1-1-1-16,1 2 0 0,0-2 0 0,0 1-1 16,0-1-1-16,0 1 3 0,1 0-1 15,9-1 0-15,-16 1 1 0,8 0 0 16,8-1-3-16,-15 0 3 0,8 1-2 0,7-1 3 16,-16 2-2-16,8-2 0 0,-1 1-1 15,9-1 1-15,-18 2 0 0,9-2-2 0,1 1 5 16,8-1-2-16,-20 1-2 15,10-1 0-15,-1 1 0 0,2 0 3 0,-2 0-3 16,0 0 1-16,1 0 1 0,-1 0-4 16,-1 0 2-16,1 1 5 0,-1-2-4 0,1 1-2 15,0 0 0-15,2 1 3 0,-2-2-2 16,1 2-1-16,1-1 2 0,9-1-1 0,-18 2 3 16,10-1-1-16,0 0-3 15,8-1 1-15,-14 2-1 0,6-1 3 0,8-1 0 16,-15 5 0-16,7-4 0 0,1 1-4 15,-2-1 3-15,9-1 0 0,-17 4-3 0,9-2 2 16,-2 0-2-16,2 1 2 0,-2-1-2 16,1 0 5-16,-1 1-4 0,1 0 2 15,-1-2 0-15,2 2-2 0,-1-1 1 0,2 1-1 16,-1 0 1-16,0-1-3 0,8-2 3 16,-14 4 1-16,8 0-1 0,-1-2 1 0,-1 1-4 15,1 0 4-15,7-3-2 0,-12 7 0 16,4-3 2-16,0-1 0 0,1 1-4 0,0 0 2 15,0 1 3-15,-1 1-1 0,-1 0-2 16,1-1 0-16,-2 2-1 0,3-3 4 0,-2 3-4 16,1-1 1-16,1-1 1 0,1 1 0 15,-1-1 1-15,-2 1-1 0,1 1-1 16,2 0-2-16,-2-1 4 0,1 0-3 16,2 1 2-16,-1-1 2 0,0-1-3 15,2 1 1-15,-2 0-1 0,2 1-1 0,-1-2 0 16,-1 0 5-16,2 1-2 0,-2-1-3 15,3 0 2-15,3-5-2 0,-7 10 3 0,4-7 1 16,3-3-2-16,-6 8 2 0,6-8-3 16,-5 8-1-16,1-3 6 0,4-5-3 0,-3 10-2 15,0-4 0-15,3-6 1 0,-5 10 0 16,3-4 0-16,2-6-2 0,-3 13 2 0,1-5 1 16,0-1 0-16,2 0 0 0,-1 1-1 15,-1 0 0-15,1 0-1 0,2 1 1 16,-1-2-1-16,1 1 1 0,0 1 1 15,0 0 0-15,-1 0 0 0,3 1-2 16,-1 0 1-16,1-2 0 0,0 2 1 0,3 0 0 16,-2 1-4-16,2-2 1 0,2 2 1 15,0-1 3-15,1 0-4 0,-2-1 1 0,4 0 4 16,1 0-4-16,1 0 3 0,1-1-3 16,4 4 1-16,0-3 0 0,-3-2 1 0,0 1 1 15,0-1-3-15,0 0 2 16,0 0 2-16,-1 0-5 0,0 0 1 0,0-2 3 15,-2 2-2-15,2 0 2 0,-2 1-2 16,-1-3 0-16,0 0 0 0,0 1 1 0,1 1 3 16,0-2-3-16,0 1 1 0,1 0-2 15,1 0 1-15,0 0-1 0,-1 1 0 16,2-2 2-16,2 1-3 0,-3-1-1 0,3 1 2 16,-1 0 4-16,2-1-3 0,5 2 0 15,-3-2 2-15,-2 0-1 0,-1 0 0 0,1-1-2 16,-2 2 1-16,0-2-2 0,-1 1 1 15,-2-1 0-15,0 0-1 0,-2-1 1 0,1 1 1 16,-1-1 0-16,0 1 3 0,1 0-3 16,-3-1 1-16,1 1-1 0,0-2-2 0,-2 1 2 15,2 0 1-15,2 1-2 0,-1-1-1 16,0 0 2-16,2 1-1 0,1-2 1 16,-2 1-3-16,6 0 1 0,-1 0 3 15,0 1-4-15,2-1 0 0,-2-1 2 16,2 0-1-16,-1 1 2 0,1 0 0 0,-2-1-2 15,2 0 0-15,-4 0 1 0,-1 1 1 16,0-2-2-16,0 1-1 0,0-1 2 0,-4 1 0 16,2-1 3-16,-2 1-6 0,1-1 1 15,0 1 2-15,0-1-3 0,0 1 3 0,0-1 0 16,-1 1 0-16,2-2-1 0,-1 1 2 16,3 0-3-16,0 0 1 0,1 1 1 15,-2-1 0-15,3 1 1 0,-1-2 1 16,0 2-2-16,2-1-1 0,-2 0 1 0,0 0-3 15,0-1 1-15,1 1 1 0,-2 1 0 16,2-2 0-16,-5 1 1 0,3-1-6 16,0 0 7-16,-3 1-3 0,2-1 2 0,0 0 2 15,-2 0-3-15,1-1 2 0,2 1-1 16,-1 0-1-16,-1 0 1 0,-1 0-1 0,2 0-2 16,2 0 3-16,-4-1 2 0,2 1-1 15,0 1-3-15,0-2-2 0,-1 1 2 0,3 0 0 16,-3 0 0-16,2-2 2 0,-1 2 1 15,-2 0-2-15,2 0-3 0,-2 0 1 16,1 0 0-16,1 0-3 0,-3 0 5 16,1 0 1-16,1 2-4 0,-2-2 5 15,2-2-2-15,-2 2-1 0,0 0-1 0,1 0 1 16,1 0-2-16,-1 0 0 0,0 0 3 16,1 0-3-16,1-1-1 0,-1 1 2 0,2-2-2 15,1 1 0-15,-3 1-1 0,1 0 6 16,0-2-4-16,0 2 1 0,0 0 0 0,0-1 1 15,-1 1-1-15,3-1 2 0,-3 1-2 16,0 0 0-16,3-1 1 0,-3 0-2 0,0 0 4 16,0 1-3-16,-2-1-1 0,1 0 1 15,1 1 2-15,-2 0 1 0,2-1-1 16,-4 1 1-16,2-1-1 0,0 1-2 0,0 0 2 16,-1-1 0-16,-1 0 1 15,1 1-4-15,0-1 3 0,-1 0-2 0,-8 1 1 16,17-1-2-16,-8 1-2 0,-2-1 4 15,3 1-2-15,-1-1 4 0,1 1-2 0,0-1 1 16,0 0-1-16,-1 1-4 0,2-1 3 16,-1 0 2-16,1 0 0 0,-1 0 0 0,0 1-1 15,0-1-1-15,0 0 1 0,1 1 1 16,-3-1 0-16,4 0 1 0,-2-1-3 0,3 0-2 16,0 0-12-16,-3 1-19 0,3-2-31 15,-2 0-27-15,-4-2-62 0,2 2-146 16,-4-2-258-16,-1-1-64 0</inkml:trace>
  <inkml:trace contextRef="#ctx0" brushRef="#br0" timeOffset="336279.6146">17109 12545 1365 0,'0'0'-99'0,"0"0"18"0,0 0 12 15,0 0 9-15,0 0 11 0,0 0 11 0,0 0 5 16,0 0 10-16,0 0 10 0,0 0-11 16,0 0 15-16,0 0-3 0,0 0 6 0,0 0 6 15,0 0 3-15,0 0 4 0,0 0 1 16,0 0 7-16,0 0-2 0,0 0 11 16,0 0-4-16,0 0-1 0,0 0 2 15,0 0-3-15,0 0-3 0,0 0 2 0,0 0-8 16,0 0 5-16,0 0-9 0,0 0 6 15,-15-6 3-15,15 6-4 0,0 0 5 0,-10 0-3 16,10 0-1-16,-8-1-3 0,8 1 2 16,-9 0 2-16,9 0-5 0,-12 1 2 15,12-1-1-15,-12 1-6 0,6 1 2 0,-1 0 0 16,0 1-3-16,0 0 2 0,-1 2 3 16,1-1-5-16,0 1 1 0,0 1-6 0,-1 0 9 15,2-1-1-15,-1 3 4 0,2-1-9 16,0-2 7-16,1 3 0 0,0-2-6 15,0 1-4-15,2 1 15 0,0-2-6 16,1 1-4-16,-1 0-1 0,2-7 2 0,0 11-4 16,0-11 2-16,1 11-1 0,2-6-2 15,-3-5 6-15,3 9 0 0,1-5 2 0,-1 1 4 16,-3-5 2-16,10 6 2 0,-5-4 1 16,1 1 1-16,1-3-1 0,-7 0 2 0,16 1-1 15,-7-2 4-15,0-2-5 0,1-1-4 16,0-1 6-16,-1-1 1 0,0-1-5 0,1-3 4 15,-2 1-3-15,-1 1-2 0,-1-2 0 16,1 1 7-16,-4 1 1 0,0 1 4 0,-1 0 9 16,-1 1-3-16,-1 6-2 0,-1-11 4 15,1 11-1-15,-4-11-6 0,0 7 3 0,0 1-7 16,-2-1 0-16,-3 2-5 16,0 0-2-16,1 0 0 0,-1 1-1 0,-1 0 1 15,1-1-4-15,0 1 0 0,0 1-3 16,9 0 1-16,-16 1 3 0,9-1-9 0,7 0-10 15,-13 0-15-15,13 0-27 0,-10 0-27 16,10 0-38-16,-9 0-23 0,9 0-66 16,0 0-232-16,0 0 55 0</inkml:trace>
  <inkml:trace contextRef="#ctx0" brushRef="#br0" timeOffset="337127.2573">17073 12767 1074 0,'0'0'-77'0,"2"-6"18"0,-2 6 2 16,3-7 11-16,-3 7 10 0,1-6 7 0,-1 6 12 16,3-5 4-16,-3 5 12 0,0 0-8 15,4-6 14-15,-4 6 4 0,0 0 12 0,3-6-1 16,-3 6 2-16,0 0 6 0,0 0 4 16,0 0-3-16,1-6 0 0,-1 6 2 15,0 0-5-15,0 0 1 0,0 0-2 16,0 0-3-16,0 0 0 0,0 0-4 0,0 0 4 15,0 0 3-15,0 0-9 0,0 0-4 16,-4-9 0-16,4 9 4 0,0 0-8 0,0 0-1 16,0 0 4-16,0 0-5 0,-13 1 1 15,13-1-8-15,0 0 7 0,0 0-2 0,-12 3 2 16,12-3-5-16,-6 5 6 0,2-2-5 16,4-3-2-16,-7 7 3 0,4-4 1 0,3-3 0 15,-7 10 4-15,4-4-8 16,-1 1 7-16,1 0-3 0,2-1 6 0,-2 1-6 15,0 1-1-15,2 0 4 0,-1 0 0 16,1 1-4-16,0-1 3 0,1 0-5 0,-1 0 3 16,1 2 5-16,2-2-7 0,-1 1 7 15,1 0-2-15,1-2 0 0,0 2-6 0,2 1 9 16,-1-3-2-16,1 1 10 0,0 0-2 16,1-2 0-16,1 1-4 0,0-2 13 0,0 1-7 15,1-2 5-15,0-1-5 0,0-1 3 16,1-1 1-16,0-2 0 0,1 0-1 15,3-2-2-15,0-4 1 0,1-1-1 16,4-5-5-16,-1-2 8 0,-3-3-9 0,-1 0 1 16,-2 0-1-16,-3 2-3 0,-3 2-1 15,0 1 3-15,-4 2-3 0,-1 1-2 0,-1 0 4 16,-2 1-2-16,-3 1 3 0,-2 1-8 16,-1 0 2-16,-1 3-3 0,-1 2 2 15,-1 1-6-15,-1 2 2 0,-1 0 2 0,-2 2-3 16,0 2-28-16,0 1-39 0,1 0-45 15,1 1-66-15,0 1-323 0,3-1-6 0</inkml:trace>
  <inkml:trace contextRef="#ctx0" brushRef="#br0" timeOffset="338224.8955">17492 13341 1357 0,'-10'-2'-46'16,"10"2"5"-16,-9-2 12 0,3 1 11 0,6 1 10 15,-11-1 20-15,11 1-9 0,-8-2 6 16,8 2-1-16,0 0-6 0,-9-1-4 16,9 1 0-16,0 0-4 0,0 0 2 15,-6-2 4-15,6 2-4 0,0 0 3 0,0 0-3 16,0 0 2-16,16-8 2 0,-10 6-1 15,0 0-3-15,1 0 6 0,-7 2-4 0,11-3-2 16,-4 1 4-16,-7 2 0 0,7-2-3 16,-7 2 5-16,0 0-6 0,7-1 9 15,-7 1-2-15,0 0 10 0,0 0-8 0,0 0 6 16,-14 14-6-16,4-9 2 0,0 1 2 16,0 0 8-16,0 1-9 0,0 0 1 0,-1-2 5 15,2 1-2-15,-1-1 3 0,3-2 2 16,2 1 0-16,5-4-4 0,-9 5-1 15,6-2-4-15,3-3 0 0,0 0 0 16,0 0-3-16,0 0 0 0,0 0 0 0,17 4 5 16,-6-4-1-16,0 0-8 0,2 0 6 15,1-1 1-15,-1 1-4 0,3 3 0 0,-2-2-1 16,0 1-1-16,-2 2-6 0,-1 0 0 16,-2 1 5-16,-2-1 1 0,-1 1 10 15,-4 3-2-15,-2 0 1 0,-3 0 4 16,-3 2 1-16,-3 0-1 0,-2 1 4 0,-6 3 0 15,4-3-5-15,-3 2 2 0,3-3-4 0,2-3 4 16,2 0 5-16,2-2-4 16,1-1-2-16,0 0-6 0,3 0-3 0,3-4 2 15,0 0-2-15,0 0-6 0,0 0-6 16,22 4-6-16,-7-5-8 0,5-1 0 0,1 1-1 16,9-1 1-16,1-1 4 0,2 0 8 15,-2 2-6-15,-5 1 1 0,-5 0 0 0,-4 0 3 16,-2 1 5-16,-3-1 2 0,-3 3 20 15,-1-1 8-15,-5 1 4 0,-3-3 9 0,0 0-1 16,-11 16 3-16,-1-9 5 0,-6 5 2 16,-3 0-1-16,-1-1-3 0,0 0-2 15,1-1-6-15,4-2-3 0,4-1-3 16,3-2-4-16,2-1-14 0,-1 0-26 16,4-2-25-16,1 1-37 0,4-3-37 0,0 0-58 15,0 0-140-15,0 0-154 0,0 0 26 16</inkml:trace>
  <inkml:trace contextRef="#ctx0" brushRef="#br0" timeOffset="339887.32">22821 13698 451 0,'-2'9'48'0,"1"-1"-20"0,-2 2-12 16,-1-2 1-16,0 2 4 0,-2 0 2 0,-2 2 8 15,-1-1-5-15,-1 2-4 0,-7 2 0 16,1 1 5-16,0-2-10 0,-2 0-10 15,-1-4-19-15,3-1-33 0,1-2-64 16,-1-3-92-16,5 0 68 0</inkml:trace>
  <inkml:trace contextRef="#ctx0" brushRef="#br0" timeOffset="340723.0315">22968 13224 585 0,'0'-7'10'0,"0"7"0"16,0 0 2-16,0 0 4 0,-4-11 4 15,4 11 11-15,0 0-4 0,-4-6 2 0,4 6 1 16,-6-3-5-16,6 3-8 0,0 0 10 15,-11 0-6-15,11 0 6 0,-12 4-2 0,12-4-2 16,-10 5 5-16,5-3-10 0,0 2 1 16,0 2 3-16,0-1-3 0,2 1-2 0,0 0-2 15,0 0-3-15,2 0-2 0,1-6 3 16,-3 12-1-16,3-5 0 0,0-7-4 0,3 15 1 16,-1-6-7-16,1 0 10 15,1 1-1-15,2-1-3 0,0 0-2 0,1 3-6 16,0-2 3-16,3 1 1 0,0 0-3 15,3 4 4-15,-1-3-3 0,-1-2-1 16,-1 1 2-16,0-1-3 0,0 0 6 0,-1 0-3 16,-1-1-4-16,0-1 2 0,-1 1 2 15,-1-1 2-15,1 0-5 0,-3-1 2 0,0 0 1 16,1 0 8-16,-2-1-12 0,-1 1 15 16,1-1-8-16,-3-6 2 0,1 10 3 0,1-4 9 15,-2-6 0-15,0 0 0 0,-3 11 5 16,3-11 0-16,-6 6 3 0,2-4 11 0,4-2 3 15,-11 3 12-15,11-3 0 0,-12-1 6 16,12 1 1-16,-15-5-3 0,8 2-1 16,0-1 1-16,0-3 1 0,1-1-9 15,1-2-3-15,1-1-4 0,2-2-8 16,0-1 0-16,4-3-6 0,1 0-11 0,4-9-5 16,5 3-6-16,0-1-5 0,1 2-3 15,-1 3-1-15,-1 4 4 0,-3 4-4 0,-1 2-1 16,-2 2 3-16,0 0 0 0,-1 1 6 15,0 0 5-15,0 2 9 0,-4 4 6 0,3-7 7 16,-3 7 3-16,3-7-2 0,-3 7 1 16,0 0-4-16,-10-9-6 0,10 9-4 0,-12-7 2 15,4 5-2-15,-1-1-3 0,0 0-4 16,0 1-7-16,1 0-24 0,-1-1-28 16,2 2-32-16,1-1-53 0,-2-2-56 15,3 2-117-15,5 2-321 0,-10-5-122 16</inkml:trace>
  <inkml:trace contextRef="#ctx0" brushRef="#br0" timeOffset="353007.2745">19015 13129 1540 0,'0'0'-103'0,"0"0"23"16,7 2 14-16,-7-2 20 0,0 0 12 15,0 0 12-15,0 0 13 0,0 0 8 16,0 0 4-16,0 0 6 0,0 0 3 0,0 0 12 16,0 0-7-16,0 0 2 0,0 0 1 15,0 0 7-15,0 0-7 0,0 0-1 0,-12-16 4 16,12 16 1-16,0 0-3 16,-10-2-5-16,10 2 9 0,-8-4-5 0,1 3-2 15,7 1 2-15,-13-3 4 0,4 3-2 16,2-1-4-16,-2-1 3 0,-1 1-2 0,0-1-2 15,-1 2 0-15,1-1 0 0,0 0-3 16,-1 1 3-16,1-1-2 0,2 1-1 0,-2-1 0 16,0 0-1-16,0 0 0 0,1 1-2 15,0 0 1-15,0-2-1 0,9 2 1 0,-17 0-3 16,8-1-3-16,0 0 2 0,0 0 2 16,-2 0 2-16,1 1-3 0,0-1-3 15,0 1 2-15,-1-1-3 0,0 1 4 16,0-1-2-16,-1 2 0 0,0-1-1 0,0 1 3 15,-3-1-1-15,-3 2-3 0,-2-1 3 0,1 0 1 16,-1 0 0-16,3 0 4 16,4 0-4-16,-5 0 1 0,2 0 0 0,1 0 0 15,-1 1-3-15,1-2-1 0,-1 3 4 16,1-2-4-16,-1 1 0 0,0-1-2 0,-2 2 1 16,3-1-1-16,-2 1-1 0,3-1 1 15,0 0-2-15,0 0 3 0,1 1-3 0,0 0-1 16,0 0 1-16,0-2 0 0,0 2-3 15,2 0 1-15,1-1 2 0,0 1 0 0,1-1-1 16,-3 2-2-16,2-1 0 0,0 0 1 16,2 0-2-16,-2 1 0 0,-1 2 1 0,1-1-1 15,0 1 1-15,-4 1 1 0,2 1 1 16,-3 1-2-16,-2 3 1 0,3-2-4 16,-4 3 3-16,1 0-2 0,0 1 3 15,-1 1-3-15,-1 0-2 0,1-1 5 16,3-1-2-16,-1 1 0 0,3-2-2 0,2-3 2 15,0 2 0-15,1-1-2 0,3-1 1 16,-2-1 1-16,1 1-4 0,2 0 3 0,1 1 1 16,-1 1 0-16,2-1-1 0,1 1-1 15,-1 1 3-15,2 0 0 0,1 1 2 0,-2-1-2 16,3 1-3-16,0 1 0 0,1 0 1 16,1 2 2-16,1 1-1 0,1-1 2 0,0-1-5 15,1 2 4-15,1-2 0 16,3 5 1-16,-2-3-2 0,4 2 2 0,0 0-1 15,2-1 3-15,0 1-1 0,4-2-4 16,-3 0 5-16,4-1 1 0,0 0 5 0,1-1-9 16,0 1 0-16,3-1 5 0,-2 0 1 15,2-1-1-15,-1-3-4 0,1 1 1 16,1 0 1-16,0-1 1 0,1-1-5 0,-2 0 2 16,1-2 2-16,3-1-2 0,-2 0 2 15,1 0 2-15,0-1-5 0,2-1 2 0,-1 0-1 16,-4-1 1-16,3 1-1 0,-3-1 3 15,-2-1 0-15,7 1-3 0,-4-1 1 16,-3-2 2-16,1 1-3 0,0 0-1 16,0-1 1-16,1 0 1 0,-1-1 1 0,-1 1-3 15,1-1 1-15,0-1 3 0,-1 1 0 16,0 0 1-16,-3 0-5 0,-1 0 1 0,1 0 2 16,-1-2-1-16,0 2 2 0,0-2 0 15,-1 0 5-15,1 1-3 0,1-2 3 16,0 0 0-16,0-1 4 0,1-1-2 0,-1 1 0 15,0-2 4-15,-1 1-3 0,2 0 3 16,3-4-4-16,0 0 1 0,1 1-1 0,-4 1-2 16,-3-1 2-16,0 1 1 0,-1-1-1 15,-1 1-3-15,1-1 5 0,-1 0-2 0,-1 1 6 16,-1-2-4-16,0 2 3 0,-3 0 0 16,2 0-1-16,-2-2-1 0,0 1-4 15,2-3-1-15,0 2 5 0,-1-1-5 16,-1-2 1-16,2-1-1 0,0 0-2 0,2-6-2 15,0 1 2-15,1-3 0 0,1-1-2 16,-1 2 0-16,1-2-1 0,-4 4 1 16,0-4 1-16,0 2 0 0,-3 4-1 0,-1 1 4 15,0 1-1-15,-3-1 1 0,1 2 2 16,-4 0 1-16,1-1-4 0,1 2 0 0,-2-1 2 16,-3-1-2-16,0 2 1 0,-1-3-2 15,-3 0 0-15,2 1 2 0,-7-5-3 0,-2 2-2 16,1 0 2-16,-2 1-2 15,-2 0-1-15,0-1 1 0,0 1 0 0,-1 1-2 16,-2 0-1-16,-1-1 3 0,0 2-2 16,-2 0 1-16,1 0-3 0,-3-1 2 15,2 2-3-15,-3 0 1 0,-6-2 3 0,7 4-3 16,-9-4 3-16,7 4-3 0,-1 0 3 16,0 0-2-16,-2 1 2 0,4 0 0 0,-1 2-2 15,1-1 0-15,1 1-9 0,1 1-13 16,6-1-24-16,1 3-26 0,2 0-51 0,-1 0-64 15,0 0-145-15,1 0-281 0,0 1-112 16</inkml:trace>
  <inkml:trace contextRef="#ctx0" brushRef="#br0" timeOffset="354985.1659">17368 13149 1585 0,'0'0'-77'16,"0"0"6"-16,0 0 4 0,0 0 13 0,0 0 10 15,0 0 19-15,0 0 10 0,0 0 10 16,0 0 7-16,0 0-1 0,-21-10 4 0,21 10 8 15,-11-3-2-15,5 2 8 0,0-2 3 16,-2 2 0-16,2-1 3 0,6 2 1 16,-16-4 3-16,8 2-4 0,-3 1 2 0,2-1 3 15,-1 0-3-15,0 1 0 0,-2 0-5 16,2 0 0-16,-3 0 1 0,-1 0-2 16,0 0-3-16,0 1 3 0,-1 0-1 15,0 0-1-15,0 0 3 0,1 0-4 0,-2 0 1 16,1 0-1-16,1 0-2 0,-1 0 5 15,-1 0-1-15,1 0 0 0,0 0-1 0,0 0 0 16,0 0 1-16,0 0-1 0,0 0-2 16,-1 1-1-16,0 0-1 0,0-1 0 0,0 0 2 15,1 1-4-15,0-1 0 0,0 1 2 16,0 0-3-16,1 1-4 0,-1 0 5 0,1 0-5 16,0 0-3-16,0 0 1 0,-1 0 1 15,1 0-1-15,0 0-2 0,1 1 2 16,-1 1-4-16,0-1-1 0,0 1 2 15,-1 0-2-15,3 0 2 0,-2 0-1 16,2 0-3-16,0 0 1 0,1 1 0 0,-1-2 2 16,2 2-1-16,0 0-1 0,-1-1-2 15,2 1 3-15,-3 1 0 0,1 0-2 0,-1 0 2 16,1-1-1-16,0 1-2 0,0-1 1 16,-2 2 0-16,1 1 4 0,2-3-4 0,1 1-5 15,1 1 6-15,-1-2-1 0,1 2 1 16,0-1-2-16,-1-1 1 0,2 1 3 0,0 0-4 15,1 0 1-15,-1 1-2 16,1-1 3-16,-1 1-1 0,2-1 2 0,-2 0-1 16,1 2-3-16,0 0 1 0,-2-1 1 15,3 1 0-15,-2 0 1 0,1 0-1 0,0 1-2 16,0-1 4-16,1-1-3 0,-1 0 3 16,1 2 1-16,-2-1 0 0,4 0-1 0,-1-1-3 15,1 0 3-15,-1-1 0 0,1 2-3 16,0-1 0-16,2 0 1 0,-1-1-4 15,1 2 3-15,0 0 0 0,0-1 0 0,2 2-1 16,0-1 1-16,0 1-1 0,2 0 0 16,0 0 1-16,1 1 2 0,2 2 1 0,1-1-2 15,2 2 4-15,0-1-4 0,1 1 0 16,5 2 3-16,-2 1-2 0,3-1 0 0,1-1 1 16,-4-3-3-16,3 4 4 15,4-2-1-15,-1 1 2 0,-1-1-3 0,2-1 0 16,-2 0 2-16,2 0-4 0,-1 0 3 15,0-1-1-15,2-1 2 0,1 1-2 0,-1 0 1 16,2-2-3-16,1 2 3 0,1-2 0 16,1 0 0-16,-1 0 1 0,0-1-3 15,-1 0 1-15,0-1-1 0,0 0 1 0,-4-1-2 16,4 1 2-16,-5-3 2 0,-2 2-2 16,1-2-3-16,0 1 1 0,0-1 3 15,0 1 0-15,-1 0-2 0,1-1 1 0,1 0 3 16,-1 0-3-16,1-1 4 0,0 2-4 15,1-4 4-15,0 3 0 0,9-1-4 16,0 0 2-16,1 0 1 0,-2-1-4 0,-2 0 5 16,3-1-4-16,0 1 0 0,2-2 1 15,-6 2 3-15,-3-1-2 0,2-1-1 16,5 1 4-16,-4 0-3 0,-4 0 0 0,-1 0-2 16,-2-1-1-16,1 0 1 0,-2 1-1 15,-1-1 6-15,1 0-2 0,-2-1-5 16,2 1 5-16,-1-1 0 0,1 0 0 15,2-1-1-15,0 0 1 0,8-2 0 0,-1-2-1 0,2 1 1 16,0-2-2-16,-2-1 6 0,2 2-3 16,-1-2 1-16,-2 0 0 0,-2 2 1 15,-3-1 0-15,-5 1 2 0,1 2-1 16,-4-2 3-16,-2 3 6 0,1-2 6 0,-2 1 3 16,-2 0 2-16,1-2 0 0,-2 2-2 15,-2-2 1-15,0-1-4 0,0 0-2 16,-2 0-1-16,1-2-3 0,0-1 0 0,-2-1-5 15,1-2 0-15,0 0-1 0,0-1 1 16,0-3-4-16,0-1 1 0,-1-2-2 0,1 1-2 16,-1-1 1-16,0 1 2 0,0-2-4 15,-1 3 2-15,-2-3 2 0,0-5-1 16,0 6 0-16,-1 1 0 0,0 1-2 16,-4-4 2-16,1 4 0 0,2 3 0 0,-2 0 1 15,-1 1-1-15,0 1-3 0,0-1 1 16,-1 1 0-16,0 0 0 0,-2 1 0 15,1 0-2-15,-2 1 0 0,-3-5 3 0,1 2-2 16,-3 1-3-16,0-2 4 0,-1 1 0 16,1 1 0-16,-2-1-3 0,4 4 2 0,-4-3 5 15,0 1-2-15,0 0-1 0,2 3 2 16,-3-3 0-16,1 1 0 0,1 2-2 0,-2-2 2 16,3 3-2-16,-5-2 1 0,1 1-2 15,-3 1 0-15,0 0 2 0,0-1-2 16,-1 3-1-16,-1-1-4 0,4 3 5 15,1 0 1-15,0 3-1 0,0-2-2 0,-2 2-3 16,0 0 2-16,-1 1 0 0,-8-1-2 16,0 2 2-16,0 0-2 0,2 0 2 15,0 2-1-15,5-2 0 0,-6 1 0 0,1-1 0 16,1 3 2-16,-2-1-4 0,2 0-2 16,6-1-16-16,3 0-22 0,2-1-32 0,3 1-50 15,1-2-73-15,5 0-68 0,2 0-176 16,6 0-109-16,0 0-52 0</inkml:trace>
  <inkml:trace contextRef="#ctx0" brushRef="#br0" timeOffset="374155.3983">15924 13981 217 0,'0'0'16'0,"0"0"-13"0,0 0-2 16,0 0 7-16,0 0-5 0,0 0 5 0,0 0-4 15,0 0 4-15,0 0-11 0,0 0 7 16,-7 2-2-16,7-2 1 0,0 0 0 16,0 0 2-16,0 0 1 0,0 0-4 0,0 0 0 15,0 0 2-15,0 0 9 0,0 0-6 16,0 0-9-16,0 0 2 0,0 0-3 15,0 0-3-15,0 0 4 0,0 0-1 0,0 0-1 16,0 0 0-16,0 0 3 0,0 0-1 16,0 0 8-16,0 0-5 0,0 0 3 15,0 0 3-15,0 0 5 0,0 0-1 16,0 0 7-16,0 0-6 0,0 0-6 0,0 0 8 16,0 0-3-16,0 0-2 0,0 0 9 15,0 0 0-15,0 0 2 0,0 0 4 0,0 0 2 16,0 0-7-16,0 0 4 0,0 0-1 15,0 0-7-15,0 0 1 0,0 0 7 16,0 0-5-16,0 0-4 0,0 0 0 0,0 0 3 16,0 0-4-16,0 0-1 15,0 0 3-15,0 0-5 0,0 0-3 0,0 0-1 16,0 0 0-16,0 0 1 0,0 0 5 16,0 0-7-16,0 0 5 0,0 0 0 0,0 0 9 15,0 0-2-15,0 0 0 0,0 0-3 16,0 0 5-16,0 0-5 0,0 0 0 15,0 0 5-15,0 0 2 0,0 0-1 0,0 0-1 16,0 0 5-16,0 0 0 0,0 0-5 16,0 0-2-16,0 0 6 0,-11-4-8 0,11 4 3 15,0 0-2-15,-11-1-4 0,11 1 7 16,-12 0-4-16,5 0-5 0,7 0 8 16,-19-1 2-16,8 1 2 0,-1 1 1 0,0 0-1 15,0 0 1-15,-1-1 3 16,2 0 0-16,0 0 0 0,1 1-1 0,0-1 1 0,10 0-8 15,-14 2 0-15,14-2-3 16,-11 0 0-16,11 0-7 0,0 0-2 0,-10 0-1 16,10 0 0-16,0 0 1 0,0 0-2 15,0 0-2-15,0 0 8 0,30-3-9 16,-16 0 1-16,5 1 4 0,8-1-5 0,4 0 3 16,1 0-1-16,3-2 1 0,8 1-1 15,1-2-4-15,-2 2 1 0,1-2 2 0,-7 3 2 16,-1-2-1-16,-2 0-4 0,-1 1 5 15,-4 2-4-15,-8-1 0 0,-4 1-1 0,-1 1 2 16,-4 1 1-16,-2-1 0 16,0 0 0-16,-9 1-3 0,0 0 3 0,10 0-2 15,-10 0 1-15,0 0-3 0,0 0 0 16,-23 6-1-16,8-2 7 0,-2 2 1 16,-7 0-9-16,-1 1 4 0,-2 0 2 0,1 0-3 15,-2 1 4-15,3-2 1 0,3-2 0 16,5 1-4-16,2-2 0 0,3 0 3 0,0-1-1 15,3 1-8-15,2-2-13 0,1 1-11 16,6-2-35-16,0 0-45 0,0 0-89 16,0 0-211-16,0 0 81 0</inkml:trace>
  <inkml:trace contextRef="#ctx0" brushRef="#br0" timeOffset="376870.8198">22146 13851 241 0,'0'0'31'0,"9"0"-11"15,-9 0-8-15,19-1-4 0,-4 0-2 0,4 0-3 16,0 1 1-16,4 0 1 0,7 0 1 16,-4 1-2-16,5 1 4 0,0 1-5 0,0 0 0 15,0 0 1-15,-3 0 0 16,-4 0 2-16,-4-1-8 0,-3 0-37 0,2 0-73 15,-5-1 38-15</inkml:trace>
  <inkml:trace contextRef="#ctx0" brushRef="#br0" timeOffset="377739.6735">22913 13780 402 0,'-14'1'100'0,"14"-1"-9"0,0 0-7 16,0 0-15-16,-8-2 5 0,8 2 4 15,0 0 5-15,0 0-2 0,0 0-13 16,0 0-8-16,0 0-4 0,0 0-6 16,0 0-5-16,32-13-23 0,-5 9-24 0,2-1-33 15,1 1-46-15,1-1-39 0,0 0-106 16,-2 2-80-16,0-1 177 0</inkml:trace>
  <inkml:trace contextRef="#ctx0" brushRef="#br0" timeOffset="379251.6937">20252 13809 766 0,'0'0'-34'16,"0"0"14"-16,0 0 6 0,-8 1 16 15,8-1 10-15,0 0 9 0,0 0 9 0,0 0 6 16,0 0-2-16,0 0 8 0,-11-1 4 15,11 1-1-15,0 0 3 0,0 0-5 0,0 0 0 16,0 0-3-16,0 0-3 0,0 0-7 16,0 0 0-16,0 0-7 0,0 0-1 0,0 0-2 15,0 0-3-15,25 5 2 16,4-3-4-16,10-2 1 0,17 1-4 0,9-1 2 16,23-1-1-16,3-1-4 0,3 0-3 15,1 1-12-15,-4 0-11 0,-4-1-23 16,-18 1-24-16,14-2-9 0,-19 1-15 0,-5 0-29 15,-4 1-230-15,-6-1 140 0</inkml:trace>
  <inkml:trace contextRef="#ctx0" brushRef="#br0" timeOffset="381216.0421">18562 13686 893 0,'-14'13'-34'0,"14"-13"-1"0,0 0 6 16,0 0 5-16,0 0 13 0,0 0 11 0,0 0 11 16,0 0 5-16,0 0 4 0,0 0-7 15,0 0-7-15,0 0-2 0,0 0 4 16,0 0-8-16,0 0 17 0,0 0-1 0,0 0 12 15,14 6 5-15,-14-6 0 0,27-1 1 16,-5-1 4-16,11 1-4 0,3-1-1 16,9 1 1-16,6-2 7 0,2 1-5 15,3 0-7-15,0 2 1 0,1 0-4 0,0 2-5 16,-1 0-29-16,-5 0-39 0,-4 0-64 16,-10 0-186-16,-6 0 5 0,-8-1 190 15</inkml:trace>
  <inkml:trace contextRef="#ctx0" brushRef="#br0" timeOffset="382162.6556">16876 13878 801 0,'0'0'11'0,"0"0"0"0,11 3-16 0,-2-3-9 16,5-2 2-16,13-2 4 0,6-3-2 15,13-3-2-15,6-2 6 0,20-7 2 0,1 1 3 16,4-1-4-16,-2 2-1 0,-3 1-25 16,-16 7-53-16,-2-3-129 0,-4 4 72 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28:33.772"/>
    </inkml:context>
    <inkml:brush xml:id="br0">
      <inkml:brushProperty name="width" value="0.05292" units="cm"/>
      <inkml:brushProperty name="height" value="0.05292" units="cm"/>
      <inkml:brushProperty name="color" value="#FF0000"/>
    </inkml:brush>
  </inkml:definitions>
  <inkml:trace contextRef="#ctx0" brushRef="#br0">5915 1445 1114 0,'0'0'-95'0,"0"0"17"0,4-5 13 0,-4 5 2 15,0 0 14-15,4-5 6 0,-4 5 6 16,3-5 17-16,-3 5 7 0,0 0 3 16,3-8 7-16,-3 8 1 0,2-5 11 0,-2 5-8 15,0 0 6-15,2-8 4 0,-2 8-5 16,2-7-3-16,-2 7 8 0,0 0-3 0,0-9 11 15,0 9-10-15,0 0-2 0,-2-11-4 16,0 6 0-16,2 5 2 0,-3-10-3 16,0 5 2-16,3 5-4 0,-5-10 16 0,2 5-16 15,-3-2 3-15,1 2 2 0,-1-2-2 16,0 1-5-16,-1 0 8 0,-1-1-6 16,0 0-1-16,0 2 0 0,-2-2-5 15,1 1 3-15,-2 0-4 0,1 0 3 0,-1 0 1 16,0 0 2-16,0-1-1 0,0 2 3 15,-2-2-1-15,3 2-3 0,-1-1 1 0,-1 1 3 16,1 0-8-16,0 0 2 0,-1 0 8 16,1 1-6-16,0 0-1 0,-2 0 3 0,0 0 2 15,-3-1-3-15,1 1 0 0,-2-1 1 16,1 2-2-16,-1-1 5 0,0 0-3 16,-1 1-1-16,1-1 0 0,0 1 4 0,-2 0-5 15,1 0 3-15,0 1-3 0,1-3-2 16,-1 4 6-16,3-2-5 0,-2-1 5 0,2 2-1 15,0 1 1-15,1-1-6 16,-1 0 5-16,1 1 2 0,0-1-8 0,-1 1 3 16,2 0 4-16,-1 0-2 0,3 0 2 15,-1 0-2-15,0 1-1 0,1-1 1 0,-1 1 5 16,0 0-8-16,-2 1 4 0,0 0 4 16,-1-1-6-16,0 1 0 0,0 0 2 15,-1 1-4-15,0-1 4 0,-3 0-2 0,0 1 8 16,0 0-4-16,-1 0-2 0,2 0 6 15,-1 1-6-15,0 0 2 0,0-2-4 0,1 3 5 16,0-1 2-16,-1 0-3 16,2-1-1-16,0 1-1 0,2 0 2 0,1-1-7 15,0 1 2-15,-1-1 3 0,1 1 6 16,-2 1-3-16,2-1-5 0,0 0 5 0,1 0-6 16,-1 0 2-16,-2 1 0 0,0-1-1 15,3 1 2-15,-4-1 4 0,3 1-5 16,-3-1 2-16,1 1-3 0,-1 1 4 0,1-2-3 15,-2 1-1-15,1 0 1 0,-3 1 1 16,2-2 0-16,-1 2-4 0,1-1 5 0,1 1 5 16,0-2-1-16,3 0 1 0,-3 0-3 15,1 1-1-15,0 0-3 0,3-1-3 16,-2 0 7-16,2-1 2 0,-1 0-7 16,2 1 4-16,0 0-2 0,0-1-2 15,-1 1 3-15,0 0 0 0,1 0-4 0,0 0 4 16,0-1-4-16,0 2 5 0,0-2 4 15,0 1-8-15,0-1 1 0,0 2 2 0,-2-1-2 16,0-1-1-16,0 1 2 0,1 1 6 16,0 0-10-16,0 0 3 0,0-1 1 0,0 0 1 15,-1 1-3-15,-2 0 1 0,-1-1 2 16,1 2 2-16,0-2 5 0,1 2-14 16,-1-1 2-16,0 0 9 0,-1-1-4 0,0 1-2 15,1 0 4-15,-1 0 0 0,1 0-7 16,-1 0 0-16,1-1 7 0,1-1-5 15,-2 2 1-15,1 0 1 0,-1-1-4 16,0 0 5-16,0 0 1 0,2 0-1 0,-2 0-4 16,2 0 0-16,-1 0 5 0,-1 1-1 15,-1 0-2-15,1 0 9 0,0 0-14 0,-1 0 8 16,-1 0-3-16,1 0 2 0,-5 3-5 16,3-1 2-16,-4 2 2 0,0-2 1 15,1 1-4-15,-1 2 0 0,1-1 2 0,0 1-3 16,0-1 5-16,0 2-6 15,1-2 1-15,-1 2 1 0,-1 0 2 0,2 1-3 0,-1-1 5 16,0 1-4-16,-1 2 2 0,-1 0 5 16,1 0-6-16,-2 0 0 0,2 0 3 15,-1 0 3-15,0 0-3 0,0 1 0 16,-1-1 5-16,0 0-9 0,2 0 0 0,-1-1 14 16,1 1-15-16,-1 1 8 0,1-1 2 15,0 0-9-15,1 1 2 0,-1 0 5 16,1-1-5-16,1 0 1 0,1 1-1 0,-3 0 2 15,4-1-1-15,-1 0 3 0,0 2 0 16,2-2 0-16,0 1-1 0,-1 0-5 0,2 0 3 16,0 0 3-16,-1 0 7 0,1 2-8 15,1-2 0-15,0 0-3 0,1 0 0 16,4-2-1-16,1-2 3 0,0 1-1 16,0 0 2-16,0-1-3 0,1 2 3 15,0-1 1-15,-4 4-3 0,3-1 0 0,1-2 8 16,-1 0-7-16,-2 6 0 0,-1 0 2 15,0 0-1-15,1 1 3 0,0-1-2 0,-1 2-4 16,1 1 4-16,-1-1-5 0,0 0 5 16,0 2-3-16,0-2 4 0,-1 1 1 0,1-1 4 15,0 0 0-15,-1 0-9 0,2-1 5 16,-2 0-8-16,3 1 3 0,-2-3 4 16,1 1-1-16,2 0 0 0,-3-1-4 0,2 2 4 15,-1 0-2-15,0 0-2 0,0 1 5 16,-1-1-6-16,0 0 5 0,1 1 4 0,-1 0-3 15,2-1 1-15,-2-1 0 16,0 1-1-16,2 0 0 0,1 1-4 0,-3-1-2 16,4 0 5-16,-4 0 2 0,2 0-1 15,1 1-3-15,-1 0 10 0,0 0-7 0,1 1 1 16,0 1-4-16,-1-2 5 0,1 3-7 16,0-1 7-16,0 0-7 0,0-2 7 15,0 0-5-15,0-1 5 0,2 2-6 0,0-5 1 16,2-1 2-16,-3 4-1 15,0 1-2-15,2-3 1 0,1-3 2 0,-2 5-1 0,0 0-4 16,1-3 7-16,0-2-5 0,1 0 7 16,1 2-7-16,-1-2 11 0,0 2-9 15,-1-3 2-15,1 2-1 0,1 0 1 16,-1 0-8-16,0-1 2 0,-2 0 8 0,2 0-3 16,-1 0-4-16,1-1 3 0,0 2 1 15,-1-1 0-15,-3 5 2 0,2-3 0 16,1-2-4-16,1 0-5 0,0 0 5 0,-3 6-2 15,1-5 6-15,2 0-5 0,-3 3 1 16,2-2 5-16,0-2-6 0,1 0 2 0,-1 1-2 16,-2 4-1-16,2-4 5 0,0-2-4 15,0 1 2-15,-3 3 1 0,0 2 5 0,2-3-8 16,0-2-4-16,-1 5 3 0,0 0 2 16,1-4-1-16,1-1 4 15,-2 5-8-15,-2-1 1 0,3-2 5 0,-1 3-6 16,2-3 5-16,-2 3-1 0,0-3-2 15,3-1 3-15,-3 4 2 0,-2 0 1 0,3-4-6 16,-1 4 2-16,3-4 2 0,-1-1-1 16,0 0 0-16,0 1 4 0,1-1-6 0,-3 4 5 15,1-2-9-15,3-3 2 0,0 1 7 16,0-1-4-16,-1 2 2 0,0-2 1 16,2 1-8-16,-1 1 2 0,0-1 2 0,2-1 1 15,-2 2 2-15,2-2 0 16,-2 2-1-16,1 0 9 0,0 0-17 0,1 0 3 15,-1 2 4-15,2-3 3 0,-1 2-2 16,1 1-1-16,-1-2 0 0,0 1 1 0,2-3 1 16,-1 2-7-16,0-1 7 0,-1 1 1 15,3-1-7-15,-1 0 3 0,2 0-4 0,-1 0 3 16,1 4-1-16,-2-1 7 0,2 1-4 16,-1 0 4-16,1 1-3 0,1-1-2 15,-1 2 1-15,2-1-2 0,-2 1 5 16,0 0-1-16,1 0-1 0,1 0-2 15,-1 5 2-15,2 2-4 0,0-7 1 0,3 5-4 16,-4-4 7-16,3 2 0 0,0-3-3 16,0 4 6-16,1 0 0 0,0-1 4 0,0-2-12 15,1 3 3-15,-2 0 1 0,1-1 1 16,-3-3 5-16,1-2-2 0,0 6 7 0,2 0-12 16,-2 0 0-16,2 2 0 0,-3-2 6 15,2 0 2-15,-1 2-10 0,0-3 3 16,1 1 4-16,0-1-4 0,0-2 3 0,0 2-2 15,1 2 3-15,1-2-4 0,-1 1 0 16,-1-2 6-16,1 0-9 0,0-2 5 0,2 3-3 16,-1-1 5-16,-1 0 2 0,1 1-5 15,0 0 1-15,-3-4 7 0,1 5-7 16,0-1 8-16,-1 3-15 0,0-1 15 16,2 3-6-16,-2-2-2 0,1 1 0 0,-1 1 8 15,-1 0-12-15,2 0 9 0,-2-2-3 16,3 2 5-16,-3 0-7 0,3 0-2 0,0 1 0 15,-3 0 5-15,2 0-8 0,0 0 5 16,-1-1-4-16,2 1 3 0,-2-2 2 16,-1 2-1-16,1-1 1 0,0 0 3 0,0-2-5 15,-1 1 4-15,0-1-2 0,2 0-2 16,-1 1 1-16,1-1 0 0,-1 0-3 0,-1-5 3 16,2 2-1-16,1 1-2 15,0-1 6-15,-1 0-2 0,1 0-1 0,0 0-1 16,-2-4 4-16,4 5 0 0,-2 0-9 15,-1-1 10-15,1 1-5 0,0 0 12 0,0 1-11 16,0 1-1-16,2 0 8 0,-3 0-8 16,3 0-2-16,0 0 5 0,-1 0-4 0,3 2 4 15,-1-1-5-15,1 0 2 0,-1 2 1 16,5 6-2-16,-3-3 2 0,1 2-2 16,-1 0 4-16,3-2-4 0,-5-6 4 0,4 8-5 15,0-2 4-15,1 0-2 0,-1 0 0 16,1-1 1-16,0-1-1 0,2 3-1 15,1-2 5-15,0 1-5 0,0-1 6 16,1 1-6-16,0-2 2 0,-2-2-4 0,4-1 4 16,-1 1-2-16,1-1 4 0,0 1-2 15,1 0-4-15,-1 0 5 0,3 0 2 0,0 0-2 16,1 0-3-16,1 2 8 0,0-1-6 16,1-1 1-16,0 1-4 0,0-2 8 0,1-1-7 15,-1-1 3-15,-2-3-5 0,1 0 2 16,0-1 0-16,-1 1 4 0,-2-6-2 15,-2 1 3-15,3-2 4 0,0 1-7 0,5 3 1 16,1 0-4-16,1-2 4 0,0 0-6 16,1 0 0-16,-1-2 2 0,1 2-7 0,1-1 8 15,-1 0-2-15,1 0 1 0,-1 0 3 16,2 0-7-16,0-1 2 0,0 0 2 0,1 0 2 16,-1 0-1-16,0 0 4 15,2-1-8-15,-1-1 9 0,2 2-4 0,-3-1 1 16,1-1-3-16,-1 1 0 0,-1-1 4 15,-3-1 4-15,-1-2-13 0,6 4 8 0,-6-3 4 16,1-1-1-16,6 4 0 0,-7-5 1 16,1 2 1-16,0-1-3 0,2-1 4 0,-1-1-12 15,7 3 8-15,-6-3 0 0,-1-1-1 16,2-1 1-16,1-1 0 0,-1 2 4 0,2-1-3 16,7 2-7-16,-8-3 7 0,0-1-3 15,1 2 0-15,-3-1 0 0,0 1 1 16,0-2 8-16,1 2-9 0,-2-3-1 0,-1 1-4 15,1 0 3-15,1-2 4 0,-1 0-6 16,-5 0 3-16,4 1 0 0,1-2-1 16,0 1 4-16,-1-2-4 0,-3 0-1 15,-5 1-1-15,2-1-1 0,7-1 1 0,1 1 2 16,0-2-2-16,0 2 1 0,1-1 2 16,-1 0 2-16,2 1 0 0,-2-1-4 0,1 1 4 15,-2-1-3-15,1 1-1 0,0 1 4 16,-1-1-3-16,1 1 5 0,0 0-2 15,-1 0 1-15,2-1 4 0,1 2-5 0,-1-2 1 16,0 1 1-16,0-1-5 0,4 0-1 0,-3-1 2 16,0 1 5-16,0 0 1 15,1 0 2-15,-2-2-5 0,2 2 0 0,0-1 1 16,-2 1 0-16,2-1-5 0,-1-1 5 16,-1 2-3-16,0-2 2 0,0 1 0 0,-1 0 0 15,-1-1-4-15,1 2 6 0,-1-1-6 16,1 0 2-16,-2-1-2 0,-1-1 2 0,0 1 4 15,-2 1-2-15,3-2-1 0,1-1 1 16,2 2 0-16,-1-1 1 0,1-1 0 0,-3 0 0 16,3 1-4-16,-2-1 5 0,2 0-6 15,0 0-2-15,-1-1 5 0,1-1 0 0,1 3-3 16,-1-1 5-16,2-1-1 16,-2 0 0-16,-1-1-3 0,0 0-1 0,-1 1 7 15,0-1-6-15,0 1 1 0,-2-1 3 16,1 0 0-16,0-1 2 0,-2 0 2 0,2 1 0 15,0-3 5-15,0 3-5 0,1-3 0 16,-1 0 5-16,1 1-1 0,-1-2 2 0,-1 1-2 16,2-1 1-16,5-2 0 0,-6 2-3 15,-1-1 0-15,0 1 5 0,-3-1-3 0,2 1-1 16,-1-2-2-16,0 2 0 0,0-1 1 16,-1-1-4-16,-1 0 0 0,1 0 2 15,0-1-1-15,-1 1-3 0,-1 0 2 0,0-2-3 16,0 1-1-16,0-1 0 0,-1-1 3 15,-1 0 0-15,1-2-4 0,5-4 2 16,0 0-3-16,1-1 1 0,1 0 0 0,-1-3-1 16,2-1 1-16,3 0 6 0,0 1 2 15,-1-1-3-15,0 3 1 0,0 1-1 0,-5 0 0 16,1 2 1-16,-2 0 0 0,-5 3-1 16,2 1-2-16,-4 0 0 0,0 1-2 0,0 0 1 15,-1 0-2-15,0 1 2 16,-1-2-1-16,-1 3 0 0,-1 0 1 0,2-2-1 0,0 2-1 15,-1-2 1-15,-1 0-3 0,3 0 1 16,-2 0 0-16,0-4 1 0,1 2 1 16,0-4-2-16,1 0-2 0,4-4 3 15,1-3-1-15,-1 2 4 0,1-1 0 0,-3 2 2 16,-4 5 4-16,-1 0 0 0,0 1 1 16,-2 2 4-16,-3 3-2 0,-2 0-1 0,0 1 1 15,0 1 0-15,-3 1 4 0,0-2 0 16,1-2-3-16,-1 1 1 0,0 0-1 0,-1-2 1 15,2 1-1-15,-2 1-7 0,2-2 5 16,-1-2 0-16,1-5-4 0,-2 3 1 0,2-5-5 16,-1 1 2-16,2 1 0 0,-1-2-1 15,1 0-1-15,-1-1-1 0,-2 0 0 16,1-1-2-16,-3 1 2 0,2-2 0 16,-3 1 1-16,2 1-4 0,-2-1 3 0,0 3-3 15,2-2 2-15,-3 4 1 0,1 3 0 16,-1-1 1-16,1 1-2 0,0-1-1 0,0 0 2 15,0 0 1-15,-1-1 0 0,1 1-1 16,0-8-2-16,0 2 2 0,0 4-1 0,1 3 1 16,-1 0 0-16,0-1 1 0,0 0 0 15,-1 0 0-15,0-1 1 0,0-7-3 0,0 4 3 16,0-3-1-16,0 2 1 0,-1-2 4 16,-1-1 0-16,0 1-2 0,1-1 1 0,-1 0-1 15,0 1-1-15,-1-1 1 0,1 1-1 16,-1 0 0-16,-1-1-1 0,0 1 2 15,1 0-2-15,-1 1 0 0,1 0-2 16,0-1 2-16,-1 2-1 0,1-2 0 0,0 1 1 16,-2-1 0-16,1 1 2 0,1 0-3 15,-3-1 0-15,1 1-3 0,1 1 1 0,-1-2 1 16,1 0-1-16,-1-1 0 0,1 2-1 16,-1-3 0-16,0 0-1 0,0 0 3 0,1 0-1 15,0-1-1-15,1-1-2 0,0 3 3 16,-2-3-3-16,-1 1 2 0,3 0 2 15,-2 2 0-15,-1 0-2 0,0 0 1 0,-1 3 1 16,0-1 1-16,1 0-2 0,-2 1 1 16,1-1 1-16,0 1 0 0,-3 1-1 15,1-1 2-15,-2 0-1 0,2 0-1 0,-1 0 0 16,0 0 2-16,-2 1 2 0,3 0-5 16,-1 0 3-16,0 1-2 0,0-2 0 0,0 1-2 15,0 0 1-15,0-1 0 0,1 0-1 16,-2-1 0-16,-3-5-2 0,2 5 1 0,-1-5-1 15,-1 1-2-15,-2-1 1 0,0 1 1 16,2 0-1-16,-3 0 0 0,0 4 7 0,0-4-2 16,-3 3 3-16,5 5-2 0,-3-5 2 15,-2 1-6-15,4 4 5 0,0 1-2 16,0-1-3-16,-1 1 3 0,-3-4-4 0,2 4 2 16,2 0 1-16,-5-3-4 0,4 4 5 15,-1 0-4-15,1-1 1 0,-3-5-2 0,4 5 3 16,0-1-3-16,-1 1 3 0,-1-7 0 15,4 5 0-15,-3 1 1 0,0-6-1 0,4 4-2 16,-2 1-1-16,2 0 4 0,-1-1-2 16,0 0-2-16,1 1-1 0,-2 0 0 0,2-1-1 15,0 0 0-15,-1 0 1 0,-1-6 2 16,1 6-2-16,1 1-2 0,-2 0 3 0,1 0-2 16,0 0 1-16,-2 0-2 0,2 1 2 15,-1 0-2-15,-1 0 2 0,2 1-3 16,-2-1 4-16,1 1-5 0,2 0 2 0,-2 1 1 15,2 1-1-15,-1 0 0 0,0-1 0 16,1 1 3-16,0 0 0 0,1 0-1 16,-1 0-3-16,-1-2-1 0,1 2 3 0,-2-1-2 15,1 0 3-15,-1 0-1 0,0-1-2 16,-2 0 1-16,-3-4-2 0,5 5 2 0,-2-2 1 16,0 2 3-16,2 0-2 0,-2 1 0 15,2-2-3-15,0 3 2 0,1-2 1 0,0 3-3 16,2-1 4-16,-2 0-1 0,3 5-1 15,-1-3-2-15,1 3 1 0,2 2-2 16,-1-2 4-16,1 2 0 0,0-1-2 16,-1-1 1-16,1 2 1 0,0-2-1 0,-1 2-1 15,1-2 0-15,0 1 0 0,0-1 0 16,-1 0 0-16,1 0-1 0,-4-2-2 0,3 0 2 16,0 3-1-16,0-1 2 0,0 1-3 15,2-1 2-15,-6-3 0 0,4 2 1 0,0 2-2 16,0 0 2-16,0 0-1 0,1 0-1 15,0 1 0-15,1-2 3 0,0 2-1 0,0-1-3 16,0 0 1-16,2 3 2 0,-1-1-3 16,0 0 5-16,2 0-2 0,0 0 1 15,-2 0 0-15,1 0-2 0,1-1-1 16,-1 1 2-16,1 0 1 0,-1-1-5 0,0 1 1 16,0 0 3-16,-1-2-3 0,2 2 3 15,-2-3 0-15,1 0-1 0,-1 1 1 16,1 0 1-16,-1-2 0 0,0 1-2 0,-1-2-1 15,-1-4 1-15,1 2 0 0,1 3-1 16,-3-6 1-16,3 5 0 0,-4-4-2 0,4 3 3 16,0 3-2-16,-1-2-3 0,-1 0 4 15,0-4 0-15,0 4-2 0,1 2 7 0,0-1-1 16,0 2-5-16,0-1 3 0,0-1 0 16,0 0 0-16,0 0 3 0,-4-2-3 15,4 0-1-15,-1 3 0 0,2-1 2 0,-1 2-3 16,1-1 3-16,-1 0 1 0,1 0-3 0,0 1-1 15,-1 0 2-15,1-1 1 16,0 1-1-16,1 0 1 0,-1 0-1 0,2 1-3 16,-1-1 4-16,-1-1 5 0,0 0-8 15,2 2 2-15,-1 1 0 0,0-3 0 0,0 4 1 16,2-2-2-16,-2 0 0 0,0 2-1 16,1 0 3-16,1 0 0 0,1 1-2 0,-3-2 2 15,1 2 1-15,1-2-3 16,-2 0 4-16,1-1-3 0,0 0 3 0,0 1-3 0,-1-2 1 15,2 1-2-15,-2-2 6 0,2 1-6 16,-2-1 0-16,0-1-1 0,1 0 1 0,-1-1-2 16,0 1 2-16,0 0-2 15,0 0 0-15,-1 1 5 0,3-1 0 0,-2 1-3 16,-1 0-2-16,4 3-1 0,-2-1 1 16,0 1 4-16,0 1-3 0,1-1-1 0,-2 1 2 15,3 2 1-15,-1-2-1 0,-1 1 0 16,0-1 0-16,-1 2-7 0,0-2 5 0,1 1 1 15,0 2-1-15,-1-1 2 0,0 0-4 16,0 1-3-16,0 1-1 0,0-1-2 0,0 1-6 16,1 0-8-16,0 1-17 0,1 1-14 15,4 3-28-15,-7-5-28 0,7 5-41 0,-7-5-9 16,7 5-306-16,0 0 21 16</inkml:trace>
  <inkml:trace contextRef="#ctx0" brushRef="#br0" timeOffset="6500.1731">8942 6627 206 0,'0'0'-4'0,"0"0"8"0,-7-12-10 0,7 12-56 16,-7-4 15-16,2 2 16 0</inkml:trace>
  <inkml:trace contextRef="#ctx0" brushRef="#br0" timeOffset="17299.8962">8704 6571 150 0,'0'0'36'0,"0"0"-1"0,0 0-1 15,0 0 1-15,0 0 0 0,0 0 7 16,0 0 3-16,0 0 5 0,-4 4-7 0,4-4 4 15,0 0-4-15,0 0-1 0,0 0-6 16,0 0 1-16,0 0-3 0,0 0-3 0,0 0-6 16,0 0-4-16,0 0 3 0,0 0-2 15,0 0-1-15,0 0-6 0,0 0-2 0,0 0 4 16,0 0-6-16,0 0 0 0,0 0-8 16,0 0 7-16,0 0-2 0,0 0 1 15,0 0-2-15,0 0-5 0,0 0 2 0,0 0 1 16,0 0-6-16,0 0 0 0,0 0 0 15,0 0-2-15,0 0 4 0,0 0-7 16,0 0 2-16,0 0 1 0,0 0 3 0,0 0 0 16,0 0 2-16,0 0-1 0,10 10 0 15,-10-10-3-15,0 0 5 0,6 3-1 0,-6-3-6 16,0 0 5-16,9 3 4 0,-9-3-7 16,6 1 3-16,-6-1-2 0,9 2 3 0,-9-2-3 15,11 1 4-15,-5 0-2 0,-6-1 3 16,12 0-3-16,-5 2 2 0,-7-2-4 15,11 1 3-15,-4-1-1 0,-7 0 1 0,10 1-10 16,-10-1 8-16,8 2-4 0,-8-2 7 16,7 0-1-16,-7 0-3 0,7 1 4 0,-7-1-14 15,8 1 11-15,-8-1 0 0,0 0 0 16,12 1-2-16,-12-1 4 0,10 1-2 0,-10-1 4 16,8 0 2-16,-8 0-8 15,9 1 6-15,-9-1-2 0,10 0-2 0,-10 0 1 16,7 0 4-16,-7 0 3 0,0 0-3 0,13-2-2 15,-13 2 3-15,7 0 4 0,-7 0-7 0,8-2 8 16,-8 2-8-16,7-1 4 16,-7 1 4-16,6-2-2 0,-6 2 6 0,7-3-2 15,-7 3-3-15,7-2-1 0,-7 2 4 16,7-4 4-16,-7 4 5 0,7-4 4 0,-7 4 4 16,6-4 0-16,-6 4 2 0,5-4-3 15,-5 4 6-15,4-4-4 0,-4 4 0 0,5-5-11 16,-5 5 4-16,3-5-4 0,-3 5-2 15,4-6 2-15,-4 6-3 0,3-4-2 0,-3 4-1 16,3-5-3-16,-3 5 2 0,4-7-2 16,-4 7-2-16,1-6 1 0,-1 6-4 0,4-7 4 15,-4 7 1-15,2-7 1 0,-2 7-1 16,3-6-3-16,-3 6 0 0,3-7 7 16,-3 7 4-16,2-7-4 0,-2 7-5 15,1-7 1-15,-1 7-2 0,2-8 1 0,-2 8-1 16,0-7-1-16,0 7-1 0,2-7-1 15,-2 7 1-15,2-9 3 0,-2 9-7 0,1-7 1 16,-1 7 2-16,2-10-3 0,-2 10 1 16,0-8 0-16,1 2-5 0,-1 6 4 15,3-9-2-15,-3 9 2 0,1-11-1 0,-1 7-2 16,0 4 5-16,2-12 0 0,-2 7-4 0,0 5 4 16,1-11-2-16,1 6 1 0,-1-1-2 15,-1 6-1-15,3-10 5 0,-3 10-3 16,1-11-2-16,1 6 0 0,-2-1 0 15,0 6 1-15,1-11 0 0,-1 5 2 0,0 6 1 16,2-11-1-16,-1 5 0 0,-1 6 2 16,0-11 1-16,3 4-3 0,-3 7-1 0,0-13 1 15,0 7 1-15,1-1-2 0,-1 7-2 16,0-14-1-16,0 8 4 0,2-1 1 0,-2 7-4 16,0-14-3-16,0 5 5 0,0 1-3 15,1 0 4-15,-1 0-4 0,0 1 0 0,1-3 1 16,-2 1 1-16,1 1-1 15,0-1 0-15,0 0 4 0,1 0-2 0,-1-1 3 0,0 1-5 16,1 0 2-16,-1 1-2 0,0 1 3 16,0-1-4-16,1 0 2 0,-1 8-3 15,0-15 2-15,0 9 1 0,1-3-2 16,-1 1 0-16,2 1 0 0,-2 7-4 0,1-14 2 16,-1 7 2-16,0 0-3 0,2 1 2 15,-2-2 0-15,1 1 1 0,-1 7-3 0,2-12 5 16,0 5-4-16,0 1 1 0,-1-1 1 15,1 1 1-15,-2 6-1 0,3-11-1 0,-2 4 1 16,0 1-2-16,-1 6 1 0,3-11 1 16,-3 7 0-16,0 4 4 0,3-11-5 0,-2 7-1 15,-1 4-1-15,3-10 2 16,-3 10-1-16,2-8 0 0,-2 8 2 0,2-8-3 16,-2 8 3-16,3-7 0 0,-3 7 0 15,4-8-2-15,-4 8 0 0,1-6 2 0,-1 6 0 16,2-8 1-16,-2 8-3 0,3-7 1 15,-3 7 1-15,2-6-4 0,-2 6 2 0,0 0 3 16,2-8-5-16,-2 8 2 0,3-5 2 16,-3 5 0-16,0 0 1 0,2-6-5 0,-2 6 3 15,0 0 1-15,0 0-3 0,3-7-2 16,-3 7 5-16,3-4-3 0,-3 4-1 0,0 0 1 16,3-6-2-16,-3 6 3 0,0 0 0 15,0 0 2-15,0 0-3 0,4-5 2 16,-4 5-2-16,0 0-1 0,0 0 3 0,0 0-1 15,0 0 2-15,3-5-5 0,-3 5 5 16,0 0-4-16,0 0 2 0,0 0 1 0,0 0-2 16,0 0-2-16,6-4 1 0,-6 4-1 15,0 0 2-15,0 0 1 0,10-3-1 0,-10 3-1 16,6-1 1-16,-6 1-4 0,7-2 1 16,-7 2 2-16,7-2 0 0,-7 2-1 0,0 0-1 15,8-2 1-15,-8 2 1 0,0 0 0 16,7-2-6-16,-7 2 3 0,0 0 3 15,9-1 0-15,-9 1 1 0,0 0-4 0,9 0 4 16,-9 0-1-16,0 0 2 0,9-1 0 16,-9 1-2-16,0 0 3 0,11 1-2 15,-11-1 0-15,9 0 2 0,-9 0 0 0,10 1-3 16,-10-1 1-16,10 1 2 0,-10-1-1 16,12 1 2-16,-7 0-2 0,2 0-1 0,-7-1 2 15,12 2 1-15,-6-2-2 0,-6 0 4 16,11 2-3-16,-11-2 0 0,8 2 2 0,-8-2-6 15,9 1 3-15,-9-1 3 0,8 1-5 16,-8-1 2-16,7 1-1 0,-7-1 1 0,0 0 1 16,7 3-2-16,-7-3-2 0,6 3 5 15,-6-3-4-15,7 2-1 0,-7-2 4 16,0 0-1-16,8 4-1 0,-8-4 0 16,5 1-3-16,-5-1 6 0,7 3-2 0,-7-3 1 15,7 3 0-15,-7-3-2 0,8 4 2 16,-3-2 0-16,-5-2-4 0,9 4 7 0,-5-2-6 15,2 0 5-15,-6-2-2 0,8 5-3 16,-3-4 3-16,0 2 0 0,-5-3 2 0,7 5-4 16,-2-3-1-16,-5-2 1 0,7 4 0 15,-2-1-3-15,-5-3 4 0,8 5 1 0,-4-3-2 16,-4-2-3-16,7 7 5 0,-1-6 1 16,-6-1 0-16,7 6-2 0,-4-3 1 15,1 0 0-15,-4-3 2 0,8 5 2 16,-8-5-6-16,7 5 2 0,-4-3 1 0,-3-2-1 15,5 4 0-15,-5-4-4 0,5 3 5 16,-5-3-1-16,4 5 1 0,-4-5 0 0,5 4 2 16,-5-4-3-16,3 2 1 0,-3-2-3 15,0 0-4-15,5 6 7 0,-5-6 0 0,4 4-1 16,-4-4 0-16,0 0-2 0,5 4 3 16,-5-4 2-16,0 0-5 0,3 6 3 0,-3-6 1 15,0 0-3-15,5 6 0 0,-5-6 2 16,3 3-4-16,-3-3 3 0,0 0 2 15,6 5-1-15,-6-5 0 0,0 0 0 16,1 6 0-16,-1-6-1 0,0 0-2 0,5 6 2 16,-5-6-2-16,0 0 3 0,1 5 1 15,-1-5-2-15,0 0 0 0,4 6 3 0,-4-6-4 16,0 0 3-16,3 6 1 0,-3-6-2 16,0 0 5-16,2 5-6 0,-2-5 0 0,0 0 4 15,2 6-1-15,-2-6-4 0,0 0 2 16,3 6 1-16,-3-6-2 0,0 0 1 0,3 6-1 15,-3-6 0-15,0 0-1 0,3 6-3 16,-3-6 6-16,3 6-1 0,-3-6 0 0,0 0-1 16,3 6 3-16,-3-6-3 0,2 5 1 15,-2-5-2-15,0 0 4 0,2 9-1 0,-2-9-2 16,1 7 5-16,-1-7-2 0,3 6 0 16,-3-6-2-16,2 6 1 0,-2-6 2 15,2 6-3-15,-2-6-9 0,1 7 10 16,-1-7-3-16,2 8 4 0,-2-8-4 0,4 9 3 15,-4-9 0-15,1 8-2 0,-1-4 4 16,0-4-2-16,4 9-2 0,-4-4 1 0,0-5 0 16,3 8 2-16,-3-8-1 0,3 8 0 15,-3-3 1-15,0-5-2 0,4 9-2 0,-2-5 1 16,-2-4 0-16,3 10 0 0,-2-5 0 16,-1-5 2-16,4 8 0 0,-2-3-3 0,-2-5-2 15,3 9 8-15,-2-6-5 0,-1-3 4 16,4 9-4-16,-2-3 2 0,-2-6-3 15,1 8 4-15,1-3-3 0,-2-5 2 0,4 8-6 16,-3-3 10-16,-1-5-5 0,2 8 0 16,-1-4 1-16,-1-4 2 0,3 9-3 0,0-5-1 15,-3-4-2-15,1 9 8 0,1-4-5 16,-2-5 4-16,3 9-2 0,-1-5-1 0,-2-4 1 16,3 9-4-16,-3-4 4 15,0-5-1-15,4 9 2 0,-2-6-5 0,-2-3 3 16,3 9 1-16,-3-9-1 0,2 8-1 0,-1-4 1 15,-1-4-2-15,3 7-1 0,-3-7 4 0,3 8-1 16,-3-8-1-16,1 8 0 0,1-3 0 16,-2-5 1-16,3 7-4 0,-2-2 0 15,-1-5 4-15,3 9 0 0,-3-9-1 16,3 8 2-16,-3-8-3 0,1 9 2 0,1-5 0 16,-2-4 1-16,2 7-1 0,-2-7-5 15,2 7 6-15,-2-7-4 0,3 7 2 0,-3-7 0 16,3 7-1-16,-3-7-3 15,1 7 5-15,-1-7 1 0,3 6-1 0,-3-6-2 16,3 6-1-16,-3-6 2 0,3 7 1 16,-3-7-2-16,1 5 2 0,-1-5 2 0,3 5 0 0,-3-5-2 15,3 6-1-15,-3-6-1 0,1 5 0 16,-1-5-1-16,0 0 2 0,4 8 0 16,-4-8 3-16,2 5-6 0,-2-5 5 15,0 0-5-15,3 7 1 0,-3-7 5 0,2 4-1 16,-2-4 2-16,0 0-3 0,3 9-1 15,-3-9-2-15,4 4-2 0,-4-4 3 0,3 6 2 16,-3-6-1-16,5 6 2 0,-5-6-5 16,5 7 4-16,-3-5 1 0,-2-2-2 0,8 8 5 15,-6-6-3-15,-2-2-1 0,6 8-4 16,0-5 6-16,-5 1 0 0,-1-4-2 16,9 7-1-16,-6-5 1 0,-3-2 2 15,5 6-4-15,-5-6-1 0,7 5 5 0,-7-5-5 16,3 4 0-16,-3-4 6 0,7 5-4 0,-7-5-1 15,5 4 0-15,-5-4 2 0,7 5-3 16,-7-5 1-16,5 3-1 0,-5-3 1 16,5 4 2-16,-5-4-2 0,7 5 4 0,-7-5-3 15,5 4 4-15,-5-4-7 0,7 4 3 16,-7-4-1-16,4 3 2 0,-4-3-2 0,6 3 2 16,-6-3-3-16,4 3 4 0,-4-3-3 15,0 0 1-15,7 5-2 0,-7-5 4 0,7 4 1 16,-7-4-6-16,5 3 5 0,-5-3-1 15,5 3-2-15,-5-3 3 0,7 3-2 0,-7-3-2 16,8 4-2-16,-8-4 2 16,7 2 3-16,-7-2 0 0,9 4-4 0,-5-2 2 15,-4-2 1-15,9 4 2 0,-4-2-2 16,-5-2 2-16,10 3-2 0,-5-2 0 0,-5-1-1 16,10 4 4-16,-6-3-2 0,-4-1 2 15,10 4-2-15,-10-4 1 0,9 2-2 0,-9-2 0 16,7 3 1-16,-7-3 0 0,9 1 0 15,-9-1-3-15,8 3 5 0,-8-3 0 0,7 2-1 16,-7-2-1-16,7 2-2 0,-7-2 0 16,8 2 0-16,-8-2-2 0,9 2 4 15,-9-2 3-15,8 0-3 0,-8 0-1 0,9 1 1 16,-9-1 1-16,7 1-2 0,-7-1 0 16,8 0-2-16,-8 0 0 0,9 0 3 15,-9 0-1-15,7 2 0 0,-7-2-1 0,9 0 4 16,-9 0-2-16,0 0-3 0,13 0 2 15,-13 0-1-15,10 0 0 0,-10 0 0 0,10-2 2 16,-4 2 3-16,-6 0-4 0,13-1-1 16,-5 1 0-16,-1-1-2 0,2 0 4 0,-2 0-1 15,3 1 1-15,-1-1-2 0,1 0 2 16,-1-1 1-16,1 0-2 0,-1 1 1 0,1 0 1 16,0 0-4-16,-2-2 3 0,3 2 2 15,-3-1-4-15,0 0 2 0,1 1 1 0,-2-1 0 16,-7 2 2-16,13-3-3 0,-8 2 3 15,0-1-1-15,-5 2 1 0,10-4-1 16,-6 2 0-16,-4 2 0 0,10-5 0 0,-7 3 5 16,-3 2 0-16,9-6-3 0,-5 3 2 15,-4 3-1-15,7-7 1 0,-2 3 3 0,-3 0 6 16,3-1-11-16,-1 1 2 0,1-2 7 16,-2-1-2-16,0 2 2 0,1-3 2 0,-1 0 0 15,1 2-1-15,-1-1 0 0,0-2-1 16,-1 1 1-16,1-1 0 0,-1 0 1 15,-1-1-1-15,2 1 1 0,-3-2 0 0,1 1 2 16,-1 0 0-16,0-1 6 0,0 0 2 16,-1-2 1-16,0 1-1 0,-1-1-2 15,1 1 0-15,-1-1 2 0,1 0-2 0,-1 1-3 16,0 0 0-16,0 0 1 0,1 2-1 16,-1 0-2-16,2-1-1 0,-1 2 1 0,-1 0-3 15,1 0 2-15,0 2-2 0,1 7-3 16,0-15-2-16,0 9 1 0,0 6-1 0,0-13-2 15,0 6 0-15,0 7 1 0,0-12-5 16,0 6 2-16,0 6-3 0,0-12 2 0,0 12 0 16,0-12-2-16,0 5 0 0,0-1-1 15,1-1-2-15,-1-1 2 0,1 1-2 16,1-1 0-16,-2-1 1 0,1 2-2 16,1-2 0-16,-2 2 1 0,1-1 0 0,1 0-2 15,-1 1 1-15,2-1-1 0,-2 0 1 16,1 0-2-16,-1 0 2 0,2 1 1 0,-2 0 0 15,1 1 6-15,1-1-6 0,-2 0 2 16,2 1-1-16,-2-1-2 0,2-1 1 0,-1 2 0 16,0-1 0-16,1-1 0 0,-1 1 0 15,-1 0 2-15,3-1-2 0,-2 0-1 0,1 0 3 16,-1-2-4-16,1 0 0 0,0 1-1 16,-1-1 0-16,1 1 1 0,0-1 2 0,0 0-1 15,-2 0-1-15,2 0 2 0,0 1-2 16,-2 0 0-16,2-1 1 0,1 2 0 15,-1-1 0-15,-1 1 0 0,1 1 0 16,0 0-2-16,-2 0 1 0,2 1 0 0,-2-1 1 16,2 0-1-16,-1 1 3 0,-1-1-2 15,0-1 1-15,1 1 0 0,-1-1 0 0,1 0-1 16,0-2 0-16,-2 0-2 0,2 1 2 16,-1-2 1-16,1 0-2 0,-1 0-1 0,-1 2 2 15,2 0-3-15,-1-1 3 0,0 0 0 16,-1-1 3-16,0 3-3 0,0 0 0 0,2 0 2 15,-2-1-2-15,1 1 1 0,-1 0-1 16,2 0 1-16,0 1 3 0,-1 0-4 16,0-1-2-16,-1 1 0 0,1-1 2 0,-1 1 5 15,2 0-5-15,0-1-1 0,-2 1 1 16,0 1 0-16,1-2-1 0,-1 2 0 16,0-1 2-16,0 0 0 0,0 1-2 0,2 0 1 15,-4-2 1-15,4 2-1 0,-2 0-1 16,0-1 2-16,0 0-1 0,0-1-2 0,1 2 3 15,-1-2 0-15,0 0-1 0,2 0-2 16,-1 1 2-16,-1-2-1 0,1 1 0 0,-1-4-1 16,3 1 0-16,-1-1 1 0,-2-3 1 15,1 3-1-15,1-2 2 0,-1-2-3 16,0 1 0-16,1-1 3 0,-1 3-2 0,-1 1-1 16,3 0 1-16,-2-3-1 0,1 3 3 15,-2 0 0-15,1 0-1 0,1 1 0 0,-1-2 0 16,-1 4 1-16,2-1-1 0,-1 0 0 15,0 0 3-15,1 2-3 0,-1 0 4 0,1 0-3 16,-1 0 1-16,1 0-2 0,0 0 2 16,-2 0-2-16,2 2 1 0,-1-2 1 0,-1 1-5 15,3-1 6-15,-1 0 1 0,0 2-5 16,-2-1 2-16,2 0-1 0,-1 0 3 0,1-1-2 16,0 2-2-16,-1 0 3 0,1-1 0 15,-2 1-3-15,2-1 3 0,0 2 0 0,-1-2 0 16,2 2 1-16,0-1 1 0,-2 0-1 15,1 0-3-15,1 0 6 0,-1 1-3 16,0-1-2-16,-1 0 2 0,3 0 0 16,-1 0 1-16,0 0-3 0,0-1 1 0,0 0-1 15,0 0 4-15,0-1-6 0,1-1 1 16,0 1 1-16,0-3-4 0,-1 1 2 0,2-3 1 16,-1 1 1-16,-1 1-2 0,2 1 5 15,-3-1-5-15,1-1 2 0,0 1-1 0,-1 0 0 16,0 1 2-16,1-2-2 0,-1 1-1 15,1 0-1-15,-1 0 3 0,1 0-5 0,-1 1 3 16,1 0 0-16,-1 0-1 16,0 1 0-16,-1 2-1 0,3-3 1 0,-1 1 0 15,-1 1 1-15,1-1-1 0,-1 2 0 16,0 0 0-16,-1-1 3 0,1 0-3 0,1 1 0 16,0-1 1-16,-1-1-1 0,2 1-1 15,-1-1 0-15,-1 0 2 0,1-1-2 0,-1 1 1 16,1 0 2-16,-3-2 0 0,2 1-3 15,0-2-1-15,-1 1 3 0,-1-1-4 0,2 2 3 16,0-2-1-16,-1 2 3 0,0-1-5 16,-2 0 4-16,2 2-1 0,-2-2-1 0,0 1 1 15,-1-2-4-15,2 4 3 0,-2-3-1 16,2 4 1-16,-1-1 0 0,-1-1 4 16,2 3-2-16,0-1 0 0,-2 1-1 15,2 1-1-15,-2 0 1 0,1-1 3 0,1 8-7 16,0-11 4-16,0 11-1 0,-2-9 1 15,2 9-2-15,0-9-1 0,0 9 4 0,-2-8-5 16,2 8 4-16,0 0-2 0,2-9 0 16,-2 9 3-16,0 0-5 0,0 0 1 0,-2-8 4 15,2 8-1-15,0 0 0 0,0 0 2 16,0-8-3-16,0 8 2 0,0 0-1 0,0 0 1 16,0 0 1-16,0 0 0 0,2-7-3 15,-2 7 2-15,0 0 2 0,0 0-1 0,0 0 1 16,3-7-3-16,-3 7 2 0,0 0 3 15,2-5-4-15,-2 5 1 0,0 0-2 16,2-8-1-16,-2 8 3 0,3-5-1 16,-3 5-1-16,2-5 4 0,-2 5-2 0,4-7 0 15,-4 7 0-15,3-8-2 0,-2 4 0 16,-1 4-2-16,6-10 4 0,-5 5 1 0,-1 5-2 16,4-9-1-16,-2 5-1 0,-2 4 1 15,4-9 4-15,-2 5-3 0,-2 4-1 16,4-9 2-16,-4 9 3 0,3-8-1 15,-3 8-1-15,3-7 0 0,-2 2 0 0,-1 5 1 0,3-9 0 16,-3 9-2-16,1-9-2 0,-1 9 4 16,2-8-2-16,-2 2 0 0,0 6 0 15,1-10-1-15,-1 10-1 0,0-10 1 16,2 5-1-16,-2 5 3 0,0-11-3 0,0 11 2 16,2-11-1-16,-2 5-1 0,0 6 2 15,-2-12-1-15,2 7-1 0,0 5 1 0,-2-12 0 16,1 5 1-16,1 1-1 0,0 6-1 15,-2-14 0-15,2 8 2 0,-1-1 0 0,1 7-4 16,-2-14 2-16,2 7 3 0,-2 0-3 16,0 0 2-16,2 7-1 0,-1-13 0 0,-1 6-2 15,1 0 0-15,1 1 2 16,0 6 0-16,-3-13 1 0,3 7-1 0,0 6 0 16,-3-13 0-16,2 8 1 0,1 5-1 15,-2-12 2-15,2 6-1 0,0 6 1 0,-2-12 0 16,0 7 1-16,2 5-3 0,-1-13 2 15,1 8-3-15,0 5 1 0,-3-12 1 0,3 5-1 16,-1-1 2-16,-1 1-1 0,2 7 2 16,-1-13-2-16,-1 6-1 0,2-2-1 0,-1 1 3 15,-1 1-1-15,2 7 0 0,-1-13-2 16,0 5 1-16,1 1 1 0,-2 1-2 0,2 6 2 16,-1-14-3-16,-1 8 3 0,2 6-1 15,0-13 0-15,0 8 2 0,0 5-2 0,-1-12 2 16,1 12-2-16,0-9 0 15,0 9 3-15,0-8-2 0,0 8 1 0,0 0-5 16,-2-9 4-16,2 9 0 0,0 0-2 16,0-7 1-16,0 7 2 0,0 0-2 0,0 0 2 15,0 0-3-15,0-8 2 0,0 8-2 16,0 0 4-16,0 0-1 0,0 0-2 0,0 0-1 16,0-8 3-16,0 8-1 0,0 0 2 15,0 0-1-15,0 0-3 0,0 0 0 16,0 0 0-16,0 0 1 0,2-7-2 0,-2 7 3 15,0 0-4-15,0 0 0 0,0 0-2 16,0 0 2-16,0 0-1 0,0 0 1 0,0 0-1 16,0 0 3-16,0 0-2 0,0 0 1 15,0 0 0-15,0 0 0 0,0 0-1 16,0 0 2-16,0 0 1 0,0 0-1 0,3-5 0 16,-3 5 0-16,0 0-2 0,0 0 2 15,0 0 0-15,0 0-1 0,0 0-1 0,0 0-4 16,0 0 1-16,0 0 2 0,0 0-3 15,0 0 3-15,0 0 2 0,0 0-1 0,0 0-3 16,0 0 3-16,8-2 0 0,-8 2 3 16,0 0-2-16,0 0 0 0,0 0 1 0,7-2-2 15,-7 2 0-15,0 0 0 0,0 0-2 16,7-2-4-16,-7 2 2 0,0 0-3 0,0 0 0 16,9 0 1-16,-9 0-2 15,0 0 1-15,9-2-5 0,-9 2 4 0,0 0 2 16,9 0-5-16,-9 0-4 0,0 0 0 15,0 0-1-15,0 0 4 0,10 0 0 0,-10 0-5 16,0 0 0-16,7 1 8 0,-7-1-4 16,0 0 1-16,0 0 2 0,8 2-1 0,-8-2-1 15,0 0-1-15,7 2-3 0,-7-2 4 16,0 0-3-16,6 3 7 0,-6-3 0 16,0 0-2-16,7 3 4 0,-7-3 2 0,6 4-2 15,-6-4 1-15,4 2-1 0,-4-2-1 0,7 6 4 16,-7-6-4-16,3 4 4 15,-3-4 3-15,7 4 0 0,-7-4-2 0,5 5 2 16,-2-1-2-16,-3-4 0 0,6 7 2 16,-3-3 1-16,-3-4 0 0,5 8 1 0,-2-4-2 15,-3-4 1-15,6 10-2 0,-3-5 2 16,0 1 2-16,-1 0-2 0,1 0 0 0,1 0 1 16,-2 0 0-16,1 0-2 0,-2 2 3 15,2-1 0-15,-1 1-4 0,-1 1 5 16,2-1 2-16,-2-1-1 0,1 2-2 0,-1 0-2 15,-1 1 2-15,1-1 0 0,0 1 0 16,-1 0 4-16,1 0-8 0,-1 1 7 16,-1 0-2-16,1-1 1 0,0 3 0 0,0 0-1 15,-1 1 0-15,1 0 1 0,-1 0 0 16,1 2 1-16,0 1-2 0,-1 2 1 0,0-1 0 16,0 0-2-16,0 1 3 0,-1-1-4 15,1 1 5-15,-1 2 1 0,1-3-4 0,0 2 0 16,-1 0 2-16,1-1-3 0,-1 1 5 15,1 7 0-15,0-7 0 0,0-1-1 0,0 0 1 16,1 0-3-16,-1 0-1 0,1 0 1 16,-2 1 1-16,2-2 0 0,0 1 3 0,-1 0-4 15,1 1 2-15,0 0 3 0,0 0-7 16,0-1 4-16,1 1 0 0,-1 0-2 0,2 0-1 16,-1 0 3-16,0 0-1 15,0 0 1-15,0-1 1 0,2 7 0 0,0-5-2 16,-1-3-8-16,0 0 14 0,1 1-4 15,-1-2 1-15,0 1-3 0,0 0 0 0,0-1 0 16,1-1-1-16,-1-1 0 0,0-1 2 16,-2-1-3-16,3 1 3 0,-1-1 0 0,1 0 0 15,0 0-1-15,0 1-1 0,0-1 3 16,0 2-4-16,1-2 0 0,-1 2 4 0,1-2 0 16,-1 3-2-16,1-3 1 0,-1 3-4 15,0-1 2-15,1 1 2 0,-1-1-3 0,0 1 3 16,0 1 1-16,1-1 0 0,-3 1 0 15,2-1 0-15,1 0-1 0,-2 2 0 16,1-2-1-16,0-1-2 0,-1 2 1 0,0 0 2 16,1-1 1-16,1 0-3 0,-3-1 2 15,5 1 1-15,-3 0-4 0,0-1 1 0,2 2 0 16,-1-2 5-16,0 1-7 0,-1 1 2 16,1 0 1-16,1 1-2 0,-1-1 2 15,0 1-1-15,0-1 3 0,3 5-3 0,-2-2 0 16,1 1 0-16,0-2 4 0,-1-4-5 15,-2 1 2-15,3-1-1 0,-2 2-5 0,2-1 9 16,-1 0-3-16,0-1-1 0,0 0 3 16,0 1-4-16,0-1 3 0,0 0 2 15,-1 0-4-15,2 1 2 0,-1-1-3 0,0-1 3 16,1 1-4-16,-2 0 1 0,1 0-1 16,0-1 0-16,1 1 2 0,-2-1 0 0,1 0 1 15,-1 0-1-15,1 0 2 0,-1-2 0 16,1 2-4-16,-1-1 3 0,-1 0-1 0,1-1-3 15,1 0 3-15,-2-1-1 0,1 2 7 16,-1-1-5-16,1 0-4 0,0 0 1 0,-2 0 2 16,4-1 0-16,-3 2 2 0,0-2-4 15,0 1 2-15,1 0-1 0,-1 0 2 0,0 0 2 16,-1 1-2-16,1-2-1 16,1 1 2-16,-1-1-3 0,-1 2-1 0,1-2 2 15,0 1-1-15,-1-1 5 0,2 0-5 16,-1 0-1-16,-2-2 1 0,1 1 3 0,1-2-5 15,-1 2 5-15,0-2-3 0,-1 0 2 16,2 0 2-16,-2 0-2 0,1 0-1 0,-1 0-1 16,0 0-1-16,1-1 1 0,-1-1 2 15,1 2-1-15,-1-2-1 0,2 2 1 0,-3-1 2 16,2 0-2-16,-1 0-1 16,0 1 1-16,1 0 2 0,-1 0 0 0,0 1-6 15,-1-2 9-15,2 2-4 0,-2 0-2 16,1-1 2-16,0 2-4 0,0-1 7 0,-1-1-4 0,1 2 1 15,-1-1 0-15,0 0-1 16,2 0 0-16,-2 0-1 0,0-1 3 0,0 1-4 16,1-1 3-16,-1 2-1 0,0-1 0 15,0 0 1-15,0 0-1 0,0-1 2 0,0 1-5 16,0-1 0-16,0-1 2 0,0-7 0 16,0 14 2-16,0-7-1 0,0-1-1 0,0-6 1 15,0 11-2-15,0-11 2 16,0 9-1-16,0-9 3 0,0 8-2 0,0-8 2 15,0 7-1-15,0-7-2 0,1 6 1 0,-1-6-1 16,0 0-2-16,1 9 3 0,-1-9 0 0,0 0 0 16,-1 9 2-16,1-9-2 0,0 0-1 15,1 7 0-15,-1-7 1 0,0 0-1 16,0 0 3-16,-1 10-3 0,1-10 4 16,0 0-4-16,0 0 0 0,1 8 0 0,-1-8 0 15,0 0-1-15,0 0 0 0,-1 9 1 16,1-9-1-16,0 0 1 0,1 8 1 0,-1-8-1 15,0 7-1-15,0-7 2 0,0 0 2 16,0 8-3-16,0-8 2 0,0 0-3 0,1 9 1 16,-1-9 3-16,0 0-2 0,0 7 0 15,0-7 0-15,0 0 1 0,1 7-2 0,-1-7 2 16,0 0 1-16,0 0-3 16,2 7 1-16,-2-7 2 0,0 0-3 0,0 0 3 15,0 0-1-15,0 0-2 0,0 8 0 16,0-8 3-16,0 0-2 0,0 0 1 0,0 0 2 15,0 0 8-15,0 0 8 0,0 0 4 16,0 0-3-16,-3 6 3 0,3-6 2 0,0 0 7 16,0 0 5-16,0 0-3 0,0 0-1 15,0 0-2-15,0 0-5 0,0 0-6 0,-4 5 1 16,4-5-2-16,0 0-4 0,0 0-3 16,0 0-1-16,0 0-3 0,0 0 1 0,0 0 2 15,0 0-4-15,0 0 0 16,-5 4-2-16,5-4-1 0,0 0 2 0,0 0-4 15,0 0 2-15,0 0-2 0,0 0 1 16,0 0 0-16,0 0 2 0,0 0-2 0,0 0 0 16,0 0 0-16,0 0 1 0,0 0 2 15,0 0-2-15,0 0-1 0,0 0 0 0,0 0-1 16,0 0 1-16,0 0-3 0,0 0 0 16,0 0 3-16,0 0-3 0,0 0 0 0,0 0-2 15,0 0 2-15,0 0-2 16,0 0-1-16,0 0 1 0,0 0 1 0,0 0-1 15,0 0 0-15,0 0-2 0,0 0 1 0,0 0 0 16,0 0-2-16,0 0 1 0,0 0-1 16,0 0 2-16,0 0-1 0,0 0 0 15,0 0 0-15,0 0-2 0,0 0 2 0,0 0-1 16,0 0 0-16,0 0-1 0,0 0 1 16,0 0 0-16,0 0 1 0,0 0-1 0,0 0 4 15,0 0-1-15,0 0-1 0,0 0-3 16,0 0 4-16,0 0-2 0,0 0 2 0,0 0-2 15,0 0 2-15,0 0-1 0,0 0 1 16,0 0-3-16,-1 5 1 0,1-5 5 16,0 0-5-16,0 0 1 0,0 0 0 15,0 0-1-15,0 0 1 0,0 0 0 0,0 0 0 16,0 0 0-16,0 0-1 0,0 9 1 16,0-9-4-16,0 0 2 0,0 0 2 0,1 8-2 15,-1-8 1-15,0 0 2 0,2 10 0 16,-2-10 2-16,0 8-4 0,0-8 4 0,-1 8-2 15,1-8 0-15,-1 11 1 0,0-4 1 16,1 0 1-16,0-7 0 0,-2 13-2 0,0-4-1 16,0-1 1-16,1 0 0 0,-2 0 1 15,3 1-4-15,-2 1 2 0,0-1 2 0,0 0 1 16,1 0-2-16,0 0-1 0,0 1 2 16,0-1-1-16,0 0 1 0,1 1 0 15,-2-1 0-15,1-1 0 0,1 1-1 0,-2 0 0 16,1 1 0-16,0 0 1 0,1 0-2 15,-2 0 1-15,1-1 0 0,0 0 2 16,0 2 0-16,-1-1-2 0,2 0 1 0,-2 1 0 16,2-2 1-16,-1 2-1 0,1-2-2 15,-2 1 4-15,2 0-2 0,-1 0 2 0,-1 1-4 16,2 0 1-16,0-1-1 0,-2 0 0 16,2 0-1-16,0 1 3 0,0 0-2 15,0 0-1-15,0-1-2 0,2 1 3 0,-2 0-4 16,0 0 2-16,2-1-1 0,-2 1 2 0,0-2-1 15,1 2-4-15,1-1 2 0,-2 0 0 16,1 0 1-16,0 1 4 0,0-2-3 16,-1 1 2-16,0 0-3 0,2-1 0 15,-1 2 3-15,1-2-1 0,0 1 1 0,-2-1 1 16,2 1 0-16,-2-2 0 0,2 1-1 16,0 1 0-16,-1-2 1 0,1 0 0 0,-1 0-1 15,0 1 0-15,0-2 2 0,1 1-2 16,1-1-1-16,-2 1 3 0,0-1-1 0,1-1 0 15,-1 2 0-15,2-3-1 0,0 2 2 16,-3-1-3-16,2 1 1 0,0-1-2 0,1 1 4 16,-1-2-3-16,-1 1 1 0,2 0-4 15,-2 0 0-15,-1-6 0 0,5 10 1 0,-2-5-1 16,-1 0 2-16,-2-5-1 0,4 9-1 16,-1-4-1-16,-3-5 3 0,5 8 0 15,-3-5 2-15,-2-3-1 0,5 8-1 0,-5-8-1 16,4 5 4-16,-4-5-4 0,3 6 4 15,-3-6 0-15,3 6 1 0,-3-6-2 16,6 6-1-16,-3-2 0 0,-3-4 2 0,6 7 0 16,-3-4 0-16,-3-3 0 0,5 7 0 15,-2-4-3-15,-3-3 1 0,7 8 3 0,-4-4-2 16,0-1 1-16,-3-3 2 0,7 7-1 16,-5-4-3-16,-2-3 2 0,7 7 0 0,-5-4-3 15,-2-3 3-15,7 7-1 0,-3-4 1 16,-4-3-1-16,6 7 1 0,-2-4 0 15,-4-3 0-15,7 7 0 0,-4-4 1 0,-3-3-1 16,6 8 0-16,-3-5 0 0,-3-3-1 16,7 6-1-16,-7-6 4 0,6 5 1 0,-6-5-3 15,5 5-1-15,-5-5 0 0,4 6 1 16,-4-6 0-16,4 4 1 0,-4-4 1 0,3 4-2 16,-3-4 1-16,0 0-1 0,5 4 3 15,-5-4-4-15,0 0 2 0,0 0-1 0,5 5-1 16,-5-5 2-16,0 0 1 15,0 0 1-15,0 0 1 0,0 0-1 0,4 3-1 16,-4-3 2-16,0 0-1 0,0 0 1 16,0 0 0-16,0 0 8 0,0 0 5 0,0 0 0 15,0 0-6-15,0 0 1 0,0 0-2 16,0 0 2-16,7-13-1 0,-7 13 1 0,0-10-2 16,0 10 1-16,1-11 0 0,-1 4-1 15,1 1-1-15,-1 6 4 0,0-14-3 0,1 6 1 16,-1 1-1-16,1 0 1 0,0-1 0 15,-1-1-2-15,1 2-1 0,-1-2 0 0,1-1 1 16,-1 1-5-16,1-1 2 0,-1 2-1 16,2-1 1-16,0-1-1 0,0 0 0 0,-2 1-3 15,3 1 1-15,-3-2 0 0,1 1-2 16,2-1 0-16,-2 1 0 0,0-1 0 16,0 1 2-16,0 0-2 0,1 0 3 15,-2 0-4-15,1 1 1 0,1 0-1 0,-1 1 3 16,-1-2-3-16,1 1 0 0,1-1 0 15,-1 2-1-15,0-1 1 0,0 0 0 0,0 1-1 16,-1-2 0-16,3 1 0 0,-3 0 1 16,2 1 1-16,-1-2-2 0,0 3 1 0,-1 6-3 15,2-15 6-15,0 7-3 0,-1 1 0 16,1 0-2-16,0-2 2 0,-1 2 0 0,0-2-1 16,2 1 1-16,-1-1-3 0,-1 1 4 15,1 0 2-15,0 0-4 0,-1 0 1 0,2-1-1 16,-1 2 0-16,0-1 0 15,0 0 0-15,-1-1 0 0,2 2-1 0,-1-2 3 16,-1 1-2-16,2 1 0 0,-1-1 0 16,0 2 1-16,-1-1-2 0,1-2 2 0,1 2-2 15,-1 1 2-15,-2 6 0 0,2-12-1 16,0 6-1-16,-1-1 1 0,-1 7 1 0,3-11-3 16,-1 6 2-16,-1 0 0 0,-1 5-1 15,3-11 2-15,-1 6 0 0,-2 5 0 0,2-8-2 16,-2 8 0-16,3-9-1 0,-1 5 0 15,-2 4-1-15,4-7 1 0,-1 2-1 16,-3 5-3-16,6-8 2 0,-2 4-1 16,0 1 0-16,1-1-2 0,0 0 1 0,0 1 1 15,1-1-1-15,1 0-2 0,0 0 3 16,-1 1-2-16,3-1-1 0,-1 2 1 0,-1-1-3 16,3 1 1-16,-3-1 1 0,1 1-3 15,1 0 1-15,-2 0 3 0,1 0-1 0,1 1 1 16,-2-1-2-16,2 1 3 0,-1 1 0 15,-8 0-1-15,14-1 0 0,-6 1-2 0,-8 0 2 16,16 0 1-16,-9 1-2 0,1-1 0 16,0 1 0-16,1 1-3 0,1-1 2 0,-3 1-1 15,3 1 2-15,-2 0-3 16,4 0 2-16,-1 1 0 0,-1 0-1 0,1 1 6 16,0-1-3-16,1 0 1 0,-1 0-2 15,0-1 3-15,0 2 1 0,0-2 0 0,-2 0-1 16,1 1 4-16,-3-2-3 0,2 0 1 15,-1 0 8-15,-1 0-6 0,-3 0-1 0,-4-2 2 16,11 3 1-16,-11-3 0 0,8 2-2 16,-8-2 0-16,6 2 2 0,-6-2-1 0,7 1 0 15,-7-1-2-15,6 2 3 0,-6-2-1 16,0 0 2-16,10 0 0 0,-10 0-1 0,8 0 1 16,-8 0-2-16,0 0 0 0,10 0 2 15,-10 0 0-15,0 0-2 0,9-2 3 0,-9 2 0 16,0 0-1-16,0 0 2 0,8 0 0 15,-8 0 1-15,0 0 0 0,0 0 2 16,0 0 4-16,0 0-3 0,9-1 1 0,-9 1-3 16,0 0 1-16,0 0-3 0,0 0 3 15,4-5-2-15,-4 5-1 0,0 0 0 0,3-4 1 16,-3 4-2-16,0 0-2 0,4-6 1 16,-4 6-1-16,0 0 0 0,3-6 3 0,-3 6-2 15,0 0-2-15,4-7 3 0,-4 7-4 16,3-5 1-16,-3 5 2 0,0 0-3 15,3-7-1-15,-3 7 3 0,0 0-1 0,3-7 3 16,-3 7-4-16,3-5 2 0,-3 5 1 16,2-5 2-16,-2 5-3 0,0 0-1 15,3-6 2-15,-3 6 2 0,4-5-1 0,-4 5-1 16,0 0 0-16,3-6-1 0,-3 6-2 16,6-7 1-16,-6 7-2 0,4-6 1 0,-4 6 2 15,4-7 0-15,-4 7-1 0,4-6 1 16,-1 3-2-16,-3 3 1 0,4-6-3 0,0 2 3 15,-4 4 0-15,7-7-1 0,-3 3 2 16,-4 4 0-16,6-7-1 0,0 3-1 0,-3-1 3 16,2 0-2-16,0 1 2 0,-1-3 0 15,1 2-1-15,0 0 1 0,2-3-1 16,0 0 0-16,-2 3 0 0,0-3-1 16,2 1 2-16,-1-1-4 0,2 0 2 0,-2 0 3 15,-1 0-3-15,3-1 1 0,-2 1 0 16,0 0 1-16,1 0-2 0,0 0 1 0,-1 0-1 15,0-1 3-15,-1 3-2 0,2-1 0 16,-2 1 1-16,0 0-1 0,-1 0 1 0,2-1-1 16,-1 1-2-16,1-1-1 0,0 0 0 15,1 0 1-15,1 0 0 0,-1 0-1 0,2-1 2 16,0 1-3-16,0 1 2 0,1-2 1 16,-2 3 1-16,2-2-2 0,-2 1 1 0,2-1-1 15,-1 1 1-15,0 0-3 0,-1 1 3 16,0 1 0-16,-1 0-1 0,0 0 0 15,1 0 1-15,0 0 0 0,0 0 1 16,0 0 0-16,0-1 2 0,0 2-2 0,-2 0-3 16,2-1 1-16,0-1 1 0,1 3-1 15,-2-3 1-15,1 2 3 0,-1 0-3 0,1 0-1 16,-1-1 3-16,0 3-1 0,0-2 1 16,0 1-3-16,-1 0-1 0,-6 2 1 0,11-5 1 15,-4 3 3-15,-1-1-3 0,-6 3 1 16,11-3-2-16,-6 0-1 0,-5 3 2 0,8-1-1 15,-8 1 0-15,8-3 0 0,-8 3 0 16,7-2 1-16,-7 2-1 0,0 0 1 0,10 0-3 16,-10 0 1-16,0 0 0 15,11 1 2-15,-11-1-5 0,8 3 1 0,-8-3 2 16,9 3 0-16,-2 0 0 0,-3 0-1 16,2 1 3-16,0 1 0 0,-1-1-3 0,1 1 2 15,-1 0-2-15,1 0 3 0,0 2-2 16,-2-1 2-16,1 0-4 0,0-1 1 0,-1 1 2 15,0 1-3-15,1-1 3 0,-1 0 1 16,-1 1-3-16,1 0 2 0,-1-1 1 0,1 0 0 16,-1 2 0-16,-1-1-2 0,2 0 0 15,-2-1 3-15,1 3 0 0,-2-3-2 16,2 1 3-16,0 1-4 0,-2 0 3 0,2 1-1 16,0 1 2-16,0-1 0 0,-1 0 0 15,0 0-1-15,2 3-1 0,-3 0 3 0,2 0-7 16,1-1 7-16,-2 0 1 0,2 2-2 15,-1-1-1-15,0-1 0 0,0 1 1 0,1-1 0 16,-2 0 1-16,0-2-2 0,2 2-1 16,-1-1 0-16,0-1 0 0,1 0 1 0,-1-1 0 15,0 1-1-15,1 0 5 0,2-1-4 16,0 0 0-16,0 1-3 0,0-1 3 0,0 0-1 16,1 0 1-16,1-1 0 0,0 0 1 15,0 0-1-15,0-1-1 0,2 1 3 0,0-2-3 16,0 1 3-16,1 1-2 15,-1-2 1-15,3 0 0 0,-1-1 2 0,4 2-3 16,-1-2 2-16,3 0 0 0,1 0 0 16,2-1 0-16,8 1 1 0,0-2-1 0,2 1 1 15,1-2-1-15,-1 2 0 0,1-4 0 16,-1 1 0-16,-1-2-1 0,-4 2 2 0,-4 0-1 16,-1 0-2-16,0 0 0 0,-5 0 2 15,-1 0-10-15,0 2-22 0,-3-2-34 16,-2-2-58-16,-3 2-146 0,-7 0-285 0,7-2-56 15</inkml:trace>
  <inkml:trace contextRef="#ctx0" brushRef="#br0" timeOffset="37160.051">9051 6298 208 0,'-3'-6'96'16,"3"6"-44"-16,0 0 1 0,-2-7-10 0,2 7-3 16,0 0 4-16,0 0-2 0,-4-6 1 15,4 6 1-15,0 0-2 0,0 0 7 16,-2-6 1-16,2 6-7 0,0 0 2 16,0 0-1-16,0 0-1 0,0 0-7 0,0 0-8 15,0 0-1-15,0 0-11 0,-4-4 4 16,4 4-6-16,0 0-10 0,0 0 6 0,0 0-2 15,0 0-4-15,-7 20 3 0,6-10-1 16,-2 3-5-16,-1 3 3 0,2 2 1 0,-3 7-6 16,1-1 5-16,1 2-5 0,-1 0 3 15,1 0-1-15,0-1 6 0,0 2-2 0,-1-1 0 16,0 1-3-16,-3 0 6 0,2 0 1 16,0 0-6-16,0 0-15 0,-2-3-22 0,1-2-39 15,0-4-105-15,3-5-135 0,-1-2 172 16</inkml:trace>
  <inkml:trace contextRef="#ctx0" brushRef="#br0" timeOffset="37908.3938">9146 5871 824 0,'3'-5'-16'0,"-3"5"20"16,0-8 13-16,0 8 5 0,3-6 13 0,-3 6 1 16,0 0 0-16,2-7-11 0,-2 7-3 15,0 0-12-15,0 0-3 0,0 0-3 0,0 0 1 16,0 0 0-16,0 0-1 0,0 0 4 15,-3 32-6-15,1-15-1 0,-1 10 1 0,1 2 2 16,0 0 3-16,1 3 0 0,1 1-2 16,0 1-4-16,1 0 2 0,1 2 5 15,-1 7-7-15,0 0-2 0,0 1 5 0,0-1 3 16,-2 2-2-16,-2-1-9 16,-2-2 0-16,-2 2-19 0,-1-4-18 0,-2 1-9 0,0-2-16 15,-2-2-45-15,0-3-163 0,5-9 207 16</inkml:trace>
  <inkml:trace contextRef="#ctx0" brushRef="#br0" timeOffset="38467.5288">9408 5835 779 0,'-1'-11'-4'0,"1"11"0"0,0-10-5 16,0 10 11-16,0-9 13 0,0 9 9 0,0-8 6 15,0 8 10-15,-2-7-3 16,2 7-1-16,0 0-7 0,-1-8-9 0,1 8-1 0,0 0-4 16,0 0-12-16,0 0 10 15,0 0-14-15,0 0 4 0,0 0-1 0,0 0 6 16,-6 20-2-16,5-7 2 0,-1 4-5 16,1 3 1-16,-3 7-6 0,4 4 4 0,-2 0 5 15,2 3-2-15,2 1-6 0,2 7 7 16,0-2-1-16,2 0 3 0,-2 0 0 0,3-1-4 15,0 1-8-15,0-1-1 16,-2-8-14-16,-1 0-10 0,-1-1-21 0,0-1-20 0,-3-7-36 16,0-2-179-16,0-2 197 0</inkml:trace>
  <inkml:trace contextRef="#ctx0" brushRef="#br0" timeOffset="38876.1009">9742 6125 831 0,'2'-4'29'0,"-2"4"-12"15,0 0-4-15,5-5-5 0,-5 5-6 16,0 0 1-16,0 0 3 0,0 0-1 15,-9 22-5-15,6-10 1 0,0 4 1 0,-3 9-1 16,2 0-2-16,1 3 3 0,0 2 3 0,2 1 1 16,-1 0 0-16,1 1-2 15,2 1 1-15,-1-1-9 0,2 0-22 0,-1-2-25 16,1 1-64-16,-1-4-140 0,-1-3 225 16</inkml:trace>
  <inkml:trace contextRef="#ctx0" brushRef="#br0" timeOffset="40887.5872">8547 6561 700 0,'-6'3'-2'0,"6"-3"2"0,0 0-2 0,0 0 4 16,0 0-7-16,-6 2 4 0,6-2 1 15,0 0-6-15,0 0-1 0,0 0 3 0,0 0-2 16,0 0 4-16,0 0-3 0,0 0-2 16,0 0 2-16,0 0 0 0,0 0 2 15,13 10 0-15,-5-9 1 0,2 0 5 0,0 0-4 16,5 1 1-16,3 0 1 0,1-1 0 16,3 0 3-16,9 1-6 0,-1 0 3 15,2-1-3-15,1 1 6 0,2 0-6 0,0-1 4 16,2 0-3-16,0-1 6 0,0 0-2 15,2-1-3-15,7 0-1 0,-5-1 2 0,-2 1 2 16,5-1-4-16,-5 0 1 0,0 0 4 16,-1 1-3-16,-2-2-3 0,-2 2 1 15,1-1-1-15,-3 1 3 0,1-1-3 0,-2 1-2 16,-6 0 0-16,-2 1-2 0,6-1 9 16,-4 0-1-16,-3 1-2 0,-1 0 0 0,0-1 3 15,1 1-2-15,2 0-1 0,-2-1 0 16,1 1 3-16,-1-1 0 0,2 1-4 15,-1 0 0-15,-1 1 3 0,2 0-8 0,-3-1 9 16,3 0 0-16,-2 1-3 0,0-1 0 16,-1 0 1-16,1 0 2 0,-1 1-1 15,-1-1-3-15,1 1 2 0,-1-1 0 0,0 0-4 16,-3 0 1-16,1 0 5 0,0 0-3 16,-2 1-1-16,2-1 0 0,-1 0 0 0,1 0-1 15,-1-1 4-15,-1 1-2 0,1 0 0 16,0 0-1-16,3 0 2 0,-4-1-2 15,1 0 5-15,-1 1-7 0,-1-1 3 0,0 1 0 16,1 0 0-16,-2 0 3 0,1-1 0 16,1 1-2-16,-5 0 0 0,3-1-1 15,-1 1 1-15,3 0-3 0,-3 0 1 0,3-1 1 16,-3 0 2-16,2 0 2 0,-3 1-3 16,3-1-3-16,0 1 4 0,-2 0-3 0,1-1 3 15,1 0 0-15,1 1 0 0,-3 0-4 16,2-1 2-16,1 1 4 0,0-2-5 15,-1 2 1-15,0 0-1 0,2-1-1 0,0 1 3 16,-2 0-6-16,2 0 4 0,0-1 2 0,-1 1-3 16,1 0 3-16,-1 0 3 0,0-1-7 15,0 2 3-15,1-1 1 0,-2 0-2 16,2 0 0-16,-1 1 2 0,2-1-3 16,1 0 3-16,1 0 3 0,0 1-3 0,1-1 1 15,-1 2 4-15,2-1-5 0,1-1 1 16,-1 1-3-16,1-1 1 0,-2 0-1 0,3 1-1 15,-2-1 3-15,1-1-4 0,1 1 5 16,7-1-2-16,-4 2 7 0,-4-1-10 0,1 0 3 16,6-1 2-16,-3 1-4 0,-4 0 2 15,0 0-4-15,1 0 4 0,-1 0 0 0,-1-1-4 16,-1 1 3-16,1 0-1 0,-1 0 1 16,0 0 2-16,0 0-1 0,0-2 3 0,-1 4-2 15,2-4 0-15,0 2-3 16,-1 0 3-16,1-1 2 0,-1 1-3 0,-2-1 2 15,1 1 0-15,-3 0-3 0,0 0 2 16,1-1-5-16,-2 0 2 0,0 0 4 0,1 1 0 16,-2-1-2-16,2 1-2 0,0 0 5 15,0 0-3-15,2-2 0 0,-2 2-3 0,3 0 4 16,-3-1-1-16,3 1-1 0,0-1-1 16,0-1 0-16,-1 2 0 0,1-1 1 0,1 0-2 15,-1 0 5-15,1 0 3 0,-1 1-6 16,-1-2 1-16,3 1-1 0,-3 0 3 15,1-1 1-15,1 2-3 0,-1-1-3 0,0 0 2 16,0 0 3-16,1 0 0 0,0-1 2 16,-2 1-4-16,1-1-2 0,0 1-1 15,0 0 0-15,-1-1 5 0,0 1-7 0,-2-1 10 16,-1 2-7-16,1-1 2 0,-2 0 0 16,1-1-1-16,-2 1 6 0,2 0-3 0,-3 0 0 15,2 0 6-15,-2 0 2 0,2 0-4 16,-2 1-2-16,-1-1 1 0,1 1-2 0,2-2-3 15,-1 2 7-15,1-2-10 0,1 1 2 16,-1 1 10-16,1-1-6 0,3 0-2 0,-2 0-1 16,4 0-4-16,-1 0 4 0,-4 1 8 15,3-1-2-15,1-1 2 0,-4 2-4 0,3-1-2 16,-2 1 3-16,2-1 3 16,-2 0-7-16,-1 0 4 0,1 1-5 0,0-1 2 15,-1 1 4-15,0-1 2 0,1 0-8 16,0 1 9-16,0-1-2 0,1 1-11 0,-2 0 11 15,1 0-6-15,3 0 1 0,-2 0 0 16,2-1-4-16,0 1 4 0,1 0-1 0,1-1-2 16,-2 1 4-16,1 0-4 0,-1 0 7 15,0-1-5-15,0 1-5 0,0-1 3 0,0 1 2 16,-3 0-2-16,2-2 5 0,-1 2-5 16,-2 0 3-16,2 0 0 0,2-1-4 0,-4 0 0 15,1 1 4-15,0 0-2 0,2-1 3 16,2 0 1-16,-1 1-5 0,1-1 1 15,0 1 1-15,0-2-1 0,9 1 4 16,-5 0-5-16,-2 0 6 0,6 0-5 0,2-1 8 16,0 0-3-16,-2 0-1 0,0 1 0 15,2-1 3-15,-1 1 0 0,0 0-2 0,1-2 1 16,1 2-4-16,0-1 0 0,-1 2 2 16,3-2-4-16,-2 1 3 0,-1 1-1 0,0 0 6 15,1 0-1-15,-2-1-6 0,3 0 1 16,-7 1 6-16,5 0-6 0,0 0 6 0,0 1-5 15,-4-1-6-15,2 1 7 0,-2-1 0 16,2 1-4-16,1 1 2 0,0 0-2 0,0 0 0 16,-1 0 2-16,-4 0-1 15,3 0 2-15,-3-1-1 0,-5 0-3 0,1 1 0 16,-2-1-19-16,-2-1-15 0,0-1-33 16,0 1-100-16,-1-3-58 0,-2 2 77 0</inkml:trace>
  <inkml:trace contextRef="#ctx0" brushRef="#br0" timeOffset="42261.4416">9435 6251 596 0,'12'-17'7'0,"-12"17"13"0,0 0-2 0,0 0 6 15,0 0-5-15,0 0 7 0,0 0-6 0,0 0-2 16,0 0-8-16,0 0 0 16,0 0-4-16,0 0-4 0,0 0-3 0,0 0-6 0,0 0 10 15,0 0-2-15,0 0 4 16,5 19-3-16,-3-11-2 0,-2 3 2 0,2 2-2 15,0 3 4-15,-2 2-5 0,1 0 7 16,1 2-4-16,0 1 0 0,-2 6 2 0,0-3-3 16,0-3 3-16,0 7-4 0,-2-5 8 15,0-4-2-15,0 7-3 0,-3-5 1 0,2-4-15 16,-1-1-14-16,1-4-33 0,0 0-87 16,1-4-54-16,2-4 67 0</inkml:trace>
  <inkml:trace contextRef="#ctx0" brushRef="#br0" timeOffset="43083.5609">9742 6229 557 0,'0'0'3'0,"0"0"0"16,2-5 2-16,-2 5-3 0,0 0 1 15,0 0 5-15,0 0-4 0,0 0 1 0,0 0 6 16,0 0-12-16,0 0 10 15,0 0-5-15,0 0 3 0,0 0 1 0,0 0 1 16,0 0 1-16,3-7 5 0,-3 7 0 16,0 0 3-16,0 0 3 0,0 0-4 0,0 0 0 15,0 0-5-15,0 0-2 0,0 0-5 16,0 0-3-16,0 0 1 0,0 0-2 0,0 0-6 16,0 0 5-16,0 0 1 0,0 0 2 15,0 0-2-15,0 0-2 0,0 0-1 0,-12 14 1 16,12-14 2-16,0 0-1 0,0 0-3 15,0 0 8-15,0 0-5 0,0 0 4 0,0 0 0 16,0 0 2-16,0 0 4 0,0 0-4 16,0 0 1-16,0 0 8 0,0 0 2 0,0 0-5 15,0 0 10-15,0 0 5 0,0 0 3 16,0 0-5-16,0 0 2 0,0 0-7 16,0 0-2-16,0 0-4 0,0 0 3 15,0 0-8-15,0 0 6 0,0 0-2 0,-13 0-1 16,11 3-2-16,2-3-7 0,-9 7 1 15,6-4-6-15,3-3-17 0,-7 7-17 0,7-7-28 16,-6 4-34-16,6-4-171 0,-5 2 51 16,5-2 74-16</inkml:trace>
  <inkml:trace contextRef="#ctx0" brushRef="#br0" timeOffset="44196.2506">9087 5820 558 0,'0'0'-16'0,"0"0"10"0,0 0 3 0,0 0 5 16,0 0 9-16,0 0 7 0,0 0 3 16,0 0-3-16,0 0 7 0,0 0-7 0,0 0-3 15,0 0 1-15,0 0-4 0,0 0-6 16,0 0 6-16,0 0-9 0,0 0 5 15,0 0-2-15,0 0 2 0,0 0-4 16,0 0 2-16,0 0 0 0,0 0-4 0,0 0-1 16,0 0 0-16,0 0 3 0,0 0 5 15,0 0-4-15,0 0-4 0,0 0 2 0,0 0-1 16,0 0 0-16,0 0-3 0,0 0 5 16,0 0-6-16,0 0 7 0,0 0-7 0,0 0 5 15,0 0-8-15,0 0 1 0,0 0 0 16,0 0-4-16,0 0 2 0,0 0-1 0,0 0 5 15,0 0-1-15,0 0-3 0,0 0-2 16,0 0 4-16,0 0-2 0,-7 14 6 0,7-14 0 16,0 0-3-16,-4 7 0 0,4-7 0 15,0 0 2-15,0 0 3 0,0 0-3 16,0 6-4-16,0-6 9 0,0 0-2 16,0 0 0-16,0 0 5 0,0 0-5 0,0 0 3 15,0 0-2-15,0 0 0 0,16-4 5 16,-16 4-4-16,7-4 5 0,-7 4 4 0,6-4 7 15,-6 4 1-15,0 0 0 0,7-3 2 16,-7 3-4-16,0 0-15 0,0 0 8 0,0 0-4 16,0 0 4-16,0 0-5 0,0 0-4 15,0 0 4-15,0 0 1 0,0 0-4 0,-15 17 3 16,12-14 1-16,3-3-5 0,-7 7 6 16,7-7-3-16,-4 4 2 0,4-4 2 0,-5 5-4 15,5-5 4-15,0 0-3 0,-3 3 1 16,3-3-3-16,0 0-1 0,0 0-35 15,0 0-22-15,0 0-30 0,0 0-64 16,0 0-97-16,0 0 236 0</inkml:trace>
  <inkml:trace contextRef="#ctx0" brushRef="#br0" timeOffset="45267.878">9417 5813 645 0,'0'0'-1'0,"0"0"12"0,0 0 4 16,0 0 3-16,0 0 2 0,0 0 2 15,0 0-4-15,0 0 5 0,0 0-1 0,0 0-5 16,0 0 2-16,0 0-3 0,0 0-4 16,0 0 1-16,0 0 1 0,0 0-7 15,0 0 7-15,0 0-2 0,0 0-1 0,0 0-6 16,0 0 0-16,0 0 5 0,0 0-4 15,0 0 2-15,0 0-5 0,0 0 3 16,0 0-1-16,0 0-6 0,0 0 0 0,0 0 3 16,0 0 0-16,0 0-3 0,0 0-3 15,0 0-8-15,5-4 12 0,-5 4 4 0,0 0-6 16,0 0 1-16,0 0-3 0,0 0 6 16,0 0-4-16,0 0 0 0,0 0 4 0,0 0-6 15,0 0 4-15,0 0 3 16,0 0 2-16,0 0-8 0,0 0 1 0,0 0 3 0,0 0-2 15,0 0-5-15,0 0 4 16,0 0-3-16,0 0-3 0,0 0 2 0,0 0 5 16,0 0-6-16,0 0-1 0,0 0 8 15,0 0-4-15,0 0 3 0,0 0-2 0,0 0 3 16,0 0-4-16,0 0 3 0,0 0-2 16,0 0 12-16,0 0-6 0,0 0 1 0,0 0 7 15,0 0 1-15,0 0 7 0,0 0 4 16,0 0 8-16,0 0 8 0,0 0-2 0,0 0 5 15,0 0-7-15,0 0 0 0,0 0 0 16,0 0 0-16,0 0-7 0,0 0-3 0,0 0 3 16,0 0-16-16,0 0-2 0,0 0-1 15,0 0-4-15,0 0 1 0,0 0-6 0,0 0 7 16,0 0-12-16,0 0-3 16,0 0 1-16,0 0-6 0,0 0-3 0,0 0 0 15,0 0 5-15,0 0 3 0,0 0 0 16,0 0 2-16,0 0-1 0,0 0 10 0,0 0 3 15,0 0 6-15,0 0 7 0,0 0-2 16,0 0 9-16,0 0 5 0,0 0 1 0,0 0-2 16,0 0-1-16,0 0 2 0,0 0-4 15,0 0-5-15,0 0 3 0,0 0-10 0,0 0 1 16,0 0-5-16,0 0-4 0,0 0 1 16,0 0 0-16,0 0-2 0,0 0-6 0,-22 6-9 15,22-6 1-15,0 0-8 0,0 0-2 16,-6 3 0-16,6-3 0 0,0 0 4 0,0 0 2 15,0 0 2-15,0 0 5 16,-6 3-1-16,6-3 1 0,0 0 3 0,0 0 2 16,0 0-5-16,0 0 1 0,0 0-6 15,0 0-2-15,0 0-12 0,-10-1-9 0,10 1-11 16,0 0-16-16,-8 1-15 0,8-1-22 16,0 0-39-16,-9 4-216 0,9-4 135 0</inkml:trace>
  <inkml:trace contextRef="#ctx0" brushRef="#br0" timeOffset="46127.6217">9708 6232 932 0,'0'0'-14'0,"0"0"10"16,0 0 0-16,0 0 2 0,0 0 6 16,0 0 6-16,0 0-2 0,0 0 0 0,0 0 0 15,0 0 2-15,0 0-1 0,0 0-1 16,0 0-4-16,0 0 2 0,0 0-7 0,0 0 0 15,0 0 5-15,0 0-10 0,0 0-4 16,0 0-6-16,0 0-1 0,0 0-6 0,0 0 4 16,0 0 0-16,0 0 3 0,0 0 7 15,0 0-5-15,0 0 9 0,2-7-2 16,-2 7 3-16,0 0-1 0,0 0 6 0,0 0 10 16,0 0 4-16,0 0-2 0,0 0-4 15,0 0-2-15,0 0 0 0,0 0 1 16,0 0-2-16,0 0 0 0,-15 19 2 0,11-14-1 15,0 0-1-15,-1 1-2 0,1-2-5 16,1 0 1-16,3-4-2 0,-4 7 0 0,4-7-2 16,-3 5-1-16,3-5-2 0,0 0 9 15,0 0-9-15,0 0 1 0,0 0-10 0,7 8-38 16,-7-8-139-16,0 0-21 0,0 0 73 16</inkml:trace>
  <inkml:trace contextRef="#ctx0" brushRef="#br0" timeOffset="48583.8682">10509 6033 534 0,'0'0'-24'0,"0"0"14"0,0 0 4 16,0 0 6-16,0 0-1 0,0 0 5 15,0 0 9-15,0 0 4 0,0 0-1 0,0 0-2 16,0 0 8-16,0 0-2 0,0 0-2 15,0 0 1-15,0 0 8 0,0 0 2 0,0 0 0 16,0 0-4-16,0 0-4 0,-2-7 5 16,2 7-1-16,0 0 0 0,0 0 5 0,0 0-6 15,0 0-7-15,0 0-2 0,0 0-6 16,0 0 7-16,0 0-5 0,0 0 1 0,0 0 0 16,0 0-8-16,-7-4 1 15,7 4 3-15,0 0-5 0,0 0 6 0,0 0-10 16,0 0 4-16,0 0 5 0,0 0-4 15,0 0 2-15,-10-2-3 0,10 2-3 0,0 0 2 16,0 0 4-16,0 0-4 0,0 0-2 16,0 0 1-16,0 0-3 0,0 0 1 0,0 0 3 15,0 0-4-15,0 0 4 0,0 0-6 16,0 0-1-16,0 0 0 0,0 0-4 0,0 0 2 16,0 0 7-16,0 0 0 0,0 0-3 15,0 0 6-15,0 0-7 0,0 0 12 0,0 0-3 16,0 0 1-16,0 0 11 0,0 0 5 15,0 0 6-15,0 0 5 0,0 0 3 16,0 0-3-16,0 0-7 0,0-7 1 0,0 7 1 16,0 0-11-16,0 0 1 0,0 0-7 15,0 0 3-15,-10 1-5 0,10-1 1 0,0 0-4 16,0 0-1-16,-12 5-2 0,12-5-5 16,0 0 0-16,-5 3 3 0,5-3-4 0,0 0-1 15,0 0-8-15,0 0-3 16,0 0 2-16,-5 4 2 0,5-4-1 0,0 0-1 15,0 0-2-15,0 0 6 0,0 0 2 0,0 0 9 16,0 0 7-16,0 0 1 0,0 0-1 16,0 0-2-16,0 0 4 0,0 0 4 15,0 0 5-15,0 0 2 0,0 0-1 0,0 0-7 16,0 0 5-16,0 0-7 0,-3-11 1 16,3 11-6-16,-10 1 0 0,10-1 2 0,-14 4-7 15,6-1-1-15,1 1 1 0,2 0-2 16,-2 0 0-16,2 1-3 0,0-1-5 0,4 1 2 15,1-5-10-15,-6 6 7 0,6-6-4 16,-1 6 2-16,1-6-2 0,0 0 3 0,0 0 3 16,6 8 1-16,-6-8 4 15,8 0 5-15,-8 0 7 0,0 0 0 0,14-4 5 16,-14 4 10-16,8-4-1 0,-6 0 11 16,-2 4 5-16,7-4-1 0,-7 4 1 0,0 0-1 15,1-9-7-15,-1 9-3 0,0 0-6 16,0 0-7-16,-11-2 2 0,11 2-5 0,-15 2-13 15,15-2-24-15,-16 6-19 0,9-2-27 16,0 0-31-16,0 1-28 0,2-1-81 0,1 0-200 16,4-4 80-16</inkml:trace>
  <inkml:trace contextRef="#ctx0" brushRef="#br0" timeOffset="70411.0534">8397 2168 429 0,'0'0'61'0,"-6"-4"-34"15,6 4-8-15,-7-2-4 0,7 2-1 0,0 0 3 16,-7-4 0-16,7 4 9 0,0 0 1 16,-6-3-3-16,6 3 1 0,0 0-6 0,0 0 5 15,-5-3 4-15,5 3 8 16,0 0 5-16,0 0 3 0,-7-4-3 0,7 4 1 16,0 0 2-16,0 0-3 0,0 0 2 15,-3-4-4-15,3 4-1 0,0 0-5 0,0 0-2 16,0 0-6-16,0 0-1 0,0 0-7 15,-3-7-4-15,3 7 2 0,0 0 1 16,0 0-2-16,0 0-5 0,0 0-8 0,4-11-2 16,-4 11 4-16,5-5 2 0,-5 5-6 15,8-6 1-15,-3 4 1 0,1-1 3 0,2-1-3 16,0 1-6-16,4-1 4 0,0 1-3 16,2 0 4-16,0 2-4 0,3-1 3 0,0 2-5 15,1 0 2-15,-4 2-1 16,3-1 0-16,0 4 2 0,-3 0-5 0,-3 1 12 15,-2 2-3-15,-2 1 2 0,-4 2 3 16,-3 2 2-16,-8 8-5 0,-4 3 4 0,-9 4 2 16,0 1-3-16,-5 0-3 0,0-2 2 15,-3-1 7-15,0-1-7 0,2-2 1 0,2-2 2 16,4-7-2-16,4 0-2 0,4-4 6 16,4-3-5-16,1-1 3 0,2-2 2 15,2-1 4-15,4-3-2 0,-6 6-11 0,6-6 5 16,0 0 12-16,0 0 2 0,22-1 6 15,1-6 4-15,13-5 2 0,4 0-2 16,3-1 7-16,2 1-3 0,0-1-7 16,-2 2 0-16,-5 1 0 0,-9 3-2 0,-2 1-5 15,-7 1-1-15,-6 1 0 0,-3 2 0 16,-2-1 2-16,-1 0-9 0,-1 2-1 0,-7 1-3 16,6-1-16-16,-6 1-26 0,0 0-32 15,0 0-51-15,0 0-68 0,0 0-346 0,-22 10-33 16</inkml:trace>
  <inkml:trace contextRef="#ctx0" brushRef="#br0" timeOffset="73280.0149">9026 2068 1311 0,'2'-6'-80'0,"-2"6"8"16,0 0 18-16,0 0 13 0,0 0 7 15,0 0 9-15,0 0-4 0,-3-10 8 16,3 10 8-16,-5-4-7 0,5 4 8 0,-6-3 2 16,6 3-4-16,-7-4 8 0,7 4 1 15,-6-3-2-15,6 3 0 0,-7-3 5 0,7 3-2 16,-11-2-2-16,11 2 2 0,-10 1 1 15,10-1 0-15,-12 1 0 0,6 1 0 16,6-2-6-16,-12 5 6 0,7-3-2 16,-1 1-4-16,1 0 2 0,-1 1 3 0,1 1-3 15,0-1 2-15,1 2 1 0,0-2 7 0,2 1-7 16,2-5-4-16,-5 11 3 16,3-5-4-16,2-6 4 0,0 11 3 0,0-11-7 15,4 11 6-15,-1-4-2 0,2-1 2 16,2 1 1-16,1 0-2 0,2 0-2 0,4 0 6 15,0 1 10-15,3-1-10 0,3 3 0 16,3-2 2-16,-2 1 0 0,-3-2-1 16,-3-1 2-16,-1 0 1 0,1 1 0 0,-5-2 0 15,0 0 0-15,-1-1-4 0,-1 1 13 16,-2 0-3-16,0-1-5 0,-1 1 15 0,-5-5-8 16,1 9 8-16,-1-9 4 0,-5 12 4 15,-1-4 2-15,-2 0-3 0,-2 1 5 16,-3 0 0-16,-5 3 1 0,1-3 4 15,-4 1-8-15,5-1 0 0,2-2 3 0,1-1-2 16,1-2 5-16,2 1 4 0,2-2 3 16,-2 1 0-16,1-1 3 0,2 0-2 0,1-2 0 15,1 1 4-15,5-2-9 0,-11 3-6 16,11-3-4-16,0 0-19 0,-11-6-21 0,11 6-48 16,-4-9-38-16,6 1-37 0,1-1-92 15,1-1-150-15,4-2 112 0</inkml:trace>
  <inkml:trace contextRef="#ctx0" brushRef="#br0" timeOffset="73559.6734">9026 2136 1042 0,'0'0'-5'15,"-6"-2"5"-15,6 2 4 0,0 0 19 0,0 0 18 16,-7-3 2-16,7 3-4 0,0 0-12 16,0 0-9-16,0 0-3 0,0 0-6 0,0 0-3 15,18-14 2-15,-4 7-4 0,9-6-26 16,3 1-20-16,6-3-21 0,0 0-30 0,3-1-32 15,-4 1-191-15,-3 4 167 0</inkml:trace>
  <inkml:trace contextRef="#ctx0" brushRef="#br0" timeOffset="73895.5211">9351 2110 780 0,'-3'9'-62'0,"3"-9"16"0,-2 7 11 16,2-7 7-16,-1 8 6 0,1-8 5 16,0 10 11-16,1-4 5 0,1 2 5 0,0 1 2 15,4 0 7-15,1 0-4 16,3 2-3-16,4-1 6 0,4 2 2 0,2-1 2 0,3-3 9 16,0 0-2-16,-3-3-3 0,-1-2 5 15,-4 0-5-15,-2-2 9 0,-1-1 19 16,-2-1 13-16,0-1-1 0,-1-1 3 15,-3-2 0-15,-1 0 3 0,-1-1 5 0,-4 0-7 16,0 6 0-16,-4-14-8 0,-1 5-6 16,-4 1-3-16,-2-1-9 0,-4 1-3 15,0 2-3-15,-2 0-1 0,2 1-5 0,3 0-12 16,0 1-27-16,2 2-33 0,0 0-38 16,3 0-31-16,0 0-40 0,7 2-274 0,0 0 61 15</inkml:trace>
  <inkml:trace contextRef="#ctx0" brushRef="#br0" timeOffset="74351.3043">9806 1961 1148 0,'1'-8'-37'0,"-1"2"26"0,0 6 27 16,1-10 21-16,-1 10 25 0,-1-7 5 15,1 7 4-15,0 0-1 0,0-8-9 16,0 8-9-16,0 0-6 0,0 0-9 16,-1-8-5-16,1 8-9 0,0 0-11 0,0 0 0 15,0 0-9-15,0 0 2 0,0 0 0 16,0 0-2-16,0 0 0 0,0 0 2 0,8 18-1 16,-4-11 0-16,-2 1-4 0,1 2 8 15,2 2-4-15,-2-1-1 0,2 2 5 16,-3 0-4-16,3 2 0 0,-2 1-2 15,1 0 8-15,-1 1-5 0,0-1 0 0,-3-2-6 16,0 0-12-16,1 1-19 0,1-2-14 0,-2-1-39 16,1-1-35-16,-2-2-39 0,2 1-293 15,2-4 41-15</inkml:trace>
  <inkml:trace contextRef="#ctx0" brushRef="#br0" timeOffset="74838.9383">10143 1924 1146 0,'3'-10'-46'0,"-1"1"14"0,-1 1 9 0,-2 3 17 16,1 5 16-16,-3-12 8 0,0 7 1 16,3 5 19-16,-4-9 1 0,1 4-3 0,3 5-2 15,-4-7-1-15,4 7-6 0,-5-6-9 16,5 6 1-16,0 0-3 0,-5-6-9 15,5 6-1-15,0 0 0 0,0 0-10 16,0 0 11-16,-2-5-6 0,2 5-5 0,0 0 0 16,0 0 0-16,0 0 2 0,0 0-3 15,0 20 4-15,0-11-1 0,2 2 4 0,-2 1 1 16,2 5-9-16,-1 1 3 0,1 0 3 16,0 0 0-16,-1 3 5 0,1-1-4 0,-2 6 0 15,2-4 2-15,0-2 1 0,-1-2 4 16,-1 2-2-16,2-3 2 0,-1 1-6 0,0-5 8 15,-1-1-12-15,0 0-22 0,2-3-28 16,-2-1-29-16,1-1-21 0,2-3-65 16,-3-4-161-16,7 4 157 0</inkml:trace>
  <inkml:trace contextRef="#ctx0" brushRef="#br0" timeOffset="75223.8348">9835 2118 854 0,'0'0'1'0,"-12"-1"3"15,12 1 8-15,-7 0-5 0,7 0 3 16,0 0 2-16,-5-4-2 0,5 4-5 15,0 0 2-15,10-10-7 0,4 3 4 16,8-3-5-16,4-1-7 0,9-2-16 0,1-1-21 16,1 0-33-16,0 1-65 0,-3 0-71 15,-7 5 73-15</inkml:trace>
  <inkml:trace contextRef="#ctx0" brushRef="#br0" timeOffset="75704.0074">10352 1987 583 0,'-9'1'-12'16,"9"-1"5"-16,-8 2 13 0,8-2 18 0,0 0 8 15,0 0 13-15,0 0-1 0,0 0-3 16,0 0-9-16,0 0-4 0,0 0-7 16,0 0-5-16,0 0-2 0,0 0-1 15,0 0 4-15,24-12-8 0,-11 8 3 0,4 0-6 16,-3 0 0-16,-1 1-2 0,0 0 1 15,-3 2-3-15,0 0-8 0,-1 0 7 0,-9 1-3 16,12 2 6-16,-9 1-6 0,0 5 2 16,-3 0 5-16,-5 6 1 0,-8 8 5 0,-2 1-4 15,0-2-6-15,0 0 2 0,1-3-3 16,4-3 1-16,4-3-2 0,0-1-3 16,3-3 1-16,1 0-1 0,0 1 3 0,2-2-2 15,4-1 10-15,1-1-3 0,6 1 2 16,5-2 4-16,4-2-3 0,12-1-6 15,2-3-41-15,1-2-45 0,7-2-127 16,-7 1-10-16,-2 1 75 0</inkml:trace>
  <inkml:trace contextRef="#ctx0" brushRef="#br0" timeOffset="76644.7212">7967 3036 620 0,'-2'3'13'0,"2"-3"7"15,0 0 10-15,-7 3 3 0,7-3 14 0,0 0-2 16,0 0-1-16,0 0-10 0,0 0-6 16,0 0-2-16,0 0-7 0,0 0-1 0,0 0 3 15,19-8-9-15,-12 5 1 0,5 0-3 16,1-2-9-16,-1 2-18 0,5-3-19 0,-1 1-34 16,1 0-53-16,7-2-145 0,2 0 212 15</inkml:trace>
  <inkml:trace contextRef="#ctx0" brushRef="#br0" timeOffset="77079.1081">8539 2952 797 0,'2'-10'20'0,"-2"1"-2"0,0 0 16 16,0 0 20-16,0 1 20 0,-2 0 5 0,1 0 12 15,-1 0 9-15,1 0-2 0,-2 2 1 16,3 6-8-16,-3-11-2 0,2 6-12 0,1 5-9 15,-3-7-11-15,3 7-8 0,-2-7-9 16,2 7-7-16,0 0-12 0,0 0-8 0,-2-6-1 16,2 6-4-16,0 0 0 0,0 0 1 15,0 0-1-15,0 0-1 0,0 0 1 16,4 29 0-16,-3-21-4 0,2 5 1 16,0-1 2-16,1 3-1 0,1 0 0 0,-1 1 1 15,0 1 1-15,0 0-6 0,0-1-5 16,-1 2-7-16,0 0-15 0,-1-2-11 15,-1-4-29-15,0 1-31 0,2-2-33 0,0-2-31 16,-1-2-102-16,-1-3-190 0,-1-4 39 16</inkml:trace>
  <inkml:trace contextRef="#ctx0" brushRef="#br0" timeOffset="78335.167">8808 2891 1201 0,'0'0'-40'0,"0"0"2"16,0 0 2-16,0 0-2 0,0 0 2 15,0 0 4-15,0 0 10 0,0 0-3 0,0 0 4 16,0 0 2-16,0 0 7 15,0 0 0-15,-6 24 10 0,4-17-3 0,-1 1 9 16,1 0 4-16,1 1 1 0,-1-1-2 16,2 0 9-16,-2-1-9 0,2 0 5 0,0-7-2 15,0 14-2-15,2-6 2 0,0-1 3 16,2 0 3-16,2-3-4 0,-1 2 1 16,2-1 0-16,2-2 5 0,0-1-1 0,3 1-1 15,-1-2 2-15,1-1 4 0,0-1-2 16,1-2 5-16,-1-1 2 0,2-3-1 0,-1-1-5 15,-1-3-6-15,-2 0-1 0,-2-1-2 16,-2-1-2-16,-2 2 0 0,-1-1 1 0,-3 3 2 16,-3-2 2-16,1 1 2 0,0 2 0 15,-2 0 2-15,-1 1 2 0,2 0 1 16,-2 2-3-16,2-1-1 0,-2 1-4 16,1 1-4-16,4 4 2 0,-8-7 0 0,6 5-1 15,2 2-2-15,-6-6 2 0,6 6-7 16,0 0 4-16,-6-5-4 0,6 5 0 0,0 0-3 15,-4-4 3-15,4 4 0 0,0 0 1 16,0 0-2-16,-2-6 0 0,2 6-1 16,0 0 3-16,0 0-11 0,0 0 5 0,0 0-3 15,3-11 2-15,-3 11 0 0,9-8-3 16,-2 3 2-16,3-1-1 0,5 0-3 0,-1-1 3 16,9-1 2-16,2 0-1 0,-2 2-3 15,2-2 2-15,1 2-1 0,-1 2 0 0,-4 1 2 16,-2 2-1-16,-3 1-4 0,-2 0 4 15,2 0 3-15,-5 2-4 0,2-1 1 16,-3 2 0-16,-1-1 1 0,0 1 0 16,-2 2 2-16,-2 0-3 0,0 1 6 0,-3 1-1 15,0 1-2-15,-2 2 0 0,-1-1 4 16,-1 4-6-16,-1-2 3 0,0 2-2 0,-1-1 5 16,1 1-3-16,2-2 6 0,-3 1-8 15,1-1 3-15,3-1-1 0,-2-1-2 0,2 0 2 16,2-1-3-16,-2 0 0 15,4-1-1-15,0 0 2 0,0-2 2 0,1 1 0 16,2-3 4-16,1 1 0 0,1-1 0 16,0-2 1-16,0 1 8 0,1-2-3 0,-2 0 9 15,-8 0 9-15,14-4-3 0,-6 0 3 16,-1-1-2-16,-2-1-3 0,-2-1-1 0,-1-1 0 16,-2-3-9-16,-2 0 0 0,-1-2-4 15,-2-1-1-15,-1 1-1 0,-1-1 0 0,0 1-1 16,0 0-2-16,0 3-2 0,1 1 2 15,0 0-1-15,0 1-2 0,2 1 1 0,1 2 3 16,0 0-2-16,0 0-1 0,3 5-4 16,-4-10-3-16,4 10-2 0,-2-8-1 15,2 8 6-15,7-11-7 0,2 2-5 0,2 1 1 16,8-3-1-16,3-1-1 0,-1 2 0 16,3 0 0-16,1 0 4 0,-1 2-1 15,1 2 0-15,-3 2 3 0,-5 0-5 16,-3 3 1-16,-3 1-2 0,1 0 5 0,-2 1-2 15,-1 1 4-15,-2 4 0 0,-1 0-1 16,-3 1 4-16,1 3 4 0,-3 0 1 0,-2 1-8 16,-1 1 5-16,0 1-2 0,0 0 5 15,-1 0-3-15,0-1-1 0,2 0 3 0,0-4-2 16,1 1-2-16,-2 1-3 0,2-3 7 16,2 0-1-16,-2-7 2 0,4 12-6 0,0-6 7 15,2 0 6-15,4-2 4 16,2 0 5-16,0-1-1 0,6 0 2 0,2-3-4 15,0 0-1-15,0-1 1 0,9-2 1 16,-2 0-2-16,-5-1 4 0,-5 0 6 0,0-2 4 16,-2-1 5-16,-3 0 1 0,-3-3 3 15,-1-1-1-15,-2-3-1 0,-2-1-4 0,-4 1-1 16,-2-1-1-16,-3-2 0 0,-5-3 1 16,2 3-3-16,-1 4 3 0,1 1-3 0,-1 1-4 15,2 3-3-15,1 1-2 0,-1 1 0 16,2 1-9-16,1 1-4 0,0 0-20 0,4 4-17 15,-7-2-22-15,7 2-28 16,0 0-34-16,-14 2-35 0,14-2-20 0,-5 5-342 16,5-5-20-16</inkml:trace>
  <inkml:trace contextRef="#ctx0" brushRef="#br0" timeOffset="78875.8424">10090 2597 1364 0,'-1'-9'-50'0,"-2"1"17"0,1-1 32 15,0 2 24-15,-1 1 14 0,0-1 17 16,1 1 1-16,2 6 8 0,-5-10 0 15,3 5-1-15,2 5-12 0,-3-8-4 16,3 8-10-16,-2-6 1 0,2 6-7 0,0 0-7 16,-3-7-7-16,3 7-2 0,0 0-7 15,0 0 3-15,0 0-1 0,0 0-7 0,0 0 5 16,0 0-4-16,0 0 3 0,0 0-2 16,-9 14-2-16,9-14-3 0,0 13 2 0,2-4 1 15,-2 1-1-15,2 3 1 16,0 4 1-16,-1 0-1 0,1 1 3 0,1 0 3 15,-3 2-3-15,4-1 1 0,-1 7-1 16,-2-6 0-16,1 0-2 0,-1-2 5 0,-1 1 0 16,0-1 3-16,1-3-17 0,-1 1-21 15,0-2-21-15,0-1-32 0,0-3-32 0,2-2-31 16,-1-2-57-16,2-2-275 0,-3-4 17 16</inkml:trace>
  <inkml:trace contextRef="#ctx0" brushRef="#br0" timeOffset="79341.6313">10024 2838 1229 0,'0'0'-71'15,"0"0"10"-15,0 0 6 0,0 0 2 0,0 0 9 16,16-12 5-16,-7 7 3 0,4-4 2 15,7-3 4-15,2 0 2 0,-2-1 6 0,2-1 4 16,-2-1 7-16,-1 0-3 16,-2 0 1-16,-1-1 8 0,-3-1-3 0,-3 4 17 0,-3 0 9 15,-3 1 15-15,1 1 19 0,-3-1 1 16,1 1 9-16,-1 1 17 0,-2 1 8 0,2 0 7 16,-2 3 6-16,1-2 2 0,-1 8-6 15,0-13-5-15,0 8-12 0,0 5-9 16,1-8-7-16,-1 8-9 0,0 0-9 15,0-11-8-15,0 11-5 0,0 0-5 0,0-6-6 16,0 6-5-16,0 0-4 0,0 0-2 16,0 0 2-16,0 0-4 0,0 0 1 15,0 0 1-15,1 21-1 0,3-11 0 0,-3 3-2 16,1 0 2-16,-2 5 0 0,4 1-2 16,-1 5-2-16,0 2 4 0,-2-4 0 0,2-2 4 15,-3-1-3-15,1 1-1 0,-1 0-2 16,0-2 0-16,-1-1-8 0,1-2-13 0,0-2-16 15,0-2-24-15,0-1-24 0,0-2-24 16,0-8-22-16,3 9-47 0,-3-9-235 0,7 1-5 16,-7-1 79-1</inkml:trace>
  <inkml:trace contextRef="#ctx0" brushRef="#br0" timeOffset="79683.6987">10407 2688 1160 0,'0'0'-13'0,"0"0"3"16,0 0 5-16,0 0 9 0,-8-3-8 16,8 3-5-16,0 0-3 0,0 0 17 0,0 0-1 15,15-14-11-15,-6 10-7 0,3 0 0 16,-1 0 4-16,1 2-3 0,-1 0 0 15,0 1-1-15,-1 1 6 0,-3 0-8 0,0 1 2 16,0 2 3-16,-3 1 5 0,2 3 2 16,-5 1 0-16,1 2 5 0,-4 0 7 0,1 5-2 15,-3-1 4-15,1-1 4 0,0-2 0 16,2 0 1-16,-1-1-6 0,2-1-4 0,0-2 3 16,3 0 3-16,0-1 5 0,3-1 9 15,2-2-1-15,6-1 1 0,8-2 11 16,11-4-32-16,10-4-40 0,0-3-74 15,2-2-197-15,-2 0 52 0,-4-2 224 0</inkml:trace>
  <inkml:trace contextRef="#ctx0" brushRef="#br0" timeOffset="82577.209">8656 3423 683 0,'-9'3'-11'0,"9"-3"15"16,-7 3 6-16,7-3 3 0,0 0 9 0,0 0 3 16,-6 3 6-16,6-3-1 15,0 0 6-15,0 0-1 0,0 0-7 0,0 0-1 16,0 0-1-16,0 0 3 0,-6 2-7 0,6-2-3 15,0 0-5-15,0 0-2 0,0 0 1 16,0 0-1-16,0 0-8 0,0 0-6 16,0 0 4-16,0 0 2 0,28-4 1 0,-15 1 2 15,14-2 5-15,3-1 4 0,3 0-3 16,12-2 7-16,4 0 1 0,2-2 8 0,5 0-9 16,3-1 0-16,16-3 3 0,0 0 1 15,0 2-2-15,-16 2-3 0,-2 0-1 0,0 2-2 16,-5 0-2-16,-3-1 0 15,-4 1-2-15,-2 0 0 0,-3 1-3 0,-8 0 5 0,0 1-6 16,0 0 3-16,-1 1-6 16,-1-2 1-16,0 0 2 0,0 1-2 0,0-2 0 15,-1 0-3-15,1 2 6 0,1-2-3 16,0 0 1-16,0-1-2 0,1 2-6 0,7-3 2 16,-2-1 3-16,2 2-4 0,-9 1-2 15,2 1 4-15,0-2 1 0,-2 1-5 16,-1 1 5-16,-2-1-2 0,-2-1 0 0,0 2 3 15,-1 0-1-15,-4 2-1 0,-4 0-2 16,0-1-1-16,0 1 4 0,1-2 0 0,-1 1 0 16,6-3 4-16,-5 2-6 0,0 1-1 15,4-3 2-15,2 0-3 0,-1-2 4 0,1 2-2 16,-1-2 4-16,3 0 0 0,-1 0 0 16,3-2-4-16,-2 0 0 0,2 1 0 15,4-5 1-15,-7 5 3 0,0-2 5 16,0 0 2-16,-3 1 4 0,-1-1 3 0,-2 0 4 15,-3-1 6-15,0 0 9 0,-4 1-4 16,-3 1 0-16,0 1-3 0,-1-1 1 0,-2-2-4 16,0 1-2-16,0 0 0 0,-2-1-8 15,-1 1 0-15,2-3-4 0,-2 0 1 0,-1-1-7 16,1 0 4-16,-1-2-6 0,1 0 2 16,-1-6 1-16,1 3-3 0,-1 3-1 0,-1-8-2 15,0 7 2-15,1 2 7 0,-1 0 2 16,0 0-2-16,0 1 5 0,-1 1 3 15,0-1 0-15,-2 0 4 0,0 2 3 16,1 0-2-16,-2 0 2 0,-1 1-2 0,2 1 1 16,-4-1 2-16,3 1-5 0,-2 0-2 15,-2 0-1-15,1 0 0 0,-3-5-1 0,-2 1-3 16,0-2-1-16,-1 2-3 0,1-1-1 16,-2 1 1-16,-1-1-3 0,1 1-1 0,-2 1 1 15,0 0-2-15,-1 0-4 0,1 1-1 16,0 1 1-16,-2 0-2 0,-1 0 2 15,1 1-2-15,0 1 2 0,-1 1-4 0,1 1-1 16,1 3 1-16,-2-3-2 0,1 3-2 0,4 1 3 16,1 0 0-16,-4 1-4 15,2-2 0-15,-7 0-1 0,0-1 1 0,1 0 0 16,-2 0-2-16,-2 1 3 16,-2-1-1-16,-2-1 1 0,1 1 1 0,-9-2-2 0,0-1 2 15,-2 1-2-15,-1 0 3 0,-1 1-2 16,1 1-1-16,1-1-1 0,0 1 2 0,7 2 0 15,1 0 6-15,-2 0-7 0,4-2 4 16,1 2 0-16,1 1 0 0,7 0-1 0,5 1 5 16,0 3-7-16,4-3 5 0,-2 2-1 15,3 1-4-15,1 0 3 0,1-1-2 0,-1 2-1 16,1-1 2-16,-2 1-1 16,0-1 1-16,-1 2 0 0,-2 0 0 0,-4 2-1 15,-1-2-2-15,-1 1 6 0,-10 2-4 16,-1 2-2-16,-3-1 0 0,-3 2 0 0,-6-1 8 15,-1-1-5-15,6 0 1 0,-6 0 0 16,-2 0 1-16,9 0-1 0,1-1 0 0,0 0 3 16,2 1-3-16,0-3 0 0,-1 1 2 15,2 2-1-15,2-3 1 0,1 1 4 0,0 1-2 16,8-1-4-16,1 0 1 0,-1 1-1 16,3-2 2-16,-2 2 2 0,1 1-6 15,-8 1 1-15,4-2 1 0,-3 3 1 16,-2 0-1-16,0-2 1 0,0 1 1 0,-1 1 2 15,-1 0-5-15,-1 0 3 0,-3 1-1 16,-8 0 0-16,1 2 1 0,-1 0-1 0,2-1-2 16,7-2 3-16,-6 3 1 0,6-3 1 15,-4 3-2-15,3-3 3 0,3 3-2 0,1-2-2 16,2 1 0-16,2 0 1 0,0 0 0 16,1 0-1-16,3 1-3 0,-1-2 1 15,1 3 3-15,0-1-3 0,0 1 2 0,-1 0 2 16,2 1 1-16,-2-1-4 0,1 2 2 15,0 0 0-15,0 0-3 0,1-1 3 0,-1 1 1 16,2 2-2-16,0-3-1 0,0 2 2 16,1 0-3-16,-1 1 5 0,-1-1 3 15,2 1-5-15,0 0-1 0,2 0-2 16,0 2 1-16,-1-3 4 0,1 2-1 0,1-1-3 16,1-1 3-16,2 1 0 0,2-4-1 15,-1 1-1-15,-2 4 1 0,0 0-4 0,3-2 1 16,-4 2 1-16,5-2 1 0,0-2 3 15,0 1-2-15,0-1-4 0,1-1 1 0,0 1 3 16,1 1-4-16,-1-1 4 0,0 0 0 16,1 0-2-16,-2 1 2 0,2-1-2 0,1 0 1 15,1-2-1-15,-1 1 0 0,0 0 1 16,1 0-1-16,0 1 2 0,0-1 0 16,0 1 0-16,2-1-5 0,-1 2 0 15,1-2 1-15,0-1-2 0,0 2 0 0,1 0-4 16,0 0 2-16,0-1-2 0,1 1 2 15,-1-1 2-15,1 3-2 0,1-3 2 0,-1 2-1 16,1 1 4-16,-2 0-3 0,2 0 1 16,0 0-2-16,-1 2 6 0,1-2-3 0,1 1-3 15,0-1-2-15,-1 0 0 0,1 1 1 16,0-1 1-16,1 0-4 0,-1 0 2 0,1 0 0 16,2-1-1-16,-1 1-1 0,1 0-2 15,0-2 5-15,2 2-1 0,-2-2-3 16,2 0 1-16,-2 0 2 0,3 1 2 15,-3-1 1-15,2-2-3 0,1 2 4 16,-1-2 0-16,1 0-1 0,1 1 2 0,-1 0-1 16,2-1 1-16,-3 1 4 0,1 0-6 15,1 0 7-15,1 1-1 0,-2-2 0 0,1 1 1 16,1 0 0-16,-1 1 0 0,1 0-4 16,0 1 5-16,1-1-3 0,-2-1 0 0,0 1-1 15,2-1 3-15,-1-1-2 16,0-1-2-16,1 2 2 0,2 0 1 0,-1 0-2 0,0-1 3 15,2 0-3-15,0-1 1 16,-1 1 1-16,1-1-2 0,0 1 0 0,0-1 3 16,0 1 0-16,2-1 0 0,-2 0 0 15,1 0-1-15,0-1 1 0,0 1 1 0,1 0-5 16,-2 0 5-16,2 0-3 0,-1 0 0 16,0 0 2-16,1-1 0 0,-1 0-1 0,-1 2 1 15,2-2-3-15,-1 0 5 0,0 0-3 16,-1-1 2-16,1 0-3 0,-1-1 3 15,0 0-1-15,-2 0-1 0,3-1 1 0,-1 1 0 16,-1-1 0-16,-1-1 0 0,1 1-3 16,0 0 1-16,0-1 4 0,0 0-4 0,-1 1 1 15,1-1 1-15,0 1-4 0,1-1 2 16,-1 0 1-16,-2-1-4 0,0 1 5 16,0-1-4-16,1 0-3 0,-2 1 2 15,1-1-3-15,0 1 2 0,0-1 1 0,0 0-4 16,0 1 1-16,-2-2-1 0,1 1 4 15,1 0 0-15,-2-1 1 0,2 1 0 0,-1-1 1 16,1-1-1-16,-1 2 2 0,2-2 2 16,1 1-2-16,1-1 1 0,0 0 3 0,0 0-4 15,1 2 3-15,0-2-5 0,-2 0 4 16,3 0-2-16,0 0 3 0,-2 0 1 0,2 1-2 16,1-1-4-16,-4 1 3 0,1-1 2 15,0 1-3-15,-1-1 1 0,-1 0-2 16,-1 0 2-16,1 0 2 0,0 1-2 15,-2-1 0-15,0 1-1 0,-8-1 3 0,12 1-2 16,-5-1-1-16,-7 0 0 0,10 1 0 16,-10-1 0-16,10 0-1 0,-10 0 2 15,9 0 0-15,-9 0 0 0,10 2 1 0,-10-2-2 16,9 0 1-16,-9 0 0 0,12 1 1 16,-7-1 2-16,-5 0-4 0,13 0 2 0,-13 0-1 15,12-1 0-15,-12 1 1 0,10 0 0 16,-10 0-1-16,10 0 0 0,-10 0-1 0,9 0 0 15,-9 0 4-15,0 0-6 0,10 0 3 16,-10 0-1-16,0 0 0 0,9 0 1 16,-9 0-2-16,0 0 1 0,10 0 2 15,-10 0-1-15,0 0-1 0,8 0 3 0,-8 0-3 16,0 0 2-16,0 0-2 0,11 0 1 16,-11 0 1-16,0 0-1 0,7 0 3 0,-7 0-4 15,0 0 4-15,0 0-3 0,9 0 3 16,-9 0-5-16,0 0 3 0,0 0-2 0,9 0 1 15,-9 0-2-15,0 0 3 0,0 0-1 16,10 0-2-16,-10 0 2 0,0 0 1 16,0 0-2-16,8 0 1 0,-8 0-1 0,0 0 2 15,0 0 0-15,8 0 0 0,-8 0-2 16,0 0 0-16,0 0 5 0,0 0-3 16,0 0 2-16,0 0-5 0,0 0 4 15,9-2 1-15,-9 2 1 0,0 0 0 0,0 0-3 16,0 0-2-16,0 0-14 0,0 0-12 15,0 0-19-15,0 0-33 0,0 0-46 0,0 0-182 16,4-9-142-16,-4 9 42 0</inkml:trace>
  <inkml:trace contextRef="#ctx0" brushRef="#br0" timeOffset="88018.7709">8904 6368 925 0,'0'-9'40'0,"0"0"1"0,0 2 1 15,0 7-12-15,0-11 10 0,-1 5 15 0,1 6 5 16,0-8-1-16,0 8 2 16,0 0-1-16,0-11-5 0,0 11-8 0,0 0-4 15,-1-9-6-15,1 9-5 0,0 0-1 16,0 0-4-16,-1-7-2 0,1 7-5 0,0 0 0 16,0 0-3-16,0 0-5 0,0 0-2 15,0 0 2-15,0 0-11 0,0 0-2 0,0 0-2 16,0 0 0-16,0 0 0 0,0 0 2 15,0 0-1-15,-1 26 0 0,-1-11 0 16,2 4-3-16,0 8 6 0,2 3 0 0,0-2-1 16,0 2 0-16,2 0 3 0,0 1 0 15,1 0 3-15,4 7-3 0,-2-1 2 0,3-1 3 16,1-1-18-16,2-1-24 0,-3-7-29 16,-1-1-53-16,-1-1-213 0,1-5-99 0,-2-5 62 15</inkml:trace>
  <inkml:trace contextRef="#ctx0" brushRef="#br0" timeOffset="90000.2603">15538 5952 1274 0,'-4'-6'16'0,"4"6"2"16,-4-5 1-16,4 5 7 0,0 0 8 0,-5-6 17 15,5 6 12-15,0 0 4 0,-2-7 0 16,2 7-4-16,0 0 4 0,-3-7-2 0,3 7 2 16,0 0-3-16,0 0-1 15,0 0-9-15,-3-5-7 0,3 5-6 0,0 0-8 16,0 0-4-16,0 0-5 0,0 0-10 16,0 0 0-16,0 0-6 0,0 0-1 0,0 0-2 15,0 0 1-15,0 0 0 0,2 34 1 16,-2-15 1-16,0 8 0 0,1 4-1 0,-1 3 2 15,0 2-1-15,-1 8-3 0,0 2 2 16,-2 1 1-16,1 0 1 0,-4-1-6 0,0 0-10 16,-1-3-11-16,-1 0-13 0,-1-3-22 15,-3-2-26-15,2-1-23 0,-4-2-48 0,2-9-139 16,-1-3-277-16,0-1-66 0</inkml:trace>
  <inkml:trace contextRef="#ctx0" brushRef="#br0" timeOffset="90571.6152">14663 6403 1505 0,'0'0'-18'16,"0"0"8"-16,-8 2 9 0,8-2-3 0,0 0 9 16,-7 1 3-16,7-1 2 0,0 0 3 15,0 0-9-15,0 0-2 0,0 0-5 16,0 0 6-16,0 0-2 0,29 7 4 16,4-6 1-16,17 1 0 0,8-1-1 0,9-2 3 15,23-1-10-15,3 1 1 0,-1-1-1 16,1 0-8-16,0 0-14 0,-4-1-9 0,-4-1-15 15,-19 2-28-15,-1 0-28 0,-3 1-88 16,-2-1-167-16,-6 1 129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34:01.852"/>
    </inkml:context>
    <inkml:brush xml:id="br0">
      <inkml:brushProperty name="width" value="0.05292" units="cm"/>
      <inkml:brushProperty name="height" value="0.05292" units="cm"/>
      <inkml:brushProperty name="color" value="#FF0000"/>
    </inkml:brush>
  </inkml:definitions>
  <inkml:trace contextRef="#ctx0" brushRef="#br0">19741 2207 249 0,'-10'4'-39'0,"3"-2"32"0,-1-1-29 0,5 2 10 16,3-3 4-16,-5 5-19 0,5-5 14 0</inkml:trace>
  <inkml:trace contextRef="#ctx0" brushRef="#br0" timeOffset="4338.6282">12186 5297 263 0,'0'0'70'0,"-7"3"-15"0,7-3-3 16,0 0-5-16,0 0 4 0,-5 3 6 0,5-3-3 16,0 0 3-16,0 0-11 15,0 0-7-15,0 0 1 0,0 0-10 0,0 0 3 16,0 0-3-16,0 0 0 0,-5 4-8 16,5-4-1-16,0 0-1 0,0 0 4 0,0 0-5 15,0 0 5-15,0 0 0 0,0 0-2 16,0 0-1-16,0 0 2 0,0 0-2 0,0 0 6 15,0 0-7-15,0 0 2 0,0 0-3 16,0 0-4-16,0 0-1 0,0 0-4 0,0 0-5 16,0 0 8-16,0 0-5 0,0 0 2 15,0 0-1-15,21-1-1 0,-21 1-3 16,12-3-4-16,-5 3 3 0,2-2 6 0,1-1-6 16,0 2-4-16,3-2 5 0,1 1 2 15,0 0-6-15,1 0 4 0,2-2-1 0,1 2-5 16,1-1 6-16,-5 1-7 0,3 0 5 15,-1 0-1-15,-1-1 2 0,-1 2-7 0,0 0 10 16,0-2-6-16,2 1-1 0,-2 0 0 16,0 0 8-16,-1-1-1 0,1 2-4 0,1-1-2 15,1-2 5-15,-1 2 0 0,0 1-1 16,2-2-5-16,1 0 4 0,-1 0-1 0,0 1 5 16,-1 0-4-16,1 0 0 0,-1 1 0 15,-2 0-1-15,1-2-3 0,-1 3 1 0,0-1-3 16,-2 0 5-16,3 1 1 15,-2-2-4-15,2 2 2 0,-4 0 0 0,2-1 1 16,-1 1-3-16,2 0 4 0,-1 0-5 16,1 0 5-16,2-2 1 0,-3 2-6 0,2 0 5 15,5-1-3-15,-1 0 4 0,0 1-5 16,2-2 3-16,-1 2 0 0,1-1 0 0,-1 0 2 16,1-1-1-16,-3 2-11 0,0 0 6 15,-2 0 2-15,1 0-4 0,0 0 4 0,-1 0 7 16,0-1-6-16,1 1 0 0,-2 1-1 15,1-2-5-15,0 1 4 0,-1-1 0 16,0 1 0-16,1 0 3 0,0 0-3 0,0 0 1 16,0 0-1-16,0 0 6 0,1-1-2 15,2 0 2-15,-2 1-1 0,3-1 2 0,-1 0 5 16,1 0-2-16,1 0-1 0,-1-1-1 16,1 1-3-16,-1 1 4 0,-1-2-1 0,1-1-2 15,-2 2-1-15,-1 1-3 0,1-2 7 16,-2 2-3-16,1-1-4 0,1-1 4 0,2 1-2 15,-3 1-4-15,-1-1 3 0,2 0 0 16,0 0 2-16,3 0-2 0,-1 1 4 0,2 0-5 16,-2-1 1-16,2 1 1 0,0 0 3 15,0 0-3-15,8-2-1 0,-5 2 2 0,-2 0 0 16,1 0 2-16,-1 0-3 16,1 0 3-16,8-2-4 0,-2 2 2 0,0-1-5 15,-4 0 5-15,-4 1-3 0,1 0-2 16,6-1 1-16,-4 0 0 0,-3 0 1 0,-1 0 0 15,-1 0-1-15,0 0 2 0,-1 1-1 16,1-2-1-16,-4 1 2 0,-1 0 3 0,-1 0-5 16,0 0 2-16,0 0-3 0,-2 0 0 15,0-1 2-15,-2 1 2 0,1 1 2 0,-1-1-2 16,0-1-4-16,1 1 0 0,-1 1 3 16,0-1 1-16,1 0-2 0,3 0 1 0,-4 1-3 15,2-2 0-15,0 1 1 0,-1 1-2 16,4 0 4-16,0-1-3 0,-1 1 1 15,3-1 1-15,1 1-1 0,0-1-5 0,2 0 8 16,2 1-2-16,0 0-1 0,0-1-1 16,8 2-2-16,1-1 3 0,0 1 1 0,0 0-2 15,0 0 0-15,-1 0-2 0,1 0 3 16,-1 1-2-16,0-1 4 0,1 0-1 0,-6-1-2 16,5 1 2-16,-6-1-1 0,-2 1-2 15,1-1 2-15,-2 2-1 0,-2-2 0 0,1 1 0 16,1-1-1-16,-4 0 1 0,-1 1-1 15,0-1 1-15,-1 0 0 0,-3 1 0 0,0-1 0 16,-1 1 0-16,1-1 1 16,-1 0-2-16,-1 1 2 0,1-1 2 0,1 0-1 15,0 0-1-15,0 0-2 0,1 0 0 16,1 0-2-16,2 1 5 0,-1-1 2 0,2 0-3 16,-1 0-1-16,0 2 0 0,4-2 0 15,1 1 2-15,2-1 0 0,-2 1-3 0,10 1 2 16,-6-2-3-16,5 1 3 0,-3-1-2 15,-5 0 3-15,2 1 3 0,6 1-5 16,-5-2-1-16,-5 2 2 0,1-2 1 0,0 0-2 16,-3 2 1-16,2-2-1 0,-3 2 2 15,3-2 0-15,-1 2-2 0,0-2 1 0,-1 0 0 16,1 1-1-16,1 0 1 0,0 0-1 16,0 0 7-16,1-1-5 0,-1 1 2 0,3-1-1 15,-2 0-2-15,1 0 3 0,0 0 3 16,1 0-1-16,-1 0 1 0,1 0-4 0,7 2 0 15,-3-1 3-15,2 0 0 0,-2-1 5 16,-3 0-4-16,6 0-1 0,0 0 2 0,0 2-3 16,-5-2 1-16,-3 0-2 0,0 0 5 15,2 0 0-15,-1 0 2 0,6 1 1 0,2-1-1 16,-7-1 0-16,-1 1 0 16,-1 0-1-16,0-2 0 0,0 2-2 0,0 0 2 15,1 0-1-15,0 0 2 0,-1 0-3 16,9-1-1-16,-4 1-2 0,3 0 3 0,-5-1-1 15,-3 0-3-15,2 0 1 0,5 0-1 16,-4 1 3-16,-3-1-3 0,2 1 0 0,6-2 4 16,0 1-5-16,2-1-2 0,-1 2 5 0,1 0-2 15,0 0-2-15,1-2-1 0,-1 2 1 16,2-1 0-16,-1 0-1 0,0 1-1 0,1 0 2 16,-1 0 0-16,3 1-1 0,-2-1-1 15,1 1 1-15,-1-1-1 0,1 2-2 0,1-2 5 16,-1 2-1-16,1-2-1 0,0 0 2 15,0 2 0-15,-1 0 0 0,-1-2 0 0,-2 1 4 16,-1 0-3-16,-4-1 5 16,-6 1 5-16,0-1-1 0,-4 0 3 0,0 1-4 15,-2-1 4-15,-3 0-5 0,1 0 2 16,-3 0 0-16,0 0-4 0,-1-1-1 0,-9 1 1 16,12 0-5-16,-4 0-20 0,-8 0-28 15,8-1-48-15,-8 1-88 0,3-4-234 0,-3 4-143 16,0 0-59-16</inkml:trace>
  <inkml:trace contextRef="#ctx0" brushRef="#br0" timeOffset="7127.7837">13169 4935 1375 0,'0'0'-95'0,"0"0"14"0,0 0 20 16,0 0 15-16,0 0 6 0,0 0 3 16,0 0 15-16,-7-7 2 0,7 7 6 0,0 0 9 15,0 0 3-15,0 0 10 0,0 0 6 16,0 0-1-16,0 0 5 0,0 0 6 0,0 0 3 16,0 0-3-16,0 0 2 0,0 0 0 15,0 0 2-15,0 0-5 0,0 0 3 0,0 0-1 16,0 0 1-16,0 0-2 0,0 0-4 15,0 0 2-15,0 0-4 0,0 0-5 0,0 0 4 16,0 0 0-16,0 0-5 0,0 0 0 16,0 0 2-16,0 0-6 0,0 0 3 15,0 0-1-15,0 0-5 0,0 0-1 0,0 0-3 16,0 0 2-16,0 0 1 0,0 0-3 16,0 0 2-16,0 0 2 0,0 0-5 0,0 0-4 15,0 0 7-15,0 0-8 0,0 0 2 16,0 0 5-16,0 0-2 0,-10 13-1 0,10-13-6 15,0 0 3-15,0 7 7 0,0-7-2 16,-2 6 2-16,2-6-1 0,-2 8-4 0,2-8 2 16,-2 7 0-16,0-1-1 0,2-6 1 15,-2 10-3-15,1-4 0 0,0 0 1 0,1-6 1 16,-2 14 3-16,0-7-1 0,1-1 2 16,0 3 0-16,1-2-4 0,0-7 4 15,-1 14 3-15,0-6-5 0,1 1 1 16,0 0 4-16,-1 0-6 0,1-2 1 0,0 3 5 15,0-2-2-15,1 3-5 0,-1-3 4 16,-1 2 4-16,2-3-3 0,-2 3 1 0,2-2 1 16,-1 1-5-16,1-1 5 0,0 1 0 15,0 0-1-15,-1-2 2 0,1 1-2 0,0-1-3 16,-1-7 1-16,1 12 0 0,1-6-1 16,-2-6 0-16,1 10 0 0,-1-4 2 0,0-6-1 15,1 7 2-15,-1-7-2 0,0 0 2 16,1 9-5-16,-1-9 7 0,0 0 6 15,1 5 6-15,-1-5 5 0,0 0 6 16,0 0 6-16,2 7 4 0,-2-7 5 16,0 0 4-16,0 0 6 0,0 0 6 0,0 0 2 15,0 0 2-15,0 0-1 0,0 0-7 0,0 0-6 16,0 0-4-16,0 0-7 0,0 0-4 16,0 0-3-16,-2-24-8 0,0 15-2 0,1-1-11 15,1 0 0-15,-2-3-1 16,1 1-2-16,-1-2-1 0,1 2-1 0,0 1-2 0,0-2-2 15,1 1 3-15,-1 2-1 0,1-4-3 16,0 3 0-16,0 1 2 0,0-1-4 16,0 2 5-16,0-1-3 0,0 0-2 15,0 1 1-15,1 1 0 0,-1 0 2 0,0 8-2 16,1-14-1-16,-1 8 3 0,0 6-2 0,-1-13 2 16,1 13-3-16,-1-9 0 0,1 9 2 15,0-9-3-15,0 9 2 0,0 0-2 0,0-10 3 16,0 10-2-16,-1-6 0 0,1 6 3 15,0 0-1-15,0 0 0 0,-1-10-2 16,1 10 3-16,0 0 0 0,0 0 0 16,0 0-2-16,-1-7-1 0,1 7 1 0,0 0-1 0,0 0-1 15,0 0-1-15,0 0 2 16,0 0-2-16,0-8 2 0,0 8 1 0,0 0 1 16,0 0-3-16,0 0 0 0,0 0-1 15,-1-8 1-15,1 8 1 0,0 0-1 0,-2-7 4 16,2 7-2-16,0 0-1 0,0 0-3 15,-2-10 2-15,2 10 5 0,0-6-3 0,0 6-2 16,0 0-2-16,-1-9 2 0,1 9 0 16,0 0 0-16,-2-7 1 0,2 7-1 0,0 0 0 15,0 0 1-15,-3-7-3 0,3 7 3 16,0 0 3-16,0 0-3 0,0 0-2 0,-1-8-2 16,1 8-2-16,0 0 1 15,0 0-2-15,0 0-2 0,0 0-3 0,0 0-6 16,0 0-5-16,0 0-6 0,-3-6-12 15,3 6-13-15,0 0-9 0,0 0-22 0,0 0-27 16,0 0-50-16,0 0-101 0,0 0-312 16,0 0-76-16</inkml:trace>
  <inkml:trace contextRef="#ctx0" brushRef="#br0" timeOffset="8249.1123">12401 4905 1431 0,'0'0'-89'16,"0"0"16"-16,0 0 10 0,-7 2 8 16,7-2 12-16,0 0 3 0,0 0 4 0,0 0 8 15,0 0 5-15,0 0 9 0,0 0 2 16,0 0 3-16,0 0 5 0,0 0 8 0,0 0 1 16,0 0 2-16,-7 2-3 0,7-2 4 15,0 0-3-15,0 0 1 0,0 0 0 0,0 0-5 16,0 0-3-16,0 0 1 0,0 0-4 15,0 0 7-15,0 0 0 0,0 0 2 0,0 0-3 16,25 3-3-16,-19-2 4 16,2 0-2-16,1 0 5 0,1 0-6 0,0 0 3 0,2 0 3 15,1 0-6-15,2 0 3 0,0-1 1 16,1 1 0-16,3 0 1 0,2 0 4 0,0-2-5 16,1 2 4-16,1-1 1 15,0-1-4-15,7 1 4 0,-5-1-4 0,4-1 2 16,-6 1-2-16,-2 0-6 0,-1 1 4 15,0 0 3-15,-2-1-1 0,0 0 0 0,-2 2 2 16,-1-2 0-16,1 0-1 0,-1 1-2 16,1 0-9-16,0-1 2 0,0 0 6 0,1 1 1 15,0-1 1-15,2 1-6 16,0-2 8-16,0 2-5 0,0-1 7 0,-2 0 0 16,0-1-2-16,-1 1-3 0,0 0 4 15,0 0-2-15,-1-1-3 0,-1 0-1 0,-1 1 8 0,-2 0-4 16,-2 0-3-16,-1 0 9 15,-2-1 6-15,2 2 8 0,-8 0 11 0,10-1 4 16,-10 1 1-16,8 0 3 0,-8 0 2 16,0 0-4-16,10-2-6 0,-10 2-2 0,0 0-4 15,0 0-5-15,9-1-1 0,-9 1-4 16,0 0-2-16,0 0-4 0,0 0-2 0,8 0 1 16,-8 0 1-16,0 0-2 0,0 0-5 15,0 0 1-15,0 0-3 0,0 0 5 0,0 0-5 16,0 0-2-16,7-1-6 0,-7 1-19 15,0 0-29-15,0 0-34 0,0 0-69 0,0 0-198 16,0 0-16-16,0 0 119 0</inkml:trace>
  <inkml:trace contextRef="#ctx0" brushRef="#br0" timeOffset="9667.343">13312 4627 923 0,'0'0'-50'0,"0"0"8"0,0 0 6 16,0 0 5-16,-6-6 9 0,6 6 6 0,0 0 2 16,0 0 6-16,0 0 3 0,0 0 2 15,0 0-2-15,0 0 5 0,0 0 1 0,0 0 7 16,0 0 4-16,0 0-10 15,0 0 8-15,0 0 1 0,0 0-3 0,-6-3 1 16,6 3 8-16,0 0-11 0,0 0 3 16,0 0-1-16,0 0 2 0,0 0-1 0,0 0 0 15,0 0 0-15,0 0-1 0,0 0 4 16,0 0 2-16,0 0-6 0,0 0 8 0,0 0-8 16,0 0-4-16,0 0-1 0,0 0 1 15,0 0 0-15,0 0-2 0,0 0 0 0,0 0 0 16,0 0-1-16,0 0-1 0,0 0 2 15,0 0-7-15,0 0 2 0,-6 12-2 0,6-12 0 16,0 0-1-16,0 0 1 16,0 0 2-16,0 0 2 0,0 0-3 0,0 0 5 15,0 0-6-15,0 0 13 0,0 0-3 16,0 0 2-16,0 0 9 0,0 0 8 0,0 0 0 16,0 0 9-16,0 0 2 0,0 0 5 15,0 0 2-15,0 0 4 0,0 0-2 0,0 0-3 16,0 0-8-16,0 0-6 0,0 0-3 15,0 0-5-15,0 0-1 0,0 0-5 0,0 0-1 16,0 0 0-16,0 0-10 0,-11-1 4 16,11 1-12-16,-5 8 1 0,5-8 1 15,-2 7-5-15,2-7 1 0,0 6-4 16,0-6 5-16,0 0-2 0,0 9-2 0,0-9 2 16,0 0 6-16,0 0 3 0,0 0 4 0,4 6 0 15,-4-6 6-15,0 0 5 0,0 0 0 16,0 0 5-16,0 0 8 0,0 0 8 15,0 0 1-15,0 0-1 0,0 0 0 0,0 0 0 16,0 0-9-16,0 0 0 0,0 0-5 16,0 0-11-16,0 0-12 0,0 0-17 0,0 0-26 15,0 0-28-15,0 0-29 0,-20-5-11 16,20 5-27-16,0 0-271 0,0 0 81 0</inkml:trace>
  <inkml:trace contextRef="#ctx0" brushRef="#br0" timeOffset="10364.5731">13282 4637 1038 0,'0'0'-48'0,"2"-8"8"0,-2 8 9 16,0 0 18-16,0 0 15 0,3-5 13 0,-3 5 3 16,0 0 5-16,0 0-10 0,0 0 0 15,0 0 2-15,0 0 2 0,0 0-9 0,0 0 1 16,0 0-3-16,0 0-6 0,0 0-1 15,0 0 7-15,0 0-5 0,0 0-3 0,0 0-2 16,0 0 3-16,0 0 0 0,0 0-1 16,0 0 2-16,0 0 2 0,0 0-4 0,0 0-5 15,0 0-1-15,0 0 7 0,0 0 0 16,0 0-2-16,0 0 4 0,0 0-3 0,4 15 3 16,-4-15-1-16,1 11 2 0,0-3 0 15,0-2-3-15,0 3 2 0,0 0-1 0,-1 0 3 16,1 0-4-16,0 1 3 15,1-1-4-15,-2 1 7 0,1 1-5 0,0-1 3 16,0 1-8-16,0-1 8 0,0 1-4 16,-1 0 0-16,0-2 5 0,2 4-9 0,-2-3 9 15,2 1-2-15,-1-1-2 0,0 0 5 16,1 0-2-16,-1-1 1 0,1 2-7 0,-1-2 6 16,2 0 3-16,-1 1-4 0,0 0-2 15,1 1 8-15,-1-1-6 0,1 1 3 0,-1-1-1 16,2 2-5-16,-2-2 1 0,0 2 5 15,1-1-3-15,0 0-1 0,-1 0 4 0,0-1 0 16,-1 0-1-16,0-1 2 0,2 3-2 16,-1-2-2-16,-2-1 4 0,0 0-5 0,0 0 2 15,1-2 3-15,-1 1 2 0,0-8 1 16,0 13-3-16,1-7 4 0,-1-6 3 16,0 10-4-16,0-10-4 0,0 8 2 0,0-8 6 15,0 7 1-15,0-7 3 16,0 0-8-16,0 7 6 0,0-7 4 0,0 0-2 0,0 0-23 15,0 0-52-15,0 0-138 0,0 0-156 16,0 0 133-16</inkml:trace>
  <inkml:trace contextRef="#ctx0" brushRef="#br0" timeOffset="11577.087">12384 4662 867 0,'0'0'-60'0,"0"0"12"0,8 1 12 16,-8-1 5-16,8 0 10 0,-8 0 7 0,14-1 1 15,-7 1 7-15,4 0-3 0,-1-1 7 16,3 1-2-16,1-1 2 0,2 0 6 0,1 1-2 16,3-1 0-16,0 1 4 0,2-2-3 15,0 2 3-15,1 0-2 0,-1-1 3 16,0 0-2-16,0 1 2 0,-1 0-4 0,0 0-3 15,-1 0 10-15,-3 0-2 0,0-1-5 16,-2 1 3-16,2 1 1 0,-3-1-3 16,1 0-3-16,0-1 4 0,0 1-3 0,-1-1 2 15,0 1 0-15,1 0 2 0,1 0-6 16,-3-2 6-16,4 2-5 0,-2-1 0 0,1 0-4 16,-1 0 11-16,2-1-1 0,1 0-6 15,-1 1 3-15,-1-1 3 0,-2 1 1 16,1-1-1-16,-2 1 0 0,1-1-3 0,-5 1 4 15,1 0-2-15,-1 1-1 0,-2-2-1 0,-7 2-3 16,13-1-4-16,-7 1 7 0,-6 0 2 16,10-2-6-16,-10 2 3 0,7-1-1 0,-7 1 3 15,8-1-7-15,-8 1 7 0,0 0-7 16,9-1 3-16,-9 1-2 0,8-2 4 16,-8 2-1-16,13-1 1 0,-6 1-6 0,1-2 11 15,1 1-11-15,1 1 3 0,0-2 5 16,2 2-8-16,-2-2 7 0,-1 2-6 0,0 0 2 15,-9 0 4-15,14-2-1 0,-8 1 2 16,-6 1 14-16,11-1 4 0,-11 1 4 0,7-1 10 16,-7 1-1-16,0 0 4 0,0 0 0 15,12 1-2-15,-12-1-5 0,0 0-2 0,0 0-8 16,8 0 0-16,-8 0-2 0,0 0-14 16,0 0-16-16,0 0-22 0,7-2-39 0,-7 2-76 15,0 0-194-15,3-6 146 16</inkml:trace>
  <inkml:trace contextRef="#ctx0" brushRef="#br0" timeOffset="12522.6292">13517 4427 901 0,'0'0'-29'0,"0"0"12"16,0 0 2-16,0 0 2 0,0 0 9 0,0 0-2 16,0 0-6-16,0 0 2 0,0 0 2 15,0 0 0-15,0 0 1 0,-16 0-3 0,16 0 1 16,0 0 3-16,0 0-2 0,-9 7 0 15,9-7 2-15,0 0-1 0,-5 4 0 16,5-4 1-16,0 0 1 0,0 0 1 16,0 0 3-16,0 0-3 0,0 0 3 0,0 0 1 15,0 0 0-15,0 0 2 0,0 0 4 16,0 0 4-16,0 0-4 0,0 0 4 0,0 0-1 16,0 0-6-16,15 4 16 0,-15-4-2 15,0 0 16-15,0 0-3 0,0 0-7 0,0 0 0 16,0 0-3-16,0 0 3 0,0 0-8 15,0 0-4-15,-10 9 1 0,10-9-3 0,-6 4 1 16,6-4-3-16,-6 4 0 0,6-4 1 16,0 0-10-16,-3 5 3 0,3-5 6 0,0 0-6 15,0 0 4-15,0 0-1 0,0 0 4 16,0 0 4-16,0 0 5 0,0 0 2 16,0 0 10-16,0 0-1 0,0 0 3 15,0 0 1-15,0 0 2 0,0 0 0 0,0 0-7 16,0 0-4-16,0 0-2 0,0 0-4 15,0 0-3-15,0 0-12 0,0 0-8 0,0 0-2 16,0 0-17-16,0 0-25 0,0 0-15 16,0 0-16-16,0 0-27 0,0 0-90 0,0 0-83 15,0 0 200-15</inkml:trace>
  <inkml:trace contextRef="#ctx0" brushRef="#br0" timeOffset="13318.8753">13493 4476 713 0,'0'0'-35'0,"0"0"8"0,0 0 17 15,0 0 12-15,0 0 10 0,-3-17-2 16,3 17 11-16,0 0-1 0,0 0 1 0,0 0-2 15,0 0-2-15,-1-8-4 16,1 8 4-16,0 0-5 0,0 0-2 0,0 0-2 16,0 0-5-16,0 0-2 0,0 0 3 15,0 0 0-15,0 0 0 0,0 0 6 0,0 0-12 16,0 0 2-16,0 0-9 0,0 0 14 16,0 0-6-16,0 0 3 0,-7 15-2 0,7-15 0 15,0 0-1-15,-1 9 2 0,1-9-2 16,0 0 5-16,1 11-6 0,-1-11 1 0,1 9 2 15,-1-9-1-15,2 9 0 0,-1-4 4 16,-1-5-3-16,2 10 3 0,0-4-1 0,-1 1 2 16,1-1-7-16,0 1 4 0,-1 0-1 15,1 1 3-15,0-1 0 0,0 0-4 0,0 1 3 16,0 1 1-16,1-2-6 16,0 2 5-16,-1-2-1 0,0 0-1 0,1 1 3 15,0 0 0-15,-1-1-3 0,1 1 10 16,1-1-10-16,-3 1-4 0,2-2 6 0,0 1-4 15,0-1 6-15,-1 0-7 0,0 0 7 16,1 0 1-16,-1 0-7 0,-1 1 4 0,1 0-3 16,-2-7 1-16,3 12-1 0,-2-6 3 15,1 0-4-15,-1 1 2 0,0 0 1 0,0-1-4 16,-1 2 8-16,1-1-4 16,-1 1 4-16,2 0 0 0,-2-2-2 0,0 2 0 0,1-1-4 15,0 1 3-15,-1-1 2 0,1 1-1 16,0-1 3-16,-1 2-3 0,0-2-2 15,0-7 4-15,1 15-6 0,0-9 3 16,-1 1 3-16,1 2-6 0,-1-2 2 0,0 0-2 16,1 1 1-16,0 1 3 0,-1-2 4 15,0 0-9-15,1 2 1 0,0-1-1 0,-1 1 3 16,0-1 1-16,1 0 2 0,-2 1-8 16,1 1 8-16,0-2 5 0,0 2-11 0,0-1 3 15,0 0 4-15,-1-1-4 16,0 1 0-16,1 0-5 0,-1-3-3 0,1-6 11 15,-1 14-3-15,1-8-1 0,0-6-1 16,-3 12 4-16,3-7 3 0,0-5-1 0,0 11 2 16,0-11-8-16,0 8 3 0,0-8 0 15,-2 6 3-15,2-6 2 0,0 0 3 0,-1 8-9 16,1-8 13-16,0 0 5 0,0 0 2 16,-2 6-25-16,2-6-53 0,0 0-125 0,0 0-129 15,-5-20 174-15</inkml:trace>
  <inkml:trace contextRef="#ctx0" brushRef="#br0" timeOffset="14503.889">12408 4521 762 0,'0'0'-54'0,"0"0"12"16,0 0 6-16,0 0 7 0,0 0 9 15,0 0 2-15,0 0 1 0,0 0 7 16,0 0 2-16,0 0 2 0,0 0 3 0,0 0 1 16,0 0 3-16,0 0-1 0,0 0 10 15,28-4 4-15,-20 4-6 0,0-1 6 0,2 1-4 16,1-1-3-16,2-1 8 0,2 1-2 16,1 0-4-16,3 0 5 0,0-1-1 15,2 0 3-15,-1 0-8 0,1 1 3 0,1 0 0 16,-2-1-2-16,2 1-2 0,-1-1 4 0,0 1-1 15,-2 0-6-15,-2 1 4 0,3 0-3 16,-2-1 2-16,-1 1-7 0,0-1 0 16,-1 0 5-16,-1 1-2 0,1-1-1 0,0 1-2 15,0 0 6-15,-1-2-4 0,1 1 1 16,-1 1-2-16,1-2 2 0,4 1 2 16,-2-1 0-16,1 1 1 0,0-1 1 0,2 0 0 15,-2 0 1-15,2 1 0 0,-1-2-2 16,2 2 1-16,-2-1 0 0,1 1 2 0,1-1 2 15,-2 1-7-15,2 1 1 0,-1 0 4 16,0-1-1-16,0 0-4 0,-1 0 2 0,-2 1-2 16,-2 0 3-16,0-1-2 0,0 1 4 15,-2 0-7-15,-2-2 3 0,-2 2-4 0,1 0 5 16,-2 0-2-16,-1 0 4 16,-8 0 8-16,13 0 2 0,-13 0 5 0,10 0 3 15,-10 0-2-15,8 0 2 0,-8 0-2 16,0 0-5-16,10 0 3 0,-10 0-7 0,0 0 1 15,8 0-12-15,-8 0-14 0,0 0-28 16,0 0-43-16,0 0-112 0,6-3-100 0,-6 3 189 16</inkml:trace>
  <inkml:trace contextRef="#ctx0" brushRef="#br0" timeOffset="15935.1645">12468 4905 789 0,'0'0'-2'0,"0"0"0"0,0 0 3 16,0 0 12-16,0 0 8 0,0 0 5 0,0 0 7 16,0 0 2-16,0 0 1 0,0 0-5 15,0 0-3-15,0 0-6 0,0 0-4 0,0 0-1 16,0 0-1-16,0 0-6 15,0 0 4-15,0 0-1 0,0 0-4 0,0 0-8 16,0 0 6-16,0 0-3 0,0 0 0 16,-20-7-1-16,20 7-2 0,0 0-2 0,0 0 0 15,-12 7-2-15,8-4 5 0,4-3-3 16,-9 8-1-16,3-4-9 0,2 1 9 0,-2 1 1 16,1 1 4-16,-1-2-2 0,0 2-5 15,2-1 6-15,-3 1 0 0,3-1-3 0,-2 1 2 16,4-2-5-16,-3 0 4 0,2 0-3 15,3-5-2-15,-4 8 0 0,4-8-1 0,-3 5-1 16,3-5 1-16,0 0-3 0,-2 7 2 16,2-7 6-16,0 0 1 0,0 0 3 0,0 0 7 15,0 0-7-15,0 0 2 0,22-11 1 16,-15 4 6-16,0-1-7 0,0 1 2 16,0-2 1-16,-2 0-2 0,0 3 3 0,-1-1 14 15,-2 0 14-15,0 1 6 0,0 0 5 16,-2 6-1-16,2-9 1 0,-2 9-11 0,-1-9 0 15,1 9-6-15,0 0-1 0,-3-9-4 16,3 9-10-16,-4-3 3 0,4 3-3 0,0 0-4 16,-9-1 1-16,9 1-7 0,0 0-1 15,-12 3 5-15,12-3-4 0,-9 5-1 0,4-2 1 16,5-3-1-16,-7 5-2 16,4-1-3-16,3-4 3 0,-7 7-6 0,7-7 0 15,-4 6 0-15,4-6 3 0,-4 6-10 16,4-6-2-16,-3 5 0 0,3-5-3 0,-2 6 2 15,2-6 1-15,0 0-8 0,0 0 9 16,0 0 0-16,0 0 2 0,0 0 3 0,0 0 8 16,0 0-4-16,0 0-2 0,0 0 1 15,0 0 5-15,0 0 4 0,0 0 6 0,13-17 7 16,-13 17 7-16,3-8 6 0,-3 8 2 16,1-7 8-16,-1 7-4 0,0-6-1 0,0 6-1 15,0 0-10-15,0 0-2 0,0-10-4 16,0 10-4-16,0 0-5 0,0 0-3 0,0 0 0 15,0 0-4-15,0 0-3 16,0 0-1-16,-13 15-4 0,11-10-5 0,2-5-1 16,-3 9-2-16,3-9-5 0,-1 11 1 15,0-6 1-15,1-5-7 0,0 0 4 0,3 11 1 16,-3-11-3-16,1 7 5 0,-1-7 0 16,0 0 7-16,0 0-1 0,5 3 5 0,-5-3 0 15,0 0-4-15,0 0 9 0,12-8 7 16,-12 8 2-16,3-6 10 0,-3 6 8 0,3-6 10 15,-3 6 8-15,0 0 2 0,3-5-1 16,-3 5-9-16,0 0-4 0,0 0-7 0,0 0-7 16,0 0-4-16,0 0-15 15,0 0-5-15,0 0-18 0,0 0-18 0,0 0-18 16,0 0-23-16,0 0-16 0,0 0-18 16,0 0-21-16,5 17-61 0,-5-17-262 0,9 0 33 15</inkml:trace>
  <inkml:trace contextRef="#ctx0" brushRef="#br0" timeOffset="16844.0483">12422 4633 1144 0,'0'0'-72'0,"2"-5"18"0,-2 5 4 0,0 0 5 15,0 0 10-15,0 0 3 0,0 0 5 16,0 0 3-16,0 0 0 0,0 0 5 16,0 0-2-16,0 0 4 0,0 0 3 0,0 0 0 15,0 0 5-15,0 0 0 0,0 0 4 16,0 0-5-16,-19 7 8 0,19-7 0 0,-3 5-6 15,3-5 7-15,-5 7-6 16,5-7 6-16,-3 9 1 0,2-3-1 0,1-6-4 16,0 9 2-16,0-9 3 0,2 11 4 0,0-7 0 15,-2-4-2-15,6 10 0 0,-3-6-2 0,1-1 10 16,2 0-4-16,-6-3 5 16,13 2-3-16,-6-2 4 0,2-1-2 0,-2-2 4 15,0-1 4-15,1 1 4 0,-2-2-4 16,0-1 2-16,-2 0 4 0,-1 0 6 0,1 1 12 15,-2 0 5-15,-2 5-5 0,1-9-6 16,-1 9 0-16,0 0-6 0,-7-11-2 0,4 8-6 16,3 3 3-16,-10-1-12 0,10 1 6 15,-13 2-4-15,5 2-3 0,1 0 4 0,0 0-10 16,-1 1 1-16,1 1-4 0,0-1-2 16,1 0 3-16,1 0-5 0,1-1-3 0,4-4 0 15,-6 8 3-15,3-6-6 16,3-2 7-16,-4 5-4 0,4-5 9 0,0 0-3 0,0 0 3 15,0 0 2-15,0 0-3 16,0 0 3-16,0 0 4 0,0 0-9 0,14-15 2 16,-11 11 8-16,-3 4 3 0,5-7 5 15,-5 7 5-15,3-6 5 0,-3 6-5 0,1-6-4 16,-1 6-4-16,0 0 2 0,0 0-7 16,0 0-4-16,0 0-6 0,0 0-15 0,0 0-9 15,0 0-23-15,0 0-16 0,0 0-15 16,-15 12-24-16,15-12-34 0,0 0-218 0,-2 6 135 15</inkml:trace>
  <inkml:trace contextRef="#ctx0" brushRef="#br0" timeOffset="17580.9088">12403 4483 856 0,'0'0'-69'0,"0"0"6"0,0 0 6 15,0 0 5-15,0 0 11 0,0 0 1 16,0 0 5-16,0 0 1 0,0 0 6 0,0 0 3 15,0 0 8-15,0 0-2 0,0 0 6 16,0 0 0-16,0 0 6 0,0 0-6 0,0 0 2 16,0 0 3-16,0 0-2 0,-19 8-2 15,19-8 6-15,0 0 0 0,0 0 2 0,0 0 1 16,0 0 2-16,0 0-3 0,0 0 1 16,-2 6 4-16,2-6 1 0,0 0 0 0,0 0 6 15,0 0-2-15,0 0 11 0,0 0-3 16,0 0 6-16,0 0 0 0,0 0-1 0,0 0-4 15,0 0-3-15,0 0-5 0,-3 6 0 16,3-6 1-16,-2 6-2 0,2-6-1 16,-2 7 0-16,2-7 0 0,-1 9-2 15,1-9 2-15,0 9-2 0,0-9 4 0,2 9 0 16,-1-4-3-16,-1-5 2 0,4 8 8 16,0-4 7-16,-4-4 5 0,8 4 6 0,-4-2-2 15,-4-2 11-15,0 0 3 0,12-2 12 16,-12 2-4-16,0 0 9 0,8-7 7 0,-8 7 0 15,2-5-3-15,-2 5 2 0,0 0-6 16,0 0-6-16,0 0-7 0,-10-14-7 0,6 12-5 16,4 2-1-16,-8-4-11 0,8 4-3 15,-6-2-4-15,6 2-3 0,0 0-6 0,0 0-13 16,0 0-4-16,-11 6-13 0,11-6-10 16,0 0-10-16,2 9-14 0,-2-9-8 0,0 0-24 15,11 7-46-15,-5-6-216 16,-6-1 135-16</inkml:trace>
  <inkml:trace contextRef="#ctx0" brushRef="#br0" timeOffset="19143.973">13652 4457 886 0,'0'0'-24'0,"0"0"13"15,0 0 15-15,0 0 10 0,0 0 11 16,0 0 5-16,0 0-3 0,0 0 7 0,0 0-8 16,0 0-1-16,0 0 3 0,0 0-9 15,0 0-2-15,0 0-1 0,0 0-8 0,0 0 2 16,0 0 0-16,0 0-2 0,0 0-2 15,0 0 3-15,0 0-5 0,0 0 0 0,0 0-8 16,0 0 0-16,0 0-2 16,0 0-3-16,0 0-7 0,0 0-5 0,0 0 1 15,0 0-2-15,0 0-1 0,0 0 8 16,0 0-3-16,0 0 4 0,0 0-6 0,0 0 5 16,0 0 9-16,0 0-2 0,0 0 7 15,0 0 5-15,0 0 4 0,0 0-4 0,0 0 15 16,0 0 1-16,0 0 5 0,0 0-7 15,0 0-6-15,0 0 1 0,0 0-5 0,0 0 1 16,0 0 5-16,0 0-8 0,0 0 1 16,0 0-1-16,0 0-3 0,-2 6-4 15,2-6 5-15,0 0-8 0,0 0 5 16,-3 6-5-16,3-6 2 0,0 0-1 0,0 0-1 0,0 0-2 16,0 0 4-16,0 0-2 15,0 0 15-15,0 0 0 0,0 0-1 0,0 0 2 16,0 0 3-16,0 0 0 0,0 0 6 15,0 0-6-15,0 0-2 0,0 0-5 0,0 0-17 16,0 0-14-16,0 0-24 0,0 0-21 16,0 0-37-16,0 0-120 0,0 0-33 0,0 0 222 15</inkml:trace>
  <inkml:trace contextRef="#ctx0" brushRef="#br0" timeOffset="19807.3148">13640 4433 678 0,'0'0'2'0,"0"0"17"0,0 0 5 0,0 0 8 16,0 0 1-16,0 0 4 0,0 0-6 15,0 0-4-15,0 0-1 0,1-8-3 0,-1 8-7 16,0 0 1-16,0 0-6 0,0 0-2 15,0 0 0-15,0 0 0 0,0 0-9 0,0 0 0 16,0 0 5-16,0 0-5 0,0 0 2 16,0 0-3-16,0 0-1 0,0 0 4 15,0 0-3-15,0 0 1 0,0 0 4 0,0 0-12 16,0 0 9-16,0 0 2 0,-2 24-7 16,2-24 1-16,0 8 6 0,0-8-2 15,0 8 1-15,0-8-1 0,-1 13-1 0,1-8 3 16,0-5-4-16,0 13 1 0,-1-6 1 15,1 1-7-15,-1 0 7 0,1 1-6 16,0 0 5-16,0 1 5 0,1-1-6 0,-1 0-2 16,1 0-2-16,-1 0 8 0,0 0-1 15,0 1 1-15,2-1-5 0,-1 1 0 0,-1-1 3 16,0 0 3-16,2 0-5 0,-2 1 0 16,1-1 2-16,0 0 3 0,-1 1-4 0,0 1 5 15,1-1-6-15,0 0 5 0,0 0-1 16,-1 1-3-16,0 1 1 0,0 1 1 15,0 0 0-15,1 2 1 0,1-2 0 16,-1 0-3-16,0 2 4 0,1-1 3 0,-1 0-6 16,1-1-1-16,0 1 7 0,0 0-2 15,1 0-1-15,0-2 1 0,-2 2-12 0,2-3 7 16,0 2 2-16,-1 1-6 0,0-2 10 16,1 1-1-16,-2 0-4 0,2-1 1 15,-1 0 0-15,0 0-1 0,0 1 2 0,0-1 1 16,0-1-6-16,0 1 3 0,1-2 4 0,-1 0-5 15,0-1 4-15,0 0-4 0,-1-2-3 16,1 0 6-16,-2-1 1 0,0-6-8 16,3 9 10-16,-3-9-1 0,1 9 3 15,-1-9 3-15,0 6 3 0,0-6 7 0,0 0 4 16,0 0-14-16,0 0-36 0,0 0-46 16,0 0-99-16,0 0-144 0,0 0 170 0</inkml:trace>
  <inkml:trace contextRef="#ctx0" brushRef="#br0" timeOffset="20733.1665">13655 4425 788 0,'0'0'-39'0,"0"0"17"0,0 0 14 16,0 0 7-16,0 0 14 0,0 0-2 15,0 0 11-15,0 0 3 0,0 0 4 0,0 0-6 16,0 0 3-16,0 0-3 0,0 0-6 16,0 0-5-16,0 0 1 0,0 0-2 0,0 0-5 15,0 0-6-15,0 0-15 0,0 0-13 16,0 0-13-16,0 0-13 0,0 0-21 0,0 0-40 15,0 0-97-15,-14 6 72 16</inkml:trace>
  <inkml:trace contextRef="#ctx0" brushRef="#br0" timeOffset="30531.1334">14004 4424 341 0,'0'0'85'0,"0"0"-50"0,0 0-10 0,0 0-15 15,0 0 3-15,-13-3-5 16,13 3-1-16,0 0 6 0,0 0-1 0,-13 4 6 15,13-4 0-15,-9 5 0 0,9-5 4 16,-7 3-6-16,7-3 7 0,-6 2 1 0,6-2 1 16,-5 5 0-16,5-5 5 0,-5 3-11 15,5-3-1-15,-5 3 0 0,5-3 4 0,0 0-4 16,-7 5-10-16,7-5 0 0,0 0-1 16,-3 3 3-16,3-3 1 0,0 0-1 0,0 0-8 15,0 0 13-15,0 0-1 0,0 0 2 16,0 0-2-16,0 0 1 0,0 0 8 15,0 0 8-15,0 0 5 0,0 0 6 0,0 0 5 16,0 0 0-16,0 0-3 0,0 0-5 16,0 0-5-16,0 0-4 0,0 0 5 0,0 0-9 15,0 0-5-15,0 0 1 0,-5 5-4 16,5-5-2-16,-5 7-1 0,2-1-2 0,0-2 0 16,3-4 0-16,-3 9-6 0,3-9-1 15,-2 7 1-15,2-7-2 0,0 0-4 0,0 9 1 16,0-9 1-16,0 0 3 0,7 3 1 15,-7-3-2-15,0 0-2 0,16-4 6 0,-16 4-1 16,8-7 2-16,-2 3 3 0,-2 0 4 16,0 1 7-16,-4 3 6 0,5-7 2 0,-5 7 0 15,3-7 1-15,-3 7-3 16,0 0-2-16,0 0-4 0,0 0-4 0,-6-9-1 16,6 9-4-16,0 0 1 0,-12 0 0 15,12 0-3-15,0 0-3 0,-11 3-3 0,11-3 2 16,0 0 1-16,0 0 0 0,-10 2-1 15,10-2 3-15,0 0-1 0,0 0 2 0,0 0-1 16,0 0-3-16,0 0-1 0,0 0-2 0,-8-2-19 16,8 2-40-16,0 0-50 0,0 0-40 15,-2-6-130-15,2 6-251 0,0 0-28 0</inkml:trace>
  <inkml:trace contextRef="#ctx0" brushRef="#br0" timeOffset="31884.4229">13983 4396 1293 0,'0'0'-86'0,"0"0"11"0,0 0 10 16,0 0 3-16,0 0 12 0,0 0 7 16,0 0 2-16,-21-6 8 0,21 6 7 0,-10-2 3 15,3 1 10-15,7 1-3 0,-12-1 8 16,3 0 10-16,9 1 2 0,-14-2 3 15,5 2 2-15,0 0-3 0,-1-1 5 0,0 1-3 16,0-2 2-16,0 2-2 0,0-1-2 16,1 0 7-16,-2 0-2 0,1 0-2 0,0 1 5 15,-1-1 2-15,1 0-1 0,0 0-2 16,0 1 1-16,0-1 2 0,0 0 0 0,0 0-2 16,-1 0 6-16,0-1-4 0,0 1 1 15,0 0-3-15,1 0-4 0,-2 0 1 0,1 0-5 16,-2 0 2-16,3-1 0 15,-3 1-3-15,0 0 4 0,-1-1-6 0,1 1 4 16,0 0-2-16,-1 0-1 0,2 0 1 16,0 1-2-16,-1-2 4 0,-2 2-7 0,2-1 6 15,-3 0 0-15,3 0-6 0,1 0 5 16,-2 0 2-16,2 1-4 0,0-1-3 0,-1 0 1 16,-1 0-2-16,3 1 1 0,0-2 5 15,0 1 0-15,-1 0-3 0,1 0 2 0,1 0-1 16,-1 1-6-16,0 0 3 0,-1-2 0 15,1 1 3-15,1 1-1 0,-3-1 2 0,2 1-1 16,1 0 3-16,0-1-3 0,0 0 4 16,1 1-8-16,-1-2 6 0,-1 2-1 0,1 0-3 15,0-1-1-15,0 1 0 0,-1 0 6 16,1 0-2-16,-1 0 1 0,-2 0-2 16,2 0 1-16,0 0 1 0,0 1-4 15,-1-1 3-15,-1 1-5 0,1-1 1 0,-2 1-2 16,1-1-4-16,1 0 8 0,0 1-1 15,1 0 4-15,-1-1 2 0,1 1-2 0,-2-1 2 16,-1 1-7-16,1 1 6 0,2-1-2 16,0 0-2-16,-1 0 1 0,0 0 1 0,2 1-3 15,-1-1 2-15,-1 0-2 0,0 1 7 16,-2 0-3-16,1-1-2 0,2 0 1 0,0 0-4 16,-1 0 1-16,1 0-2 0,1 1 7 15,1 0-4-15,-1 0-2 0,-1-1 4 16,0 0-10-16,1 1 7 0,-1 0-1 15,1-1-4-15,1 0 5 0,-1 3-1 0,2-3 1 16,-1 1 1-16,-1 1 1 0,2-2-2 0,-1 2-6 16,1-1 5-16,-1 0-1 0,3 0 1 15,-2 1-5-15,-1-2 6 0,1 2 1 0,-1 0-1 16,0 0 3-16,-2-1-2 0,1 2 0 16,-1 0 3-16,2-1-3 0,0-1-5 0,0 0 6 15,1 1 0-15,0-1-4 0,0 0 3 16,1 0-6-16,-1 0 2 0,0 0-1 0,2-1 2 15,6-1 0-15,-14 4 1 0,9-3 7 16,5-1 6-16,-11 3 3 0,7-2 3 16,4-1 5-16,-9 1 2 0,9-1 3 15,-7 2 4-15,7-2 1 0,0 0-3 0,-10 2 5 16,10-2-2-16,0 0 1 0,-7 0 1 16,7 0-5-16,0 0 1 0,0 0-2 0,-7 2-1 15,7-2-2-15,0 0-3 0,0 0-4 16,0 0-3-16,0 0-2 0,-9 1-1 0,9-1 3 15,0 0-13-15,0 0-20 0,0 0-31 16,0 0-35-16,0 0-60 0,0 0-175 0,0 0-141 16,-4-7 33-16</inkml:trace>
  <inkml:trace contextRef="#ctx0" brushRef="#br0" timeOffset="33118.8826">14193 4605 1169 0,'-7'-5'-53'0,"7"5"17"0,0 0 1 0,-8-1 4 16,8 1 6-16,0 0 5 0,-9-1 6 15,9 1 4-15,0 0 5 0,-11 2-4 0,11-2 8 16,0 0-2-16,-9 1 3 0,9-1-4 16,0 0 10-16,-8 2-5 0,8-2 8 0,0 0 2 15,0 0 6-15,0 0 8 0,-7 2 4 16,7-2 6-16,0 0-1 0,0 0-3 0,0 0-7 15,0 0-2-15,0 0 2 16,-7 2 1-16,7-2-6 0,0 0-5 0,0 0 1 16,0 0 2-16,0 0-6 0,0 0-1 15,0 0 0-15,-6 2 0 0,6-2-2 0,0 0-4 16,0 0 2-16,-5 5-4 0,5-5 3 16,0 0 1-16,0 0 2 0,-4 4-8 0,4-4-1 15,0 0 2-15,0 0 3 0,0 0-1 16,0 0-6-16,0 0 7 0,0 0 0 0,0 0 4 15,0 0 2-15,-3 6 8 0,3-6 5 16,0 0-2-16,0 0 1 0,0 0-5 16,0 0 5-16,0 0 0 0,0 0-6 0,0 0 5 15,0 0-5-15,0 0-2 0,0 0 4 16,0 0-5-16,0 0-5 0,-8 2 1 16,8-2-3-16,-4 4-1 0,4-4-1 0,0 0-4 15,-2 8 3-15,2-8-1 0,-1 6 0 16,1-6-1-16,0 0-1 0,0 0-4 0,0 0 3 15,3 10-1-15,-3-10 8 0,0 0 9 16,0 0 7-16,9 1-2 0,-9-1 3 0,0 0 7 16,11-7 9-16,-11 7 16 0,7-5 2 15,-7 5 4-15,4-6-2 0,-4 6 4 0,3-4-2 16,-3 4-6-16,0 0-6 0,3-6-4 16,-3 6-6-16,0 0-5 0,0 0-7 0,0 0 0 15,0 0-10-15,0 0-14 0,0 0-19 16,0 0-24-16,0 0-26 0,0 0-24 15,0 0-31-15,0 0-37 0,0 0-65 0,0 0-376 16,0 0-98-16</inkml:trace>
  <inkml:trace contextRef="#ctx0" brushRef="#br0" timeOffset="33958.8676">14148 4625 1530 0,'0'0'-66'15,"0"0"0"-15,0 0 10 0,0 0 12 16,0 0 1-16,0 0 7 0,0 0 8 0,0 0-4 16,-7-10 1-16,7 10 11 0,0 0-1 15,0 0 6-15,-14 1 0 0,14-1 11 0,-11 3 0 16,11-3 10-16,-14 2-4 0,7-1 5 15,-2 1 3-15,-1 0 0 0,0-1-3 0,-1 1 7 16,-3-1-1-16,2 1 0 16,-2-1-3-16,0 1 3 0,0 0 0 0,-1-1-6 15,1-1 3-15,-1 1-4 0,0-1 2 16,1 0 0-16,-1 0 0 0,0 0-2 0,0 0 1 16,-1 0-4-16,1 0-5 0,0 0 7 15,0-1-1-15,1 1 1 0,1-1 1 0,1 1-1 16,0 0 4-16,0 0-6 0,0-1 6 15,1 1 5-15,-1-1-4 0,1 1-6 0,0-1 7 16,1 1 0-16,0-1-4 0,0 1 2 16,0 1 0-16,0-1-5 0,1 1 0 0,-2-1 1 15,2 1 1-15,-1-1-5 0,2 1 7 16,0-1-3-16,8 0 1 0,-16 0-5 16,7 0 4-16,-1 2-1 0,1-2 1 0,1 0-3 15,-1 0 2-15,0 1-4 0,-1-1-1 16,-1 0 2-16,2 1 4 0,-2 0 1 0,1-1-8 15,1 0 5-15,-1 0-2 0,1 0-3 16,-1 0-1-16,2 2 4 0,-1-2-2 0,2 0 2 16,7 0 1-16,-15 0 3 0,7 1-5 15,0 0 4-15,8-1-7 0,-15 1-5 0,7 0 8 16,0-1 3-16,8 0-9 0,-14 0 9 16,7 1-2-16,0 0 0 0,0 1-6 0,-2-2 7 15,1 1-4-15,1 0-1 16,7-1 5-16,-17 2 1 0,7 0-3 0,0-1-1 15,1 0 3-15,0 0-2 0,-1 1 3 0,-1-1-2 16,1-1-4-16,0 1 3 0,-1 1 3 16,0-2-1-16,0 0-1 0,1 1-1 15,0 0 3-15,0 0 0 0,0 0 7 0,3-1-8 16,-3 2 2-16,0-2-1 0,-1 2 1 16,1-1 2-16,0-1-5 0,0 2 1 0,0-1-2 15,0 0 1-15,0 1 0 0,0-2 2 16,0 1 2-16,-1 0-3 0,-1-1 1 0,2 2-1 15,-3-2 2-15,2 0 4 0,0 1-2 16,1 1 2-16,-1-2-4 0,-1 0 1 0,-1 1-1 16,-1-1 3-16,2 0 2 0,1 2-4 15,2-2 4-15,-1 0-2 0,1 0-2 16,1 1 2-16,8-1-5 0,-12 0 3 16,12 0-1-16,-10 1-12 0,10-1-11 0,-7 0-14 15,7 0-29-15,0 0-42 0,-10 1-98 16,10-1-190-16,0 0 97 0</inkml:trace>
  <inkml:trace contextRef="#ctx0" brushRef="#br0" timeOffset="35086.7895">12472 4521 969 0,'0'0'-59'0,"-8"-2"2"16,8 2 11-16,0 0 4 0,0 0 3 16,0 0 8-16,0 0 9 0,0 0 2 0,-13 6 1 15,13-6 5-15,0 0 8 0,0 0-4 16,0 0 5-16,0 0 4 0,-5 3 16 0,5-3-4 15,0 0 2-15,0 0 9 0,0 0 6 16,0 0 1-16,0 0 13 0,0 0-1 0,0 0 4 16,0 0-4-16,0 0 3 0,0 0 1 15,0 0-5-15,0 0 4 0,0 0-12 16,-7 2 1-16,7-2-5 0,0 0-4 16,0 0-2-16,-8 4-4 0,8-4-6 0,-7 5 6 15,7-5-1-15,-6 4-2 0,6-4-5 16,-4 4-3-16,4-4 5 0,-4 4-6 0,4-4 7 15,0 0-2-15,-5 4 7 0,5-4 12 16,0 0 9-16,0 0 4 0,-5 3 5 0,5-3-1 16,0 0-5-16,0 0-3 0,0 0-3 15,0 0-2-15,0 0-7 0,0 0 3 16,-10 0-6-16,10 0-6 0,0 0-2 0,0 0-11 16,0 0-10-16,0 0-18 0,0 0-15 15,-7 5-30-15,7-5-31 0,0 0-47 0,0 0-136 16,0 0-117-16,0 0 91 0</inkml:trace>
  <inkml:trace contextRef="#ctx0" brushRef="#br0" timeOffset="35321.5465">12349 4488 1108 0,'-4'-5'-4'0,"4"5"4"16,0 0 2-16,-7-5 15 15,7 5 16-15,-3-3 17 0,3 3-3 0,0 0 5 0,-4-6 0 16,4 6-4-16,0 0-4 16,-4-4-8-16,4 4 0 0,0 0-4 0,0 0-2 15,0 0-7-15,0 0-3 0,-5-6-6 16,5 6-9-16,0 0-19 0,0 0-9 0,0 0-14 16,0 0-19-16,0 0-35 0,0 0-62 15,0 0-280-15,0 0 59 0</inkml:trace>
  <inkml:trace contextRef="#ctx0" brushRef="#br0" timeOffset="37696.7213">10359 9897 1121 0,'0'0'-29'0,"0"-8"8"15,0 8 5-15,0 0 6 0,-6-7 8 16,6 7 8-16,-4-5 7 0,4 5 2 0,-7-4 4 16,7 4 1-16,-7-5 6 0,7 5 4 15,-8-4 4-15,8 4 6 0,-7-4-7 0,2 2 4 16,5 2 0-16,-9-3 1 0,4 1-2 15,5 2-8-15,-10-4 4 0,5 2-5 0,5 2-5 16,-12-3 3-16,6 2-2 0,6 1 2 16,-14-3-3-16,5 0-3 0,2 0 0 15,-2 2 2-15,1-1-2 0,-1-1-2 0,1 1 5 16,-3 0-3-16,3 0 1 0,-2 0-2 16,0 1 1-16,1-1-2 0,-1 1 2 0,2 1-2 15,-2-1-5-15,1 0 3 0,-1 1-2 16,1-1 0-16,-1 3-3 0,0-1-2 0,0-1 2 15,0 1-3-15,2 1-2 0,-4 0 0 16,3 0 0-16,-1 0-1 0,0 1 3 0,0-1-3 16,-1 2-4-16,1-1 2 0,-2 2 1 15,0-1 0-15,2 0-6 0,-1-1 6 0,0 1-3 16,1 0 2-16,0 1 0 0,1-1-2 16,-1-1 2-16,0 1-1 0,0 1 1 0,-2-2-3 15,2 1 3-15,0-1-1 0,0 1-1 16,3-1 1-16,-2-1-1 0,1 2-3 15,-1-1 2-15,2 1 0 0,0-1-1 16,0 0-1-16,0 1 1 0,1 0 2 0,0-2-1 16,0 2 0-16,0 0-1 0,-1-1 2 15,1 1 0-15,2-1-1 0,4-3-2 0,-9 5 3 16,5-2 1-16,4-3-6 0,-8 8 4 16,3-5-1-16,1 1 1 0,1 1 1 0,3-5 0 15,-8 9-2-15,3-4-1 16,2 0 2-16,0 1 0 0,0-1-4 0,0 0 5 15,1 1-3-15,2-6 1 0,-3 11 0 0,1-6 1 16,1 1-1-16,1-6 4 0,-3 11-7 16,2-6 6-16,1-5-2 0,0 11 1 15,-2-6-1-15,2-5-3 0,2 13 2 0,-2-7 2 16,0-6-4-16,1 12 0 0,0-6 2 16,2-1 1-16,-1 2 1 0,-1-2-3 0,-1-5 0 15,3 12-1-15,1-5 2 0,1-1 4 16,-1-1-7-16,1 1 2 0,0-2 3 0,1 1-2 15,1-1 2-15,0 0-1 0,2-2-2 16,-1 1 3-16,2-1 1 0,2 2-1 0,1-1 1 16,-1-2 2-16,3 2-2 0,-2-1 1 0,1-1 0 15,1 0 1-15,-1 1 0 0,2-2-2 16,0 1 1-16,-1-1 2 0,2 0-4 16,-2 0 1-16,5 0 1 0,-1-2-1 15,3-1-1-15,5 0-2 0,1-2-2 0,1 0 1 16,0-2-1-16,-1 1-1 0,1-3 4 15,0 1 0-15,-1-1 1 0,0 1 0 0,1-1-1 16,-2 0 1-16,-2 0-2 0,-3 0 4 16,0 0-1-16,0 0-1 0,-7 2 0 0,-1 0 0 15,-4 1-2-15,0-1 4 0,-2 0 2 16,2 0-3-16,-3 0 1 0,-1-1 3 0,0-1 0 16,-2 0-3-16,0-1 3 15,1 0-2-15,-3-1-1 0,0 1 4 0,0 1-6 0,-2-1 3 16,0-1-2-16,0 0 4 15,0 2 3-15,-2-1 4 0,0 1 2 0,-1 1 1 16,-1 0 0-16,3 0 0 0,-2 1-2 16,-1 0-1-16,-1 1 2 0,1 1-2 0,0 0-4 15,-2 0-1-15,2 0 1 0,-2 3-3 16,6 2-1-16,-11-4-4 0,2 4-21 0,2 0-32 16,-1-1-35-16,-3 0-56 0,1 1-134 15,-1 0-249-15,-1 0-31 0</inkml:trace>
  <inkml:trace contextRef="#ctx0" brushRef="#br0" timeOffset="38859.3529">9299 9997 1331 0,'0'0'-73'0,"3"-6"14"0,-3 6 11 0,0 0 8 15,0-7 12-15,0 7 9 0,0 0 7 0,0 0 6 16,-3-11 1-16,3 11 5 0,-5-9 8 16,3 5-1-16,2 4 1 0,-8-9 8 0,4 5-3 15,-1-1 0-15,0-1 9 0,0 2-2 16,-1-1 5-16,-1 1-4 0,0 0-1 0,2 1-7 16,-2-1 8-16,-1 1-4 0,1 0-2 15,2 1-3-15,-4-1 4 0,2 2-1 0,0-1 3 16,0 0-2-16,-2 0 2 0,1 0 3 15,0 1 0-15,8 1 1 0,-14-2 1 0,6 1-1 16,1 0-1-16,7 1 1 16,-17-2-2-16,10 2 0 0,0-1 0 0,7 1-6 15,-15 0 2-15,7-1-4 0,-1 1 1 16,9 0-3-16,-15 0 0 0,7 1 0 0,1-1-3 16,-3 1-1-16,3-1-3 0,-2 2 3 15,0 0-2-15,0-1 0 0,0 2 0 0,2 0-1 16,-2 0 1-16,-1 1-1 0,2 1-1 15,-1 0 0-15,-1 1-1 0,1-1-1 0,1 2 0 16,-1 0 2-16,2 0-2 0,-2 2-1 16,2-1 2-16,-1 0 1 0,1 1-2 0,-1 0 0 15,2 0 1-15,0 1-1 16,1 0-1-16,-1-1 1 0,3 0 1 0,-1 1-5 16,1 0 4-16,0 0-2 0,2 0 1 15,-2 3 0-15,2-4-1 0,0 1 0 0,1 0 2 16,0-1-3-16,2 0 2 0,1 0 1 15,-2 0 4-15,2-1-4 0,3 1-4 0,-1-1 0 16,2-1 4-16,3-1 1 0,0 1-1 16,2-2 3-16,3 0-5 0,-1 0 0 0,3-1 2 15,2-2 0-15,8 3 4 0,-5-3-4 16,-1 1 2-16,-1-3 1 0,2 2-3 0,-1-2 3 16,1 0 0-16,-1 1-2 0,1-1 4 15,-2 0-2-15,0 0-3 0,-1-1 3 0,-2 1-2 16,1-2 2-16,0 2-1 15,1-3 0-15,-1 2-4 0,1-3 2 0,-1 1 2 16,0-2 2-16,6-2-2 0,0 1-3 16,0-3 4-16,-1 0 0 0,1-1-2 0,1-2-1 15,-1-1 2-15,-1 1-1 0,3-3 1 16,-3 0 2-16,4-3-1 0,-4 2 1 0,-2 0-3 16,-1 1 5-16,1 1-1 0,-4-2 1 15,-4 5-3-15,-5 0 4 0,0 0 1 0,-1 1 12 16,-3 2 2-16,-1 0 3 0,-1-1-1 15,-2 2-1-15,-2-2 1 0,-2 1-3 16,-2 0 2-16,-3 0-1 0,-1 0-1 0,-1 1-2 16,-3 0-1-16,-1 1 1 0,-4 2-4 15,1 0 3-15,-9-2-3 0,-4 3 2 0,1 1-1 16,-2 0-1-16,0 2 0 0,0-1-2 16,2 2 1-16,4-1-2 0,6 0 0 0,0 0-4 15,4 1 2-15,0-1-1 0,1 1-19 16,0-1-23-16,3 1-34 0,1 0-38 15,0 0-36-15,1 0-103 0,0 1-326 0,3 1-71 16</inkml:trace>
  <inkml:trace contextRef="#ctx0" brushRef="#br0" timeOffset="40449.1729">8437 9900 1475 0,'0'0'-69'0,"1"-6"22"15,-1 6 7-15,0 0 7 0,-3-10 13 16,3 10 5-16,-4-7 11 0,4 7 1 0,-5-5 7 15,5 5 3-15,-6-5-1 0,6 5 4 16,-7-5 1-16,2 3 5 0,5 2-3 0,-8-3 1 16,8 3 3-16,-11-3-6 0,5 2 2 15,-1 0 7-15,7 1-3 0,-15-2 2 0,7 2 0 16,0 0-2-16,-2 0-1 0,-1 1-2 16,-1-1 2-16,-1 2-4 0,-1-1 4 0,0 0-1 15,1 2 4-15,-3-1-6 16,3 1 5-16,-2-1-3 0,2 1 3 0,-1 0-3 15,1-1-2-15,1 1 1 0,1-2 0 16,2 1-2-16,-3 0 1 0,3 1-6 0,-1-1 5 16,2 1-6-16,-1 0 3 0,0-1-1 15,0 1 0-15,1 0-3 0,-1 1 2 0,1 0-6 16,-1-1 4-16,1 1-2 0,1 0 0 16,-2 1-2-16,1-1 2 0,-1 2 2 0,2-2-6 15,-2 3 3-15,1 0 0 16,1-1-1-16,0 1 2 0,0 0-3 0,1-1 0 0,-1 1-2 15,3-1 3-15,-2 0-3 0,1 1 4 16,1 0-4-16,0 0-1 0,0-1 2 0,0 3-1 16,2-2 6-16,0-1-2 15,-2 1-3-15,2 1 1 0,1-1-1 0,-1 0 1 16,1 0 0-16,1-7-1 0,-1 13-1 16,1-6 2-16,0 0 0 0,2-1-4 0,0 2 4 15,-1-1 1-15,2 0 2 0,2-1 4 16,-1 1-6-16,1-1 1 0,2 1 0 0,2 0 2 15,0-1-1-15,1 0 2 0,1 0-3 16,0-1 2-16,2 1 2 0,-1-1-6 0,3 0 3 16,-2-1 1-16,3 0-1 0,1 0 2 15,-1 0-4-15,3-2 3 0,-1 0 1 0,2-1 0 16,1 1-3-16,-1-3 2 16,0 0-1-16,-1 0 0 0,1-1-1 0,1 0 1 15,-2 0-1-15,0 0 0 0,0-1-2 16,0 0 4-16,-2-1 0 0,0 1-3 0,0 0-3 15,-3 0 1-15,0 1 2 0,-2-1-2 16,0 0 3-16,0 0-2 0,-3 1 4 0,2-2-4 16,2 1 4-16,-1 0-1 0,-1-1-4 15,-1 1 0-15,2-1 2 0,1-1 0 0,-2 2-1 16,2-2 1-16,-2 0 2 0,0 1-2 16,1 0 2-16,0 0-2 0,1 0-1 0,-2 0 0 15,0 0 2-15,0 0-2 0,1-1 2 16,-2 0-5-16,0 1 4 0,0-1-1 0,-3 2 3 15,1-1-3-15,-1 0 4 0,0 1-1 16,-1-2 0-16,1-1 1 0,0 1 0 16,-2 0 2-16,1-2-2 0,-1 1 1 0,0 0 0 15,1-1 2-15,-2 0 2 0,0-1 3 16,-1 1-2-16,1 0 6 0,-1 0-1 0,-1 0 1 16,0-2 1-16,-1 1 1 0,1 1 5 15,-2-1 0-15,1 0-5 0,-1 8 4 0,-1-14-3 16,0 7 0-16,-1 0 2 15,2 0-1-15,0 7-3 0,-4-13 3 0,2 7 0 16,1 1-1-16,1 5-2 0,-2-11 1 16,-1 5-2-16,0 1 0 0,3 5 0 0,-4-11-4 15,1 6 5-15,1 0-1 0,-2-1 2 16,4 6-4-16,-6-9 3 0,2 3-4 0,0 2 0 16,-2-1 0-16,0 1 0 0,-1-1-3 15,0 0 0-15,-3 2-1 0,0-1-1 0,-2 3-1 16,-1-2 1-16,-1 2-1 0,-1 0-1 15,-2 0-1-15,1 2 0 0,-3-1-1 0,-3 1-3 16,-7 1 2-16,2 1 1 0,-1 0 0 16,-2 2-2-16,-1-1 0 0,1 1-2 0,1 1 3 15,1-2-1-15,5-1-1 0,4 0 1 16,3 1-15-16,3-2-25 0,0 1-30 0,0 0-52 16,3-2-72-16,2 1-173 15,2 1-264-15,0-2-126 0</inkml:trace>
  <inkml:trace contextRef="#ctx0" brushRef="#br0" timeOffset="45525.8295">12295 3097 1550 0,'-5'9'-121'0,"1"3"16"15,1-2 16-15,-1 0 12 0,0-1 13 0,-2 2 8 16,2 3 10-16,-2-1 8 15,-1 2 6-15,-1 5 3 0,1-2 10 0,-2 0 4 0,1-1 1 16,2-2 7-16,-1-2-1 16,3-1 6-16,0-2-2 0,1-2 12 0,0 0 3 15,2-2 11-15,-1-1 9 0,2-5 8 16,-3 9 11-16,3-9 6 0,-1 6 7 0,1-6 11 16,0 0-3-16,0 0-6 0,0 0-7 15,0 0-6-15,15-14-7 0,-6 2-4 0,4-6-4 16,3 0-7-16,-1-4-9 0,2-5-6 15,-2 4 1-15,3-4-9 0,-5 4-8 0,1 1 2 16,-1 1-1-16,-2 2 2 0,-3 2 0 16,1 5-1-16,-3 2-1 0,-1 0-1 0,-2 3-1 15,2 1-2-15,0-1-3 0,-3 3-8 16,1 0-7-16,-3 4 3 0,6-3-1 16,-6 3 6-16,0 0-1 0,12 1 4 15,-12-1-3-15,8 7 4 0,-3-1 3 0,-2 0 3 16,3 0-6-16,-2 4 3 0,2-2 3 15,-2-1-4-15,2 1 0 0,-1-1 6 0,-2 2 0 16,0-2 7-16,1 0-12 0,-1 0-17 16,0 0-36-16,-1-1-33 15,0 1-67-15,-2-7-213 0,0 7 114 0</inkml:trace>
  <inkml:trace contextRef="#ctx0" brushRef="#br0" timeOffset="47112.4438">10636 3230 996 0,'0'0'-10'0,"1"-8"24"0,-1 8 19 16,0 0 2-16,1-9 4 0,-1 9 18 0,0-6 14 16,0 6 6-16,0 0-4 0,2-7-8 15,-2 7-7-15,0 0-6 0,0 0-5 16,0 0-4-16,0 0-6 0,0-7-5 16,0 7-1-16,0 0-1 0,0 0-5 0,0 0-1 15,0 0-1-15,0 0-3 0,0 0 0 0,0 0 0 16,0 0-5-16,0 0-2 0,0 0-2 15,0 0-2-15,0 0 1 0,0 0-3 16,0 0 2-16,0 0-6 0,0 0 3 16,0 0-3-16,0 0 2 0,0 0-5 0,0 0 0 15,0 0 0-15,0 0-4 0,0 0-2 16,0 0 3-16,0 0-3 0,0 0 0 0,0 0 6 16,0 0-3-16,0 0-1 0,0 0 1 15,0 0 4-15,0 0-5 0,0 0 0 0,12 14 0 16,-11-10 4-16,3 1-6 0,-1 1 5 15,1 3 1-15,-1-2 1 0,2 3-3 16,0 0 4-16,0 4-4 0,2-1 7 0,0 1-4 16,3 6-1-16,2 0 1 0,-4 1-2 15,4 0 1-15,-1 1 3 0,1 0 1 16,0-1-2-16,-2 1 4 0,2 0-3 0,1-1 4 16,0-1-4-16,-3-2 4 0,1 0-3 15,1-4-1-15,-4-4 1 0,1 0 2 0,-3-2-3 16,1 0 2-16,-1-2-1 0,0-1 2 15,-1 1 1-15,-2-1 3 0,1-3 10 0,-4-2 11 16,6 7 8-16,-3-4 6 16,-3-3 10-16,4 5 10 0,-4-5 9 0,6 3 8 15,-6-3 4-15,0 0-9 0,0 0-6 16,0 0-8-16,0 0 1 0,8-11-17 0,-6 3-7 16,0-4-8-16,-1 0-12 0,4-5 0 15,-1-7-5-15,0 0-4 0,1-4 2 0,-3 1-6 16,3-1 0-16,-2 2-1 0,1-2-1 15,-3 1-3-15,2 5-1 0,-2 4 1 0,1 1 1 16,-1 1-1-16,-1 3-1 0,2 0-1 16,-2 4 1-16,1-1 3 0,0 2-4 0,-1 1 0 15,1 0-3-15,-1 7-3 0,0-10-1 16,0 10-10-16,-1-9-8 0,1 9-3 0,0 0-8 16,0-10-9-16,0 10-2 0,0 0 0 15,-2-8-10-15,2 8-14 0,0 0-19 0,-2-6-22 16,2 6-21-16,0 0-35 15,0 0-39-15,-3-8-152 0,3 8-184 0,0 0-45 16</inkml:trace>
  <inkml:trace contextRef="#ctx0" brushRef="#br0" timeOffset="47567.3076">11032 3532 1318 0,'3'7'-118'0,"-3"-7"14"0,0 8 14 0,0-8 17 15,-2 9 18-15,2-9 12 0,-2 12 6 16,0-5 7-16,2 0 5 0,0-7 6 0,0 14 8 16,2-6 9-16,-1 0 3 0,3-1 10 15,-1 0-3-15,2 0-3 0,0-1 7 16,4 0 12-16,-1-1 7 0,2-1 11 16,0-1-5-16,2-1-1 0,-2-1 6 0,0 1 0 15,0-2 9-15,-1-1 8 0,-1 0 4 16,0-2-4-16,-1-1-4 0,-1-1 3 0,-2 0 2 15,-1-2-4-15,0-1-1 0,-5 1-3 16,2 7-7-16,-5-19-5 0,-1 9-1 0,-3 0-2 16,-2 0-6-16,-1 2-6 0,-2 0-4 15,1 1-1-15,-1 2-2 0,0 0-3 0,4 1-13 16,-1 2-22-16,1 1-34 16,0 0-32-16,2 1-44 0,8 0-47 0,-13 1-298 0,13-1 18 15</inkml:trace>
  <inkml:trace contextRef="#ctx0" brushRef="#br0" timeOffset="48039.0133">11226 3187 1250 0,'0'-10'-16'0,"-2"1"11"0,2 1 15 15,0 8 14-15,-1-11 17 0,0 6 11 16,1 5 12-16,-1-6-5 0,1 6-8 15,-2-8-11-15,2 8-2 0,0 0-7 0,-2-7-6 16,2 7-3-16,0 0-9 0,0 0-3 16,0 0 2-16,0 0-4 0,0 0 0 15,0 0 2-15,0 0-6 0,0 0 6 0,2 24-4 16,0-15 1-16,-2 1-4 0,2 2 1 16,-2 1 0-16,1 2-4 0,1 2 4 0,0 3-1 15,0-1-2-15,-1 8 3 0,0 1 1 16,2-1 2-16,-3 0-3 0,2-4 2 15,-1-3 1-15,-1-1-2 0,0 0 4 0,0-1-3 16,1-3 4-16,0 0-6 0,0-1 2 16,-1 0 2-16,0-4-18 0,1 1-18 0,-1-2-22 15,1 0-39-15,-1-3-28 0,0-6-50 16,0 10-314-16,0-10 13 0</inkml:trace>
  <inkml:trace contextRef="#ctx0" brushRef="#br0" timeOffset="48486.47">11397 3204 1258 0,'1'-14'-33'0,"1"4"9"0,-1 0 19 0,0 2 13 15,-1 1 19-15,0 7 15 0,1-10 6 0,-1 10 6 16,0-7-8-16,0 7-12 0,1-8-7 16,-1 8-7-16,0 0-3 0,0 0-4 15,0-8-3-15,0 8-5 0,0 0 5 0,0 0-1 16,0 0 4-16,0 0-9 0,0 0 0 15,10 24 2-15,-8-15 0 0,2 0-2 0,-1 4 0 16,0 0 0-16,1 3 0 0,0 1-5 16,0 7 7-16,2-2-3 0,-3-1-1 15,1 5 4-15,-1-4-1 0,0 3 1 0,-1-3-2 16,0-3 4-16,-1 0 0 0,1-2-2 16,-2 0-1-16,-1 0 0 0,0-1 7 15,1-2-5-15,-2-1 2 0,1 0-3 0,1-3-1 16,0-1-12-16,0-1-14 0,-2-2-10 15,2-6-23-15,-1 9-57 0,1-9-182 0,0 0-115 16,0 0 80-16</inkml:trace>
  <inkml:trace contextRef="#ctx0" brushRef="#br0" timeOffset="48764.0195">11379 3461 1194 0,'-8'-2'17'16,"8"2"-3"-16,-6-3 3 0,6 3 11 15,0 0 8-15,-6-4 8 0,6 4-6 16,0 0-7-16,0 0-7 0,0 0-4 15,0-9-7-15,0 9-6 0,10-7-2 0,-1 2-9 0,1 0-14 16,5-2-27-16,-2 0-22 16,2 0-31-16,5-3-56 0,2 1-221 0,-6 3 112 15</inkml:trace>
  <inkml:trace contextRef="#ctx0" brushRef="#br0" timeOffset="49238.5173">11677 3361 976 0,'0'0'-23'0,"0"0"0"0,0 0 2 15,0 0 0-15,0 0 3 0,0 0 2 16,0 0 3-16,0 0-2 0,-19 7 6 0,13-2-6 16,-2 2 4-16,-1 0 0 0,2 2 5 15,-2-1-2-15,2 2 4 0,0-2 0 16,2 2-2-16,0-1 0 0,0-2 6 16,2 1-2-16,2-1 1 0,0-2-2 0,1-5 5 15,-2 10 2-15,2-10 2 0,2 8 4 0,-2-8 7 16,4 4 6-16,-4-4 2 0,9 1 2 15,-9-1-5-15,12-2 10 0,-12 2-4 16,12-6 4-16,-5 2-3 0,-1-1 7 0,0 2 13 16,-2 0 5-16,0-1 2 0,-4 4 3 15,7-5-5-15,-7 5-2 0,4-3-6 0,-4 3-7 16,0 0-7-16,7-3-10 0,-7 3-6 16,0 0-5-16,0 0-6 0,0 0-1 0,0 0 1 15,11 5-6-15,-11-5-6 16,5 6-7-16,-5-6-6 0,4 6-16 0,0-3-18 15,-4-3-30-15,7 5-27 0,-1-4-93 0,-6-1-139 16,11 0 144-16</inkml:trace>
  <inkml:trace contextRef="#ctx0" brushRef="#br0" timeOffset="50127.3378">11879 3368 947 0,'0'0'-21'0,"0"0"9"15,-8-9-7-15,8 9-1 0,0 0 15 0,-9-1 4 16,9 1 1-16,0 0-4 0,0 0 0 16,-12 2 0-16,12-2 6 0,0 0-6 0,0 0 10 15,-9 3-12-15,9-3 3 0,0 0 1 16,-4 3-1-16,4-3 3 0,0 0-2 16,0 0-1-16,0 0-1 0,0 0-1 15,0 0 9-15,0 0-8 0,0 0 5 0,22 4 0 16,-14-5 1-16,2-3-4 0,-1 3 12 15,-1-2-11-15,0 0 7 0,-1 1 3 0,-2 0 3 16,2-1 26-16,-7 3 11 0,7-3 14 16,-7 3-12-16,5-3-12 0,-5 3 1 0,0 0-9 15,5-4-1-15,-5 4-3 0,0 0-5 16,0 0-1-16,0 0-5 0,0 0 2 0,0 0 4 16,0 0-7-16,0 0-1 15,0 0-3-15,0 0-5 0,0 0-3 0,0 0 7 16,0 0 0-16,0 0-2 0,0 0-4 15,0 0-2-15,0 0-3 0,0 0-6 0,0 0-2 16,0 0 6-16,0 0-4 0,0 0 7 16,0 0-6-16,0 0 3 0,0 0 2 0,0 0-3 15,-12 18 1-15,11-13-1 0,1-5 6 16,-1 12-6-16,1-4 0 0,0-1 4 16,0 1-7-16,1 1 8 0,0 1-5 0,0 0 4 15,0 1-1-15,1 0 0 0,0 2 1 16,1 0 5-16,0 0 4 0,0 2-6 15,1-2-4-15,-1 4 1 0,-1-2 6 0,0-2-1 16,0 1 2-16,-2 0-4 0,0-2 4 16,-2 1 0-16,0-1-3 0,1-2 3 15,-2-1-1-15,-2 0 0 0,1-1 6 0,-1-2 7 16,0 0 6-16,-1-2 14 0,-1 0 8 16,1-2 13-16,6-2 12 0,-11 1 9 0,11-1 3 15,-11-2 1-15,11 2-11 16,-6-7-6-16,5-1-11 0,1-1-11 0,2-4-8 0,6-10-18 15,3-2-12-15,7-6-6 0,-1 1-2 16,2 0-6-16,0 2 0 0,-3 7-2 0,0 1 2 16,0 2 2-16,-3 2-4 0,-2 4 3 15,-4 3 0-15,1 2-1 0,-2 2-1 0,-3 1-1 16,1 0-4-16,-4 4 1 16,4-5-3-16,-4 5 0 0,0 0 2 0,0 0 3 15,0 0 3-15,0 0 4 0,0 0-7 16,0 16 3-16,0-16 0 0,0 0-3 0,-1 10 2 15,1-10 1-15,0 0-2 0,1 9 1 16,-1-9 2-16,0 0 1 0,2 5 4 0,-2-5-4 16,0 0 4-16,10 1 4 0,-10-1-2 15,17-5-1-15,-5 1 4 0,2 0-4 0,2-1 0 16,-4 1 1-16,0 1-5 0,0 0 3 16,-2 1 0-16,0 1-5 0,0 0-4 15,-3 1-4-15,2 1-4 0,-1 1 1 16,1 1-8-16,-1 0-10 0,1 0-9 0,2 2-15 15,-1 1-8-15,4 1-6 0,2-2-11 16,1-2-44-16,3 1-104 0,-1-1-198 0,0 0 61 16</inkml:trace>
  <inkml:trace contextRef="#ctx0" brushRef="#br0" timeOffset="50490.8716">11083 3974 1139 0,'-15'2'-19'0,"2"-1"8"0,3-2 2 0,1 1 10 16,9 0 25-16,-13-2 15 0,7 1 17 15,6 1-2-15,-10-4 6 0,7 2-11 0,3 2-4 16,-8-6-4-16,8 6-4 0,-2-7-8 16,2 7-4-16,2-10-2 0,4 3-9 0,6-3-1 15,9-4 1-15,12-4-3 0,9 0-1 16,5-2-3-16,20-3-3 0,11-1-2 16,6-1 3-16,5 0-3 0,4 3-3 15,4 0 5-15,0-1-3 0,0 1 2 0,0 2-7 16,-4 2-2-16,-6 1-16 15,-9 3-32-15,-22 5-22 0,-8 1-35 0,-7 0-45 0,-13 4-292 16,-10 2 47-16</inkml:trace>
  <inkml:trace contextRef="#ctx0" brushRef="#br0" timeOffset="50727.8867">11149 4010 1185 0,'-26'9'-38'0,"7"-3"8"0,5-2 2 16,4-1-1-16,3-1 19 0,2-1 11 16,5-1 6-16,0 0 6 0,25-8-2 15,12-5-3-15,9-3 0 0,23-8 4 0,10-7-2 16,11-3 1-16,10-3-1 0,38-14 2 16,-4 6-17-16,-1 1 12 0,-29 13-5 15,1 1 5-15,-5 6-7 0,-7 1-14 0,-11 4-15 16,-13 4-23-16,-20 6-16 0,-9 1-37 0,-14 5-200 15,-9 1 178-15</inkml:trace>
  <inkml:trace contextRef="#ctx0" brushRef="#br0" timeOffset="54330.9844">18753 2524 78 0,'0'0'67'0,"0"0"-37"0,0 0-8 16,0 0-6-16,0 0-4 0,0 0-2 16,0 0 0-16,0 0-2 0,0 0 2 15,0 0-4-15,0 0 1 0,0 0 0 0,0 0-5 16,0 0 2-16,0 0-5 0,0 0 2 15,0 0 1-15,0 0 2 0,0 0-2 0,0 0 2 16,0 0 7-16,0 0 6 16,0 0 2-16,0 0 2 0,0 0 7 0,0 0-1 15,0 0-4-15,0 0 1 0,0 0-3 16,0 0 1-16,0 0 1 0,0 0-7 0,0 0 1 16,0 0 2-16,0 0-9 0,0 0 2 15,0 0 3-15,0 0-11 0,0 0 6 0,0 0-3 16,0 0 5-16,0 0-3 0,0 0-1 15,0 0 7-15,0 0-8 0,0 0 9 0,0 0 5 16,0 0-9-16,0 0 5 0,0 0-2 16,0 0 5-16,0 0 0 0,0 0-4 0,0 0 3 15,0 0 4-15,0 0-3 16,0 0-2-16,0 0 1 0,0 0 1 0,0 0 6 0,0 0 2 16,0 0 3-16,0 0 2 15,0 0-13-15,0 0 4 0,0 0-4 0,0 0-2 16,0 0-1-16,0 0-4 0,0 0 0 15,0 0-1-15,0 0-4 0,0 0-2 0,0 0 1 16,0 0 2-16,0 0-5 0,0 0-3 16,0 0 3-16,0 0-2 0,0 0-1 15,0 0 2-15,0 0-3 0,0 0-1 0,0 0-3 16,0 0-3-16,0 0 2 0,1 6 3 16,-1-6-2-16,0 0 5 0,0 0-7 15,0 0 7-15,-1 13-2 0,1-13 0 16,0 9 3-16,0-9 0 0,0 12-5 0,0-3 0 0,0 1 7 15,0 1-4-15,1 2 3 16,-1 1 2-16,0 0 0 0,1 2 2 0,-1 0-7 16,1 1 5-16,-1-1-3 0,0-1-2 15,-1 3 3-15,1-4-2 0,0 0 4 0,-1-1-2 16,0 0 6-16,1-3-3 0,-2-1-1 16,2 0 5-16,-2 0-4 0,0-1 6 0,0-2-24 15,2-6-45-15,-4 6-124 0,4-6-181 16,0 0 124-16</inkml:trace>
  <inkml:trace contextRef="#ctx0" brushRef="#br0" timeOffset="54840.0625">18544 2534 984 0,'-7'-4'-3'0,"7"4"-6"0,-6-4 13 16,6 4 13-16,-5-4 15 0,5 4 9 0,0 0 2 16,-6-3-4-16,6 3-8 0,0 0-3 15,0 0 2-15,0 0-1 0,-4-4-2 0,4 4 1 16,0 0-4-16,0 0-7 0,0 0 3 16,0 0-1-16,10-7 1 0,-1 4-3 0,6-3 2 15,9-1 4-15,5 0-1 16,9-2 1-16,3-1 5 0,2-1-3 0,1 0 1 15,0 2-1-15,-3 1-4 0,-8 2 1 0,-4-1-2 16,-7 3-2-16,-4 1-2 0,-4 0 1 0,-1 1-6 16,-3 0 1-16,-1 0-5 15,-1 0 1-15,-2 2-4 0,-6 0 0 0,11-3-3 16,-11 3-4-16,8 0 0 0,-8 0-2 16,0 0-11-16,9 0-15 0,-9 0-12 0,0 0-3 15,9 3-20-15,-9-3-28 16,0 0-27-16,0 0-34 0,5 2-256 0,-5-2 79 0</inkml:trace>
  <inkml:trace contextRef="#ctx0" brushRef="#br0" timeOffset="55328.3689">18492 2994 1082 0,'0'0'-11'0,"0"0"20"0,-6 3 15 0,6-3 21 15,0 0 16-15,0 0 7 0,0 0 0 16,0 0-5-16,0 0-6 0,0 0-7 0,0 0-7 16,0 0-2-16,0 0-7 0,44-10-3 15,-14 1 0-15,8 0 2 0,5-2-1 16,2 1 2-16,4-1 2 0,2 1 3 0,0 0 5 15,-4 0-3-15,-3 2-5 0,-2 1 1 16,-14 3-5-16,-1-1 5 0,-8 2-9 0,-2 1 0 16,-7 1-4-16,0-1-2 0,0 1-1 15,-3 0-2-15,-1 0-2 0,-6 1-3 16,11-2-3-16,-11 2-7 0,8-1-20 0,-8 1-26 16,7-1-32-16,-7 1-38 0,0 0-49 15,0 0-110-15,7-2-277 0,-7 2-49 0</inkml:trace>
  <inkml:trace contextRef="#ctx0" brushRef="#br0" timeOffset="56301.6052">19464 2900 1442 0,'10'2'-60'0,"-10"-2"-2"0,0 0 7 0,6 2 9 15,-6-2 8-15,0 0 9 0,4 4 5 16,-4-4 6-16,0 7 9 0,0-7 0 16,-7 12 7-16,2-4 4 0,-6 2 1 15,-6 5 3-15,-3-2-8 0,-3 3-19 16,-2-3-50-16,-6 5-125 0,-1-3-80 0,7-4 205 16</inkml:trace>
  <inkml:trace contextRef="#ctx0" brushRef="#br0" timeOffset="58648.7576">18776 3415 862 0,'0'0'183'16,"-4"-13"-73"-16,2 6-54 0,-2-1-5 0,1 1 10 16,1-1 12-16,-1 0 2 0,-2 1-1 15,2 0 7-15,0 2 1 0,3 5-2 16,-4-11-3-16,2 8-4 0,2 3-6 15,-4-8-2-15,4 8-6 0,-3-4-7 0,3 4-5 16,0 0-1-16,-3-8-9 0,3 8-6 16,0 0-2-16,0 0-5 0,-2-6-2 0,2 6-4 15,0 0-5-15,0 0-1 0,0 0-2 16,0 0 3-16,0 0-6 0,0 0-3 0,-4-6 0 16,4 6-2-16,0 0-2 0,0 0-1 15,0 0 0-15,0 0-1 0,0 0 0 16,0 0-2-16,0 0 3 0,0 0 0 0,0 0-1 15,5 24 2-15,-2-15-1 0,1 2 2 16,3 3-4-16,1 5 4 0,4 2 1 0,2 0-1 16,0 0 2-16,2 1 1 0,6 3 5 15,2 0-4-15,-1 0-1 0,1-1 3 16,0-1-3-16,-5-4 2 0,2-1-2 16,-3 1 0-16,-1-3 3 0,-2-1-2 0,-3-3 0 15,0-4 2-15,-5 0-1 0,0-1 0 16,1-2 2-16,-4 0 4 0,2-2 5 0,-3 1 24 15,-3-4 20-15,7 3 12 0,-7-3-4 16,0 0-7-16,0 0-9 0,11-11-5 0,-7 1-7 16,-1-4-2-16,6-9-9 0,-1-3-6 15,3-6-2-15,0-4-5 0,2 0-1 0,-3 0-5 16,1 2-2-16,-3 7-3 0,1 2 0 16,-2 1 1-16,-2 5 0 0,0 5 0 0,-2 2-5 15,-1 1 4-15,1 3-3 16,-1 0-2-16,-1 2 0 0,-1 6-9 15,0-10-8-15,1 4-7 0,-1 6-19 0,0 0-16 16,1-9-20-16,-1 9-15 0,0 0-23 0,0 0-38 16,0 0-51-16,0 0-101 0,0 0-137 15,0 0-146-15,0 0-88 0</inkml:trace>
  <inkml:trace contextRef="#ctx0" brushRef="#br0" timeOffset="59280.9179">18702 4099 1504 0,'-6'2'-61'0,"0"1"0"16,1 0 24-16,5-3 0 0,-7 3 30 15,7-3 11-15,-6 3 17 0,6-3 2 0,0 0 2 16,0 0-7-16,0 0-3 0,0 0-2 16,0 0 0-16,0 0 0 0,0 0-4 0,30-11 1 15,-3 0-2-15,14-4 1 0,7-1 10 16,16-4 3-16,7-2 6 0,6-1 7 16,4 0 0-16,2 0 1 0,-2 4 1 0,-4 0 2 15,-6 4-6-15,-21 4-3 0,-2 5-4 0,-15 0-2 16,-1 2-2-16,-10 3-10 0,-3-2-6 15,-6 3-9-15,-1-1-6 0,-2-1-5 0,-1 1-6 16,-3 4-5-16,-6-3 2 0,9 0-6 16,-9 0-20-16,0 0-28 0,0 0-39 15,0 0-50-15,0 0-295 0,0 0 31 16</inkml:trace>
  <inkml:trace contextRef="#ctx0" brushRef="#br0" timeOffset="59635.9293">18744 4274 1190 0,'-15'8'-40'16,"2"-1"8"-16,3-4 4 0,3 2 12 15,0-3 22-15,2 2 18 0,0-2 15 0,5-2 4 16,-7 4-1-16,7-4-11 0,0 0 0 16,0 0 2-16,0 0-10 0,31-19 8 0,-3 3-6 15,11-5 2-15,18-7 12 0,3-1-1 16,7 1 5-16,6-3 9 0,5 1-4 0,-5 3-2 16,-1 3-1-16,-7 3-3 0,-15 7-9 15,-7 2 1-15,-6 2-5 0,-10 3-4 0,-3 1-6 16,-6 2-10-16,-4 2-9 15,-2 0-10-15,-2 0-13 0,-4 2-8 0,-6 0-14 16,12 0-11-16,-12 0-20 0,0 0-30 16,7 1-64-16,-7-1-311 0,0 0 12 0</inkml:trace>
  <inkml:trace contextRef="#ctx0" brushRef="#br0" timeOffset="60475.5373">18672 3192 1299 0,'0'0'-36'0,"0"0"9"16,-7 2 4-16,7-2 20 0,0 0 12 0,0 0 6 15,0 0-2-15,0 0 3 0,0 0-7 16,0 0-2-16,0 0-8 0,0 0 3 0,27-17-2 15,-3 7 2-15,4-1-5 16,10-2 10-16,7-2-2 0,5 1 8 0,16-6 0 16,-11 7 1-16,15-3 6 0,-15 5-10 0,-1 1 4 15,-4 2-3-15,-4 1 2 0,-12 2-4 16,-4 1-3-16,-5 1-4 0,-6 2-1 16,-6-1-13-16,1 1-5 0,-6 0-7 0,1 1 5 15,-9 0-4-15,10 2-3 0,-10-2-19 16,0 0-22-16,5 3-13 0,-5-3-33 0,0 0-224 15,0 0 147-15</inkml:trace>
  <inkml:trace contextRef="#ctx0" brushRef="#br0" timeOffset="60891.4303">18699 3296 882 0,'0'0'4'0,"0"0"13"15,0 0-5-15,0 0 1 0,0 0 1 0,0 0 1 16,27-12-3-16,-2 2 6 16,12-3 4-16,3-3 9 0,7-1-2 0,15-7 1 15,6-2 5-15,5 4 0 0,1 1 2 16,0 0 0-16,-4 2 3 0,-15 6-7 0,-5 0-1 16,-3 3-9-16,-5 2 5 0,-11 1-9 15,-3 2-1-15,-6 1-1 0,-5 1-5 0,-6 1-7 16,0 1-4-16,-2 0-1 0,-1 0-3 15,-8 1-6-15,10 0 3 0,-10 0-12 0,5 2-19 16,-5-2-27-16,0 0-23 0,0 0-32 16,0 0-131-16,0 0-49 0,0 0 184 15</inkml:trace>
  <inkml:trace contextRef="#ctx0" brushRef="#br0" timeOffset="63763.7845">19378 3257 785 0,'-9'-5'-40'0,"1"0"6"0,-2 1 1 0,-1-1 6 16,1 0 9-16,-1 0 6 0,-2-2 12 15,-1 1-3-15,0 0 7 0,-1 1-1 0,0-2 8 16,1 2-1-16,-2 0-4 16,1 0 7-16,-1 1 6 0,1 1 1 0,1 1 0 15,-2 1 1-15,1 2-2 0,-6 1-4 16,-4 5 1-16,-3 1 3 0,-6 8-1 0,0 2-6 15,2 3 7-15,-3 3-2 0,-1 4 1 16,-9 10 1-16,3 1 0 0,-2 2 0 0,0 1 3 16,1-1-3-16,-1-1 1 0,0 1-2 15,3 0 1-15,8-7-3 0,3 0 1 0,2 2-1 16,4-2 2-16,3-3-3 0,2 1-2 16,8-7 1-16,3-1 2 0,7-4-1 0,1-1 6 15,5-2-1-15,5 2 0 16,6 0 6-16,6-5 2 0,6-1 3 0,4-7 0 15,15-2 3-15,4-3-1 0,3-7 1 16,7-2-6-16,17-7 4 0,3-7-3 0,1-2 5 16,3-3-1-16,-3 0 2 0,-1-3-3 15,-2-2 1-15,-4-1 2 0,-8-1 2 0,-8-1 4 16,-7 0-1-16,-15 4 2 0,-8-2-1 16,-7 1 2-16,-7 1-2 0,-8 4 0 0,-5 0-4 15,-8 2-5-15,-7 1-7 0,-9-1 1 16,-10 3-7-16,-8 4-2 0,-8 5-4 0,-1 4-3 15,-2 5-12-15,0 2-18 16,5 4-22-16,9 1-40 0,2 2-37 0,4 1-40 16,4 1-74-16,4 0-315 0,6-1-50 15</inkml:trace>
  <inkml:trace contextRef="#ctx0" brushRef="#br0" timeOffset="64631.7356">19202 2195 1334 0,'-13'-8'-110'0,"1"0"16"0,-3 2 5 15,-2 1 17-15,-1 1 6 0,-8-1 6 16,-3 1 9-16,3 4 12 0,-7 2 6 0,0 1 5 15,-7 4 4-15,-2 2 9 0,-1 4 3 16,0 3 11-16,0 2-4 0,-1 5 8 0,-11 7 3 16,2 5 2-16,4 0 4 0,4 3 2 15,9-7-4-15,3 1 1 0,3 1-6 16,2 2 5-16,4 1-2 0,4 2-6 16,2 1 4-16,6-1-3 0,5 1 4 0,5-7 1 15,4-2-4-15,4 0 4 0,8 4-2 16,7-4 8-16,6-1 11 0,9-5 12 0,6-4 7 15,8-5 10-15,7-5 6 0,8-4-3 16,21-7 4-16,3-4-3 0,2-5 0 0,3-5-6 16,-1-2 5-16,-2-5-12 0,-5-3-3 15,-9-4-8-15,-6 0 0 0,-9-3 3 16,-8-3-6-16,-18 6 1 0,-9-3-3 0,-5-1 6 16,-7-2-6-16,-10 5 1 0,-8 2-6 15,-6 0-4-15,-9 0 0 0,-11 4-7 16,-8 4-1-16,-10 6-2 0,-10 6-6 15,-4 6-5-15,-3 6-22 0,-14 6-18 0,6 4-22 16,1 3-31-16,7 4-31 0,17-4-28 16,6 1-298-16,4-1 42 0</inkml:trace>
  <inkml:trace contextRef="#ctx0" brushRef="#br0" timeOffset="72383.5687">13145 4962 1131 0,'0'0'-54'0,"0"0"23"15,0 0 10-15,0 0 10 0,0 0 7 16,0 0 7-16,0 0 8 0,0 0-2 0,0 0 4 16,0 0-1-16,0 0 2 0,0 0 3 15,0 0 3-15,0 0 0 0,0 0-5 0,0 0-4 16,0 0-1-16,0 0 1 0,0 0-2 15,0 0 1-15,0 0-2 0,0 0-8 0,0 0-13 16,0 0-37-16,0 0-46 0,0 0-89 16,0 0-108-16,0 0 191 0</inkml:trace>
  <inkml:trace contextRef="#ctx0" brushRef="#br0" timeOffset="72850.8375">13245 4675 762 0,'0'0'-10'0,"0"0"14"16,0 0 3-16,0 0-2 0,0 0 5 0,0 0 2 16,0 0-3-16,0 0-1 0,0 0-4 15,0 0 2-15,0 0 0 0,0 0 3 0,0 0-2 16,0 0-4-16,0 0-2 0,0 0-2 16,0 0 9-16,0 0-3 0,0 0-1 0,0 0-3 15,0 0 6-15,0 0-9 0,0 0-8 16,0 0-19-16,0 0-87 0,0 0-126 0,0 0 238 15</inkml:trace>
  <inkml:trace contextRef="#ctx0" brushRef="#br0" timeOffset="73137.2884">13395 4541 667 0,'-7'4'-4'0,"7"-4"-2"0,-5 4-2 15,5-4 0-15,0 0 3 0,0 0 5 16,-6 3-8-16,6-3-4 0,0 0-23 0,0 0-24 16,0 0-119-16,0 0 61 0</inkml:trace>
  <inkml:trace contextRef="#ctx0" brushRef="#br0" timeOffset="75382.868">12407 4930 488 0,'0'0'19'0,"0"0"13"16,0 0 7-16,0 0-5 0,-3-6-1 15,3 6 3-15,0 0-2 0,0 0-1 0,0 0 2 16,-4-5 2-16,4 5 2 0,0 0-1 16,0 0-1-16,0 0 2 0,0 0-2 15,-4-5 3-15,4 5 0 0,0 0-3 0,0 0-2 16,0 0-6-16,0 0-5 0,0 0 2 16,0 0-6-16,0 0-3 0,0 0 1 0,0 0-4 15,-10 0-3-15,10 0 0 0,0 0-1 16,0 0-4-16,0 0-2 0,0 0 0 0,-8 6-1 15,8-6 3-15,0 0 0 0,0 0-4 16,-6 3-2-16,6-3 6 0,0 0-6 16,0 0-5-16,0 0 2 0,0 0-3 0,0 0-1 15,0 0-3-15,0 0 0 0,0 0 1 16,0 0-4-16,0 0 6 0,0 0 0 0,0 0 0 16,0 0-1-16,13-15 3 0,-13 15 6 15,0 0-4-15,3-5 12 0,-3 5-5 16,0 0 2-16,0 0 2 0,4-5 3 0,-4 5-5 15,0 0-1-15,0 0-2 0,0 0-1 16,0 0-2-16,0 0 2 0,-12 16 2 0,8-10-4 16,1-1 2-16,-1 1 3 0,1-1-11 15,3-5 6-15,-5 8-3 0,5-8-4 0,-2 6 7 16,2-6 1-16,0 0-6 0,-3 7 0 16,3-7 3-16,0 0 6 0,0 0-2 0,0 0 3 15,0 0 5-15,0 0-4 0,16-3 2 16,-16 3 3-16,10-9 1 0,-5 5-1 0,-1 0-1 15,0-1 8-15,-4 5 8 16,5-6 6-16,-5 6 7 0,4-5 4 0,-4 5-1 16,3-4-3-16,-3 4-3 0,0 0-5 15,0 0-2-15,0 0-7 0,3-6-4 0,-3 6 0 16,0 0 0-16,0 0-3 0,0 0 0 16,0 0-3-16,0 0-1 0,0 0 1 0,0 0-2 15,0 0 0-15,0 0 1 0,0 0-1 16,0 0-6-16,0 0 4 0,0 0-1 0,0 0 1 15,0 0-14-15,0 0-17 0,0 0-48 16,-10-6-68-16,10 6-156 0,-4-7-185 16,4 7 15-16</inkml:trace>
  <inkml:trace contextRef="#ctx0" brushRef="#br0" timeOffset="76407.435">12278 5000 1257 0,'0'0'-34'0,"0"0"20"15,0 0 4-15,0 0 20 0,0 0 2 16,0 0 10-16,0 0 5 0,-6-3-6 15,6 3-5-15,0 0-6 0,0 0-1 0,0 0-2 16,0 0-4-16,0 0 0 0,0 0-1 16,-3 8-3-16,3-8 1 0,-4 9-2 0,1-3 0 15,0 2 5-15,-1-1-2 0,1 0-1 16,-1 2 3-16,2-2-2 0,-2 1-3 0,1-1 0 16,-1 0-1-16,1-2 5 0,2 1 2 15,1-6-5-15,-5 11 3 0,5-11 3 0,-2 7 1 16,2-7 4-16,-2 5 3 15,2-5 14-15,0 0 8 0,-2 6 9 0,2-6-4 0,0 0-6 16,0 0-4-16,0 0-4 0,16-21-8 16,-8 9 2-16,0-1-5 0,4-6-1 15,1 1-6-15,-2 1-3 0,-2 3 3 16,-1 3 1-16,-2 2 3 0,-1 2-6 0,-1 1 0 16,0 0-7-16,0 1 0 0,0 2-7 15,-4 3 1-15,5-4-1 0,-5 4 1 0,0 0-2 16,0 0 5-16,9 7 1 0,-9-7 0 15,3 11 1-15,-2-5 2 0,1 0-3 0,1 1 1 16,0 1 4-16,-1-1-3 0,1 0-5 16,0-1-16-16,0-1-24 0,-2 1-32 0,-1-6-48 15,5 6-136-15,-5-6-125 16,0 0 100-16</inkml:trace>
  <inkml:trace contextRef="#ctx0" brushRef="#br0" timeOffset="76979.4345">12293 5034 1013 0,'0'0'-15'0,"0"0"11"0,0 0 1 15,0 0 11-15,0 0-6 0,0 0 17 16,0 0 8-16,0 0 2 0,0 0-1 0,10-17-8 15,-10 17 1-15,0 0-7 0,0 0-3 16,0 0-1-16,0 0-7 0,0 0 6 16,0 0-10-16,0 0 3 0,0 0-1 0,0 0 1 15,2 24-3-15,-2-16 5 0,0 1 0 16,-1 1 0-16,1 2 1 0,0 0 1 0,0 2-1 16,-1 0-5-16,1-1 7 0,-1 0-3 15,2-2 0-15,-1 1-1 0,0-2-1 0,1 0-2 16,-1-2 1-16,0-1-2 0,0-7 5 15,-1 13-1-15,1-13 13 0,-1 9 17 16,1-9 20-16,0 7 16 0,0-7 10 16,0 0-5-16,-2 5-10 0,2-5-6 0,0 0-4 15,0 0-5-15,0 0-8 0,0 0-2 16,0 0-5-16,0 0-4 0,0 0-3 0,-14-12-1 16,14 12 3-16,0 0-4 0,0 0-5 15,-5-5-4-15,5 5-2 0,0 0-5 16,0 0-6-16,0 0-2 0,-4-4-4 0,4 4-2 15,0 0-1-15,0 0 5 0,0 0-4 0,0 0 2 16,0 0 0-16,0 0 0 0,1 18-3 16,-1-18-2-16,0 0 1 0,5 8 0 0,-5-8-1 15,3 5 1-15,-3-5 4 0,5 3 0 16,-5-3-1-16,8 3 7 0,-8-3-2 16,7 1 2-16,-7-1 0 0,0 0-1 0,13-3 2 15,-13 3-4-15,9-7-5 0,-5 4-22 16,-1-3-23-16,0 1-35 0,-3 5-62 0,2-12-151 15,-2 6-190-15,0 6 5 0</inkml:trace>
  <inkml:trace contextRef="#ctx0" brushRef="#br0" timeOffset="77622.7585">12269 4729 1223 0,'0'0'-55'0,"2"-10"23"0,-2 10 25 16,0-9 14-16,0 9 16 0,0 0 17 15,-2-9 11-15,2 9-12 0,0 0-4 0,0-8-13 16,0 8-3-16,0 0-3 0,0 0-4 16,0 0-3-16,0 0 2 0,0 0 1 0,-10 21 0 15,5-9-1-15,0 2-1 0,-1 1-13 16,-2 8 8-16,1-1 3 0,-1 3-1 16,-1-1-2-16,1 0-2 0,0 1 5 0,-1-1-3 15,2-3-3-15,1-2-5 0,2-3 5 0,1-4 3 16,-1-1-5-16,1-1-19 15,3-2-11-15,-2-1-16 0,0 0-15 0,2-7-34 16,0 0-122-16,0 0-135 0,0 0 134 16</inkml:trace>
  <inkml:trace contextRef="#ctx0" brushRef="#br0" timeOffset="78319.5559">12207 4781 936 0,'0'0'3'0,"0"0"12"0,-4-7-1 16,4 7 7-16,0 0 11 16,0 0 9-16,0 0-2 0,0 0-9 0,0 0-6 15,4-7-5-15,-4 7-6 0,5-4 0 16,-5 4 0-16,6-6 1 0,-6 6-8 0,5-5 5 16,-5 5 0-16,6-5-4 0,-6 5-2 15,4-5 1-15,-4 5 1 0,0 0-4 0,7-4-4 16,-7 4 1-16,0 0 2 0,5-3-4 15,-5 3-2-15,0 0 0 0,0 0 0 0,0 0 0 16,0 0 0-16,5-2-2 0,-5 2 7 16,0 0-3-16,0 0 1 0,0 0 0 15,0 0 5-15,0 0 0 0,0 0-1 16,0 0-4-16,0 0 4 0,5-4 3 0,-5 4-4 16,0 0 1-16,0 0 5 0,0 0-7 15,0 0 2-15,0 0 2 0,0 0-2 0,4-5-2 16,-4 5-1-16,0 0-3 0,5-4-14 15,-5 4-11-15,5-4 1 0,-5 4-3 0,6-5-7 16,-6 5-12-16,5-4-4 0,-5 4-1 16,6-2-4-16,-6 2-1 0,7-4 3 0,-7 4-2 15,7-1-1-15,-7 1 3 0,6-2 5 16,-6 2-2-16,0 0 9 0,8-2 5 16,-8 2 4-16,0 0 13 0,9-2 17 0,-9 2 14 15,0 0 22-15,0 0 14 0,0 0 9 16,0 0 6-16,8 0 0 0,-8 0 12 15,0 0 3-15,0 0 0 0,0 0 1 0,0 0-3 16,0 0-5-16,0 0-6 0,0 0-6 16,0 0-9-16,0 0-5 0,0 0-8 0,0 0-3 15,0 0 0-15,0 0-6 0,0 0-2 16,0 0-3-16,0 0-10 0,7 3 8 0,-7-3-6 16,0 0-1-16,0 0-2 0,0 0 0 15,0 0-4-15,0 0-2 0,0 0-1 16,0 0 3-16,0 0-1 0,-1 9-1 0,1-9-5 15,0 0 4-15,0 0-5 0,0 8 4 16,0-8 0-16,0 0 1 0,0 9-1 0,0-9 3 16,0 0-5-16,0 0-1 0,0 8 4 15,0-8 0-15,0 0 0 0,0 0 0 0,1 8-7 16,-1-8-8-16,0 0-3 0,0 0-11 16,0 0-32-16,0 0-31 0,-7 3-58 0,7-3-267 15,0 0 76-15</inkml:trace>
  <inkml:trace contextRef="#ctx0" brushRef="#br0" timeOffset="78639.0977">12289 4703 1040 0,'-4'-4'-22'0,"4"4"29"0,0 0 16 15,0 0 9-15,0 0 7 0,-6-5 9 16,6 5 5-16,0 0-4 0,0 0-3 16,0 0-4-16,0 0-6 0,0 0-4 0,0 0-5 15,0 0-4-15,0 0-10 0,0 0-7 16,0 0 2-16,0 0-1 0,0 0-2 0,0 0 0 15,0 0 1-15,0 0-3 0,-1 19-3 16,2-12-1-16,-1 3 6 0,1 1-1 0,0 3-5 16,-1 3 3-16,1 2 1 0,0 2-3 15,1 9 3-15,-1-1 1 0,2 1 0 0,0 1-2 16,0-1 3-16,0 1-4 0,-1 0 3 16,1-1 0-16,-1 2 1 0,2-3 2 0,-2-1-1 15,1 0 3-15,-1-2-4 16,1-6 0-16,0-2 1 0,-2-2 3 0,0-4-4 15,0 0 1-15,1-1 1 0,-1-3-2 16,-1-1-4-16,0 1-8 0,0-8-21 0,-4 7-58 16,4-7-124-16,0 0-237 0,0 0 46 15</inkml:trace>
  <inkml:trace contextRef="#ctx0" brushRef="#br0" timeOffset="79058.8801">12288 4742 1225 0,'0'0'-34'0,"0"0"2"0,0 0 1 16,0 0 2-16,0 0 6 0,0 0 3 0,-11 21 1 15,6-11 7-15,-3 2 4 0,0 2-1 16,-4 4 2-16,1 1-3 0,0-1 13 0,2-4 3 16,1-2 2-16,2-3 3 0,0 0 11 15,2-2 17-15,0 0 14 0,0-2 12 0,0-1 12 16,2 0 12-16,2-4 4 16,-6 4-10-16,6-4-11 0,0 0-8 0,0 0-10 15,-8-12-11-15,8 2-11 0,3-3-6 16,2-1-5-16,-1-2-4 0,6-5-1 15,0 1-2-15,1 2-5 0,-3 4-3 0,0 2-1 16,0 3-3-16,-1 1-3 0,0 1 2 0,1 3-2 16,-1 0 1-16,1 1-4 0,-1 1 3 15,-7 2-3-15,14 3 1 0,-6 2-10 0,1 1-17 16,-3 1-19-16,0 2-30 0,0-1-39 16,-3 3-92-16,0-3-270 0,-1-1 15 0</inkml:trace>
  <inkml:trace contextRef="#ctx0" brushRef="#br0" timeOffset="82474.9061">11328 9876 1246 0,'0'0'-35'0,"0"0"15"0,0 0-4 0,0 0 32 16,0 0 8-16,0 0 0 0,0 0 10 16,0 0 2-16,0 0 1 0,0 0 0 0,0 0-2 15,0 0 2-15,0 0-3 0,0 0 1 16,0 0-2-16,0 0 0 0,0 0-1 0,-22-8 0 16,22 8-3-16,-10-4-1 0,4 2 0 15,6 2-4-15,-10-3 2 0,3 2 6 16,0-1-11-16,-2-1 3 0,0 1-1 15,0-1 2-15,0 2 5 0,0-2-2 0,-1 2-3 16,-1-2-1-16,0 1-2 0,1 0 0 16,-2-1-1-16,0 2 1 0,2-1 2 0,0 1-1 15,0 0-5-15,0 0-2 0,0 0-1 16,1 1 4-16,-1 0-5 0,0 0 1 0,2-1 0 16,-1 1-3-16,9 0 3 0,-16 0-5 15,8 0 1-15,-3 0 1 0,3 0 1 16,-1 1-1-16,1-1 1 0,-2 1 1 15,1-1-2-15,9 0 4 0,-15 0-3 0,7 1 1 0,0-1 3 16,8 0 1-16,-18 0 0 16,11 0-1-16,0 1-1 0,-1-1-2 0,8 0-1 15,-15 1 2-15,8-1-3 0,7 0 3 16,-13 2-2-16,7-2-3 0,-1 1 0 0,7-1 2 16,-14 1 2-16,8-1-4 0,-3 1 1 15,9-1-2-15,-13 1 4 0,5 1-3 0,0-1 1 16,-2 0-4-16,2 1 4 0,-2-2-2 15,1 1 0-15,1 0 1 0,-1 0-2 0,2 1 2 16,-3-1-1-16,0 1 0 0,2-1-1 16,-1 1 1-16,0 1 2 0,2-1-6 0,0-1 2 15,0 0 1-15,-1 1 2 16,1 0-4-16,7-2 4 0,-11 3-2 0,4-2-1 16,1 2 2-16,6-3-3 0,-11 2 2 15,6-1-2-15,5-1 3 0,-10 3-2 0,4-1 1 16,6-2 1-16,-10 2 1 0,10-2-2 15,-8 3 0-15,3-1 0 0,5-2 2 0,-8 4-3 16,8-4 1-16,-7 2-1 0,7-2 1 16,-9 2-1-16,9-2 0 0,-9 5 2 0,3-3-2 15,6-2 1-15,-8 3 1 0,8-3-5 0,-7 3 3 16,7-3 3-16,-7 2-2 0,7-2 0 16,-8 3-2-16,8-3-3 0,-7 3 4 15,7-3 1-15,-5 4-2 0,5-4 2 16,-7 5-1-16,7-5 0 0,-6 2 0 15,6-2 2-15,-6 5-4 0,6-5 4 0,-6 5-2 16,6-5 3-16,-7 6-3 0,7-6 1 0,-6 4-2 16,6-4 1-16,-6 5-1 0,3-2 2 15,3-3 1-15,-5 5-1 0,5-5-3 0,-5 6-1 16,5-6 0-16,-4 7 2 0,4-7 0 16,-3 5-1-16,3-5-1 0,-4 7 3 15,4-7-2-15,-1 8 1 0,1-8-1 16,-3 8 3-16,3-8-4 0,0 9 2 0,0-9 1 15,0 10 0-15,0-3-2 0,0-7 0 0,1 11 1 16,1-4 1-16,-2-1-2 0,0 1 3 16,2 0 0-16,0 1-1 0,-2-1 0 15,1 1-1-15,1 0 2 0,-1 0-3 0,2 0 5 16,0 0 0-16,0 0-3 0,1 1 0 16,-1-2 2-16,0 1-1 0,1 0 0 15,0-1-1-15,1 1 1 0,-1-1 0 0,2 1 0 16,-2-1-2-16,2-1 2 0,0 2 2 0,-1-1-2 15,2-2 3-15,-2 1-1 0,2 0 1 16,0-2-5-16,0 1 1 0,0 0 3 0,2-1 0 16,-1 0-3-16,1-1 4 0,0 0-1 15,0-1 1-15,2 0-1 0,-1 0 0 16,3 0-1-16,-3 1 3 0,2-3-5 16,1 1 3-16,-1 0 0 0,1 0 1 0,2 1-2 15,-4-1 2-15,1-1-5 0,-1 0 2 16,2 0 4-16,-2 0-2 0,1 1-1 0,-1-1 0 15,-1 0 2-15,2 0-4 0,-2 0 1 0,3 0-2 16,-3 0 3-16,1 0 0 0,-1-1-1 16,2-1-2-16,0 1 3 0,-1 0-1 0,2-1 0 15,0 0 3-15,-2-1-2 0,3 1 2 16,-2-2-2-16,0 2 1 0,-2-1 0 0,3 1 1 16,-1-1-3-16,-2 0 1 0,2-1 0 15,-2 1 0-15,0 1 0 0,-1 0-2 0,2-2 2 16,-2 1 0-16,-1 0-2 15,2 0 0-15,-1 0 1 0,0-1 2 0,1 1-3 16,-1-1 1-16,-1 1 0 0,2-1 0 16,-2 1 4-16,0 0-4 0,1 0 0 0,-2-1 0 15,1 0 0-15,0 0 1 0,-1 1 3 16,1-1-5-16,0 1 2 0,0-1 0 0,-2 0-4 16,1 0 3-16,1 0-1 0,-2 1 2 15,0 0 0-15,1-1-1 0,0 1 1 16,-2 1 2-16,-5 2-2 0,11-6-1 0,-6 4-2 15,0-2 2-15,-5 4 1 0,11-4 0 0,-8 0 2 16,2 1 0-16,-5 3 0 16,9-6 0-16,-6 3 1 0,2-1-2 0,-5 4 3 15,8-7 1-15,-6 3-1 0,3 0 2 16,-5 4-1-16,5-10 3 0,-2 5-1 0,0 0 2 16,1-1 0-16,-4 0 0 0,4-1 1 15,-1 1-1-15,-1-2 2 0,-1 0-2 0,1 0 2 16,0 0-2-16,0-2-1 0,-1 1 0 15,0-1 2-15,0 1-2 0,-1-1 7 0,1 3 3 16,-3-1-2-16,1-1-1 0,-2 1 3 16,-1-2-6-16,-1 1 1 0,0 0-2 0,-5 0-1 15,2 0-4-15,-5 2 3 0,2 2-6 16,-4-1 3-16,-1 0-1 0,0 1-3 16,2 2 2-16,-1 0-2 0,1 1-5 0,0 0-15 15,0 0-15-15,4 2-24 0,1-1-39 16,1 0-45-16,8 1-46 0,-13-1-132 0,13 1-239 15,-4-4-58-15</inkml:trace>
  <inkml:trace contextRef="#ctx0" brushRef="#br0" timeOffset="83822.5661">12120 9829 1413 0,'-20'-3'-56'0,"20"3"10"0,-7-1 7 0,7 1 7 16,-10-4 4-16,10 4 15 0,-12-1 11 15,6 0 5-15,-1-1 0 0,-1 1 5 0,-1-1-4 16,0 1 4-16,0 0 1 0,-1-1 4 16,-1 2 3-16,1 0 2 0,-2 0 4 0,1 0-2 15,1 0 1-15,-3 0-2 0,-1 2 3 16,1 0-4-16,0 0 4 0,-1-2-9 16,1 2 11-16,0 0-1 0,-1 1-2 0,1-1 2 15,-1 1-3-15,2 0 2 0,-2-1-3 16,1 2 5-16,-1-1-5 0,1 1-3 15,1-1-5-15,0 1 8 0,0 1-6 0,-1-1-1 16,0 0 3-16,2-1 0 0,-4 1-5 16,2 2 9-16,-3-1-3 0,3-2 6 0,1 2-4 15,-1-1 1-15,2 0-4 0,-1 0 0 16,0 0-1-16,2 0-2 0,-1 1 1 0,-1-1-2 16,0 1 0-16,4 0-3 0,-3 1-1 15,2-1-2-15,-2 1 1 0,0 0-2 0,1 0 3 16,0 1-10-16,0-2 7 0,1 2-2 0,1-1 1 15,-2 2-1-15,1-1-3 16,2 0 2-16,-1 0 2 0,1 0 1 0,-1 1-1 16,1-1 1-16,1 1-1 0,0-2-2 15,1 0-3-15,0-1 0 0,1 3-1 0,-2-4 4 16,3 2-1-16,-1 1-2 0,1-2 1 16,0 1-1-16,-1 0 2 0,3-1-3 0,1-5 2 15,-6 10 5-15,5-4-4 0,-1-1 0 16,2-5 0-16,-2 11-1 0,0-5-2 0,2-6 2 15,-1 12 2-15,1-12-3 16,2 12-3-16,-2-6 6 0,2 0-1 0,-1 1-3 0,1 0 2 16,1 0 0-16,2 0 2 15,-1-1 1-15,1 1-2 0,2 0 1 0,1 0 2 16,0 0-3-16,1-1 5 0,1 0-3 16,0 0-1-16,2-1-4 0,0-1 7 0,1 1-1 15,-1 0-3-15,1-1 2 0,1 0 0 16,-3-1-2-16,2 0 1 0,0 0 3 0,1 0-1 15,0-1-1-15,0 0-1 0,0 0 2 16,3-1 1-16,-1-1-2 0,0-1-3 0,2 1 5 16,1-2-3-16,2 0 0 0,-1-1 1 15,1 1-1-15,-2-1-3 0,0 0 5 0,-1-1-2 16,0 1 1-16,0 0 0 0,-3-1 0 0,1 1-4 16,-2 0 1-16,-1 0 3 0,1 0 2 15,-1-1-2-15,0-1-2 0,-1 2 2 0,1-4 2 16,0 3-1-16,-1-3-2 15,1-1-1-15,0 0 4 0,-1 0-2 0,1-1 0 16,4-3-1-16,-2 1 1 0,0-2-1 16,1-2 4-16,0 3-6 0,-3 0 1 0,3-2 2 15,-5 3 1-15,1-1 4 0,-2 2-2 16,0 0 3-16,0-1 3 0,-3 3 7 0,0-1-1 16,0-1 6-16,-1 2 1 0,-1-2 1 15,-1 0 2-15,0 0 3 0,-2 1 1 0,0 1-2 16,-2-2-4-16,-1 0 1 0,-1-2-1 15,-3 0-4-15,-1-1 2 0,-2-1-9 0,-1 1 6 16,-6-3-4-16,-2 0-2 16,-1 1-1-16,-1 2 0 0,-3 1-4 0,-1 4-1 15,-2-1-4-15,0 3 1 0,0 1 2 16,3 3-6-16,3 2-6 0,3 1-14 0,-2 0-19 16,1 2-33-16,2 2-39 0,2-2-45 15,3 0-120-15,4 1-366 0,1-1-139 0</inkml:trace>
  <inkml:trace contextRef="#ctx0" brushRef="#br0" timeOffset="85351.2442">12955 10256 1641 0,'0'0'-87'0,"0"0"16"15,0 0 13-15,0 0 14 0,0 0 20 0,-9-11 15 16,9 11 2-16,-5-3 4 0,5 3 7 16,-10-3 0-16,5 1 5 0,5 2 11 0,-12-3 4 15,5 1-1-15,0-1 0 0,0 2 2 16,-2-1-2-16,0 0 1 0,-1 0 0 0,-1 1 2 16,-2-1 2-16,2 1 0 0,-2 0-5 15,-1 1 2-15,-1-2-2 0,0 2 0 16,1 2-1-16,-4-2 0 0,2 1-2 0,-2 0-2 15,0 1 2-15,-2 1-3 0,2-1 2 16,-1 1-5-16,1 0 1 0,0 0 1 0,3-1-4 16,-2 2 0-16,0-1-2 0,1 1 0 15,2 0 0-15,-2 0-2 0,2 0 0 0,-1 0-2 16,-1 1-1-16,1 2 4 0,0-1-1 16,1 1-3-16,-1-1 2 0,3 1-3 0,-1 0-1 15,2-2-1-15,-2 3 3 0,3-3-2 16,0 1 1-16,-1 1-1 0,0-1 0 15,1 0 0-15,0 1 3 0,2-1-2 16,-1 0-2-16,2 0 4 0,0 1-6 0,0-1 3 0,0-1-2 16,1 1 0-16,0-1 0 0,1 1 0 15,0 0 0-15,0-1 1 0,0 1 0 0,1 0 0 16,-1-1-3-16,1 0 3 16,0 0-2-16,1 0-3 0,0 0 1 0,3-5 2 15,-6 10-2-15,4-6 1 0,0 3-2 16,2-7 4-16,-3 10-3 0,2-5 0 0,1-5 2 15,-3 10-1-15,3-4 1 0,0-6 0 16,0 12-1-16,0-7 3 0,0-5-3 0,3 12-1 16,-1-7 2-16,0 0 0 0,1 2-2 15,2-2 2-15,-1 1 0 0,1 1 0 16,4-1 0-16,-1 1 3 0,1 0-4 16,3 0 1-16,2 0-1 0,0 0 2 0,3-2 1 15,8 1 2-15,1-1 0 0,1-1-4 16,3-2-1-16,0 0 0 0,1-1-1 0,3 0 0 15,1-3 0-15,-1 1-1 0,2-1 3 16,0-2-3-16,6-2 1 0,-1 0-1 0,0-1 1 16,-9 0-1-16,6-3 3 0,0 0 1 15,-8 2-2-15,0-2 1 0,-1 2-1 0,4-5 2 16,-4 2-2-16,-3 0 2 0,-1 1 1 16,-1-2-2-16,-2-1 2 0,-1 1 3 0,-1-1 6 15,-6 3 5-15,-2 0 4 0,-1-1 7 0,-2 1 3 16,0-1 1-16,-2 1 2 0,-2-1 0 15,0 1 4-15,-4 0 1 0,0 1-1 0,-2-1 3 16,1-1-2-16,-4 1-5 0,-1 0 1 16,-2-3-4-16,-2 2-4 0,-1 1 3 15,-4 2-7-15,-6-3-2 0,-2 2-4 16,-1 0-1-16,-5 3-3 0,1 2-1 0,-4 1 1 16,3 1-4-16,-3 1-3 0,6 0-2 15,3 2-15-15,1-1-18 0,5 0-28 0,0 1-43 16,2-1-53-16,1 0-68 0,2 0-189 15,4-1-178-15,1-1-88 0</inkml:trace>
  <inkml:trace contextRef="#ctx0" brushRef="#br0" timeOffset="87151.6701">6607 6660 1396 0,'-13'0'97'0,"13"0"-35"16,-12 0-4-16,12 0 11 0,-9-3 10 0,9 3 0 15,-10-1 5-15,10 1-4 16,-7-2-2-16,7 2-5 0,0 0-11 0,-9-1-5 0,9 1-8 16,0 0-6-16,0 0-6 0,-8-3-6 15,8 3-5-15,0 0-1 0,0 0-5 16,0 0 0-16,0 0-1 0,23-8 1 15,-7 4-7-15,11-2 0 0,5 0 2 0,8-4-7 16,1 1-13-16,0 2-26 0,1-1-28 16,-7 4-41-16,-1 0-39 0,-2 1-80 0,-2 0-198 15,-6 0-142-15,-5 1-61 0</inkml:trace>
  <inkml:trace contextRef="#ctx0" brushRef="#br0" timeOffset="88425.3133">9254 6620 1424 0,'0'0'-52'15,"-5"6"19"-15,5-6 10 0,0 0 6 0,-4 3 13 16,4-3 16-16,0 0 5 0,0 0 3 15,0 0 1-15,0 0-4 0,0 0-2 0,0 0 0 16,0 0 1-16,15 1 2 0,1-5-4 16,10-3-1-16,3 0-2 0,0 0-3 15,5 0 7-15,-3 1-11 0,1-1-24 0,-3 2-34 16,-1 1-37-16,-2-1-127 0,-7 4-166 16,-3 1 104-16</inkml:trace>
  <inkml:trace contextRef="#ctx0" brushRef="#br0" timeOffset="88981.3988">9349 6428 1099 0,'0'0'46'0,"0"0"0"0,-8 1-6 15,8-1 1-15,0 0 11 0,0 0 9 0,0 0-3 16,0 0-10-16,0 0-11 0,0 0-2 16,0 0-3-16,0 0-6 0,21-16-5 15,2 8-8-15,3-3-13 0,10-1-21 0,3-1-26 16,2-2-26-16,2 1-56 0,3-1-160 15,-1 1-84-15,-1 1 114 0</inkml:trace>
  <inkml:trace contextRef="#ctx0" brushRef="#br0" timeOffset="103812.7445">7258 10191 347 0,'0'0'83'16,"0"0"-25"-16,0 0-12 0,0 0-9 0,0 0-7 15,0 0 2-15,0 0-10 0,0 0-2 16,0 0-2-16,0 0-2 0,0 0 3 15,0 0 1-15,0 0-4 0,0 0-1 16,0 0-3-16,0 0 11 0,0 0-8 0,0 0-8 16,0 0 10-16,0 0 0 0,0 0-1 15,0 0 0-15,0 0-5 0,0 0 4 0,0 0-11 16,0 0 17-16,0 0 0 0,0 0 2 16,0 0 0-16,0 0-6 0,0 0-5 0,0 0 3 15,0 0 4-15,0 0-6 0,0 0-3 16,0 0 4-16,0 0-9 0,0 0-1 15,0 0-1-15,0 0 7 0,0 0-3 0,0 0-8 16,0 0 5-16,0 0 1 0,0 0-2 16,0 0 4-16,0 0-8 0,0 0 4 0,0 0-2 15,0 0-8-15,0 0 9 0,0 0 5 16,0 0-7-16,0 0 3 0,0 0 2 16,0 0-2-16,0 0 5 0,0 0-11 0,0 0 5 15,0 0-5-15,0 0 11 0,0 0-2 16,0 0-6-16,0 0-2 0,0 0 2 0,0 0 0 15,0 0-4-15,0 0 0 0,0 0 5 16,0 0-2-16,0 0 4 0,0 0 1 16,0 0-7-16,1 12 4 0,-1-12 0 0,7 3 4 15,-7-3-2-15,8 4 3 0,-2-1-2 16,-2-1 0-16,4 1-4 0,1 0 4 0,-2 1 4 16,6-1 3-16,0 1-1 0,1-1 0 15,3 0 3-15,2 0 2 0,1-2-4 0,10 0 2 16,-5-1-2-16,6-1-2 0,2 0 6 15,2-2-5-15,1 0 3 0,9-1 0 16,-9 1-1-16,0 0-3 0,-2-1 2 0,-1 0-1 16,-1 1 1-16,-3-1-3 0,-6 2 3 15,-4 0-2-15,-3 1 0 0,2 0 1 0,-3 0-8 16,-3 0 2-16,-2 0 9 0,1 1-9 16,-4-1 2-16,0 1 1 0,-7 0 0 15,14-1 3-15,-14 1 4 0,10-1 8 0,-10 1 3 16,8 0 4-16,-8 0 0 0,0 0 4 15,9 0-3-15,-9 0 0 0,0 0-4 16,7 0 2-16,-7 0 0 0,0 0-4 0,0 0-2 16,0 0-4-16,0 0 0 0,0 0-1 15,0 0-3-15,6 3-5 0,-6-3-17 0,0 0-25 16,0 0-34-16,0 0-38 0,0 0-57 16,0 0-185-16,0 0-72 0,0 0 70 0</inkml:trace>
  <inkml:trace contextRef="#ctx0" brushRef="#br0" timeOffset="105118.1523">7221 10613 1073 0,'0'0'-47'0,"0"0"10"16,0 0 13-16,-7-3 5 0,7 3 4 0,0 0 11 15,0 0 5-15,0 0 4 0,-7-3 8 16,7 3 6-16,0 0 4 0,0 0 10 16,0 0-2-16,-6-4 2 0,6 4-2 15,0 0 9-15,0 0-6 0,0 0 2 0,0 0-8 16,0 0-1-16,0 0-1 0,0 0 5 16,0 0-8-16,-8 0-5 0,8 0-2 0,0 0 1 15,0 0-5-15,0 0 1 0,0 0 1 16,0 0-5-16,0 0 1 0,0 0 3 0,0 0-4 15,0 0-3-15,0 0 2 0,0 0-6 16,0 0-1-16,0 0-1 0,0 0 6 0,0 0-6 16,0 0-1-16,0 0-1 0,0 0 2 15,0 0-1-15,0 0-1 0,0 0 5 16,0 0-3-16,0 0 0 0,0 0 4 16,25 3-4-16,-11-5 0 0,3 1-2 0,11-2 1 15,4-3 5-15,9 0-1 0,5-1 1 16,4-2 0-16,4 1-2 0,2-2-4 0,-1 2 5 15,0 3 2-15,-3-1-1 0,-6-1-1 16,-2 4 2-16,-13 0-6 0,-4 0 5 0,-6 2 2 16,-4-1-2-16,-3 2 2 0,-4-1-1 15,0 0 6-15,-2 0 3 0,-1 1 12 0,-7 0 5 16,12-1 3-16,-12 1-2 0,8-1-3 16,-8 1-3-16,0 0-5 0,8 0-1 0,-8 0 0 15,0 0-2-15,0 0-4 16,0 0 0-16,7-1-6 0,-7 1-15 15,0 0-20-15,0 0-43 0,0 0-34 0,0 0-67 16,0 0-343-16,0 0-19 0</inkml:trace>
  <inkml:trace contextRef="#ctx0" brushRef="#br0" timeOffset="137642.8383">624 9889 167 0,'0'0'26'0,"0"0"-2"0,0 0-1 16,-5-11-2-16,5 11 8 0,0 0-8 16,0 0 4-16,-4-5 2 0,4 5 6 0,0 0-4 15,0 0 3-15,0 0-2 0,-3-5 2 16,3 5-2-16,0 0-1 0,0 0-3 0,0 0 6 16,0 0-4-16,0 0-6 0,-3-6 7 15,3 6-4-15,0 0-5 0,0 0 0 16,0 0 7-16,0 0-11 0,0 0-1 0,0 0-10 15,0 0 3-15,0 0-6 0,0 0 1 16,0 0 3-16,0 0-6 0,0 0 5 16,0 0-6-16,0 0 1 0,0 0-2 15,0 0 6-15,-7-2-2 0,7 2 4 0,0 0-8 16,0 0 1-16,0 0 3 0,0 0-1 16,0 0 6-16,0 0-2 0,0 0 2 15,0 0-5-15,0 0-1 0,0 0-3 0,0 0 10 16,0 0-7-16,0 0-1 0,0 0 9 15,0 0-11-15,0 0 5 0,0 0-5 0,0 0 1 16,0 0-1-16,0 0 2 0,0 0-1 16,0 0-2-16,0 0 1 0,0 0 0 15,0 0-2-15,0 0 4 0,0 0-4 16,0 0-3-16,0 0 4 0,0 0-3 16,0 0 6-16,0 0-4 0,0 0 0 0,0 0 4 15,18-1 0-15,-7-1-3 0,1-1 1 16,2 0 2-16,5-1 5 0,10-1-3 0,1-1 1 15,-1-1-6-15,4 1 6 0,-3 1 4 16,0 0 0-16,-1 1 0 0,-2-1-9 16,-4 2 4-16,-6 2 0 0,-4 0 2 0,2 0 0 15,-5-1 0-15,-1 1 1 0,-9 1-1 16,15-1 0-16,-15 1-9 0,11 0 13 0,-11 0-6 16,10-1 0-16,-10 1 2 0,0 0 0 15,13 0-2-15,-13 0-6 0,0 0 14 16,9-1-9-16,-9 1-1 0,0 0 7 15,0 0-5-15,0 0 8 0,11 0-3 16,-11 0 1-16,0 0-9 0,0 0-22 0,3-3-25 16,-3 3-30-16,0 0-74 0,0 0-79 15,0 0 78-15</inkml:trace>
  <inkml:trace contextRef="#ctx0" brushRef="#br0" timeOffset="138343.8666">1351 9890 688 0,'0'0'12'0,"0"0"-2"0,-8-3-2 15,8 3 2-15,0 0 2 0,-7-3 8 16,7 3 19-16,-5-3 1 0,5 3 2 0,0 0 3 16,0 0-9-16,-7-3-6 0,7 3-2 15,0 0-4-15,0 0-5 0,0 0-4 16,0 0 1-16,-6-4-2 0,6 4 8 15,0 0-12-15,0 0-3 0,0 0-6 0,0 0 3 16,0 0 6-16,0 0-5 0,0 0-5 16,0 0 0-16,0 0-5 0,-7-1 5 0,7 1-3 15,0 0-1-15,0 0-3 0,0 0 0 16,0 0-1-16,0 0 5 0,0 0 0 0,0 0 0 16,33-2 3-16,-15 1 0 0,10-5 1 15,4 0-3-15,10-2 4 0,5-2-1 16,2-2 3-16,0 1 2 0,2 0 2 0,-3 1-6 15,-1 3 4-15,-13 2-2 0,-3 0-4 16,-3 2 3-16,-6 0-4 0,-6 1-4 16,-2 1 7-16,-5-1 2 0,1 2 0 15,-2-1 1-15,-8 1 2 0,11 0 8 0,-11 0 2 16,0 0-1-16,12 0 0 0,-12 0 3 16,0 0 0-16,0 0-8 0,0 0 1 0,0 0-1 15,0 0-16-15,0 0-33 0,0 0-41 16,5-2-69-16,-5 2-206 0,5-7 131 15</inkml:trace>
  <inkml:trace contextRef="#ctx0" brushRef="#br0" timeOffset="139058.5446">2288 9938 945 0,'-6'-6'-22'0,"6"6"-6"0,-5-6 10 16,5 6 6-16,-6-5 8 0,6 5 5 15,-6-4 8-15,6 4 12 0,-6-4 3 0,6 4-4 16,-6-2 2-16,6 2 5 0,-5-3 1 16,5 3-5-16,0 0 2 0,-5-4-2 0,5 4-1 15,0 0 6-15,0 0-9 0,0 0 3 16,-7-4-4-16,7 4 0 0,0 0-9 15,0 0 4-15,0 0-10 0,0 0 4 0,0 0-8 16,0 0 4-16,0 0-5 0,0 0-3 16,0 0-2-16,0 0 0 0,0 0 6 0,0 0 4 15,0 0-5-15,0 0-2 16,23 0 7-16,-9 0-1 0,8 0 4 0,11-3-5 16,12-3 11-16,1 1-12 0,7-2 4 15,-1-2 6-15,2 1-5 0,0-2 4 0,-2 4-2 16,-3-1-4-16,-4 1 1 0,-11 2 0 15,-3 0-1-15,-9 2 1 0,-3 2-7 0,-5-2 13 16,-2 0-6-16,-2 1 2 0,-1 0 2 16,-2 0 14-16,0 0-1 0,-7 1-2 0,0 0-1 15,10 1 1-15,-10-1-9 16,0 0-17-16,0 0-19 0,0 0-40 0,0 0-54 0,0 0-149 16,0 0-52-16,0 0 163 0</inkml:trace>
  <inkml:trace contextRef="#ctx0" brushRef="#br0" timeOffset="140733.518">298 9989 788 0,'0'0'-48'0,"0"0"1"16,7 0 9-16,-7 0 6 0,0 0 3 15,0 0 4-15,0 0 13 0,0 0 13 16,0 0 8-16,0 0 9 0,0 0 7 15,0 0 13-15,0 0 10 0,0 0 8 0,0 0 5 16,0 0 4-16,0 0 6 0,0 0 6 16,0 0 2-16,0 0-6 0,0 0-8 15,0 0-6-15,0 0-6 0,0 0-3 0,0 0-8 16,-25-2-1-16,12 2-5 0,-1 0-3 16,-3 0 0-16,0 0-3 0,0 1-2 0,-3-1-2 15,0 0-1-15,-2 1-4 0,1 0 2 16,0 0 0-16,-1 0-1 0,2-1-2 15,4 0-4-15,0 1 2 0,1 0 0 16</inkml:trace>
  <inkml:trace contextRef="#ctx0" brushRef="#br0" timeOffset="141803.7549">278 10428 964 0,'0'0'-66'15,"0"0"20"-15,9-1 24 0,-9 1 19 16,0 0 20-16,0 0 15 0,0 0 6 16,0 0 2-16,0 0 1 0,0 0-8 0,0 0 2 15,0 0 7-15,0 0-2 0,0 0 0 16,0 0-2-16,0 0 5 0,-34 1 1 0,22-1-1 15,0 0-4-15,1 0 4 16,-2 0-2-16,-1 1-5 0,-3-1-1 0,5 0-4 16,-3 2-6-16,3-2 2 0,-1 0-7 15,1 0-2-15,2-2-19 0,0 2-22 16,1 0-36-16,-1-1-46 0,0-1-45 0,3 0-303 16,0 0 40-16</inkml:trace>
  <inkml:trace contextRef="#ctx0" brushRef="#br0" timeOffset="142976.4352">336 10853 1117 0,'0'0'-78'0,"0"0"16"0,0 0 23 16,0 0 13-16,0 0 4 0,0 0 2 15,0 0 14-15,0 0 10 0,0 0 2 16,0 0 10-16,0 0 2 0,0 0 9 16,0 0 5-16,0 0 7 0,0 0 8 15,0 0-5-15,0 0 2 0,0 0 0 0,0 0 6 16,0 0-5-16,0 0 5 0,0 0 7 16,0 0-6-16,0 0-3 0,0 0-8 0,0 0 1 15,0 0-9-15,0 0-1 0,0 0-1 16,0 0-2-16,-34 0 0 0,22 0-1 15,-3 0 1-15,0 0 0 0,0 0 0 0,-2 2 3 16,0-2-6-16,-3 1-2 0,3 0-2 16,0 0-1-16,2 0-2 0,2 1-2 0,3-1-4 15,0 0 0-15,-1-1 0 16,1 1-1-16,10-1-4 0,-12 1-1 0,12-1 1 16,-12 1-4-16,12-1-5 0,-8 0-9 15,8 0-18-15,0 0-14 0,0 0-33 16,-15 0-39-16,15 0-46 0,-5-1-50 0,5 1-266 15,-5-4 17-15</inkml:trace>
  <inkml:trace contextRef="#ctx0" brushRef="#br0" timeOffset="144612.808">334 11185 1154 0,'0'0'-92'0,"0"0"22"15,0 0 7-15,0 0 17 0,0 0 14 0,-20 8 12 16,15-6 12-16,-4 1 19 0,-1-1 5 16,0 0 15-16,0 0 4 0,-2 1 3 15,-1-1-1-15,-1-1 5 0,4 0 2 0,-2 1 3 16,2-2-2-16,-1 2-3 0,1-2-3 16,-1 0-3-16,3 2-2 0,-1-2-7 0,9 0-4 15,-13 0 1-15,8 2-9 16,5-2-12-16,-9 1-15 0,9-1-27 0,-8 0-25 15,8 0-27-15,0 0-35 0,-10-1-242 16,10 1 120-16</inkml:trace>
  <inkml:trace contextRef="#ctx0" brushRef="#br0" timeOffset="145487.7678">322 11629 956 0,'0'0'-9'0,"0"0"8"0,0 0 15 0,0 0 21 16,0 0 9-16,-10-7 8 0,10 7 13 16,-10-5-1-16,0 3-5 0,2 0 2 0,-2 0-4 15,-2 0-10-15,-2 0-6 0,-1 2-1 16,0-2 1-16,-1 1-4 0,2 1-6 16,-2 0-3-16,6 0 0 0,-3 0-4 15,1 0-4-15,2 0-5 0,10 0-10 16,-17 0-16-16,10 0-23 0,7 0-22 0,-13-1-41 15,7 0-41-15,6 1-31 0,-10-2-256 16,10 2 65-16</inkml:trace>
  <inkml:trace contextRef="#ctx0" brushRef="#br0" timeOffset="146269.2326">415 11783 1053 0,'0'0'-55'0,"0"0"15"0,-2 8 2 15,2-8 8-15,0 0 11 0,0 0 8 0,0 0 14 16,0 0 13-16,0 0-3 15,0 0 4-15,0 0 5 0,-11 2-1 0,11-2 6 16,0 0-3-16,0 0 12 0,-9 2 2 16,9-2 3-16,0 0 3 0,0 0-3 15,-12 1-1-15,12-1-5 0,-11 1 1 0,11-1-3 16,-14 2 4-16,7-2-2 0,-3 2-1 16,0-1-5-16,-2 1-1 0,0 0-5 0,-1 0-1 15,1 2 1-15,-1-2-2 16,-1 1-1-16,2 0-8 0,-1 0 3 15,3 0-7-15,-2-1-7 0,4 0-10 0,-1-1-22 0,-1 1-22 16,10-2-21-16,-14 3-22 16,8-3-30-16,6 0-36 0,-13-2-214 0,7 1 112 15</inkml:trace>
  <inkml:trace contextRef="#ctx0" brushRef="#br0" timeOffset="147180.6975">344 12330 1016 0,'0'0'-18'0,"0"0"1"0,0 0 8 16,0 0 25-16,3-21 16 0,-3 21 8 0,0 0 10 16,0 0-8-16,0 0-4 15,0 0-2-15,0 0 0 0,-11 1 4 0,11-1 0 16,-10 3 4-16,10-3-1 0,-15 2-3 15,6-1-1-15,-1 1 5 0,-2 1-9 16,-1-1 1-16,-3 1-7 0,0 1 2 0,-4-1-8 16,3 1 2-16,-3 0-4 0,-5 2 1 15,1-1-6-15,-2 1-1 0,4-2-1 16,4 1-5-16,1-1-3 0,0 1-11 0,0-1-16 16,5-1-13-16</inkml:trace>
  <inkml:trace contextRef="#ctx0" brushRef="#br0" timeOffset="148041.6591">330 12703 1040 0,'0'0'-43'0,"0"0"24"15,0 0 17-15,0 0 9 0,0 0 4 16,0 0 0-16,0 0 9 0,0 0 12 16,0 0-7-16,0 0 4 0,0 0 8 0,0 0-2 15,-10 0 2-15,10 0 5 0,0 0-6 16,-13 1 7-16,13-1 1 0,-13 2 3 0,4 0 1 15,-1 1-6-15,-3-1-7 0,-2 0 3 16,-4 1 3-16,0 1-4 0,-6 0-5 16,5 0 0-16,-1-1-5 0,3 1-2 0,-2-1-1 15,1-1-4-15,-10 2-2 0,9-2-6 16,5 1-12-16,2-1-7 0</inkml:trace>
  <inkml:trace contextRef="#ctx0" brushRef="#br0" timeOffset="148721.2488">336 13004 1283 0,'0'0'-64'0,"0"0"28"16,0 0 16-16,0 0 18 0,0 0 20 16,0 0 2-16,0 0 10 0,0 0-3 15,-17 13 2-15,8-9 3 0,-1-1-2 0,-2 0 5 16,-1 1-4-16,-4 1-4 0,2 0-2 16,-3 0-4-16,-1 0-3 0,4 0-11 15,-4 0-12-15,4-2-28 0,-2 0-44 16,0 1-46-16,0-1-75 0,-1-1-168 0,3 0 121 15</inkml:trace>
  <inkml:trace contextRef="#ctx0" brushRef="#br0" timeOffset="169247.3147">25077 10046 14 0,'0'0'10'0,"0"0"-3"0,0 0 3 16,0 0 0-16,0 0-3 15,0 0 9-15,0 0-8 0,0 0 0 0,0 0 1 16,0 0 8-16,0 0-3 0,0 0 2 16,0 0 2-16,0 0-1 0,0 0 3 0,0 0-5 15,0 0 7-15,0 0-2 0,0 0-2 16,0 0-3-16,0 0 4 0,0 0-1 0,0 0-5 16,0 0 2-16,0 0-3 0,0 0 0 15,0 0-3-15,0 0 5 0,0 0-4 16,0 0 5-16,0 0-6 0,0 0-2 0,0 0 5 15,0 0-4-15,0 0 1 16,0 0-1-16,0 0 1 0,0 0-1 0,0 0-3 16,0 0 1-16,0 0 5 0,-18 9-1 15,18-9-2-15,0 0 2 0,0 0 4 0,0 0-4 16,-9 1 4-16,9-1-1 16,0 0 13-16,0 0-12 0,0 0-4 0,0 0 0 0,-7 1 7 15,7-1-6-15,0 0-2 0,0 0 5 16,0 0-3-16,0 0 11 0,-9 0-19 15,9 0 2-15,0 0 3 0,0 0-4 0,0 0 1 16,0 0-2-16,0 0 1 0,0 0-3 16,0 0 1-16,0 0-1 0,0 0 1 0,0 0-5 15,-7 1-2-15,7-1-1 16,0 0-1-16,0 0 2 0,0 0 5 0,0 0-1 16,0 0 0-16,0 0 0 0,0 0 5 15,0 0-4-15,0 0 0 0,14 10 4 0,-14-10-5 16,7 1 6-16,-7-1-1 0,11 3-1 15,-6-2-3-15,-5-1 0 0,10 2 11 16,-10-2-14-16,8 2 2 0,-8-2 10 0,7 3-12 16,-7-3-1-16,6 1 5 0,-6-1-1 15,0 0 3-15,8 1-3 0,-8-1 0 0,0 0-1 16,0 0 2-16,7 2 10 16,-7-2 0-16,0 0-2 0,0 0 5 0,0 0 13 15,0 0 3-15,0 0 7 0,0 0-9 0,0 0 5 16,0 0-9-16,0 0 1 0,0 0-5 15,0 0-2-15,0 0 5 0,0 0-1 16,-21-11-8-16,15 9 5 0,-2-1-6 16,1 0 3-16,-1 2 8 0,-1-1-3 0,2-1 0 15,0 2-3-15,7 1 3 0,-14-4 2 16,9 3-3-16,5 1 3 0,-10-2 3 0,10 2 0 16,-8-1-10-16,8 1 4 0,-8-2 1 15,8 2-6-15,0 0-2 0,-8-2-3 0,8 2-1 16,0 0-3-16,0 0-13 0,-7-2-18 15,7 2-24-15,0 0-26 0,0 0-26 16,-5-3-41-16,5 3-237 0,0 0 110 16</inkml:trace>
  <inkml:trace contextRef="#ctx0" brushRef="#br0" timeOffset="170091.5445">25121 10067 911 0,'-10'0'-79'16,"10"0"10"-16,-10 0 15 0,10 0 14 16,-13-2 5-16,5 2 9 0,-1-1 7 0,0-1 5 15,0 2 4-15,-1 0 5 0,-1-1 8 16,0 1-2-16,0-2 5 0,0 2 9 0,0 0-2 15,-1-1 6-15,1 1 0 0,2 0 7 16,9 0 8-16,-18 0 6 0,11-1-1 16,7 1 5-16,-12 0-7 0,12 0 0 15,-10-1 5-15,10 1-4 0,-8 0-6 0,8 0-3 16,0 0 1-16,0 0-13 0,0 0 0 16,0 0-5-16,0 0-10 0,0 0-5 15,0 0 5-15,27-5-19 0,-15 5-7 0,-1 0-5 16,1 0-2-16,-1 0 7 0,-1 0 1 15,0 1 1-15,-2-1 5 0,0 1-1 0,-8-1-4 16,12 1 8-16,-12-1 4 0,7 0 5 16,-7 0 3-16,0 0 11 0,0 0 2 0,0 0-2 15,0 0 7-15,-28-2 4 0,14 1 4 16,0 0-4-16,1 1 0 0,0-1 7 16,0 1-6-16,2-1-1 0,1 1-4 0,0 0 2 15,10 0-26-15,-14-1-28 0,8 0-31 16,6 1-45-16,-5-3-181 0,5 3 189 15</inkml:trace>
  <inkml:trace contextRef="#ctx0" brushRef="#br0" timeOffset="171459.5222">25228 10058 752 0,'0'0'-28'0,"0"0"20"0,0 0 14 16,0 0 7-16,0 0 14 0,1-9 10 15,-1 9 1-15,0 0 10 0,0 0 3 0,0 0 0 16,-4-7-3-16,4 7-1 0,0 0 1 16,0 0-1-16,-5-5-3 0,5 5-9 0,0 0 0 15,0 0-3-15,0 0-4 0,-4-4-4 16,4 4-5-16,0 0-3 0,0 0-2 15,0 0-6-15,0 0 1 0,0 0-7 0,0 0 0 16,0 0-3-16,0 0-6 0,0 0 9 16,0 0-3-16,0 0 0 0,0 0 0 15,0 0 0-15,-6 13-1 0,6-13 3 16,-1 11-4-16,-1-6 4 0,1 2-4 0,0 0 4 16,1-7 1-16,-2 13-4 0,1-6 1 15,1 2-3-15,0-2 4 0,0-7-4 0,0 15 4 16,0-8 3-16,0-1-2 0,0-6 3 15,0 11-6-15,0-5 4 0,0-6-4 16,0 10 3-16,0-10 0 0,0 7 2 0,0-7 2 16,0 0 1-16,0 9 4 0,0-9 15 15,0 0 18-15,0 6 22 0,0-6 1 0,0 0-5 16,0 0-3-16,0 0-6 0,0 0-3 16,0 0 3-16,0 0-4 0,0 0-3 0,-9-22-4 15,8 14-6-15,0-1-2 16,-1 1-1-16,1-1-2 0,1-1-4 0,-2 2 0 15,1-1-1-15,0 1-4 0,1 1 1 16,-1-1-1-16,1 8-2 0,-2-13 4 16,2 8-5-16,0 5 0 0,0-11-3 0,0 11-3 15,-1-7 0-15,1 7 0 0,0 0-4 16,1-10-2-16,-1 10-4 0,0 0 1 0,0-7-4 16,0 7-2-16,0 0-4 15,0 0-1-15,0 0-5 0,1-6 1 0,-1 6 1 0,0 0 2 16,0 0-3-16,0 0 2 15,16 11-2-15,-9-5 4 0,0 1-4 0,0 1 0 16,3 1 1-16,1 1-1 0,-1 0-3 16,1 1-1-16,1-1-3 0,-1 0 0 15,0 0 0-15,0-2 3 0,-2-2 3 0,-1 0 3 16,1 1-3-16,-3-3 6 0,1 0 6 16,-3-2 13-16,-4-2 0 0,9 2 1 0,-9-2 2 15,9-5 5-15,-4 1 0 16,-2-2-1-16,0-2-1 0,0 0 0 0,-1-1 3 0,-1-1-2 15,-1-1 1-15,1 0 2 0,0 2-1 16,-1-2 4-16,1 2 2 0,0 0 6 16,-1 2-1-16,0 0-2 0,0 7-2 0,0-12-4 15,0 12-3-15,-1-10-6 16,1 10-7-16,0-7-10 0,0 7-13 0,0 0-21 16,-1-11-22-16,1 11-30 0,0 0-25 15,-3-4-49-15,3 4-43 0,0 0-106 0,-11-1-260 16,11 1-73-16</inkml:trace>
  <inkml:trace contextRef="#ctx0" brushRef="#br0" timeOffset="173364.4883">25168 10379 1417 0,'0'0'-83'0,"0"0"9"0,2-8 19 16,-2 8 19-16,0 0 14 0,0 0 16 15,0 0 8-15,0 0 17 0,1-7 4 0,-1 7-3 16,0 0 9-16,0 0-2 0,0 0 4 16,0 0 5-16,0 0-6 0,0 0-1 15,0 0-3-15,0 0 5 0,0 0-7 0,0 0-4 16,0 0-4-16,0-7-3 15,0 7 1-15,0 0-8 0,0 0-7 0,0 0 2 16,0 0-3-16,0 0-1 0,0 0-1 16,0 0-1-16,0 0 3 0,13 12 2 0,-8-6-3 15,2 1 2-15,2 0 1 0,0 2 2 16,1-1-2-16,1 2-2 0,-1 0 0 0,1 2 1 16,-1-1 2-16,0 0 4 0,-1-1-8 15,-1-3 0-15,0 0 5 0,0 0-7 16,-4-3-14-16,0 0-9 0,0-1-5 0,-4-3-33 15,5 3-53-15,-5-3-109 0,0 0-119 16,0 0 140-16</inkml:trace>
  <inkml:trace contextRef="#ctx0" brushRef="#br0" timeOffset="173636.5465">25395 10401 1251 0,'-16'18'11'0,"-2"1"1"15,-5 4 6-15,2 1-6 0,2-5-2 16,-3 4 3-16,4-5-2 0,0 1-5 15,1 0 6-15,0-3-5 0,-1 0-15 16,3-1-23-16,-2-2-45 0,2-3-47 0,4-2-139 16,2-2-32-16,1-2 189 0</inkml:trace>
  <inkml:trace contextRef="#ctx0" brushRef="#br0" timeOffset="175400.4372">25027 10749 740 0,'-1'-6'-41'0,"1"6"14"0,0 0 12 0,0 0 5 15,-4-8 8-15,4 8 5 0,0 0 13 16,0 0-3-16,-3-8 12 0,3 8-1 0,0 0-4 16,-1-4 5-16,1 4-7 0,0 0 4 15,0 0 0-15,0 0-3 0,0 0 0 0,0 0-7 16,-4-6 5-16,4 6-4 0,0 0-5 16,0 0 1-16,0 0-1 0,0 0-1 0,0 0-6 15,0 0 3-15,0 0-7 0,0 0 2 16,0 0-2-16,0 0 3 0,0 0 1 15,0 0-4-15,0 0 0 0,0 0-5 16,0 0 4-16,0 0-4 0,0 0 5 16,0 0-1-16,0 0-1 0,0 0 7 0,0 0-8 15,0 0 3-15,-4 19 5 16,4-19-3-16,-1 8 12 0,-1-2-11 0,2-6 2 16,-2 14-1-16,2-6-2 0,-1 1 2 0,1 1-2 15,0 0 3-15,0 0-4 0,1 0 3 0,-1 1-1 16,0 0 4-16,2-2-2 0,-1 1 4 15,0-2 0-15,0 2-1 0,-1-2 1 16,2-1-3-16,-2 0 1 0,0-7 9 0,2 10 0 16,-1-5 13-16,-1-5 9 0,1 8 18 15,-1-8 15-15,0 0 10 0,0 9 20 0,0-9 13 16,0 0 11-16,0 0-4 16,0 0-12-16,0 0-7 0,0 0-11 0,0 0-9 15,0 0-9-15,0 0-8 0,-6-25-4 16,5 13-7-16,0-1-3 0,0-2-11 0,0-1-2 15,-1-1-3-15,2 2-7 0,-2-3-2 16,2 3-2-16,0 2-3 0,-1-1 0 16,1 1 0-16,0 3-2 0,0 1-2 0,-1-1-5 15,1 3 0-15,0 7 0 0,-1-12-3 16,1 6 2-16,0 6-4 0,-1-9-2 0,1 9-2 16,0-8 2-16,0 8-6 0,0 0 1 15,1-8-5-15,-1 8 1 0,0 0-3 16,0 0 1-16,0-9 1 0,0 9-2 15,0 0-2-15,0 0 3 0,0 0-2 0,0 0 3 16,0 0 0-16,0 0 4 0,0 0-4 16,0 0 1-16,10 17 2 0,-7-14 0 15,1 3-3-15,-1 2 3 0,1 0-1 0,2 1 1 16,-1 2 2-16,1 2 1 0,1 0 0 16,1 1 2-16,0 0-2 0,0-1 2 0,0 1-1 15,-1 0-2-15,1 0 3 16,0-3-4-16,0 0 4 0,-1 0-1 0,0-3 1 15,-1 1 3-15,0-1-4 0,-1-3 3 0,1 2 1 16,-3-3-1-16,0 0 7 0,-3-4 8 16,6 6 19-16,-6-6-2 0,6 0-2 15,-6 0-1-15,0 0-2 0,11-11-2 0,-6 2-5 16,0 0 1-16,-1-2-4 0,0 0-3 16,0-1-3-16,0 2 2 0,-1 0-4 15,0 1 1-15,-2 1 2 0,1 1 0 0,-1 1-5 16,-1 6 0-16,3-11 1 0,-3 11-9 15,2-8-1-15,-2 8-12 0,1-7-22 0,-1 7-22 16,0 0-25-16,0 0-34 0,-4-9-45 16,4 9-53-16,-9-2-106 0,9 2-326 0,-13 0-142 15</inkml:trace>
  <inkml:trace contextRef="#ctx0" brushRef="#br0" timeOffset="176595.9851">24933 11125 1561 0,'0'0'-135'0,"4"-6"20"15,-4 6 16-15,3-7 11 0,-3 7 18 16,5-4 22-16,-5 4 13 0,4-5 10 16,-4 5 3-16,0 0 18 0,4-6 9 15,-4 6 16-15,0 0 8 0,0 0 6 0,3-4 5 16,-3 4 4-16,0 0 2 0,0 0 1 15,0 0-4-15,0 0-5 0,0 0-1 0,0 0-4 16,2-6-7-16,-2 6 1 0,0 0-10 16,0 0 2-16,0 0-10 0,0 0-1 15,0 0-4-15,0 0 1 0,0 0-2 0,0 0 1 16,0 0 2-16,3 18-4 16,-2-12 2-16,1 1-4 0,-2 0 1 0,0 2 2 15,2 1 1-15,-1-1 2 0,0 0-2 16,2 4-5-16,-2-2 4 0,1 1-3 0,-1 1 3 15,2-3-4-15,-2 2 5 0,1-2-5 16,-1 0 4-16,0-1-4 0,1 0-1 0,-1-1 6 16,1-1-2-16,-1 0-1 0,1-1 0 15,-2-6-2-15,1 12 5 0,-1-12 4 0,1 7-4 16,-1-7 10-16,2 6 15 0,-2-6 18 16,1 6 24-16,-1-6 14 0,0 0-1 15,0 0-10-15,0 0-7 0,0 0-3 0,0 0-6 16,0 0-6-16,0 0-4 0,-6-21-3 15,4 10-4-15,-1-2-9 0,1-2-1 0,-1-2-2 16,0 1-4-16,1-2-3 16,1 2-2-16,-2 2 0 0,2 3-6 0,-1-2 2 15,1 3 0-15,1 0-2 0,-1 1 1 16,1 2-1-16,0 7-4 0,-1-12 0 0,0 6-2 16,1 6-3-16,0-8-1 0,0 8-4 15,0-8-2-15,0 8 2 0,0 0-3 0,0-9-2 16,0 9-2-16,0 0-3 0,0 0 3 15,0 0-1-15,0 0 3 0,0 0 1 16,0 0-2-16,19 13 1 0,-14-8-1 16,1 3 3-16,1-1-2 0,1 2 4 15,-1-1-1-15,3 3 0 0,-1 1-1 0,0-2 1 16,1 1 3-16,-1-1-3 0,-1-2 3 16,-1 1 0-16,0-1-3 0,0-1 4 0,1-1-4 15,-3 0 6-15,1-2-1 0,-1 1 4 16,-2-3 5-16,-3-2 2 0,10 4 2 0,-10-4-4 15,11-2 1-15,-4-2-5 0,-1-2 0 16,2-1 3-16,2-3-1 0,-2-1-2 0,1-2-2 16,-2 2-1-16,-1 1 5 0,1 1 6 15,-3 2 5-15,1-1 0 0,-2 2 0 16,1-1-1-16,-2 2 0 0,1-1-2 0,-3 6-3 16,3-8-5-16,-3 8-14 15,1-7-25-15,-1 7-45 0,0 0-47 0,-12-7-69 16,6 5-104-16,-3 1-179 0,1 0-85 15,8 1-61-15</inkml:trace>
  <inkml:trace contextRef="#ctx0" brushRef="#br0" timeOffset="178422.4146">25146 11537 1400 0,'0'0'-82'0,"1"-8"28"0,-1 8 31 15,0 0 16-15,0-8 8 0,0 8 15 16,0 0 11-16,-1-8 4 0,1 8 4 0,0 0 4 15,0-9-2-15,0 9 2 0,0 0 2 16,-1-7 0-16,1 7-2 0,0 0-2 16,0 0-4-16,0 0-1 0,-1-8-10 15,1 8 1-15,0 0-8 0,0 0-4 0,0 0 0 16,0 0-3-16,0 0-5 0,0 0-1 16,0 0 0-16,0 0 5 0,0 0-5 15,0 0-2-15,0 0 1 0,0 0-1 0,0 0 4 16,2 25-2-16,-2-18-2 0,0 3 0 15,0-1 2-15,0 2-3 0,1 0 1 0,0 0-1 16,0-1 3-16,0 1-1 0,1 0-2 16,-1 0 1-16,1-2-2 0,0-1 3 0,-2 0 4 15,2 0-2-15,-1-3-1 16,0 2-2-16,-1-7 3 0,1 10-1 0,-1-10 1 16,2 9 3-16,-2-9 1 0,0 7 4 15,0-7 11-15,0 0 14 0,2 7 10 16,-2-7 13-16,0 0 8 0,0 0 8 0,1 7 9 15,-1-7-1-15,0 0-13 0,0 0 0 16,0 0-8-16,0 0-3 0,0 0-9 0,0 0-4 16,0-30-8-16,0 19-3 0,0-4-2 15,0-1 0-15,1-2-11 0,0-1 3 0,0 0-4 16,0 3-1-16,-2 1-3 16,2 2 0-16,-1 2-3 0,1-1-3 0,-1 4 1 15,0 8-2-15,0-15-1 0,0 8-1 0,0 7-4 16,1-11 0-16,-1 11 0 15,0-10-2-15,0 10-2 0,0 0-2 0,1-11-2 16,-1 11 3-16,0 0-3 0,0 0-3 16,0-9 0-16,0 9 0 0,0 0-2 0,0 0-1 15,0 0 2-15,2-8 2 0,-2 8-2 16,0 0 3-16,0 0 0 0,0 0 0 0,0 0 3 16,0 0-2-16,12 16-2 0,-8-10 1 15,2 2 1-15,1 1 4 0,-1 0-1 16,2 2-4-16,2 0 2 0,-2 0 3 0,2 1-3 15,-1-1 0-15,1-1 1 0,-1 0 1 16,1-2 2-16,-4-1-1 0,1-1 1 16,-2 0 0-16,1-2 7 0,-3 0 2 15,1-1 4-15,-4-3 13 0,6 3 0 0,-6-3-3 16,0 0 2-16,11-7-7 0,-11 7 1 16,6-13-4-16,-3 3-4 0,0-1 6 15,-1 0-6-15,0-2-1 0,-1 2-1 0,1 1 0 16,-1 0-2-16,-1 1-3 15,1 1 0-15,-1 8-2 0,0-12 2 0,0 12-10 0,2-11 1 16,-2 11-10-16,0 0-17 0,-1-11-19 16,1 11-26-16,-1-6-17 0,1 6-12 0,0 0-21 15,0 0-34-15,0 0-46 0,0 0-64 16,-15 4-193-16,15-4-71 0,-10 6-37 16</inkml:trace>
  <inkml:trace contextRef="#ctx0" brushRef="#br0" timeOffset="179335.4989">25036 11887 1334 0,'2'-15'-65'16,"-2"15"11"-16,0 0 12 0,0 0 28 0,0 0 21 16,-1-8 23-16,1 8 23 0,0 0 10 15,0 0 8-15,0-10 2 0,0 10 3 16,0 0 2-16,0 0-2 0,1-7-4 0,-1 7-8 16,0 0-9-16,0 0-5 0,0 0-6 15,0 0-9-15,0 0-7 0,0 0-5 0,2-7-2 16,-2 7-4-16,0 0 2 0,0 0-4 15,0 0 1-15,0 0-4 0,0 0 0 16,14 13 0-16,-10-8-4 0,0-1 1 16,-1 1-1-16,3-1-2 0,0 2 2 0,-1 0-4 15,1-1 4-15,-2-1-3 0,2 0 3 16,0 2 0-16,0-2-5 0,-2-1-9 16,1 1-12-16,-5-4-17 0,8 6-17 0,-4-3-31 15,-4-3-30-15,7 2-59 0,-7-2-102 16,0 0-238-16,12-3-15 0</inkml:trace>
  <inkml:trace contextRef="#ctx0" brushRef="#br0" timeOffset="179651.4542">25257 11825 1247 0,'6'-2'-100'0,"-6"2"18"16,0 0 23-16,6-2 36 0,-6 2 17 15,0 0 5-15,0 0 10 0,0 0-6 16,7-3 3-16,-7 3-7 0,0 0 9 0,0 0-17 16,0 0 6-16,0 0-5 0,0 0 4 15,0 0 6-15,0 0 11 0,-1 14 2 0,1-14 14 16,-6 11 5-16,1-5 4 0,-2 2 6 16,0 2-6-16,0 2 3 0,-3-1 2 0,0 1-3 15,-3 7 3-15,1-2-11 16,1-4 1-16,2-1-3 0,-2 0 1 0,1 1 0 15,0-1-9-15,0-2-1 0,1 1-3 16,-2-1 5-16,2 0-11 0,-1-3-24 16,0 3-23-16,1-5-44 0,-1 1-63 0,1-1-115 15,1-2-112-15,-1-1 117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37:19.036"/>
    </inkml:context>
    <inkml:brush xml:id="br0">
      <inkml:brushProperty name="width" value="0.05292" units="cm"/>
      <inkml:brushProperty name="height" value="0.05292" units="cm"/>
      <inkml:brushProperty name="color" value="#FF0000"/>
    </inkml:brush>
  </inkml:definitions>
  <inkml:trace contextRef="#ctx0" brushRef="#br0">6020 6067 1817 0,'0'0'8'0,"0"0"-11"16,0 0 5-16,0 0-1 0,0 0 2 15,0 0-3-15,0-25 1 0,0 25 0 0,0-12-2 16,0 12 9-16,0-10 3 0,0 10 11 15,0-8-4-15,0 8 2 0,0-7 2 0,0 7-6 16,0 0 1-16,0-10 2 0,0 10 0 16,0 0-6-16,0-7 1 0,0 7 0 0,0 0-2 15,0 0-2-15,0 0-1 0,0-10 0 16,0 10 0-16,0 0-3 0,0 0-2 0,0 0 1 16,0 0-4-16,-1-7 5 0,1 7-3 15,0 0-1-15,0 0-2 0,0 0 3 16,0 0 1-16,0 0-1 0,0 0 2 15,0 0-1-15,0 0 1 0,0 0-3 0,0 0 2 16,0 0-3-16,0 0 0 0,0 0 2 16,0 0-2-16,0 0 0 0,0 0 1 0,0 0-3 15,0 0 1-15,0 0-5 0,0 0-17 16,0 0-33-16,-8-2-36 0,8 2-54 0,-10 2-166 16,10-2-209-16,-14 0-23 0</inkml:trace>
  <inkml:trace contextRef="#ctx0" brushRef="#br0" timeOffset="2254.7116">1557 4816 1405 0,'3'-6'-26'16,"-3"6"-2"-16,0 0 3 0,3-9 12 15,-3 9 6-15,2-6 14 0,-2 6 7 16,0 0 5-16,1-10 3 0,-1 10 6 0,-1-7-7 16,1 7 0-16,0 0 0 15,-2-11 0-15,2 11-4 0,-6-8-4 0,4 4-2 0,-3 0-1 16,1-1-2-16,-3 1-1 0,2 0 0 15,-2 0-1-15,-1 1 4 0,-2 1 0 0,-1-2-2 16,-1 3-6-16,-1-1 2 16,-2 0-3-16,1 0 0 0,-1 2-2 0,0 0 3 15,1 0-2-15,-2 0 4 0,1 0-5 16,-1 0 1-16,-1 0 0 0,3 2 4 0,-2-1-4 16,-1 2-4-16,-1 0 3 0,1-1-1 15,-1 2 1-15,2 0 0 0,1 0-2 16,-1 2-1-16,1 0 4 0,1 0 0 0,0 1 0 15,-1 1-3-15,-2 3-4 0,0 3 5 16,1-2-2-16,2 0 1 0,0 3 0 0,-1 0 7 16,3-1-3-16,-2 2-5 15,4-2 4-15,-2 3-1 0,-1 1-1 0,3-3 4 16,-1 3-4-16,1 1 4 0,-2 0-1 16,0 1 0-16,2 0-1 0,0 0-1 0,-1 0 0 15,3 0-2-15,-1 0 3 0,0 0 1 16,4-2-5-16,-1-2 5 0,0 7-3 0,-2-1 4 15,2 1-6-15,0 1 7 0,2-5 0 16,1 0-6-16,0-2 0 0,-1 0 2 16,1 1 0-16,1-1-2 0,2 2 3 0,0-1-4 15,-2 0 6-15,3 0-6 0,0 0 6 16,-1 0-2-16,2 1 0 0,1 1 0 0,2 3 1 16,0 1-5-16,0-5 3 0,1 4 0 15,-1-3 6-15,0-4 1 0,1 6-7 0,3 0 0 16,-2 0 4-16,-1-5-2 15,-1-1 1-15,2-1-3 0,-1 0 4 0,0 1 0 16,0-1 0-16,-1-2 1 0,1 1-3 16,-1 1-4-16,1-1 5 0,-1 0-3 0,1 0 2 15,0 0 5-15,-1 0-4 0,1 0-3 16,0-2 0-16,0 2 5 0,0-3-5 0,-1 0 1 16,1 1 0-16,0 2 4 0,1-3-4 15,-2 1 2-15,3 0 5 0,-1-1-8 0,0 3 2 16,0-2 6-16,0 0-3 15,2 0-4-15,-1 1 1 0,0-1 1 0,0 0 1 16,0 1 0-16,0 0 1 0,1 0 0 16,1-1-2-16,-2 2 0 0,1-1 1 15,1-1 2-15,0 1-8 0,0-2 3 0,0-1 0 16,2 0 0-16,-2-1 3 0,2 1-3 16,0-3-1-16,-1 1-2 0,0-1 6 0,0-2-2 15,1 0 5-15,0 0-7 0,-2-1 3 16,0 0 2-16,0 0-4 0,-2-1 0 0,1 0-2 15,-1 0 1-15,-1-2 4 0,3 2-4 16,-3-1 3-16,-2-1 2 0,-5-1-5 0,12 3 5 16,-7-2-3-16,-5-1-2 15,12 2 5-15,-5-2 7 0,-7 0-3 0,13-2-2 16,-6 1 6-16,1-1-2 0,-1 2 2 16,1-4-4-16,1 1 4 0,-1 0 0 0,2-1-4 15,-1-2 5-15,1 1 1 0,3-3-2 16,-1-1 0-16,-1 0 0 0,2-2-1 15,-3 0 6-15,1 0 10 0,3-5 0 16,-4 2-1-16,2-4-1 0,-3 3-1 0,-1 1 1 16,-1 0 0-16,-1-2-2 0,2 1 1 0,-3 1 1 15,0-2 0-15,1 0-3 0,-3 1 0 16,0-1-5-16,-1 3 3 0,1-3-6 0,-1 2 4 16,-2-1-4-16,0 1-2 0,0 0-1 15,1-1 0-15,-1-1 0 0,-1 2 1 0,0-1 1 16,-1 0 3-16,-1 0 1 15,0-2-4-15,2 1 2 0,-2-1-4 0,-2 0 1 16,3-1 2-16,-2 1-1 0,1 0 1 16,-1-1 0-16,1 1-3 0,-1-1 0 15,-2-6-6-15,2 4 2 0,1 3 0 0,-4-6-2 16,2 4 0-16,-1-4 1 0,2 4-2 16,1 1 2-16,-1 2-2 0,0-1 2 0,1 0 2 15,-1 1 0-15,2-1-2 0,-1 0 1 16,-1 1-1-16,2-2 0 0,0 1 1 0,0 0-3 15,0 0 0-15,1 2 0 16,0-2 1-16,0 2-1 0,0-2-1 0,-1 0 0 16,0 3 1-16,2-2 2 0,-1-1-1 15,-2 1 4-15,1-1 10 0,0 1 2 0,-1 2 0 16,-1-1 0-16,-2-1-4 0,0 1-1 16,1 0 0-16,-5-5-1 0,0 1 4 0,-1 0-8 15,0 0-3-15,-1 0-2 0,0 1 2 16,-1-1-4-16,-2 1 0 0,0-1 0 15,0 2-1-15,-4 0 1 0,2 0-3 0,-2 2-1 16,2 0 1-16,-2 2 1 0,1 0-1 16,3 4-1-16,2 1 0 0,2 4 0 0,1-3 0 15,1 3 2-15,2-1-25 0,-2 1-40 16,6 2-45-16,3 2-23 0,0 0-21 16,0 0-37-16,0 0-68 0,0 0-401 15,10 23-153-15</inkml:trace>
  <inkml:trace contextRef="#ctx0" brushRef="#br0" timeOffset="3582.97">2811 5793 1701 0,'1'-8'-73'15,"-1"8"-4"-15,0 0 13 0,-2-9 3 0,2 9 23 16,-5-9 13-16,1 5 3 0,-1-2 5 16,-1 2 4-16,-2-1 2 0,-2 0 1 0,-1 1 2 15,-1-1 1-15,-1 1 2 0,-2 0 9 16,-1-1 8-16,2 1-5 0,1 0 8 16,-1 1-2-16,0 0 0 0,0 0-3 15,0 0-1-15,-3 0-1 0,-1-1 10 0,0 2-5 16,-1-2-1-16,1 2-4 0,-1 1 5 15,-2-1-5-15,0 2-1 0,0-1-2 0,-1 1 5 16,-1 0-1-16,0 0-1 0,-7 1 0 16,0 1-1-16,6-2 0 0,-6 3 3 0,1 0-3 15,1 1 1-15,0-1 1 0,5-1 2 16,1 0-1-16,3 1 4 0,-2-1-5 0,1 0-2 16,2 0 1-16,1 0-2 0,2 0-1 15,0-1 4-15,2 2 1 0,-2-1-6 0,2 0 2 16,0 1 2-16,0 0-4 15,0 0-1-15,0 1 3 0,0-1-3 0,-1-1-5 16,-2 4 0-16,-1 0 2 0,0-2 1 16,1 2-2-16,-7 4 4 0,1-3-2 0,0 3-2 15,4-3 2-15,2-1 2 0,0 2-9 16,0-2 4-16,1 1 2 0,0 0-4 0,-1-1 4 16,1 2 2-16,1-2-4 0,-1 1-1 15,0 0 0-15,4-2 1 0,0 0-1 0,0 1 5 16,1-1-4-16,0-1 2 0,2 0 0 15,1 2 1-15,-1-3-2 0,2 2-2 16,-1 0-2-16,0 0 3 0,2 1 0 0,-2-1-2 16,2 1 1-16,0 2 1 0,-1 0-5 15,1 2 3-15,2 0 2 0,0 0-6 0,2 1 5 16,0 2 0-16,0 1 6 0,3 0-5 16,-1 2 0-16,3-4-1 0,1 5 5 15,5 4-7-15,0-1 3 0,2 0-1 0,2 0 3 16,3-2 1-16,0 1-1 0,3-2 4 15,0-1-1-15,2 0-3 0,2-2 5 16,2-1-3-16,1 0 6 0,0-4-3 0,1 0 6 16,3 0 2-16,9-2 3 0,-5-3 1 15,9 0 3-15,-5-4 3 0,8-2-4 0,2-1 1 16,-1-2 3-16,2-3 1 0,3-3-1 16,2-2 2-16,14-3 4 0,-15 2-3 0,13-5-1 15,-3-1 1-15,0 0-2 0,-2-3 0 16,-1 0-2-16,-13 3 3 0,9-6-1 15,-12 5-3-15,-4-1 0 0,-3 3 4 16,-5-1 2-16,-4 0 8 0,-8 3 0 0,-4-2 0 16,-5-1 3-16,-2 0-5 0,-5 0 0 15,-4 1 0-15,-4-6-2 0,-5-2-2 0,-6-5-3 16,-5 1-2-16,-7 2-4 16,-2 1-1-16,-3 2-3 0,-4 4-2 0,-1 2 0 0,-2 2-2 15,-3 2-1-15,0 3-3 0,-2 4-2 16,-1 1 1-16,8 5-2 0,-1 2-5 0,3 1 3 15,3 2-7-15,-1 2-13 16,2 1-20-16,3 2-28 0,5 1-37 0,5 0-32 0,3 0-37 16,5 1-81-16,2-1-380 15,4 0-129-15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37:37.360"/>
    </inkml:context>
    <inkml:brush xml:id="br0">
      <inkml:brushProperty name="width" value="0.05292" units="cm"/>
      <inkml:brushProperty name="height" value="0.05292" units="cm"/>
      <inkml:brushProperty name="color" value="#FF0000"/>
    </inkml:brush>
  </inkml:definitions>
  <inkml:trace contextRef="#ctx0" brushRef="#br0">3345 7020 376 0,'0'0'58'0,"0"0"-15"16,0 0-2-16,0 0 1 0,0 0-4 0,5-4 4 16,-5 4-2-16,0 0-4 0,0 0 3 15,0 0 2-15,0 0-4 0,0 0 4 0,0 0 4 16,0 0 1-16,0 0-6 0,0 0 4 16,0 0-2-16,0 0-7 0,0 0-1 15,0 0 2-15,0 0-1 0,0 0-6 16,0 0 5-16,0 0-3 0,0 0-4 0,0 0 2 15,0 0-5-15,0 0-2 0,0 0-4 16,0 0 0-16,0 0 1 0,0 0 1 0,0 0-2 16,0 0 1-16,0 0-3 0,0 0 1 15,0 0 0-15,0 0 0 0,0 0 5 0,0 0-4 16,0 0 6-16,0 0-6 0,0 0 4 16,0 0 2-16,0 0-4 0,0 0-4 15,0 0 2-15,0 0-4 0,0 0 1 0,0 0-1 16,0 0-1-16,0 0-3 0,0 0-1 15,0 0-1-15,0 0 0 0,0 0 1 0,0 0-1 16,0 0-3-16,0 0 5 0,0 0-5 16,0 0 6-16,0 0-6 0,0 0 3 0,0 0-2 15,0 0-3-15,0 0 2 0,0 0-2 16,0 0-2-16,0 0 4 0,0 0-2 16,0 0-3-16,0 0-1 0,0 0 3 15,0 0-2-15,0 0 4 0,0 0-2 0,0 0-1 16,0 0-1-16,0 0-1 0,0 0 0 15,0 0 0-15,0 0 1 0,0 0-2 0,0 0-2 16,0 0 4-16,0 0-2 0,0 0-1 16,0 0 3-16,0 0 3 0,0 0-7 0,0 0 4 15,0 0-5-15,0 0-1 0,0 0 4 16,0 0-2-16,0 0-2 0,0 0-1 0,0 0 2 16,0 0-3-16,0 0 2 0,0 0-3 15,0 0 4-15,0 0 1 0,0 0-1 16,9 9 0-16,-9-9 1 0,8 0 2 15,-8 0 4-15,10 0-3 0,-10 0 1 0,14 0-1 16,-7 0 3-16,-7 0 0 0,14-1-3 16,-7 1 1-16,1-1-1 0,0 1 1 0,-8 0 2 15,16-1-1-15,-9 0 0 0,2 1-1 16,-9 0-2-16,15-1 3 0,-8 1-2 0,1 0-1 16,-1-2 6-16,-7 2-5 0,15 0 2 15,-9-1-3-15,1 0 8 0,-7 1-5 16,14 0 1-16,-8 0-4 0,-6 0-1 0,12-2 4 15,-12 2-2-15,10 0-2 0,-10 0 6 0,10-1-5 16,-10 1 2-16,9 0-1 16,-9 0 1-16,8-1 3 0,-8 1-6 0,11-1 4 15,-11 1-6-15,11 0 4 0,-5 0 4 16,-6 0-3-16,13-1 2 0,-13 1-2 0,12 1 3 16,-6-1-5-16,-6 0 5 0,10-1-1 15,-10 1-1-15,10 0-2 0,-10 0 0 0,8-1-2 16,-8 1 0-16,8 1 5 0,-8-1 0 15,9 0-1-15,-9 0-1 0,0 0 0 0,12 0-1 16,-12 0 2-16,8 0-2 0,-8 0 0 16,7 1-2-16,-7-1 3 0,8 1 1 0,-8-1 3 15,9-1-4-15,-9 1 1 16,10 1-2-16,-10-1 1 0,10 0 2 0,-10 0-4 16,12 0 5-16,-12 0-3 0,10 0-2 15,-10 0 0-15,10 0 2 0,-3 0 0 0,-7 0 0 16,13 0-1-16,-7 0 0 0,-6 0 3 15,12 0-2-15,-12 0-1 0,14 0 6 0,-8 0-6 16,-6 0 2-16,12-1-1 0,-12 1 3 16,13-1-5-16,-6 1 3 0,-7 0-1 0,13-1 0 15,-7 1 0-15,-6 0 1 0,15 0 2 16,-8-1-5-16,2 1 1 0,-1-1 2 0,0 1 0 16,-8 0 1-16,13 0 4 0,-7-1-8 15,-6 1 0-15,11-1-2 0,-11 1 4 16,9 0 0-16,-9 0 3 0,0 0-3 15,12 0 0-15,-12 0 5 0,8 0-9 0,-8 0 3 16,0 0-2-16,13 0 6 0,-13 0-3 16,8 1 0-16,-8-1-2 0,9 0 0 0,-9 0 3 15,12-1-2-15,-12 1-1 0,14 0 3 16,-8 0 3-16,2 0-3 0,-8 0 0 0,15 0-2 16,-8 0 4-16,-7 0-3 0,14-1-1 15,-7 2 4-15,1-1-4 0,-8 0 1 16,14 0 0-16,-14 0 1 0,12 0 0 0,-7 0 1 15,-5 0-1-15,10 0-2 0,-10 0-2 0,12-1 2 16,-12 1 2-16,11 0-2 16,-11 0 1-16,10 0-3 0,-10 0 6 0,12 0 0 15,-12 0-1-15,12-1 0 0,-12 1-2 16,10 0-3-16,-10 0 3 0,11-2 3 0,-11 2-2 16,8 2 2-16,-8-2 1 0,9 0-6 15,-9 0 1-15,8 0 0 0,-8 0-2 0,8-2 7 16,-8 2-5-16,0 0 2 0,12 0 1 15,-12 0-4-15,10 2 4 0,-10-2-4 0,12-2 2 16,-6 4-4-16,-6-2 5 0,14 0 0 16,-6-2 0-16,-8 2 0 0,14 0-4 0,-5 0 1 15,-2 0 2-15,1 0 1 0,-8 0-1 16,15-1 3-16,-8 2-2 0,-7-1-2 16,13-1 1-16,-13 1 0 0,11 0 1 15,-11 0 1-15,8 0 1 0,-8 0-3 0,0 0-5 16,10 1 3-16,-10-1 0 0,0 0 0 15,10 0 2-15,-10 0 1 0,7 0-3 0,-7 0 1 16,9 0 2-16,-9 0 1 0,10 0 1 16,-10 0-1-16,11 0-2 0,-4 0 4 0,-7 0-4 15,13-1 0-15,-5 1 0 0,-8 0 0 16,14-2 0-16,-7 1 3 0,1 0 1 0,0 1-3 16,0-2 3-16,-8 2-3 0,13-2-3 15,-7 1 2-15,-6 1 0 0,11-2 0 16,-5 1 2-16,-6 1-4 0,9-1 2 15,-9 1 2-15,8-1-1 0,-8 1 4 0,10-2-5 16,-10 2 1-16,10-2-2 0,-4 0 0 16,-6 2 0-16,11-2 4 0,-6 1-4 0,1-2 2 15,-6 3-2-15,14-4 2 0,-6 1 2 16,1 0-4-16,-1 1 0 0,1-1 1 0,-1 0 1 16,0 0-1-16,0 0 1 0,-1 0 3 15,0 1-3-15,-2 0 4 0,-5 2 4 0,11-4 4 16,-7 2 7-16,-4 2 7 0,8-4 0 15,-8 4-1-15,5-3-1 0,-5 3 0 16,5-3-3-16,-5 3-2 0,3-5-2 16,-3 5-2-16,7-7-4 0,-7 7-1 0,4-6 2 15,-1 1-3-15,0 0-1 0,-3 5-1 16,4-11-1-16,0 5 1 0,-1-1-3 0,-1 2 0 16,1-2 0-16,1 0-1 0,-3-1 1 15,3 1-2-15,-1 0 5 0,-1 0-5 0,0-1 3 16,1 1-2-16,-1-2 3 0,-1 2-1 15,1 0 1-15,0 0 2 0,-1 0 2 0,0 0 1 16,-1 7 2-16,2-13-4 0,-1 6 1 16,-1 1-1-16,0 6 2 0,0-13-2 0,1 7-2 15,-1 6 0-15,1-12 1 16,-1 6 0-16,0 6 1 0,2-11-3 0,-3 5 5 16,1 6-3-16,0-12-3 0,-1 5 1 15,1 7-2-15,-1-12 0 0,0 5 4 0,-1 1-2 16,2 6-2-16,-3-15 3 0,1 8-3 15,0-1-1-15,0 1 3 0,-2-1-2 0,2 0 0 16,0 1-3-16,0-1 4 0,-3 1-1 16,2-1 2-16,-1 1-1 0,1 0-3 0,-1 0 0 15,1 0-1-15,-1-1 7 0,-1 2-5 16,0-3 1-16,-1 2-1 0,1 0-1 0,0-1 0 16,-1 0-1-16,0 0 1 15,-1 0 1-15,0-1-4 0,1 1 1 0,-2 0-1 16,1 0 4-16,-1-1-1 0,0 1-1 15,0-1 1-15,0 1 1 0,0 0 0 0,0 1 0 16,-1-1 8-16,1 1-2 0,-2 0-5 16,3-1 1-16,-3 1-4 0,1-1 2 0,0 3-3 15,-1-2 0-15,0 0 0 0,1 1 1 16,0-1-2-16,-1 0 1 0,0 3 3 0,1-3-5 16,0 3 1-16,-1-1-1 0,3 0 4 15,-3 0-3-15,3 1 1 0,-2 1-2 16,1-2 2-16,1 1 2 0,-2-1-4 0,0 3 0 15,0-2 0-15,-1 0 1 0,0-1-3 16,2 3 2-16,-1-1 1 0,0 1-1 0,-1-1 0 16,1 1-1-16,0 0 2 0,0-1-1 15,-1 2 2-15,0-2-3 0,1 2 2 16,0 0-2-16,-1-1 2 0,1 2 0 0,-2-2-4 16,1 0 4-16,0 2-1 0,-1-1 1 15,2 0-1-15,-1 0 3 0,-1 1-3 16,0-1 0-16,1 0 5 0,-2 0-5 0,2 1 0 15,-1-1 0-15,0 1 2 0,1-2-4 16,0 2 2-16,0 0-2 0,-1-1 2 0,1 1-2 16,0 0 1-16,1 0 3 0,0 0-2 15,0 0 3-15,9 0 3 0,-17 0-7 16,9 0 2-16,-1 0-1 0,1 0-2 0,0 1-1 16,0 0 4-16,0 0-2 0,1-1 0 15,-2 1 2-15,0 1-2 0,0 0 1 16,-1-1 1-16,1 0 3 0,-1 1 3 0,0 0-9 15,1-1 2-15,-1 1-1 0,1-1 2 16,0 2 1-16,-1-2-4 0,2 2 1 0,-1-1-3 16,1 0 4-16,1-1 2 0,-1 1-3 15,0 0 1-15,0 0-2 0,2-1 4 0,-1 2-4 16,0-1 1-16,-1 0 2 0,1 1 0 16,-2 0 0-16,0 0 0 0,0 0-1 0,-1 0 1 15,1 0-3-15,-1 2 3 0,-2-2 0 16,0 2 0-16,-1-1 0 0,1 0-1 15,0 1 6-15,0-1-5 0,3-1-3 16,-2 0 2-16,2 0 1 0,0 0 0 0,1-1-2 16,1 1 1-16,0 0 1 0,0-1-2 15,1 1-1-15,6-3 3 0,-11 3-2 0,6-1 0 16,5-2 2-16,-11 4-1 0,6-3 0 16,-1 1-1-16,6-2 2 0,-11 5-1 0,5-3 1 15,1 0 0-15,5-2-1 0,-12 5 0 16,5-2-1-16,0-1 1 0,-1 2 3 0,0 0-2 15,0 0-2-15,-2 0 2 0,1 1 0 16,-3 0 2-16,2 0-1 0,-1 0-3 16,0 0 2-16,0 0 0 0,2 0 2 15,0-2-1-15,0 2-3 0,0-1 1 0,1 0-1 16,2-1 0-16,0 0 2 0,0 0-2 16,6-3 1-16,-10 4 1 0,6-1-1 0,4-3 2 15,-9 4-1-15,4-1-2 0,5-3 0 16,-10 4 2-16,5-1-2 0,0 0 1 0,5-3 1 15,-10 6 1-15,3-3-3 0,1 0 3 16,0 2-2-16,-1-1 1 0,0 0 0 0,0 1-2 16,0 0 1-16,-2 0 1 0,2 0 0 15,-1-1-1-15,-1 0 1 0,2 1-1 16,1 0 0-16,-2-1 2 0,2 1-1 16,0-2-2-16,1 1 1 0,0 0-3 0,0-1 0 15,5-3 2-15,-7 7 0 0,3-4-2 16,0 1 3-16,4-4-3 0,-9 7 2 0,6-2 0 15,3-5-1-15,-6 5-1 0,4-1 4 16,2-4-1-16,-7 8-1 0,4-5-2 0,3-3 2 16,-5 8 0-16,3-4-2 0,2-4 2 15,-5 9 4-15,2-5-1 0,3-4-2 0,-3 9-1 16,0-4 0-16,3-5 5 0,-4 8-2 16,1-2-2-16,3-6-1 0,-5 9 1 0,4-4-3 15,1-5 1-15,-4 9 5 0,2-4-5 16,2-5 6-16,-4 8-5 0,4-8 1 15,-2 7-3-15,2-7 0 0,-3 8 2 16,3-8 1-16,-2 7-1 0,2-7 0 0,-1 8 0 16,1-8 2-16,-1 7-3 0,1-7 3 15,-2 7-2-15,2-7 1 0,-1 8 2 0,1-8-1 16,-1 8-2-16,1-8-1 0,-1 9 1 16,1-9-1-16,-1 9 4 0,1-9-4 0,1 9 3 15,-1-9-3-15,1 11 1 0,-1-6 2 16,0-5-1-16,2 10-2 0,-2-4-1 0,0-6 3 15,0 10 1-15,0-10 1 16,2 9-2-16,-1-5 1 0,-1-4 1 0,0 9 1 16,0-9-3-16,0 10 1 0,0-10-2 15,0 9 3-15,0-9-2 0,1 8 0 0,-1-8 0 16,2 8 1-16,-2-8 1 0,1 8 0 16,-1-8-3-16,2 9 2 0,-2-9-2 0,1 7 0 15,-1-7 3-15,2 7-3 0,-2-7 6 16,2 8-5-16,-2-8 1 0,2 8-2 0,-2-8 2 15,2 7-2-15,-2-7 2 0,3 9-2 16,-3-9 0-16,2 6 2 0,-2-6-1 0,2 7-1 16,-2-7 2-16,2 6 1 0,-2-6-3 15,3 7 1-15,-3-7 0 0,2 8-1 0,-2-8 2 16,3 7 0-16,-3-7-2 16,3 8 1-16,-1-5 0 0,-2-3 4 0,4 7-3 15,-4-7 0-15,3 7 0 0,-3-7 0 16,2 7 1-16,-2-7-3 0,4 5 1 0,-4-5 0 15,3 7 1-15,-3-7 0 0,4 5-3 16,-4-5 0-16,5 8 1 0,-5-8-1 0,4 6-1 16,-2-3 0-16,-2-3 2 0,5 6 0 15,-5-6-1-15,5 5 0 0,-5-5 2 0,5 7 0 16,-5-7 0-16,6 4 2 16,-6-4-1-16,4 5-4 0,-4-5 2 0,5 4 0 15,-5-4 5-15,6 5-2 0,-6-5-5 16,5 4 4-16,-5-4-2 0,8 4 1 0,-5-1 0 15,-3-3 0-15,8 4 0 0,-8-4-1 16,8 4 2-16,-4-2-1 0,-4-2-2 0,8 3 0 16,-8-3 1-16,7 3 0 0,-7-3 1 15,8 4-2-15,-3-2 1 0,-5-2-3 0,5 2 3 16,-5-2 2-16,8 1-4 0,-8-1 2 16,0 0 1-16,8 3-3 0,-8-3 2 0,6 2 2 15,-6-2 0-15,6 1-2 0,-6-1 1 16,8 2 1-16,-8-2 0 0,10 1-2 15,-10-1 2-15,14-1-1 0,-7 1 0 16,-7 0 2-16,15-1-1 0,-5 0 0 0,0 1 0 16,-1-1-2-16,1-1 3 0,0 2 2 15,-3-1-4-15,1 0 3 0,0 0-6 0,-8 1 4 16,15-1-1-16,-9 0 2 0,-6 1-2 16,11-1 1-16,-11 1-1 0,8-1-1 0,-8 1 2 15,8-1 2-15,-8 1-2 0,8 0-1 16,-8 0 0-16,0 0 1 0,10-2 1 0,-10 2-2 15,7-1 2-15,-7 1-1 0,0 0 0 16,11-1 0-16,-11 1 1 0,6-1-2 0,-6 1 1 16,0 0 0-16,9-1-1 0,-9 1 0 15,0 0 2-15,7-1-1 0,-7 1 2 16,0 0-2-16,0 0 1 0,0 0 0 16,0 0 3-16,9 0-3 0,-9 0 3 0,0 0-1 15,0 0 0-15,0 0-2 0,0 0 0 16,0 0 1-16,0 0-1 0,0 0-1 0,0 0-4 15,0 0-15-15,0 0-21 0,7-2-42 16,-7 2-46-16,0 0-66 0,4-5-212 0,0 1-125 16,1-2-35-16</inkml:trace>
  <inkml:trace contextRef="#ctx0" brushRef="#br0" timeOffset="7799.2942">3528 7748 1391 0,'-5'-5'-64'0,"5"5"10"0,-6-4 16 0,6 4 11 16,-7-4 7-16,7 4 7 0,-6-5 13 15,6 5 2-15,-6-4 13 0,6 4-1 16,-8-4 4-16,8 4 10 0,-6-3-2 0,6 3 3 16,-6-3-2-16,6 3 4 0,0 0-6 15,-5-4-2-15,5 4 3 0,0 0-5 16,0 0 2-16,-8-2 2 0,8 2-7 0,0 0-4 15,0 0-1-15,0 0-3 0,0 0 2 16,-7-2-3-16,7 2 2 0,0 0-1 0,0 0-3 16,0 0-1-16,0 0-1 0,0 0-1 15,0 0 0-15,0 0-4 0,0 0-2 0,0 0 1 16,0 0-1-16,0 0-7 0,0 0 2 16,0 0 2-16,0 0 0 0,0 0-2 15,0 0 1-15,0 0 3 0,0 0 1 16,0 0-1-16,29 12 3 0,0-9-1 0,9-2 2 15,16-2-4-15,9-2-1 0,23-4 4 16,8 0 7-16,4-2-7 0,6 0 1 0,2 0 2 16,-1-1-1-16,-4 1-4 0,-7 1 6 15,-3 0 1-15,-4 2-4 0,-23 2 1 0,-3 1 3 16,-5 0 1-16,-7 2-2 0,-9 1 1 16,-5-2-2-16,-4 1-2 0,-6 1-1 0,-7 0-4 15,-3 0 4-15,-3 0 3 0,-1-1-2 16,-1 1 7-16,-1-1 3 0,-2 1 2 15,-7 0 2-15,13 0 1 0,-13 0 1 0,10 1-2 16,-10-1 1-16,8 1-7 0,-8-1 8 16,7 0 2-16,-7 0-9 0,0 0 0 15,9 0-3-15,-9 0-6 0,0 0-14 0,0 0-21 16,0 0-27-16,0 0-31 0,0 0-66 16,0 0-197-16,0 0-16 0,0 0 116 0</inkml:trace>
  <inkml:trace contextRef="#ctx0" brushRef="#br0" timeOffset="13414.8175">18510 4577 661 0,'0'0'58'0,"-4"3"-29"16,4-3-27-16,0 0-3 0,0 0 5 16,-7 2 14-16,7-2 2 0,0 0 4 0,0 0-4 15,0 0-6-15,0 0 0 0,0 0 5 16,-3 4-7-16,3-4 6 0,0 0 0 0,0 0-4 16,0 0 5-16,0 0-5 0,0 0-1 15,0 0 2-15,0 0-1 0,0 0-4 0,0 0 1 16,0 0-2-16,0 0 0 0,0 0-2 15,0 0 3-15,-5 4-8 0,5-4 9 0,0 0-8 16,0 0 3-16,0 0 0 0,0 0-1 16,0 0-3-16,0 0-2 0,0 0-10 0,0 0-13 15,0 0-24-15,0 0-18 0,0 0-26 16,0 0-63-16,0 0-91 0,0 0 234 16</inkml:trace>
  <inkml:trace contextRef="#ctx0" brushRef="#br0" timeOffset="21012.9779">12823 8875 665 0,'0'0'7'0,"0"0"10"0,0 0 7 0,2-5 3 16,-2 5 5-16,0 0 7 15,0 0 0-15,0 0 4 0,0 0-2 0,0 0-2 16,0 0 0-16,0 0 1 0,0 0 0 16,0 0-4-16,0 0 7 0,0 0-5 0,6-4-4 15,-6 4 5-15,0 0-5 0,0 0-1 16,0 0 3-16,0 0-4 0,0 0-4 0,0 0-3 16,0 0-3-16,0 0 2 0,0 0-2 15,0 0-4-15,0 0-3 0,0 0 0 0,0 0-6 16,0 0 3-16,0 0-5 0,0 0-2 15,0 0-1-15,0 0-2 0,0 0-3 16,0 0 3-16,0 0-5 0,0 0 5 0,0 0 0 16,0 0-2-16,0 0 0 0,2 17 0 15,-2-11 2-15,0-6-1 0,0 17 3 0,0-7-7 16,0 5 3-16,1 2 4 0,0 3-1 16,0 8 9-16,1 4 4 0,-1 1 6 0,1 2 2 15,1 10-4-15,1 0 1 0,0 2-3 16,0-1 0-16,1 0 0 0,2 0-2 0,-1 0-2 15,0-1 1-15,2-1-6 0,0 0 0 16,-1-2 1-16,-2-1 0 0,1-1-1 0,-3-7 0 16,1-3 4-16,-2 1-4 0,-1-3-1 15,-1-5 1-15,0-4-4 0,1 0 4 16,-1-4-3-16,1-2 5 0,-2-2 0 16,1 0-1-16,-1-2 4 0,1-1 5 0,0-1 1 15,0-7 1-15,0 12 0 0,1-7 0 16,-1-5 0-16,1 9-1 0,-1-9-5 0,0 6 0 15,0-6-3-15,0 0-1 0,2 8-8 16,-2-8-18-16,0 0-25 0,0 0-34 0,0 0-35 16,0 0-48-16,0 0-120 0,0 0-247 15,0 0-28-15</inkml:trace>
  <inkml:trace contextRef="#ctx0" brushRef="#br0" timeOffset="22989.5147">21931 8911 1349 0,'4'-9'-61'16,"-4"9"24"-16,2-7 13 0,-1 1 5 0,-1 6 16 15,2-10 9-15,0 4 13 0,0 0 18 16,-2 6 2-16,0-11 9 0,0 4 3 0,0 7-1 15,-1-12 3-15,1 12 7 0,-1-12 7 16,0 6 0-16,1 6-8 0,-2-10-2 16,2 10-4-16,-2-9-4 0,2 9 0 15,-2-8-1-15,2 8-4 0,-2-7-3 0,2 7-4 16,0 0-5-16,-1-7-4 0,1 7-8 16,0 0-1-16,0 0-5 0,0 0-6 0,-2-8-4 15,2 8 4-15,0 0-3 0,0 0 0 16,0 0 0-16,0 0-1 0,2 24 0 0,-1-11-3 15,-1 2 1-15,1 4 2 0,-1 8-1 16,1 4 0-16,0 0 0 0,0 3-1 0,-1 0 0 16,1 0 2-16,1 1-3 0,-1 1 1 15,1-2 3-15,0 1-1 0,-2-3-1 0,2 0-1 16,-1-4 1-16,-2-4-1 0,1-4 3 16,0-2-1-16,-1-1-1 0,1-2 0 15,-2-1 2-15,2-2-1 0,-1-2 2 0,-2 0-2 16,3-2-4-16,-2-1-15 0,1-1-15 15,1-6-28-15,-1 8-53 0,1-8-96 0,0 0-211 16,0 0-105-16,0 0-26 0</inkml:trace>
  <inkml:trace contextRef="#ctx0" brushRef="#br0" timeOffset="43239.9708">2722 9163 274 0,'0'0'133'16,"0"0"-36"-16,0 0-50 0,0 0-10 15,-7 0-13-15,7 0-3 0,0 0 3 0,0 0-3 16,0 0 5-16,0 0 8 0,0 0-8 16,0 0-6-16,0 0 9 0,0 0-5 15,0 0 9-15,0 0-6 0,0 0 7 0,0 0 8 16,0 0-14-16,0 0 8 0,-6 2-4 16,6-2-6-16,0 0 7 0,0 0-13 0,0 0 5 15,0 0-5-15,0 0 2 16,0 0-3-16,0 0 0 0,0 0 1 0,0 0-3 15,0 0-1-15,-5 4-4 0,5-4 3 16,0 0-4-16,0 0 3 0,0 0-3 0,0 0 1 16,0 0-2-16,0 0-2 0,0 0-1 15,0 0 1-15,0 0 0 0,0 0-4 0,0 0 3 16,0 0-3-16,0 0 1 0,0 0-2 16,0 0 4-16,0 0-6 0,0 0 0 0,0 0-1 15,0 0 2-15,0 0-2 0,0 0-1 16,0 0 1-16,0 0 0 0,0 0 0 15,0 0-1-15,0 0 3 0,0 0 1 16,0 0-1-16,0 0-6 0,0 0 3 0,0 0 1 16,0 0-3-16,0 0-1 0,0 0 0 15,0 0 2-15,0 0-4 0,0 0 2 0,0 0 4 16,0 0-4-16,0 0-1 0,0 0 4 16,0 0-3-16,0 0 2 0,0 0 2 0,17 3 4 15,-17-3-3-15,8 0-1 0,-8 0-3 16,14-1 5-16,-7 1 2 0,2 0 2 15,-1 0-7-15,2 0 4 0,1 0 1 0,0-1 6 16,0 0-11-16,1 0 0 0,0 1 5 16,0-1 1-16,2 0-3 0,0 0 0 0,0 0 3 15,-1-1-4-15,1 1 3 0,0-1 3 16,1 1 0-16,0-2-2 0,0 1 8 16,-1 0-5-16,-1 0-4 0,5-2 0 15,-5 1 3-15,1 1-2 0,2-1 3 0,-3 0-3 16,1 0-3-16,-2 1-1 0,-1 0 6 15,2 0 0-15,-2 1-1 0,-1-1 2 0,-1 1-2 16,0-1-3-16,1 0 1 0,-3 1-4 16,0 1-2-16,-7 0 3 0,13-2-2 0,-6 1 1 15,-7 1 0-15,12-2 3 0,-12 2-5 16,11-1 4-16,-11 1-1 0,9 0-2 16,-9 0 2-16,12-2-3 0,-7 2 5 15,-5 0-4-15,13-2 3 0,-8 1-4 0,-5 1 4 16,14-1 1-16,-7 0-3 0,0 0-1 15,0 0 0-15,-7 1 2 0,16-1-1 0,-8 1 2 16,1-1-2-16,0 1 0 0,-1 0-1 16,0-1 0-16,2 0 2 0,-1 1-1 0,1-1 0 15,1 0 0-15,0 0-1 0,-1 0 1 16,2 1-2-16,0-1 2 0,2 0 2 0,0 0-2 16,-1 0 4-16,3-1-5 0,-1 1 1 15,2-1 0-15,1 1 0 0,1 0 4 16,-3-1-6-16,1 2 3 0,1-2 0 15,-2 1-3-15,1 0 5 0,-1-1-3 0,-1 2 2 16,1-1-2-16,0 0 1 0,0 1 3 16,-2-1 0-16,1 1-6 0,1-2 1 15,-2 2 1-15,0 0-1 0,-2 0 6 0,0 0-5 16,1-1-3-16,-1 1 5 0,1 0-2 16,-1 0 2-16,2 0-3 0,-1 1 3 0,0-1-4 15,-1 0 2-15,3 0 2 0,-3 0 1 16,3-1-3-16,0 1 7 0,-1 1-6 0,0-1 0 15,0 1-3-15,-1-1 1 0,-1 1 0 16,0 0 4-16,0-1-4 0,0 1 2 0,2-1-2 16,-3 1 3-16,1 0 3 0,-1 0-5 15,2 0 1-15,-1 0 0 0,-2 0-3 0,1 0 3 16,0 1-1-16,1-1 0 16,-1 0-1-16,1 1 1 0,0-2 1 0,-1 1-1 15,0 1 1-15,1-1-2 0,-1 0-2 16,1 0 6-16,2 0 0 0,-2-1-3 0,2 0-3 15,0 1-2-15,-1 0 5 0,2-1 0 16,-3 1 2-16,0 0-3 0,0-1 1 0,1 2-2 16,2-1 4-16,-2 0-2 0,2 0 1 15,-1-1 0-15,0 1 2 0,3 0-1 0,-2 0-1 16,1 0-2-16,1-1-2 0,3 0 7 16,1-2-4-16,1 2 3 0,8-2-5 15,0-1 1-15,1-1 1 0,1 0 0 16,-1 2 3-16,-2-1-2 0,1 0 2 0,-1-1-3 15,-5 2 2-15,-3 1 0 0,-2-1-2 16,0 1-2-16,-3 0 2 0,-2 0 3 16,-1-1-1-16,-2 1-3 0,-1 0 8 0,-3 1 2 15,0-1 3-15,-7 1 4 0,12 0 9 16,-12 0 7-16,9 0 5 0,-9 0 7 0,9 0 1 16,-9 0 5-16,0 0-8 0,9 0-2 15,-9 0-7-15,0 0-3 0,0 0-2 0,8 1-3 16,-8-1-6-16,0 0-19 0,0 0-31 15,0 0-35-15,4 3-40 0,-4-3-56 16,0 0-182-16,0 0-144 0,0 9 7 16</inkml:trace>
  <inkml:trace contextRef="#ctx0" brushRef="#br0" timeOffset="47379.781">5622 9125 1229 0,'0'0'-58'0,"-4"-4"10"0,4 4 5 0,0 0 8 16,0 0 6-16,0 0 5 0,0 0 9 0,-7-3 11 15,7 3 5-15,0 0 5 0,0 0 2 16,0 0-3-16,0 0 4 0,0 0-6 15,0 0 9-15,0 0-5 0,0 0 8 0,0 0-5 16,0 0 1-16,0 0-3 0,0 0-6 16,0 0 0-16,0 0 2 0,0 0-1 0,0 0-1 15,0 0 1-15,0 0 2 0,0 0-3 16,0 0-3-16,0 0-1 0,0 0 6 0,0 0-11 16,0 0 10-16,0 0-8 0,0 0 2 15,0 0-1-15,0 0 3 0,0 0-2 16,0 0-2-16,0 0 5 0,0 0-2 15,0 0-1-15,0 0 5 0,0 0-2 0,0 0 3 16,0 0-2-16,0 0-1 0,0 0-3 16,0 0 4-16,0 0-3 0,0 0-2 0,0 0 4 15,16 11 2-15,-16-11 5 0,7 2-8 16,-7-2 2-16,9 2 2 0,-9-2 0 0,10 1 1 16,-3-1-3-16,-7 0 7 0,13 2-4 15,-6-1 0-15,0 0-2 0,1 0-8 0,-1 0 7 16,2-1 0-16,0 1 5 0,0 0-2 15,0 1 0-15,0-2 4 0,0 1-4 0,-1-2 0 16,1 2 1-16,-1-1-2 0,3-1-3 16,-1-1 6-16,1 2 5 0,1-1 0 0,2 0 2 15,0 0-4-15,-1-1-2 0,2 1 2 16,-2-1 0-16,1 1-2 0,-2 0 1 16,-1 0-2-16,0 0 2 0,0 0-5 15,-1 1 1-15,1-1-4 0,-1 0 3 0,-1 1 2 16,-1 0-5-16,0 0 5 0,-8 0-2 15,16 0 3-15,-9 0-2 0,-7 0-3 0,15-1 2 16,-7 0 1-16,0 1-5 0,-8 0 3 16,17 0 1-16,-9 0 0 0,1-1 1 0,2 1-3 15,-1 0 1-15,0-1-4 0,0 1 1 16,-1 1-1-16,1-2 4 0,-1 1-2 0,0 0 4 16,0-1-3-16,-9 1-8 15,16 0 14-15,-7-1-9 0,0 1 2 0,0-1 0 16,-1-1 3-16,0 2-5 0,0 0 8 15,-8 0-6-15,16 0 3 0,-8-1 0 0,1 1-2 16,-1 0 0-16,-8 0-1 0,15-1 0 16,-7 1-2-16,-8 0-2 0,14 0 3 0,-7-2-2 15,1 2 3-15,-8 0 7 0,14-1-8 16,-7 1 1-16,-7 0 1 0,12 0 1 0,-5 0-9 16,-7 0 5-16,11-2 2 0,-4 2-2 15,-7 0 4-15,12 0 0 0,-12 0 0 0,13-1 0 16,-7 2-2-16,-6-1 1 0,14-1-2 15,-8 1 1-15,-6 0 0 0,13 0 2 16,-5-2-2-16,1 2-2 0,-2 2 2 16,-7-2 4-16,16 0-5 0,-8 0 2 0,-1 0-1 15,-7 0-1-15,15 0 2 0,-7 1-5 16,-1-1 4-16,-7 0 2 0,17-1-2 0,-8 1 2 16,0 0-5-16,-1 1-2 0,0-1 8 15,1 0 2-15,-9 0-4 0,15-1-1 0,-6 1-1 16,-1 0 2-16,-8 0-5 0,15 0 8 15,-7 0-8-15,-8 0 0 0,13 0 6 0,-13 0-8 16,11-2 9-16,-4 2-5 0,-7 0 4 16,12 0-5-16,-12 0-2 0,12-1 5 0,-5 1 1 15,-7 0-3-15,12 0 7 16,-4-1-6-16,-8 1-3 0,13 0 2 0,-6-1 2 16,-7 1 1-16,14 0 1 0,-6 0-4 15,-1-1 7-15,-7 1-6 0,15 0 6 0,-7-1 0 16,-1 2-5-16,-7-1 1 0,13-2-1 15,-5 2-1-15,-8 0 2 0,14 0 4 0,-7 0-5 16,-7 0 2-16,14 0 0 0,-8 0-2 16,-6 0-3-16,14-1-1 0,-6 2 7 0,-1-1-8 15,-7 0 7-15,16-2-1 0,-8 2 4 16,0 0-2-16,-8 0 0 0,17 0 1 0,-8 0-1 16,-1 0 0-16,1 0-1 0,-1-1 2 15,-8 1-1-15,15 0-1 0,-8 0 2 0,-7 0-3 16,13 0 1-16,-7 0 6 15,-6 0-8-15,11-1 0 0,-11 1 3 0,10 0-10 16,-10 0 11-16,10-1-2 0,-10 1-1 16,7 0 0-16,-7 0-8 0,0 0 9 0,13 0-1 15,-13 0 0-15,8 0 2 0,-8 0-6 16,8 0 8-16,-8 0 1 0,10-1-4 0,-10 1 4 16,10-1-2-16,-10 1-1 15,10 0-3-15,-10 0-1 0,8 0 3 0,-8 0-2 0,9 0 3 16,-9 0-1-16,0 0 3 0,12 0 2 15,-12 0-7-15,8-1 0 0,-8 1 2 0,8-1 3 16,-8 1-3-16,9 0-2 16,-9 0 0-16,8-1 3 0,-8 1 0 0,0 0-1 15,10-1-3-15,-10 1 4 0,0 0-2 16,10 0-2-16,-10 0 1 0,0 0 4 0,10 0 1 16,-10 0-6-16,0 0 1 0,8 0 5 15,-8 0-4-15,0 0-1 0,10 0 2 0,-10 0 0 16,0 0 1-16,9 0-2 0,-9 0-3 15,0 0 2-15,8 0 3 0,-8 0-5 0,0 0 5 16,10 0-3-16,-10 0 2 16,0 0 3-16,8 0-2 0,-8 0-2 0,0 0 4 15,10 0-7-15,-10 0 3 0,8 0-3 0,-8 0 7 16,0 0-4-16,11-1 0 0,-11 1 1 16,8 0 3-16,-8 0-9 0,0 0 7 15,11 0 1-15,-11 0-2 0,7-2 2 0,-7 2 0 16,9-1-4-16,-9 1 3 0,0 0-3 15,9 0 3-15,-9 0-4 0,8-1 6 0,-8 1-6 16,7-2 8-16,-7 2 0 0,10 0-6 16,-10 0 3-16,11-1-1 0,-11 1 3 15,11-1-1-15,-4 1-2 0,-7 0 3 16,11-3 2-16,-5 3-2 0,-6 0-4 0,12-2 3 0,-6 1-2 16,-6 1 1-16,11 0-2 15,-11 0 3-15,12 0-3 0,-12 0 3 0,10 0-4 0,-10 0 3 16,11 0-1-16,-11 0-2 15,11 0 3-15,-11 0-4 0,10-1 2 0,-3 1-2 16,-7 0 1-16,11 0-1 0,-4-1-2 16,-7 1 5-16,13 0 0 0,-6-1-1 0,-7 1 0 15,12 0 2-15,-6-1 0 0,-6 1-3 16,11 0 1-16,-11 0 1 0,11-2-4 0,-11 2 5 16,9-1-4-16,-9 1 0 0,9 1 2 15,-9-1-4-15,0 0 5 0,11 0-7 16,-11 0 5-16,9 0-1 0,-9 0 0 15,8 0 0-15,-8 0 1 0,7 1-2 0,-7-1 1 16,0 0 0-16,12 1-5 0,-12-1 6 0,6 0-2 16,-6 0 2-16,0 0-1 0,9 1 0 15,-9-1 4-15,0 0-4 0,9 0 0 16,-9 0-5-16,0 0 4 0,8 1 1 0,-8-1 0 16,0 0 2-16,0 0 0 0,0 0-3 15,9 0 2-15,-9 0 1 0,0 0-3 16,0 0 0-16,8 0 1 0,-8 0 1 0,0 0 0 15,0 0 0-15,10 0-1 0,-10 0-1 0,0 0-1 16,8 0 5-16,-8 0-2 0,7 1-3 16,-7-1 4-16,0 0 2 0,12-1-4 0,-12 1-1 15,9-1 3-15,-9 1-1 16,9 0-2-16,-9 0 2 0,10 0-1 0,-10 0-2 16,11-1 4-16,-11 1-2 0,9 1 3 15,-9-1-2-15,10 0-1 0,-10 0-1 0,9 0 3 16,-9 0 0-16,10-1-1 0,-10 1-1 15,9 1 0-15,-9-1 3 0,9-1-2 0,-9 1-1 16,10 0 3-16,-10 0-5 0,11 0 3 16,-11 0-1-16,10 0-2 0,-10 0 5 0,8-1-6 15,-8 1 2-15,8-1 2 0,-8 1-3 16,0 0-2-16,11-2 5 0,-11 2-3 0,0 0 1 16,10 1 2-16,-10-1 3 0,0 0-1 15,9 0-2-15,-9 0-5 0,0 0 6 16,8 0-6-16,-8 0 6 0,0 0-1 15,0 0 0-15,0 0-1 0,8 0 1 0,-8 0-1 16,0 0 1-16,0 0-4 0,0 0 4 16,0 0 0-16,0 0 1 0,9-1-3 0,-9 1 3 15,0 0-5-15,0 0 3 0,0 0 2 16,7-1-2-16,-7 1-4 0,0 0 6 0,0 0-2 16,0 0-2-16,9 0 2 0,-9 0-1 15,0 0 4-15,0 0-1 0,9 0-2 0,-9 0-2 16,0 0 0-16,0 0 1 0,0 0 2 15,8 0-1-15,-8 0 3 0,0 0-5 16,0 0 3-16,0 0 2 0,0 0-4 0,0 0 2 16,0 0 0-16,0 0 2 0,0 0 8 15,10 0-10-15,-10 0 3 0,0 0 3 0,0 0-2 16,0 0-1-16,0 0 0 0,0 0 3 16,0 0-3-16,0 0 1 0,0 0-1 0,0 0 2 15,0 0-1-15,0 0 0 0,0 0-3 16,0 0 4-16,0 0-2 0,0 0 2 0,0 0-1 15,0 0-5-15,0 0 1 0,0 0-13 16,0 0-24-16,0 0-37 0,0 0-32 16,0 0-87-16,0 0-257 0,0 0 42 0</inkml:trace>
  <inkml:trace contextRef="#ctx0" brushRef="#br0" timeOffset="63700.3566">2780 9637 238 0,'0'0'54'0,"0"0"-7"16,0 0-22-16,0 0-3 0,0 0-13 0,0 0 11 15,0 0-12-15,0 0 4 0,0 0 7 16,0 0-1-16,0 0 4 0,0 0-6 0,0 0-2 16,0 0-2-16,0 0-1 15,0 0 3-15,0 0-6 0,0 0 4 0,0 0 0 16,0 0-3-16,0 0 2 0,0 0-5 16,0 0 3-16,0 0-2 0,0 0 1 0,0 0-2 15,0 0 3-15,0 0-2 0,0 0 0 16,0 0 2-16,0 0-3 0,0 0 3 0,0 0-9 15,0 0 3-15,0 0-4 0,0 0 3 16,0 0-5-16,0 0 6 0,0 0-5 0,0 0 3 16,0 0-1-16,0 0-3 0,0 0-1 15,0 0 2-15,0 0 0 0,0 0 2 16,0 0 4-16,0 0-4 0,0 0 1 0,0 0 4 16,0 0-3-16,0 0 2 0,0 0-4 15,0 0-4-15,0 0 6 0,0 0 0 0,0 0-3 16,0 0 1-16,0 0-6 15,0 0 8-15,0 0-1 0,0 0 2 0,0 0-1 16,14 4 4-16,-14-4-1 0,0 0-1 16,10 1 6-16,-10-1 0 0,8 0 2 0,-8 0-1 15,12 0 5-15,-5 0-9 0,1 0 9 16,-8 0-9-16,16 0 3 0,-7 0-2 0,1 0 4 16,0-1 0-16,0 1 2 15,0 0-5-15,-2 0 2 0,1 0-3 0,-1 0 0 16,-8 0 2-16,17-1-9 0,-10 2 8 0,0-1-12 15,-7 0 3-15,15 0 0 0,-8 1 10 16,0-1-5-16,-7 0 3 0,14 0 9 16,-7 0-12-16,2 1 2 0,-9-1-6 15,14 0 0-15,-5 0 0 0,-1 0 5 0,0 0-7 16,1 0 3-16,-2 1-4 0,-7-1 7 16,17-1 2-16,-8 1 0 0,-1 0-12 0,-8 0 9 15,14 1-3-15,-7-1 2 0,-7 0-2 16,13 0 1-16,-8 0-4 0,-5 0 3 0,14 1 2 15,-8-1 0-15,-6 0-7 0,12 0-1 16,-6 0 6-16,-6 0 1 0,13 0 0 0,-13 0 2 16,13 1-8-16,-13-1 17 0,17 0-10 15,-9-1 2-15,2 2-5 0,0 0 0 16,1-2-2-16,-1 1 4 0,1 1-4 16,2 0 3-16,-1-1-6 0,0 0 7 0,3-1 6 15,1 1-12-15,0 1 7 0,1-2-2 16,3 0-2-16,-1 0 9 0,3 0 4 15,-1 0-10-15,9-1-2 0,-2 1-2 0,3-2 7 16,-1 1-8-16,-1-1 6 0,-2-1 0 16,-2 2 4-16,5 0-2 0,-2-1-1 0,0 0-7 15,1-1 11-15,0 1-10 0,0-2 7 16,1 2 3-16,-1-2-8 0,3 1-2 0,-2 0 8 16,2 1-3-16,-2-1 2 0,-1 1 1 15,0 0-3-15,-5 1 0 0,-4 1 3 16,-3 0 4-16,0 0-8 0,-2 1 0 15,-1 0 1-15,-1 0 0 0,-3-1-1 0,0 1 4 16,-2-1-2-16,-8 1 9 0,13 0-9 16,-6 0 9-16,-7 0-1 0,11 1 8 0,-11-1-1 15,9 0 1-15,-9 0-1 0,0 0 1 16,9 1-2-16,-9-1 3 0,0 0-7 0,0 0 0 16,9 0-25-16,-9 0-25 0,0 0-36 15,5 2-32-15,-5-2-162 0,7 4-30 16,-2-2 188-16</inkml:trace>
  <inkml:trace contextRef="#ctx0" brushRef="#br0" timeOffset="66307.9684">6523 9716 659 0,'0'0'51'0,"0"0"-28"0,0 0-18 0,0 0 6 16,-5-4 0-16,5 4 13 0,0 0 7 15,0 0-5-15,0 0 6 0,0 0 1 16,0 0-3-16,0 0-1 0,0 0-3 0,0 0 0 16,0 0 2-16,-7-3 2 0,7 3-1 15,0 0 3-15,0 0-1 0,0 0-4 0,0 0-1 16,0 0-2-16,0 0 2 0,0 0-3 15,0 0-10-15,0 0 3 0,0 0 3 0,0 0-6 16,0 0 2-16,0 0-6 0,0 0 0 16,0 0 2-16,0 0-6 0,0 0 2 15,0 0 1-15,0 0-6 0,0 0-2 0,0 0 1 16,0 0-3-16,0 0 0 0,0 0 5 16,0 0-6-16,0 0 3 0,0 0-6 0,0 0 8 15,0 0 1-15,0 0-6 0,0 0 6 16,0 0-5-16,0 0-3 0,0 0 4 0,0 0-3 15,0 0-4-15,0 0 1 0,0 0 6 16,0 0-2-16,0 0 5 0,0 0-8 0,0 0 9 16,0 0-8-16,0 0 8 0,0 0-6 15,0 0 1-15,0 0-2 0,0 0 4 0,0 0-1 16,0 0 2-16,0 0-1 0,0 0 0 16,0 0-3-16,0 0 1 0,17-2 4 0,-17 2-2 15,0 0-3-15,0 0 1 0,0 0 5 16,0 0-4-16,0 0 3 0,0 0-2 15,11 0-1-15,-11 0 3 16,0 0-1-16,0 0-1 0,8 0-2 0,-8 0 1 0,0 0 2 16,0 0 1-16,9 1-5 0,-9-1 0 15,0 0 3-15,8 0 0 0,-8 0 0 0,0 0-2 16,9 0 0-16,-9 0 1 0,0 0-4 16,10 0 3-16,-10 0 2 0,7 1 1 0,-7-1 6 15,0 0-7-15,11 0-3 0,-11 0 1 16,10 0 4-16,-10 0-4 0,11 0 5 15,-11 0 4-15,10 0-6 0,-10 0-3 0,11 0 0 16,-4 0 2-16,-7 0 0 0,14-1-4 16,-7 1 2-16,-7 0 3 0,15-1-3 15,-7 0 3-15,0 1-5 0,-8 0 4 0,15 0 3 16,-7-1-6-16,-1 1 3 0,1-1-2 16,-8 1 4-16,16-1-5 0,-8 1 0 0,0 0 5 15,-8 0 1-15,15 0-1 0,-6 0-1 16,-1 0-2-16,3 1 3 0,-1-1 3 0,0-1-3 15,2 1 3-15,-2 0-4 0,2-1 1 16,-1 0 2-16,1 1-3 0,-1-1 0 0,1 1 0 16,-1 0-2-16,0-1 2 0,0 1-5 15,-1-2 5-15,1 2-1 0,0 0-2 0,-2-1 4 16,0 0-4-16,0 1 3 16,-1-1-1-16,0 0 1 0,-8 1 2 0,16 0-7 15,-9 0 4-15,-7 0 3 0,15-1-6 16,-6 2 3-16,-2-1-2 0,2-1 2 0,-1 1 0 15,1 0-2-15,0 0 1 0,1 0 1 16,0 0 1-16,0-1-2 0,1 1 3 0,0-1-2 16,0 1 2-16,0 0 2 0,0 0-4 15,0 1-4-15,-1-1 3 0,0-1-1 0,1 1 5 16,-1 0-6-16,0 0 4 0,0 0-1 16,0-1 1-16,0 1-4 0,-2 0 1 0,3 0 12 15,-1 0-7-15,4-1-1 0,-2 0-1 16,2 1 1-16,1-1 2 0,0 1-4 15,1 0 0-15,1-2-2 0,1 1 2 0,2 0 4 16,1-1-3-16,0 1-2 0,-1-1 0 16,8-2-6-16,-4 2 12 0,-3 0-4 0,-1 1 2 15,2 0-3-15,-2 0 1 0,1-1 1 16,-1 1-8-16,-3 0 8 0,1 0 0 0,2 0-4 16,-5 0 3-16,1 1 0 0,0-1-1 15,-1 1-2-15,0 0 1 0,0 1 3 16,-1-1-4-16,1 0 4 0,-1 1-5 0,-2-1 5 15,0 1-1-15,0 0-1 0,-1 0 3 16,0 0-1-16,-1 0 0 0,-1 0 2 16,0 0-2-16,-2-1 0 0,-7 0 3 0,12 1-3 15,-7 0 0-15,-5-1 0 0,7 1 4 16,-7-1-3-16,0 0 3 0,7 5-14 0,-7-5-21 16,0 0-55-16,0 0-124 0,-16 14-168 15,5-10 112-15</inkml:trace>
  <inkml:trace contextRef="#ctx0" brushRef="#br0" timeOffset="68047.9184">3536 10127 941 0,'0'0'-55'16,"-8"2"9"-16,8-2 17 0,0 0 0 15,0 0 3-15,0 0 10 0,0 0 8 0,0 0 0 16,0 0 2-16,0 0 5 0,0 0 1 16,0 0 3-16,-6 1 4 0,6-1 3 0,0 0-1 15,0 0 4-15,0 0 9 0,0 0-5 16,0 0 4-16,0 0-7 0,0 0 4 0,0 0 3 16,0 0 1-16,-4 4 6 15,4-4-7-15,0 0 4 0,0 0-9 0,0 0 0 16,0 0 2-16,0 0-4 0,0 0-8 15,0 0 8-15,0 0-6 0,0 0-2 0,0 0-1 16,0 0 7-16,0 0-10 0,0 0-4 16,0 0-3-16,0 0 3 0,0 0 6 15,0 0-4-15,0 0 5 0,0 0-2 0,0 0 1 16,0 0 4-16,18 5-3 0,-18-5-5 16,11 0 9-16,-2 0-3 0,-1 0 2 0,2 1 3 15,1-2-2-15,2 1 0 0,1 0-7 16,3-1 7-16,2 1 0 0,3-2-11 0,7-1 10 15,1 0-2-15,2 0-3 0,1-1 4 16,3 0 1-16,11-3 0 0,1-1-4 0,3-1 4 16,0 0 2-16,0 1-4 0,0 0 0 15,-1 1-3-15,-1 1 3 0,-4 1-1 16,-10 3 2-16,-2-1-4 0,-4 1-1 16,-7 1 1-16,-4 0 0 0,-4 1-1 0,-2-1 1 15,-2 0 6-15,-1 1 1 0,-1 0 7 16,-1-1 10-16,-7 1-1 0,11 0 6 0,-11 0-1 15,9 0 1-15,-9 0-4 0,7-2-2 16,-7 2-1-16,0 0-7 0,0 0 2 16,9 0-3-16,-9 0-2 0,0 0-3 0,0 0-1 15,0 0-7-15,0 0-21 0,0 0-14 16,0 0-43-16,0 0-30 0,-14 14-65 0,5-7-257 16,0-1 65-16</inkml:trace>
  <inkml:trace contextRef="#ctx0" brushRef="#br0" timeOffset="72259.8709">8450 8673 1107 0,'0'0'-42'0,"-11"0"9"0,11 0 14 15,0 0 2-15,-11 0 14 0,11 0 7 0,-7 0 8 16,7 0 8-16,0 0 7 0,-10-2 6 16,10 2 3-16,0 0-7 0,-9-1 5 0,9 1-1 15,0 0-2-15,0 0-1 0,-8 0 0 16,8 0-9-16,0 0 3 0,0 0-4 0,0 0-4 15,0 0-4-15,0 0-6 16,0 0-2-16,0 0-2 0,0 0 2 0,0 0-2 16,0 0 2-16,0 0-3 0,40-3 0 15,-8 1 3-15,11-2-5 0,4-1 5 0,3 1 0 16,1-2-3-16,2-1-1 0,-2 3 1 16,-1-1-3-16,-4 1 2 0,-10 2-1 0,-5 0 7 15,-6 1-8-15,-7 1-2 0,-5-1-1 16,-1 1 5-16,-1 0 3 0,-2 0 2 0,-2 1 4 15,-7-1 0-15,11 0 1 0,-11 0-6 16,6 0-2-16,-6 0 4 0,0 0-2 0,0 0-1 16,0 0 0-16,0 0-1 0,5 4 1 15,-5-4-9-15,0 0 9 0,0 0-2 16,0 0-2-16,0 0-5 0,0 0 4 16,5 4-4-16,-5-4 0 0,0 0 0 0,0 0 4 15,0 0 0-15,0 0-7 0,0 0 7 16,3 7 0-16,-3-7 1 0,0 8-3 0,0-8 3 15,-1 14-2-15,-1-5-1 0,1 5 2 16,-3 2-1-16,1 8-1 0,-3 3 3 0,2 1-2 16,1 4 0-16,-3 9 4 0,3 3-3 15,-1 2 9-15,6 2-4 0,2 1-2 16,0 3 4-16,6 1-1 0,3 0-4 0,8 11 2 16,1-3 1-16,4-5 0 0,-1-3 3 0,-1-11 1 15,0-2-4-15,2-1 0 16,-4-3 1-16,2-1-2 0,-4-5-2 0,-2-1 2 15,-4-5 2-15,-4-2 2 0,1-3 0 16,-2-3-2-16,-5-4 6 0,-1 1 8 0,-3-4 1 16,-2 2 7-16,-3-1 1 0,-5 2 4 15,-7 4 0-15,-3-2 1 0,-5-3 0 0,-4 1 1 16,-7-2 0-16,-2 0 2 0,-1-1-2 16,6-3-1-16,-9 0-1 0,8-2-3 0,2-1-3 15,-2 1-2-15,4-2-1 0,5-1-5 16,4 0-1-16,0 0-1 0,1 0-4 0,3-1 3 15,3 0-4-15,-2 0 0 0,4 0-3 16,2-1-17-16,0 0-31 0,0 0-41 16,1-2-59-16,1-1-190 0,1 0-184 0,3-3-18 15</inkml:trace>
  <inkml:trace contextRef="#ctx0" brushRef="#br0" timeOffset="89602.8101">2384 10664 51 0,'-3'-6'25'0,"3"6"-16"15,0 0-1-15,0 0 2 0,0 0-3 0,0 0 9 16,-4-4-5-16,4 4 6 0,0 0 1 16,0 0 1-16,0 0-1 0,0 0 1 0,0 0-2 15,0 0-1-15,0 0 1 0,0 0-1 16,0 0-1-16,0 0-1 0,0 0 3 0,0 0-6 16,0 0 1-16,0 0 0 0,0 0-3 15,0 0-3-15,0 0 0 0,0 0 9 0,0 0-6 16,0 0 0-16,0 0 5 0,0 0 2 15,0 0 2-15,0 0-1 0,0 0-7 16,0 0 4-16,0 0 6 0,0 0-6 16,0 0-6-16,0 0 3 0,0 0 1 15,0 0-2-15,0 0 1 0,0 0 2 0,0 0-8 16,0 0 0-16,0 0 6 0,0 0-4 16,0 0 5-16,0 0-1 0,0 0-3 0,0 0 0 15,0 0-5-15,0 0 13 0,0 0-9 16,0 0-9-16,0 0 4 0,0 0 5 0,0 0-12 15,0 0 5-15,0 0-1 0,0 0-6 16,0 0 7-16,0 0 1 0,0 0-4 0,0 0 1 16,0 0 4-16,0 0-4 0,0 0-3 15,0 0 0-15,0 0 1 0,0 0 2 16,0 0 9-16,0 0-11 0,0 0-2 0,0 0 3 16,0 0 4-16,0 0-5 15,0 0 2-15,0 0 2 0,0 0-7 0,0 0 5 16,0 0-1-16,0 0-1 0,0 0-2 15,0 0 3-15,0 0 0 0,0 0 2 0,0 0-1 16,0 0 2-16,0 0-1 0,0 0 3 16,0 0-7-16,0 0 9 0,0 0-5 0,0 0 1 15,0 0 4-15,0 0-12 0,0 0 7 16,0 0-2-16,18 9 3 0,-18-9 0 0,0 0 2 16,6 3-1-16,-6-3-2 0,0 0 7 15,9 2-6-15,-9-2 4 0,7 3-5 16,-7-3 3-16,6 1-1 0,-6-1 1 15,8 2-2-15,-8-2-2 0,11 3 2 16,-11-3 10-16,8 1-13 0,-2 0 4 0,-6-1-5 16,10 3 6-16,-4-2 4 0,-6-1-2 15,11 2-6-15,-4-1-2 0,-1 1 7 0,-6-2-2 16,13 1-7-16,-6 1 5 0,-1-1-1 16,1 1 3-16,1-1 3 0,1 0-4 0,0-1-4 15,0 2 7-15,0 0-2 0,0-1 0 16,0 0-1-16,0 0 2 0,0-1 2 0,1 2-1 15,-2-2 2-15,1 2-2 0,1-2-3 16,-1 1 0-16,0-1 1 0,1 1-1 16,0-1-2-16,2 0 6 0,0 1-4 15,0-1 3-15,1 0-4 0,1 0 6 16,1 0-5-16,-1 0 3 0,1 0-6 0,-3 0 5 16,3-1-2-16,-3 1 7 0,1 0 4 15,-1 0-8-15,0-1-3 0,1 1-1 0,-2 0 1 16,2-1 7-16,-1 1-5 0,0-1-2 15,-1 1 1-15,0-1-5 0,0 1 3 0,1 0 3 16,-2 0 0-16,-1-2-2 0,1 2 1 16,-1 0 2-16,1 0-8 0,-1-1 6 0,0 1-2 15,-9 0 2-15,16 1 2 0,-8-2-2 16,0 1-1-16,-8 0 2 0,16 1 1 16,-9-1-4-16,0 0 9 0,2 0-4 15,-9 0-8-15,14 0 8 0,-8 0-12 0,1 2 4 16,-7-2 6-16,14 0-2 0,-7 0-1 15,-7 0 2-15,15 0 1 0,-10 0-2 16,-5 0 2-16,13 1-3 0,-6-1 0 0,-7 0 4 16,13 0 6-16,-5 1-5 0,-8-1 9 15,13 0-16-15,-6 1 4 0,0 0 4 0,-7-1-3 16,14 0-5-16,-7 1 0 0,-7-1-3 16,14 1 8-16,-7-1 2 0,0 1-4 0,0 0 0 15,-7-1 2-15,16 1-1 16,-9-1-1-16,-1 1 1 0,-6-1 2 0,15 2-4 15,-8-2 4-15,0 1-2 0,0-1-2 16,-7 0-3-16,15 2 3 0,-9-2 1 0,0 0 0 16,-6 0 0-16,14 2 3 0,-9-2 1 15,-5 0-7-15,12 1-1 0,-12-1 2 16,8 1 7-16,-8-1-3 0,7 1-4 0,-7-1 3 16,0 0-3-16,10 1-1 0,-10-1 4 15,0 0-2-15,6 0 2 0,-6 0 0 0,0 0 2 16,0 0-3-16,8 1-2 0,-8-1 4 15,0 0 0-15,0 0 1 0,0 0-4 0,0 0-3 16,0 0 5-16,7 2-3 16,-7-2-1-16,0 0 7 0,0 0-4 0,0 0 0 15,0 0 1-15,0 0 1 0,0 0 0 16,0 0-4-16,0 0 5 0,0 0 0 0,0 0-1 16,0 0-8-16,0 0 7 0,0 0-2 15,0 0 0-15,7 1 11 0,-7-1-12 0,0 0 2 16,0 0 7-16,0 0-6 0,0 0-2 15,0 0 0-15,0 0 2 0,0 0 3 16,0 0-5-16,0 0 0 0,0 0 3 0,0 0-2 16,0 0 2-16,0 0-3 0,0 0-4 15,0 0 2-15,0 0 7 0,0 0-6 0,0 0 5 16,0 0-5-16,0 0 0 16,0 0 0-16,0 0 1 0,0 0 1 0,0 0-2 15,0 0-3-15,0 0 2 0,0 0 3 16,0 0 1-16,0 0 0 0,0 0-2 0,0 0-2 15,0 0 3-15,0 0 2 0,0 0-6 16,0 0 4-16,0 0-1 0,0 0 0 0,0 0 1 16,0 0 3-16,0 0 0 0,0 0-1 15,0 0 3-15,0 0-5 0,0 0 3 16,0 0-1-16,0 0-3 0,0 0-4 16,0 0 12-16,0 0-8 0,0 0 1 15,0 0 5-15,0 0-7 0,0 0 3 0,0 0 4 16,0 0-6-16,0 0 2 0,0 0 0 15,0 0-3-15,0 0 0 0,0 0 3 0,0 0 2 16,0 0-6-16,0 0 3 0,0 0 0 16,0 0 1-16,0 0-2 0,0 0 1 0,0 0 4 15,0 0 8-15,0 0-14 0,0 0 10 16,0 0-11-16,0 0 15 0,0 0-16 0,0 0 5 16,0 0-1-16,0 0 1 0,0 0 0 15,0 0 6-15,0 0-8 0,0 0 9 16,0 0-3-16,0 0 2 0,0 0-3 0,0 0 5 15,0 0-6-15,0 0 1 0,0 0-4 16,0 0 2-16,0 0 2 0,0 0 1 16,0 0-5-16,0 0-1 0,0 0 1 15,0 0 1-15,0 0 2 0,0 0 2 0,0 0-6 16,0 0-2-16,0 0 2 0,0 0 2 16,0 0-6-16,0 0 7 0,0 0-4 0,0 0 5 15,0 0-3-15,0 0 0 0,0 0 1 16,0 0 1-16,0 0-4 0,0 0 0 0,0 0 1 15,0 0 3-15,0 0-3 0,0 0 6 16,0 0-3-16,0 0-1 0,0 0 4 16,0 0-6-16,0 0 0 0,0 0 5 15,0 0-4-15,0 0 4 0,0 0 4 16,0 0-8-16,0 0 4 0,0 0 0 0,0 0-4 16,0 0 2-16,0 0-7 0,0 0 14 15,0 0-3-15,0 0-10 0,0 0 17 0,0 0-11 16,0 0-3-16,0 0 3 0,0 0-1 15,0 0 2-15,0 0-7 0,0 0 2 0,0 0 7 16,0 0-2-16,0 0 6 0,0 0-2 16,0 0 1-16,0 0 5 0,0 0 0 0,0 0 6 15,0 0-6-15,0 0-5 0,0 0 3 16,0 0 5-16,0 0-5 0,0 0-5 16,0 0 1-16,0 0 0 0,0 0 13 0,0 0-14 15,0 0-7-15,0 0-3 0,0 0-9 16,0 0-21-16,0 0-20 0,0 0-23 15,0 0-31-15,0 0-172 0,0 0 201 16</inkml:trace>
  <inkml:trace contextRef="#ctx0" brushRef="#br0" timeOffset="90809.5263">2499 10778 712 0,'0'0'-32'0,"0"0"5"0,0 0 5 15,0 0 8-15,0 0-2 0,0 0 7 0,0 0 7 16,0 0 2-16,-10 2 4 0,10-2-3 15,0 0 1-15,0 0 1 0,0 0 2 16,0 0 0-16,0 0-2 0,0 0 1 16,0 0-6-16,0 0 8 0,0 0-6 0,0 0-3 15,0 0-2-15,0 0 3 0,0 0 0 16,0 0 1-16,0 0-2 0,0 0 5 0,0 0 1 16,0 0-6-16,0 0 6 0,32 0-9 15,-24 0 11-15,0 0-5 0,1 0-2 0,2 1 0 16,0-2 1-16,0 1 5 0,1 0-3 15,0 0-1-15,4 0 0 0,-3 0 0 16,2 0 2-16,0 0-2 0,0 0-6 0,1 0 6 16,0-2 3-16,0 1-3 0,1 1-3 15,1-2 5-15,1 1 0 0,1-1-2 16,6-3 5-16,3 1 2 0,0-1-1 16,0-1-4-16,1 0 2 0,-1-1 3 0,-1 2 1 15,1 0-5-15,-2-1 2 0,-5 2 4 16,-2 2-9-16,-2-2 2 0,1 2 3 0,1 0-2 15,-1-1-7-15,-4 2 7 0,1 1 5 16,-1-2-7-16,0 1 0 0,-1 0 7 16,1 1-6-16,-3 0 0 0,3-1-2 0,0 0 4 15,-1 1-4-15,3-1 0 0,1-1 5 16,2 1 2-16,-1-2-6 0,3 2 0 0,6-2 5 16,1-1 0-16,0 0-4 0,0-1 2 15,1 1-3-15,-2 0-2 0,0-1 10 16,-1 0-9-16,-2 0 2 0,-5 2 1 15,-3 0 0-15,-3 1-2 0,-2 0-1 0,-1 0 1 16,-3 0 3-16,1 1 1 0,-9 1 5 16,14-3 8-16,-14 3 5 0,9-1 0 0,-9 1 6 15,9-2 7-15,-9 2-6 0,0 0 8 16,9-1-1-16,-9 1 6 0,0 0-17 16,0 0 2-16,8-2-2 0,-8 2-6 0,0 0-1 15,0 0 1-15,0 0-3 0,0 0 1 16,10-2-5-16,-10 2 1 0,0 0-5 15,0 0-4-15,0 0 7 0,0 0 3 16,0 0-7-16,0 0-1 0,0 0-1 0,0 0-6 16,0 0 4-16,9-2 3 0,-9 2-3 15,0 0 5-15,0 0-10 0,0 0 2 0,0 0-16 16,0 0-13-16,0 0-26 0,0 0-32 16,0 0-28-16,0 0-92 0,5-2-77 0,-5 2 199 15</inkml:trace>
  <inkml:trace contextRef="#ctx0" brushRef="#br0" timeOffset="93292.6797">3263 10606 744 0,'0'-9'-27'16,"0"9"7"-16,0 0 7 0,-3-9 13 0,3 9 14 15,-2-5 9-15,2 5 9 0,0 0 2 16,-3-7 6-16,3 7 0 0,0 0-1 16,-3-6-11-16,3 6 10 0,0 0-4 15,0 0-7-15,-5-4 4 0,5 4-11 0,0 0 3 16,0 0-5-16,0 0-1 0,0 0-5 15,-1-7 2-15,1 7-5 0,0 0 0 0,0 0-6 16,0 0 5-16,0 0-1 0,0 0 0 16,0 0-7-16,0 0 0 0,0 0 1 15,0 0 2-15,0 0-1 0,0 0-2 0,0 0-1 16,0 0 1-16,0 0 6 0,0 0-11 16,0 0-1-16,0 0 5 0,0 0-1 0,0 0 1 15,0 0-5-15,0 0 2 0,0 0 1 16,0 0-1-16,0 0 0 0,11 15 5 15,-5-10-6-15,-1 1 1 0,3 1 2 16,2 3-2-16,2 1 3 0,5 4-3 0,2 3 7 16,1 0-5-16,7 6 1 0,1-1 1 15,2 3-1-15,3-1 3 0,1 1 5 0,1-1-3 16,1-2 2-16,-2 1 0 0,1-3 0 16,-3-1-3-16,-1-2 0 0,-8-3-2 0,0-2 3 15,-4 0-1-15,0-2-3 16,-6-3 8-16,-2-2-4 0,-3 0 11 0,-2-2 17 15,0 0 9-15,-1-1 10 0,-1 0 6 16,-4-3 4-16,7 5 6 0,-7-5-5 0,5 3-3 16,-5-3-5-16,0 0-6 0,0 0-10 15,0 0-11-15,0 0-35 0,0 0-48 0,0 0-54 16,0 0-110-16,-3-21-270 0,2 11 3 16</inkml:trace>
  <inkml:trace contextRef="#ctx0" brushRef="#br0" timeOffset="94086.8896">3815 10941 1302 0,'0'0'-65'0,"-3"-11"13"0,3 11 10 0,-4-6 5 16,4 6 16-16,-4-10 14 0,1 6 9 15,3 4 14-15,-4-9-5 0,1 5 5 16,3 4 4-16,-3-8 8 0,3 8-5 16,-5-6-1-16,5 6 0 0,-3-6 3 0,3 6 7 15,0 0-7-15,-4-7 4 0,4 7-4 16,-3-4-2-16,3 4 4 0,0 0-7 0,0 0 0 16,-4-5-5-16,4 5-2 0,0 0 2 15,0 0-1-15,0 0-4 0,-4-5 6 0,4 5-4 16,0 0-2-16,0 0 0 0,0 0 2 15,0 0-8-15,0 0 3 0,0 0-3 0,0 0 0 16,0 0-3-16,0 0 1 0,-3-5-1 16,3 5 4-16,0 0-1 0,0 0-1 15,0 0-2-15,0 0-3 0,0 0 3 16,0 0 0-16,0 0-2 0,0 0 2 0,0 0-1 16,0 0 1-16,0 0 1 0,0 0 3 15,0 0-5-15,0 0 1 0,0 0-5 16,0 0-1-16,0 0-3 0,0 0 0 0,0 0 1 15,0 0 10-15,0 0-10 0,0 0-1 16,15 12 8-16,-9-5-7 0,2 1 5 16,3 3 2-16,5 3 0 0,2 2 1 15,3-2-4-15,0 1 1 0,8 4 0 0,0-1 4 16,4-1 1-16,-3 0-1 0,4 0 1 16,-3-1 2-16,-5-4-3 0,0 1 0 0,-2-1 1 15,-2 1 1-15,-3-3-1 0,-3-1 0 16,-5-3-5-16,-3 0 3 0,0-1 3 0,-3 1 11 15,-1-3 8-15,-4-3 5 0,0 14 2 16,-6-6-5-16,-3 3 10 0,-8 5 7 0,-4-1 1 16,-3-1-3-16,-5 4 2 0,3-6-4 15,-5 3-1-15,3-2-3 0,1-2-3 16,2-2-3-16,3 1-1 0,4-4-5 0,3-1-1 16,3-1-8-16,1 0-27 0,2-1-26 15,1-1-38-15,1 0-39 0,0-2-46 0,7 0-57 16,-10 2-309-16,10-2-32 15</inkml:trace>
  <inkml:trace contextRef="#ctx0" brushRef="#br0" timeOffset="95555.0321">5265 11169 1371 0,'9'-14'-46'0,"-4"4"23"0,0 3-8 15,-2 0 10-15,-1 3 10 0,-2 4 12 0,2-8 10 16,-2 8 5-16,0 0-4 0,0-8-3 16,0 8 0-16,0 0-5 0,0 0 1 0,-20 14-5 15,11-3 0-15,-5 8 4 0,0 5-2 16,-1 6 2-16,0 5-2 0,3 2 1 15,-1 1-1-15,2 5 2 0,2-1-1 16,2 2 3-16,3-1-4 0,3 0-2 0,3-9 2 16,3 5 4-16,1-8-8 0,3-2 3 0,5 1-3 15,-2-7 1-15,4-4 1 0,-2-2 4 16,3-2-1-16,-1-2-4 0,-1-4 4 16,-2-4 9-16,-1-1 5 0,0-3 5 15,-2-2 1-15,2-4 1 0,0-1 1 0,-1-4 4 16,-3-3-2-16,2-6 2 0,-6 1 2 15,-1 1 8-15,-2 2 6 0,-3-2 1 0,-2 1 3 16,-1 1-1-16,-2 1 0 0,-1 2-6 16,-1 2-6-16,-1 3-7 0,0 2-2 0,0 2-7 15,0 3-10-15,0 1-22 0,-2 3-24 16,2 3-34-16,1 0-38 0,2 0-37 0,2 0-94 16,1-1-244-16,3-1 11 15</inkml:trace>
  <inkml:trace contextRef="#ctx0" brushRef="#br0" timeOffset="96012.4074">5609 11320 1237 0,'0'0'-59'0,"0"0"11"15,-4-7 28-15,4 7 24 0,-4-6 14 16,4 6 21-16,-3-5 11 0,3 5 10 16,-4-6-7-16,4 6-7 0,0 0-5 15,0 0-7-15,-4-3-5 0,4 3-7 0,0 0 0 16,-6 12-3-16,3-4 0 0,1 5-5 16,0-2 1-16,0 5-1 0,2-1-4 0,0 0 0 15,2 3-4-15,1 1 0 0,3 6 2 16,-1-7 0-16,1-1-3 0,0-1 0 0,2-3 1 15,-1 1-2-15,0-2 0 0,0-4 0 16,-1 1-1-16,-1-4 3 0,-1 1 5 16,2-3-1-16,-6-3 1 0,9-2 4 15,-9 2-3-15,11-14-1 0,-7 1 2 0,-1-3-2 16,1-3 1-16,-4-2-2 0,-4-8 14 16,-1-2-8-16,-2 3 2 0,-5-5 12 0,1 8 1 15,-3 1 2-15,-2 5-1 0,1 2-1 16,-3 2-5-16,2 5-3 0,3 3-7 0,-1 4-3 15,4 3-2-15,-3 2-15 16,1 3-12-16,-1 4-24 0,3 2-23 0,2 3-32 0,2-1-32 16,2 0-23-16,4 0-103 0,2 1-212 15,3-3 28-15</inkml:trace>
  <inkml:trace contextRef="#ctx0" brushRef="#br0" timeOffset="96500.1048">6087 11173 1212 0,'2'-6'-40'0,"0"-2"13"16,-1 1 22-16,0-3 17 0,-1-1 19 15,0-2 12-15,0-1 13 0,0-1 8 0,0 1 11 16,0 0 3-16,-2 2-2 0,2-1 5 16,-1 3-2-16,0 2 0 0,1-1-4 0,-1 2-3 15,1 7-10-15,-1-11-7 0,1 11-7 16,-1-10-9-16,1 10-7 0,-1-6-8 15,1 6-2-15,0 0 0 0,0 0-3 0,0 0-3 16,0 0-2-16,2 30-2 0,1-12 3 16,1 8-7-16,1 3-2 0,1 3-2 15,2 6 5-15,1 1-2 0,1 2-2 16,1-2 0-16,-1-1-1 0,1 0 2 0,-1-1-2 16,0-2-1-16,-2-5 1 0,-2-4 1 15,1 2-4-15,-1-3 2 0,1-2 4 0,-3-5-5 16,-1-3 0-16,0-3 2 0,-1 0 1 15,0-4-5-15,1 0-5 0,-2-1-11 0,1-3-23 16,-2-4-58-16,0 0-71 0,0 0-118 16,6-16-335-16,-3-2-118 0</inkml:trace>
  <inkml:trace contextRef="#ctx0" brushRef="#br0" timeOffset="97079.8384">6332 11221 1755 0,'-6'2'-26'0,"6"-2"5"16,-11 4 0-16,7-3 18 0,4-1 17 15,-9 2 10-15,9-2 3 0,-7 1 0 0,7-1-6 0,0 0 0 16,-7 2 0-16,7-2-8 16,0 0-1-16,0 0-4 0,0 0-1 0,0 0-2 15,-1-14 0-15,1 14-4 0,14-21 0 16,-2 3-3-16,4-1 1 0,1-1 2 0,5-8 0 16,1 2-1-16,1-3-1 0,0 4 2 15,0 0 0-15,-7 8 0 0,-3 1 3 16,-3 5 0-16,-1 3 0 0,-3 1 2 0,-2 2 3 15,-1 1-1-15,0 0 3 0,0 0 0 0,-4 4-3 16,4-4 1-16,-4 4-4 16,0 0 3-16,0 0-5 0,0 0-2 0,0 0 2 0,0 0 1 15,0 0-3-15,-8 20-1 16,7-14 0-16,-2 1-4 0,1 0 4 0,1 0-1 16,-2 0-4-16,1 3 2 0,1-1 1 15,0 2 3-15,0 1-1 0,0 2 2 0,1 1-6 16,-1 4 5-16,1 1-2 0,-1 0 6 15,2 10 3-15,-1-2-1 0,0 2 0 0,2-2-1 16,-2 0 2-16,3-1-1 0,0-3 0 16,1 0 1-16,0-4 0 0,0-4-4 0,-1-1 1 15,2-3 0-15,-2-1 5 16,4-2-5-16,0 1 3 0,1-3-1 0,3-1 4 0,0-4 1 16,5-2-2-16,9-6-9 0,1-3-31 15,8-7-48-15,-1-7-67 0,-1-3-152 0,-1-3-239 16,-1 0-38-16</inkml:trace>
  <inkml:trace contextRef="#ctx0" brushRef="#br0" timeOffset="97440.0124">6913 11086 1393 0,'-2'-10'-71'16,"2"10"5"-16,0-13 11 0,1 4 2 16,3-1 16-16,1-1 18 0,1 0 4 0,2 0 7 15,1 0-2-15,-1 3 2 0,1 1 6 16,0 0-1-16,-2 4 2 0,0 1 5 16,-7 2 11-16,12 2 22 0,-7 5 10 0,-1 4 8 15,-1 1 8-15,-3 3-1 0,-4 11 1 16,-1 1-3-16,-1 3 0 0,-3-1-4 0,0 6-6 15,1-7-4-15,2-2-1 0,1-2-11 16,4-7 2-16,2-2-5 0,0-4-3 0,5-1-1 16,1-2 2-16,5-2-2 15,4-3 0-15,12-7 0 0,11-5-3 0,5-8-5 16,3 0-18-16,1-3-16 0,0 0-20 16,-4 1-32-16,-4 1-37 0,-4 2-34 0,-12 3-39 15,-1 4-327-15,-10 4-10 0</inkml:trace>
  <inkml:trace contextRef="#ctx0" brushRef="#br0" timeOffset="97993.3617">6211 12137 1429 0,'-41'20'-25'0,"6"-3"8"0,1 0 1 16,2 0-2-16,9-2 3 0,2-3 11 0,6-4 18 15,3-1-10-15,2-2-1 0,5-2-2 16,1-1 2-16,4-2-1 0,0 0 2 0,24-25 0 16,10-3 0-16,21-15-1 0,13-7-6 15,32-22 14-15,13-6-6 0,12-3 8 0,8-1 14 16,2 2 4-16,-4 6 3 0,-3 6 0 15,-5 8 3-15,-32 18 3 0,-7 4-7 16,-6 7-1-16,-9 6-3 0,-24 9-5 16,-7 3-2-16,-10 6 2 0,-10 5-8 0,-6 2 0 15,-9 4 1-15,-4 3 1 0,-11 12-2 16,-13 7-3-16,-9 6 0 0,-18 13-3 0,-9 1-1 16,-6 4 0-16,-11 2 1 0,-32 11-8 15,-1 3-1-15,-4-2 0 0,-2 2 6 0,2-1 5 16,27-16 11-16,-25 11 2 15,30-16-1-15,7-4 3 0,11-4-4 0,21-13-2 16,7-3-7-16,11-7-4 0,7-1-4 16,6-4 1-16,6-3-3 0,7-3 2 0,0-2-1 0,0 0 2 15,46-30-3-15,-8 4-5 0,21-13-2 16,11-5 1-16,11-3 8 0,7-2-3 16,32-15 0-16,-3 6 2 0,-30 15 0 15,-4 4-1-15,-6 7 1 0,-13 6 3 16,-19 7-3-16,-9 6-5 0,-9 3 2 0,-9 5 1 15,-8 3-11-15,-7 4-23 0,-3-2-38 16,0 0-64-16,-25 20-115 0,0-6-330 0,-11-1-79 16</inkml:trace>
  <inkml:trace contextRef="#ctx0" brushRef="#br0" timeOffset="99651.9136">2498 10677 1413 0,'2'-6'-116'0,"-2"6"19"16,0-7 24-16,0 7 18 0,0 0 13 15,-2-13 21-15,2 13 13 0,-4-8 14 0,4 8 15 16,-3-8 0-16,3 8 5 0,-3-5-2 16,3 5-2-16,-3-6-4 0,3 6-8 0,0 0 0 15,0 0-6-15,0 0 3 0,0 0-2 16,0 0-1-16,-11 14-2 0,11-2 6 0,-3 1-9 15,1 6 7-15,-2 10-7 0,2 3-2 16,-3 9 4-16,-1 4-1 0,0 2 3 16,-1 3-2-16,0 5 2 0,-3 16-2 0,0-2 2 15,-1-1 0-15,4-13 3 0,-2 1-6 16,-1-3 3-16,2-3-4 0,0-4 3 16,2-6-4-16,0-11 0 0,2-4 1 15,1-6 3-15,0-4 5 0,2-3 16 0,0-3 24 16,-2-1 25-16,2-2 4 0,-1-2-9 15,2-4-2-15,0 0-9 0,0 0-7 0,0 0-4 16,-20-15-5-16,13 2-5 0,1-2-6 16,-1-6 0-16,0 3-5 0,3 4-1 0,0 1-1 15,1 2 3-15,1 1-3 16,0 2-5-16,-1 1-5 0,2 1-7 0,-2 1-3 0,3 5 1 16,0 0-4-16,0 0-3 0,0 0 0 15,0 0 3-15,0 0 1 0,12 15 2 0,-6-4-2 16,0 1 1-16,1 1 0 15,2-1 1-15,-1 0-3 0,0-1 1 0,1 0-2 16,-2-4 0-16,1 0-5 0,-1-1-8 16,1-2-10-16,0-3-24 0,0-2-32 0,2-5-38 15,0-2-47-15,3-8-155 0,-5 1-93 16,-1 0 77-16</inkml:trace>
  <inkml:trace contextRef="#ctx0" brushRef="#br0" timeOffset="100476.025">1974 12232 1033 0,'3'-9'-63'0,"1"1"13"0,-3 3 24 15,-1 5 10-15,2-10 20 0,-2 10 12 16,1-8 3-16,-1 8 7 0,0-7 8 15,0 7 2-15,0 0-2 0,-4-6-3 16,4 6-6-16,-7-3 1 0,7 3-4 0,-10 1-3 16,10-1-5-16,-14 7 1 0,5-2-6 15,0 3-2-15,2 1 3 0,-2 3-4 16,1-1 0-16,1 1-3 0,1 2-2 0,2-3 0 16,1 2 0-16,0-2 1 0,2-1-3 15,1 0-3-15,0 0 1 0,1 0 1 16,2-1-2-16,0 0 6 0,1 1-1 15,2-1-4-15,0 0 1 0,0-1-4 0,2-1 9 0,0 1-5 16,2-1-2-16,1 0 7 16,1-2-6-16,1 1 2 0,3 0 4 15,0-1 2-15,0 0-5 0,1 1-2 0,0-2 0 16,0 1 3-16,-1 1 6 0,-2 0-4 16,1-1-2-16,-4 1 4 0,1-2-3 0,-3 3 4 15,0 0-2-15,-2 1 3 0,-1 0 5 16,-2 2 9-16,-2 0 3 0,-1-1 3 0,-3 3 8 15,-1-1 4-15,-2 3-4 0,-1 0 3 16,-3 0-3-16,-3 2 5 0,-3 0 1 16,4-4 2-16,0-2 6 0,1-1 3 0,0-3 3 15,1 0 2-15,1-1-5 16,1-1-5-16,0 0 0 0,1-2-5 0,0-1-4 16,6-1-7-16,0 0-3 0,-14-1-6 15,14 1-14-15,-8-6-19 0,8 6-20 0,-4-10-26 16,2 4-30-16,1-2-30 0,0-2-49 15,0 0-60-15,1-1-278 0,0 0-10 16</inkml:trace>
  <inkml:trace contextRef="#ctx0" brushRef="#br0" timeOffset="100776.4021">1918 12281 1317 0,'-10'-1'-35'0,"10"1"8"0,-8-3 4 16,8 3 14-16,-8-1 18 0,8 1 16 15,-7-3 10-15,7 3-3 0,0 0-9 16,-5-3-4-16,5 3 1 0,0 0-3 0,1-11-3 15,-1 11-4-15,10-22-3 0,4 2 0 16,3-1 4-16,8-5 4 0,1 0-21 16,2 1-18-16,-1-2-27 0,0 3-27 15,1-1-33-15,-1 3-73 0,-6 5-161 0,-1 1 141 16</inkml:trace>
  <inkml:trace contextRef="#ctx0" brushRef="#br0" timeOffset="101083.9254">2291 12107 893 0,'-1'19'-41'0,"-1"-1"18"0,0 1 13 0,0-1 18 15,1 9 4-15,0-3 2 0,3 3-4 16,2-2 3-16,-1 1-5 0,3-3 2 16,3-1-1-16,2-2-2 0,0-6-1 0,-1-4 6 15,3 0 1-15,3-5 5 0,1-3 12 16,0-2-6-16,10-4 4 0,-2-3 2 0,-1-4 5 15,-2-3-1-15,-4-3 0 0,-3-2 0 16,-2-3 0-16,-5-1 10 0,-4 3 3 16,-3 2 9-16,-3 0 11 0,-2 2 2 0,-7-4-7 15,-3 5-5-15,-6 2 1 0,-2 2-10 16,-1 5-1-16,-1 2-7 0,4 4-7 0,-9 3-3 16,2 4-8-16,2 0-20 0,4 2-34 15,4-1-51-15,5 0-43 0,2 0-27 0,3-2-71 16,3-1-221-16,2-1 48 15</inkml:trace>
  <inkml:trace contextRef="#ctx0" brushRef="#br0" timeOffset="101556.397">2683 12046 1179 0,'-2'-17'-20'0,"-1"2"5"0,-1 1 18 16,-1-2 2-16,0-1 31 0,1 1 19 15,-1 0 12-15,0 2 7 0,1 3 7 0,1 1 2 16,-1 1-8-16,1 3-8 16,-1-1-11-16,2 1-7 0,2 6-9 0,-3-9-3 0,3 9-9 15,-3-5-3-15,3 5-4 16,0 0-3-16,0 0-1 0,0 0-2 0,0 0-2 16,0 0 1-16,7 21-6 0,-2-11 3 15,1 2-2-15,0 3 0 0,5 4-4 0,0 2 3 16,1 2-4-16,1-1 1 0,2 1 3 15,2 6-4-15,-4-6 1 0,4 6 2 0,-3-5-5 16,-1 0 1-16,0 1 2 0,-1 0-2 16,-2-1 0-16,0 0 4 0,0 0-3 0,0-1 6 15,-2-1-5-15,-2-4-4 0,-1-4-17 16,0-2-27-16,-3-1-32 0,1-3-41 16,0-2-24-16,-3-6-57 0,3 1-335 0,-3-1-34 15</inkml:trace>
  <inkml:trace contextRef="#ctx0" brushRef="#br0" timeOffset="101989.3447">2914 12089 1540 0,'-9'7'-2'16,"1"0"-5"-16,0-1-1 0,2-1 3 0,2-1 5 15,0-1 1-15,4-3-1 0,-5 5-2 16,5-5-7-16,-4 4 0 0,4-4 2 15,0 0-1-15,0 0 4 0,0 0 5 16,22-19-4-16,-8 3 0 0,1-3 2 0,-1-2 3 16,-1-1 0-16,-2 0 3 0,-2-4-3 15,-3 0 10-15,-2-1 10 0,-2 1 9 16,-3 5 17-16,0 3 12 0,-3 1 14 0,-2 1 8 16,1 0 7-16,-2 4 4 0,0-1-1 15,1 3 1-15,1 2-6 0,0 1-10 0,1 0-11 16,1 1-10-16,0 1-9 0,3 5-8 15,-4-7-8-15,4 7-3 0,0 0-3 0,0 0-3 16,0 0-3-16,0 0-1 0,0 0-3 16,8 21 0-16,-2-11-5 0,2 3 1 15,3 4-2-15,1 4 0 0,2 1-2 16,3 6 1-16,0 3 0 0,1-2 2 16,-1 2-4-16,-1-1 3 0,-1 1-1 0,0 0 1 15,1-1-1-15,-4-4-4 0,-1 0 2 16,-2-1-5-16,0-1-20 0,-1-2-21 0,-2-4-29 15,0-4-40-15,-2-4-60 0,0-3-32 16,0-4-78-16,-4-3-389 0,0 0-163 0</inkml:trace>
  <inkml:trace contextRef="#ctx0" brushRef="#br0" timeOffset="102340.7454">3299 11913 1690 0,'-4'6'-51'0,"4"-6"7"0,-4 6 8 16,4-6-5-16,0 0 11 0,0 0 6 15,0 0 1-15,0 0 3 0,0 0 1 16,0 0 6-16,20-19-3 0,-8 9 5 0,1 1-5 16,-1 0 4-16,0 1 1 0,-3 1-2 15,-1 3 2-15,-1 0 2 0,-1 2-3 0,-6 2 16 16,0 0 0-16,8 8 5 15,-9 1 9-15,-2 4 8 0,-2 10 8 0,-2 1-4 16,0 2 1-16,-1 0 0 0,2 0 3 16,0-1-3-16,3-3-1 0,1-5-4 0,2-4-5 15,1-1 2-15,2-3 0 0,3-1-2 16,3-2 4-16,4-3 5 0,3-5-6 0,14-5 0 16,11-8-1-16,4-5-3 0,1 0-1 15,2-2-12-15,-4 1-28 0,-3 1-35 0,-5 3-46 16,-11 4-44-16,-5 1-108 0,-7 7-177 15,-6 3 59-15</inkml:trace>
  <inkml:trace contextRef="#ctx0" brushRef="#br0" timeOffset="102900.1125">2322 13200 1178 0,'-28'21'-28'0,"-1"3"6"16,0-1 1-16,2 3-4 0,1-2 19 15,7-6 13-15,1-1 3 0,7-5-3 16,1-3-2-16,2-3-1 0,2-1 1 15,3-2 5-15,3-3 2 0,0 0-1 0,0 0 5 16,23-22 0-16,5-9 8 0,18-20-8 16,13-14-1-16,32-29 2 0,9-2 1 0,8-7 5 15,10 1 7-15,6 2 4 0,4 1 1 16,6 2-10-16,0 6 8 0,-5 10-8 0,-5 15-2 16,-37 23 0-16,-8 11 0 0,-10 6-7 15,-20 12 3-15,-7 5-7 0,-13 7-5 16,-9 4 4-16,-10 6 0 0,-6 7-2 0,-11 12-4 15,-11 13-8-15,-21 13-3 16,-11 3-1-16,-12 1-4 0,-7 2 2 0,-28 21 3 16,-9-2 6-16,-3 3 14 0,-10 3 8 15,-5 0 10-15,-4 0 4 0,1-3 2 0,1-6 10 16,10-9 3-16,31-15 0 0,8-7 1 16,12-4-3-16,12-10-5 0,19-11-7 0,10-6-12 15,8-3-7-15,7-4-1 0,3-4 2 16,6-2 0-16,0 0-8 0,24-28-4 15,8-4-4-15,21-19-5 0,14-12 6 0,29-22-3 16,5 2-4-16,5 8-4 0,-26 20-23 16,-3 5-35-16,-6 5-42 0,-6 8-32 0,-10 8-25 15,-18 10-56-15,-13 6-274 16,-8 8 0-16</inkml:trace>
  <inkml:trace contextRef="#ctx0" brushRef="#br0" timeOffset="103063.5444">2700 13146 1413 0,'0'0'43'0,"-7"6"-45"0,7-6-66 0,-4 3-41 16,4-3 3-16,0 0 4 0,0 0-45 0,0 0-167 15,15-34 170-15</inkml:trace>
  <inkml:trace contextRef="#ctx0" brushRef="#br0" timeOffset="103217.8196">3281 12892 1128 0,'-12'2'84'0,"3"0"-124"0,4 0-44 16,5-2-13-16,0 0-51 0,0 0-139 15,5-19 195-15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39:44.291"/>
    </inkml:context>
    <inkml:brush xml:id="br0">
      <inkml:brushProperty name="width" value="0.05292" units="cm"/>
      <inkml:brushProperty name="height" value="0.05292" units="cm"/>
      <inkml:brushProperty name="color" value="#FF0000"/>
    </inkml:brush>
  </inkml:definitions>
  <inkml:trace contextRef="#ctx0" brushRef="#br0">9776 3358 130 0,'-9'0'94'0,"9"0"-46"15,0 0-5-15,0 0-15 0,0 0-11 0,0 0-4 16,0 0 1-16,0 0 2 16,0 0-8-16,0 0-2 0,-8 1 4 0,8-1 2 0,0 0-2 15,0 0-6-15,0 0 4 16,0 0-6-16,0 0-3 0,0 0 6 0,0 0-6 15,0 0 4-15,0 0 3 0,0 0-4 16,0 0-1-16,0 0 3 0,0 0 2 0,0 0-3 16,0 0-3-16,0 0 3 0,0 0-2 15,0 0 2-15,0 0 1 0,0 0-4 0,0 0 7 16,0 0-3-16,0 0-6 0,0 0-2 16,0 0 3-16,0 0-3 0,0 0 1 0,0 0 15 15,0 0 1-15,0 0 1 0,20 7 10 16,-10-6 0-16,2 1 11 0,3-1-6 0,2 0 0 15,5-1 0-15,0 0 3 16,10-2-4-16,0 2-4 0,2-1-5 0,-1 0 3 16,-1-1-7-16,2 0 11 0,-1-1-5 15,0 0-4-15,-1 0-7 0,-4 2 7 0,3-2-8 16,-8 3-5-16,-3-2 4 0,0 1 1 16,-4 1-6-16,-1-1 6 0,2 1-1 0,-4-2-1 15,2 2-2-15,-1-1 1 16,-2 0-4-16,3-1 1 0,-2 1 2 0,1 1-5 0,0-1 0 15,2 0 5-15,-1 0-2 0,1 0-3 16,0 0 7-16,3 0-4 0,-1 0 3 16,3 0 1-16,-1-1-4 0,0 0-2 15,-5 1-1-15,4-1 1 0,-4 1 3 0,-1 0 3 16,0 0-3-16,-1 0 1 0,-2 1-5 16,-1-1 7-16,0 0-6 0,0 1 5 15,-2-1-5-15,-8 1 1 0,16-1 0 0,-8 1 2 16,1 0-6-16,-9 0 4 0,15-1 2 15,-7 1-3-15,1-1 1 0,1 1-3 0,0 0 7 16,2 0-6-16,-2-1 5 0,3 2-6 16,-1-1 2-16,1 0 3 0,1-1-5 0,1 2 1 15,1-1-6-15,0 0 12 0,-1 0-7 16,1 0 4-16,-1 0-2 0,3 0-4 0,-3 0 7 16,-1 1 1-16,1 0 0 0,-1-1-7 15,1 0 2-15,-5 0 4 0,3 1 0 16,0-1-4-16,-2 2 6 0,1-3-5 15,0 1-2-15,-1 1 7 0,1 0-3 0,-1-1 2 16,2 0-2-16,2 0 5 0,0 0-2 16,1 0-7-16,1 0 8 0,-1-1 0 0,4 0-1 15,-2 1-3-15,1-2 0 0,1 1 2 16,-3 0-3-16,3 0 0 0,-3 1 9 0,-2 0-2 16,2 0-6-16,-2-1 0 0,0 2-5 15,-1-2 4-15,1 2 1 0,-5-1 0 16,4 0-2-16,0 1 2 0,-2-1 1 0,2 2-3 15,1-1 2-15,0 1 0 0,1-1-5 16,4-1 4-16,0 2 2 0,2-1 0 16,1-1-8-16,9 0 4 0,1 0-1 0,0 0 3 15,1-1 0-15,0 0 1 0,-2 0 0 16,-1 0 3-16,-1-2-5 0,-8 3 0 0,-2-1 6 16,-5 0-5-16,1 1 4 0,-5-1 0 15,-1 1 8-15,-1 0 5 0,-2 0-5 0,-7 0 6 16,13 0-2-16,-7 0 6 0,-6 0-4 15,9 0 3-15,-9 0-4 0,0 0-9 0,11 0 7 16,-11 0-5-16,0 0 2 0,8-1-2 16,-8 1-2-16,0 0-2 0,8 1 1 0,-8-1-3 15,0 0 0-15,0 0 0 0,0 0 1 16,8-2-5-16,-8 2-22 0,0 0-30 16,0 0-46-16,0 0-47 0,0 0-292 15,0 0 57-15</inkml:trace>
  <inkml:trace contextRef="#ctx0" brushRef="#br0" timeOffset="11208.9624">2449 4033 1049 0,'-4'-6'-95'16,"4"6"15"-16,0 0 18 0,-3-5 16 0,3 5 4 16,0 0 6-16,0 0 4 0,-4-6 3 15,4 6 4-15,0 0 4 0,0 0 6 0,0 0-1 16,0 0 7-16,0 0 4 0,-2-6 11 15,2 6-2-15,0 0 2 0,0 0 5 16,0 0 1-16,0 0 6 0,0 0 1 0,0 0-3 16,0 0 1-16,0 0 3 0,0 0-5 15,0 0-4-15,0 0 0 0,0 0-1 0,0 0 2 16,0 0-6-16,0 0 1 0,0 0-2 16,0 0 1-16,0 0-2 0,0 0-7 15,0 0 3-15,0 0 6 0,0 0-9 16,0 0 4-16,0 0 4 0,0 0-4 0,0 0-6 15,0 0 5-15,0 0-3 0,0 0-3 16,0 0 9-16,8-5-2 0,-8 5-2 0,0 0 1 16,10-2-2-16,-10 2 5 0,11-1-4 15,-2 1 3-15,-2-1-4 0,2 0 2 0,1 0 0 16,-1 1 3-16,3-1-6 0,1 0-1 16,1-1 6-16,1 1-4 0,0 1 1 15,1-1 2-15,-1 0-2 0,0 0 0 16,-1 0 0-16,1 1 4 0,-2-2-5 0,-2 2 8 15,0 0-6-15,1-1-1 0,-2 2 1 16,-1-1 2-16,1-1-1 0,-1 1 0 16,-1 0-3-16,1 0 3 0,-1 0-3 0,1 0 4 15,-9 0-2-15,16 0 2 0,-7-1-6 16,0 0 4-16,1 0 2 0,0 1-4 0,1 0 5 16,-2-1 0-16,2 1-4 0,0 0-4 15,0 0 5-15,0 0-1 0,0 1 1 0,-2-1 0 16,2 0-1-16,-2 1 3 0,1-1-2 15,0 2 0-15,-2-2-10 0,0 1 4 0,0 1 6 16,-1-1-1-16,0 0-3 0,-7-1 1 16,13 2 3-16,-5-1-4 0,-2 1-1 0,-6-2 3 15,13 3 1-15,-6-2 1 16,-1 1-6-16,1 0 2 0,1-1 6 0,0 0-3 16,2 1 1-16,0-1-2 0,0 1 0 15,1-1 7-15,1 1-10 0,-1-1 6 16,1 1-5-16,3-1 3 0,-1 0 2 0,0 1 0 15,1 0 0-15,-1-1-1 0,-1 0 6 16,0 0-2-16,-2 1-3 0,0-1 2 0,-2 0-3 16,1 0 3-16,-2 0 1 0,1 1-6 15,-1-2 1-15,0 2-2 0,-1-1 2 0,1 0 0 16,-1 0 1-16,0 0 1 0,0 0-1 16,2 0 0-16,0 1 4 0,1-1 0 0,1-1-2 15,0 1 6-15,1 0-4 16,0-1 5-16,3 0-4 0,1 0 0 0,0 0 3 15,2-1 0-15,0 0 5 0,-1 1-6 16,0 0-1-16,3 0 2 0,0-1-4 0,-3 1 3 16,-1-1-5-16,0 1 4 0,-1-1-1 15,-2 1-6-15,-1 0 5 0,-1 0-3 0,1 0 1 16,-2 0-1-16,-2 0-4 16,0 0 2-16,-8 0-2 0,14 1 3 0,-8-1-1 15,-6 0-2-15,12 0 3 0,-12 0-1 0,11 0 2 16,-11 0-5-16,11 1 11 0,-5-1-10 15,-6 0 5-15,14 0 1 0,-5 0 4 0,-1 0-4 16,3 0-1-16,0 0 1 16,2 0-3-16,0 0 0 0,3 0 0 0,-1-1-3 15,0 1 5-15,1 0 1 0,-2 0-2 16,1 0 0-16,1 1-2 0,-2-1 5 0,2 0-7 16,-1-1 3-16,-1 1 2 0,0 0 0 15,-2 0-2-15,3-1 3 0,-4 2 0 0,0-2-1 16,0 1 0-16,0 0 3 0,-1-1-1 15,1 1-3-15,-3 0 1 0,2 0-2 0,0 0 0 16,0 0 0-16,1 0 0 16,-1 0 0-16,1-1 1 0,2 1-1 0,-1-1 6 15,3 1-5-15,-1-1 0 0,1 1-8 16,1-2 12-16,-1 2-2 0,2-1-2 0,-1 0 4 16,-1 1-8-16,2-2 12 0,-2 2 1 15,0-1-18-15,-2 0 9 0,-1 1 0 16,-1 0-2-16,-1-1-3 0,0 0 4 0,-2 1-2 15,2-1 6-15,-3 0-1 0,-7 1-3 16,17-1-3-16,-8 1 4 0,-1-1 0 0,1 0 2 16,0 1-8-16,1-2 8 0,0 1 3 15,-1-1-9-15,1 2 0 0,-1-1 0 0,0-1 1 16,0 1 4-16,0 1 0 0,0-1-2 16,-1 0-4-16,-8 1 4 0,14-1-2 0,-7 1 3 15,0-2 1-15,-7 2-5 16,12 0 6-16,-5-1-5 0,-7 1 1 0,11-1-3 15,-11 1 5-15,9 0 1 0,-9 0 3 16,12-1-2-16,-6 1-6 0,-6 0 8 0,12-2-2 16,-5 2-3-16,1 0-10 0,-8 0 11 15,17-1 3-15,-8 0-5 0,1 0 1 16,0 0 0-16,1 0 4 0,-1 0-4 0,1 1 2 16,-1-1-4-16,0 0 6 0,-1 0-1 15,0 1-2-15,1-1-4 0,-1 1 4 0,0-1 1 16,-1 1-4-16,-8 0 1 0,15-1 2 15,-7 0-1-15,-8 1-5 0,13 0 4 16,-7 0 3-16,-6 0-6 0,10-1 3 16,-10 1-1-16,8 0 2 0,-8 0 2 0,9 0 1 15,-9 0 2-15,9 0-6 0,-9 0 0 16,10 0 2-16,-10 0 3 0,12 1-4 0,-12-1 4 16,12 0-6-16,-5 0-2 0,0 1 6 15,1 0-3-15,1-1 0 0,1 0 1 0,0 1 1 16,1-1-6-16,-1 0 5 0,1 0 1 15,1 1 0-15,0-1 1 0,0 0 4 0,0 0-3 16,1 0 1-16,-2 0-5 0,1 1-1 16,-1-1 1-16,0 0 2 0,0 0-2 15,-1 0-4-15,-1-1 7 0,0 1 8 16,-9 0-14-16,15 0 3 0,-8 0 2 16,-7 0 3-16,13 0-7 0,-5 1 4 0,0-1-1 15,-8 0-2-15,14 0 14 0,-7 0-7 16,2 1-2-16,-1-1-3 0,2 0-5 0,0 1 8 15,0-1-7-15,1 0 4 0,-1 0-2 16,0 1 2-16,1 0-2 0,-2-1 3 0,1 0-2 16,-1 0 1-16,1 1 0 0,-1 0 0 15,-1-1-6-15,1 1 5 0,-9-1 4 0,14 0-3 16,-6 1-1-16,-1-1 0 0,1 0 3 16,-8 0 3-16,18 0-9 0,-9 0 14 0,1 0-12 15,0 0 1-15,1 0-2 0,0 0 3 16,1 0-1-16,0-1 9 0,-1 1-7 15,2 0 0-15,1-1-2 0,1 1 0 16,0 0 5-16,0-1-9 0,-1 0 5 0,1 1 2 16,0 0-4-16,1 0-1 0,0-1 0 15,0 1 0-15,-1-1 4 0,2 1 3 16,0-1-3-16,0 1-1 0,0 0 4 0,2-2 0 16,-2 1-3-16,0 1 1 0,3 0-1 15,0-1 2-15,1-1-6 0,-2 2 2 0,1-1 3 16,0 0-3-16,-4 1 0 0,0-2 2 15,0 1 0-15,-1 1-2 0,0 0-3 16,0-2 4-16,-3 1-2 0,0 1-2 0,1-1 14 16,-2 0-10-16,0 1-1 0,2 0-2 15,-2-1 3-15,0 1 3 0,1 0-4 16,1-1 3-16,-2 1-7 0,3-1 8 0,-3 0-3 16,2 0 2-16,0 1 0 0,0-1 0 15,-1 0 0-15,0 0-3 0,1 0 0 0,1 1 1 16,1-2 2-16,1 1-5 0,-1 0 4 15,0-1 3-15,0 1-2 0,1 0-4 0,-1 0 6 16,-1 0-8-16,3-1 4 0,-3 2-3 16,2-1 5-16,0 1-2 0,1-2-1 15,-1 2-1-15,0 0 1 0,-1 0-2 16,1-1 3-16,-1 1 4 0,-1 0-4 16,2 0 1-16,-5 0-7 0,2 0 10 0,-1 0-8 15,-1-1 9-15,0 1-5 0,1 0 5 16,-1 0-1-16,1-2 4 0,-1 2-9 0,3-1-3 15,0 0 8-15,0 0-1 0,1 0-2 16,0 1 3-16,1-1-6 0,0 1 1 0,-2-1-1 16,2 0 3-16,0 1 1 0,0-1-2 15,-1 1-2-15,1-1-1 0,-2 1 4 16,0-1-4-16,1 1 2 0,0-1-1 0,-1 1-3 16,0 0 9-16,0 0-4 0,1-1 1 0,-2 0 6 15,0 1-7-15,1 0 0 0,1 0 4 16,-1-1 3-16,2 1-6 0,-2-1 0 15,1 1-2-15,1-1 1 0,-1 0-4 16,-2 0 0-16,2 1 3 0,-1-2 0 0,1 2 6 16,-2-1-6-16,-1 1 10 0,2 0-9 15,-1-1 2-15,-2 1-2 0,0-1 1 16,0 1-2-16,0 0 1 0,-1-1-1 0,-10 1 0 16,15 0 0-16,-5 0-2 0,-10 0 7 15,17 0-7-15,-10 0 1 0,-7 0 4 0,15 0 0 16,-7 0-4-16,-8 0-6 0,16 1 8 15,-8 0 2-15,0-1 0 0,-1 0-2 16,2 1-3-16,-9-1 5 0,17 1-1 16,-8-1-1-16,0 0 2 0,-1 1-3 0,2 0 2 15,-3 0 1-15,2-1 3 0,-9 0-5 16,15 1-1-16,-8 0 2 0,0 0 1 0,-7-1-4 16,14 0 1-16,-8 1-1 0,-6-1 1 15,13 0 0-15,-6 0 1 0,-7 0-1 0,13 2-4 16,-5-2 3-16,0 0 6 0,-1 0-5 15,3 1-3-15,-2 0 5 0,2-1 0 0,-3 1-2 16,2-1 0-16,0 1-3 0,0-1 8 16,-1 1-6-16,2 0 10 0,-1-1-8 15,0 2 0-15,-1-1 0 0,0 0 4 16,2-1-6-16,-1 0 12 0,2 1-8 16,0-1-2-16,0 2 1 0,3-2 1 0,-1 0 0 15,1 1 4-15,2-1-8 0,0 0 6 16,0 1-7-16,-1 1-2 0,-1-1 1 0,-2-1 1 15,-1 1-4-15,0 1 5 0,0-2-5 16,-2 1 3-16,0-1 1 0,-2 0-2 0,-7 0 7 16,14 2 2-16,-14-2-7 0,15 0 4 15,-8 1-4-15,3-1 8 0,1 1-2 0,1-1-4 16,0 0 4-16,3 0-1 0,2 0 5 16,0 0-9-16,5 0 7 0,0-1-5 0,1 1 5 15,8 0-4-15,1 1-1 16,2-2 2-16,1 0 0 0,-1 2-2 0,2-1 3 15,0-1-1-15,-1 1-1 0,0 0-3 16,0 0 3-16,1 0-2 0,-2-1 0 0,0 0 6 16,1 1-9-16,-2 0 1 0,0-1 4 15,1-2-1-15,-1 3 2 0,-1-1 0 0,-7 1-4 16,6-2 4-16,-6 1 1 0,-3 1-6 16,0 0 6-16,1-1 2 0,-3-1 9 15,1 1-8-15,1 0-8 0,0 0 0 16,-4 0 1-16,4 0 8 0,-1 0-13 0,-1-1 6 15,2 1 2-15,-1-1-4 0,1 1 3 16,0 0-7-16,0 0 3 0,0 0 3 16,0 1-1-16,-1-2 2 0,0 1 3 0,-1 0-4 15,2-1 0-15,-3 1 3 0,1 0 6 16,0 1-17-16,0-1 8 0,0 0-1 0,-1 0-1 16,1 0-8-16,-1 1 8 0,1-1 7 15,-5-1-5-15,5 1-3 0,-2 0 6 0,-1 1-7 16,1-1 7-16,-1 0 0 0,-1 1-3 15,2-2 10-15,3 1-8 0,-6 0 3 0,2 1-10 16,-2-1 6-16,2 1 6 0,0 0-11 16,-2-1 9-16,2 0-4 0,1 0 1 0,-1 1-6 15,4-1 3-15,-7 1 2 16,3 0 3-16,0 0-5 0,2 0 7 0,0 1-3 16,1 0-7-16,0-1 2 0,-1 0 9 15,2 0-4-15,-1 0-7 0,-1 1 1 0,1 0-2 16,-3-1 6-16,-2 0 1 0,0 1-6 15,-3-1-1-15,0 0 0 0,-2 0 7 0,-2 0-1 16,-1 0 10-16,-7 0 1 0,13 1 12 16,-13-1 10-16,9 0 9 0,-9 0 7 0,9 0 4 15,-9 0 3-15,0 0 2 16,8 1-5-16,-8-1-1 0,0 0-3 0,9 1-5 0,-9-1-5 16,0 0-5-16,0 0-4 0,8-1-2 15,-8 1-6-15,0 0-1 0,0 0-2 16,0 0-4-16,8 2 2 0,-8-2-8 15,0 0 3-15,0 0-6 0,0 0-7 0,0 0-13 16,0 0-20-16,0 0-23 0,0 0-24 16,0 0-33-16,0 0-31 0,0 0-65 0,0 0-198 15,0 0 83-15</inkml:trace>
  <inkml:trace contextRef="#ctx0" brushRef="#br0" timeOffset="16603.7626">3257 5146 993 0,'0'0'-73'16,"0"0"5"-16,0 0 11 0,0 0 4 0,0 0 7 0,0 0 4 15,0 0 7-15,0 0 5 16,0 0 7-16,0 0 3 0,0 0 3 0,0 0 2 16,0 0 7-16,0 0-3 0,0 0-2 15,0 0 7-15,0 0 7 0,0 0 1 0,0 0 0 16,0 0 3-16,0 0 1 0,0 0-3 15,0 0 3-15,0 0 0 0,0 0 1 0,0 0 1 16,0 0-6-16,0 0-1 0,0 0-1 16,0 0-2-16,3-7 3 0,-3 7 0 15,0 0 4-15,0 0-1 0,0 0 4 0,14 1 1 16,-14-1 2-16,12-1 2 0,-4 1 7 16,3 0-2-16,1-2 6 0,1 2 11 15,3-1-20-15,-1-1 1 0,1 2-2 16,0-1 10-16,1-1-11 0,0 1-4 0,2 1 7 15,-3-1 0-15,-1 0-8 0,1 0 0 16,-1 1 0-16,-4 0-1 0,1 0-1 0,-1 0 3 16,0 0-4-16,-1 0-3 0,1 0 1 15,-2 0 1-15,0 1 0 0,1-1 5 0,0 1-5 16,0-2-3-16,0 2-2 0,1-1 3 16,0 0 0-16,-1 1 1 0,1-1-4 0,1 0-2 15,-1 1 2-15,1-1 1 16,0 0 0-16,1 1 1 0,-1-1 7 0,3 0-7 15,-2 1 3-15,2-1 1 0,-4 1-2 16,2-1-5-16,-2 0 6 0,0 1 0 0,-1 1 12 16,0-2-19-16,1 1 2 0,-1 0 1 15,-1-1 3-15,0 1-6 0,1-1 1 0,-1 2 1 16,0-1 1-16,0-1 3 0,2 1-9 16,-1 0 5-16,0-1 1 0,1 1-3 0,1 0 4 15,1 1-4-15,0-1 7 0,2-1-4 16,0 1 3-16,-1-1 4 0,2 2-1 15,-1-1-10-15,-1 0 5 0,2-1 0 0,-1 1 0 16,-1 0-2-16,1-1 3 0,-1 2-4 16,2-1 0-16,-3 0 8 0,1 0-6 0,-3 0 4 15,3 0 2-15,-1 0-8 16,0 1 11-16,1-1-9 0,-1 2-1 0,1-2 6 16,1 0-9-16,-1 1 5 0,2-1 3 15,0 0-4-15,2 1-7 0,1 0 6 0,0 0-1 16,0-2 4-16,2 0-2 0,-2 1 3 15,1 0-2-15,-1 0-3 0,-2-1 3 0,1 1-4 16,2-1 5-16,-1 1-4 0,-3-1-2 16,1 1 6-16,-1 0 1 0,0 0 7 0,0-1-9 15,-2 1 1-15,1 1-4 0,-2-1 2 16,2-1-1-16,-1 3 0 0,-1-1 0 0,0-1 0 16,-2 0 1-16,2 0 1 0,1 1 2 15,0-1-3-15,1 1-2 0,-1-1 5 16,1 0 3-16,4 0-1 0,0 1 1 15,0-1-7-15,0 0 8 0,2-1-9 0,0 2-2 16,-1-1 1-16,1-1 7 0,1 2-3 16,0-1 6-16,0 0-12 0,7 1 9 15,-5-1-3-15,-2 1-1 0,-1 0 3 0,0 0-2 16,-1-1-4-16,0 1 2 0,-1-1 7 16,0 1 0-16,-2-1-6 0,-2 1-3 0,1-1 2 15,-1 1 1-15,-1-2 0 16,0 2-2-16,0 0 3 0,0-2-3 0,1 2 4 15,0-2-5-15,0 2 10 0,2-1-10 0,0-1 2 16,2 1-3-16,0 0 5 0,1 0-2 16,2 0 4-16,0-1-12 0,9 2 9 15,1 0 8-15,-1-2-2 0,1 2-1 0,1-1-2 16,-1-1-2-16,2 1 1 0,-2-1 1 16,2 1 3-16,-3-1-2 0,1 0 0 0,-1 1 1 15,-4-1-4-15,-4 0-1 0,9 0 2 16,-7-1-5-16,-2 1 7 0,-1-1-1 0,0 0-3 15,-1 1 2-15,1-2 4 0,-2 1-5 16,0 1 4-16,-3-1-7 0,1 0-1 0,-1-1 6 16,-2 2-2-16,0-2-3 0,-1 1 7 15,1-1-4-15,-2 0-4 0,2 2 0 16,-1-2 4-16,0 0 4 0,2 0-6 16,-3 2 2-16,1-2 2 0,1 0 1 0,0 1-7 15,0-1 7-15,3 1-2 0,-2-1-12 16,0 0 13-16,3 1-6 0,1 0-1 0,-1 1-1 15,3-2 6-15,-2 1 3 0,2 0 0 16,0 0-4-16,0-1 1 0,8 1-2 0,0-1 6 16,-2 0-1-16,-2 2-3 0,-4 0-2 15,-1-2 4-15,0 1-2 0,2 0-2 16,-1-1 1-16,0 0 0 0,0 2-1 0,6-3 0 16,-4 1-1-16,-2 1-1 0,-1-1 6 15,1 1 2-15,-1 1 2 0,7-5-8 16,0 2-2-16,-5 3-6 0,-2-2 7 0,0 0 5 15,-1 1-7-15,1-2 9 0,0 2-5 16,0-1 1-16,0 0 2 0,-1 1-2 16,0 0-5-16,0-1 3 0,-1 0 4 0,0 1-7 15,-1 0-1-15,-1-1 5 0,-1 1 4 16,0 0-6-16,0 0-6 0,-1 0 8 0,1 0 4 16,0 0-1-16,0-1-1 0,-1 1-4 15,3 0 9-15,1-2-3 0,1 2-3 16,1-1-9-16,0 0 9 0,1 2-1 0,7-2 3 15,0 0 1-15,-4 0-8 0,-3 2 0 16,7-2 3-16,1-1 2 0,-1 2 1 16,-6-1 0-16,-1 0-1 0,-1 0 3 0,0 1-1 15,1-1-1-15,-1 1-6 0,-1-1 9 16,1 1-5-16,-1 0-3 0,0-1 4 0,-1 0-1 16,0-1 4-16,-1 2-14 0,-1 0 10 15,-1-1 2-15,-1 0 4 0,0 1-7 0,2-1-5 16,-2 1 6-16,1 0-4 0,0 0 2 15,2-1 8-15,2 0-7 0,0 1 3 0,3-1-4 16,4-1 3-16,4 1-3 0,0 0 7 16,-1-1-3-16,1 2 1 0,0-2 0 0,0 1-6 15,0-1 1-15,-2 1 3 0,-1 1 0 16,-5 0-1-16,-2 0-2 0,0 0-5 16,2-1 10-16,-3 1-2 0,2-1-1 15,0 1 5-15,0 0 1 0,0-1-2 0,8-1-9 16,-8 2 7-16,0 0-3 0,7-1 2 15,-5 0 1-15,-3 0-6 0,0 1 5 0,-1 1 4 16,3-2-1-16,-3 2-5 0,3-2 3 16,-2 1-2-16,3-1-1 0,-1 2-3 0,6-1 3 15,-2 0-1-15,1-1 6 0,-4 2-1 16,-2-1-7-16,0 1 0 0,-1 0 1 0,1 0 6 16,0-1-4-16,0 1 2 0,0-1-6 15,0 0 2-15,-4 1 8 0,4 0-2 16,-2-1-3-16,0 1 3 0,0 0-9 15,-2 0 11-15,-1-1-3 0,0 1-3 0,3-1 2 16,-2 1 0-16,3 0 2 0,-1-1-5 16,1 1 3-16,0 0-4 0,1-1 7 0,0 1-3 15,1-2-4-15,0 2 5 0,-2-1 2 16,2 1-5-16,9 0 1 0,-2 0-3 0,2 0 1 16,-2 0 4-16,2 0-1 0,-1 0-2 15,2 1 2-15,-1-1 2 0,-1 2 1 16,2-1-8-16,-8-1 4 0,-1 1-3 0,-1-1 6 15,9 0-2-15,-7 0 2 0,-1 0 0 16,0 0-2-16,6 1-2 0,0 0 4 16,0-1-3-16,5 0 2 0,-4 0 1 0,4 0-2 15,-2 0-1-15,0-1 4 0,4 0-5 16,-1 1 9-16,0-1 1 0,2 0 0 16,-1-1-4-16,2 0-2 0,-2-1 4 0,0 1 6 15,0 1-1-15,-2-2-5 0,-1 1 4 16,0 1-6-16,-2-1 4 0,-1 1 4 15,-1 0-4-15,-7-1-8 0,-3 2 4 0,-1-1 0 16,-4 0 0-16,0 0 4 0,-2 0-7 16,-2 0 2-16,-1 1 2 0,-1-1-1 0,-2 0 2 15,-7 1 5-15,13 0-5 0,-6 0 5 16,-7 0 7-16,9-1 4 0,-9 1 6 16,7-2 2-16,-7 2-2 0,0 0-2 0,8 0-3 15,-8 0-1-15,0 0-3 0,0 0-3 16,10 0-2-16,-10 0 0 0,0 0-1 0,0 0-4 15,0 0 4-15,0 0-6 0,8-1 1 16,-8 1-2-16,0 0-3 0,0 0 2 0,0 0-6 16,0 0-5-16,0 0-12 0,0 0-25 15,0 0-13-15,0 0-44 0,0 0-38 0,0 0-138 16,0 0-73-16,-33-3 139 0</inkml:trace>
  <inkml:trace contextRef="#ctx0" brushRef="#br0" timeOffset="19888.6886">2592 5809 865 0,'0'0'-47'0,"-7"1"8"0,7-1 4 16,0 0 7-16,0 0-4 0,0 0 9 15,0 0 11-15,0 0 8 0,0 0 5 16,0 0 5-16,0 0 6 0,0 0-3 0,0 0 0 16,0 0-3-16,0 0 9 0,0 0 2 15,0 0-8-15,0 0 0 0,0 0 1 0,0 0-4 16,0 0-1-16,0 0 0 0,0 0 2 16,0 0-7-16,0 0 3 0,0 0-2 15,0 0 1-15,0 0-2 0,0 0-1 0,0 0 0 16,0 0 3-16,0 0-1 0,0 0 7 15,0 0 2-15,27-7-2 0,-20 6 2 16,3 1 0-16,0-3 3 0,4 1 1 16,0 0-2-16,5 0 3 0,1-2-1 0,7 0-2 15,1-1-2-15,1 2-2 0,0-3 9 16,-2 2-10-16,1 0 3 0,-2 0-1 0,-4 2-4 16,-2 0 4-16,-2-1-7 0,1 1 3 15,-4 0-2-15,1 1 3 0,-2-1-3 0,-1 2-4 16,1-2 11-16,-2 2-8 0,-1 0-2 15,-1-2 1-15,1 2 6 0,1-1-3 0,0 1 0 16,1-1-5-16,0 1-2 0,2-1 3 16,0 0 2-16,4-1-3 0,0-1 11 0,2 0-9 15,0 0 6-15,7 0-2 16,-1-1 2-16,0 2-6 0,-3-1 3 0,2-1-2 16,-3 1 2-16,-4 1-3 0,0-2-1 15,0 2 4-15,-2 0 6 0,0 0-5 0,-3 1-2 16,0-1-6-16,0 1 4 0,-3 0 3 15,0 0-1-15,1 0 6 0,-2 1-4 16,1 0-5-16,-1 0-3 0,-1 0 6 0,1 0-5 16,0 0 7-16,-1 0-9 0,2 0 8 15,2 0 0-15,-1 0 0 0,4 0 7 0,-1 0-18 16,7-1 7-16,-2 0-3 16,0 0 5-16,2 0-1 0,-2 0 1 0,1 0-6 0,-1 1 0 15,1-1 6-15,-3 1 1 16,1-1-6-16,-2 0 3 0,-1 1 2 0,0 0-2 15,0 0 0-15,-2 0 2 0,2 1-1 16,-2-1 0-16,0 1-1 0,-2 0-6 0,1 0 9 16,-1-1-7-16,-1 1 5 0,3 0 2 15,-2-1 2-15,3 2-5 0,-2-1 2 0,2-1-5 16,-1 2 3-16,2-2 1 0,0 1-1 16,4-1 0-16,1 1 0 0,0-1-1 0,1 1 6 15,1-1-9-15,0-1 10 16,8 0-5-16,-7 1 4 0,-2 0-12 0,-1 0 6 0,0-1 3 15,-2 0-3-15,-2 1 2 0,-1-1-3 16,0 1 5-16,1 0-1 0,-1 0 1 16,-2-1-3-16,0 1 2 0,0-2-1 15,1 2-1-15,-1 0 4 0,1-2-2 0,0 2 1 16,-1-1-3-16,2 1 1 0,-1-2-5 16,1 0 5-16,2 1 1 0,2-1-4 15,-2 1 4-15,2 0-8 0,1 0 9 0,-3 0-9 16,0 1 3-16,-1-1 3 0,-1 1 8 15,1-1-7-15,-1 2-7 0,-1-1 7 0,-1 0-1 16,-1 0 4-16,-1 1-2 0,0-2-3 16,0 2 4-16,-1-1-1 0,2 0-2 0,-2 1 6 15,1 0-9-15,-1-1 5 0,2 0-5 16,-1 1 3-16,1 0 3 0,2-2 8 16,1 0-10-16,3 0-4 0,0 0 2 15,2-1-3-15,0 1 4 0,-1 0-1 0,1-1-1 16,6-2 2-16,-3 1 0 0,-3 1 2 15,-1 0-3-15,1 1-6 0,-1-1 12 0,-1 1-7 16,-2-1 1-16,-2 2 5 0,1-2-5 16,1 1 0-16,-3 1-1 0,0-1 2 0,2 1 0 15,-2-1 3-15,1 0-3 0,-2 0 2 16,3 1-8-16,3-2 6 0,2 1 1 0,1-1 1 16,7 0-2-16,2-1 1 0,2 2 14 15,0-1-15-15,0-1-3 0,1 1 4 16,1 0-3-16,1-1 3 0,-2 2-7 15,0-1 1-15,0 1 0 0,1 0 10 0,-3 1-9 16,-1-2 7-16,0 2-2 0,-5 0-5 16,-4 0 6-16,1 0-1 0,-1 0-2 0,-2 0 5 15,-3 0-4-15,-1 0 5 0,0 0-9 16,-2 0 6-16,-2 0-7 0,0 0 1 16,-2 0 6-16,0 2-8 0,1-2 2 0,-1 0 4 15,0 0 2-15,-10 0-4 0,18 0 6 16,-8 0-7-16,0 1 6 0,1-1-3 0,-11 0 0 15,19 1 2-15,-10 1-5 16,1-2 1-16,-10 0 1 0,13 0 1 0,-6 1 1 16,-7-1 3-16,0 0 3 0,12 1-3 15,-12-1 4-15,0 0 3 0,9 2-2 0,-9-2 4 16,0 0-3-16,0 0-7 0,0 0 8 16,0 0-6-16,0 0-26 0,-1 8-22 0,1-8-60 15,-15 5-206-15,5-4 52 0,1 0 224 16</inkml:trace>
  <inkml:trace contextRef="#ctx0" brushRef="#br0" timeOffset="39073.5938">2498 7813 671 0,'0'0'2'0,"0"0"9"0,0 0 10 0,0 0-7 15,0 0-4-15,0 0 4 0,0 0 6 16,0 0 4-16,0 0 2 0,0 0-3 0,0 0 5 16,0 0-10-16,0 0 3 15,0 0-1-15,0 0-3 0,0 0 2 0,0 0-2 16,0 0-5-16,0 0 1 0,0 0-11 15,0 0 9-15,-20-6-1 0,20 6-9 0,-12-2 1 16,4 1 8-16,0 1-2 0,-1-2-4 16,0 2-1-16,-1-1-1 0,0 0 0 0,-1 0 2 15,1 1 15-15,0 0-19 0,0 0-7 16,-1 0 5-16,1 1 4 0,-1-1-4 0,1 0 4 16,0 1-1-16,1 0 5 15,0-1-5-15,-1 0-1 0,1 1-5 0,0-1 6 16,0 0-1-16,-1 0-2 0,0 0 1 0,0 0 5 15,0 0-1-15,1 0-3 0,1 0 8 16,-1 1-2-16,9-1-1 0,-16 0-1 16,8 0-5-16,8 0 5 0,-14-2-4 0,7 2 6 15,7 0 5-15,-13 0-4 0,13 0 2 16,-10-1-2-16,10 1-1 0,-11-1 1 0,11 1-10 16,-10 0 8-16,10 0 3 0,-8-1-5 15,8 1-2-15,-9 0 4 0,9 0-4 0,0 0-5 16,-9 0 8-16,9 0-2 0,0 0-3 15,0 0 1-15,-9 0-3 0,9 0-1 0,0 0 6 16,0 0-2-16,0 0 0 0,0 0 2 16,-10 0-7-16,10 0 8 0,0 0 0 0,0 0 0 15,0 0-5-15,0 0 1 16,0 0-2-16,0 0 0 0,0 0 1 0,-8 0-1 16,8 0 2-16,0 0-3 0,0 0 4 15,0 0-2-15,0 0 5 0,0 0-6 0,0 0 8 16,0 0-10-16,0 0 4 0,-5 4-4 15,5-4 3-15,0 0-2 0,0 0 1 0,-3 8 2 16,3-8-3-16,-2 6-2 0,2-6 5 16,-3 8-1-16,3-8 1 0,-4 8 1 0,1-2-2 15,1 0 6-15,0 1 0 0,-1 0-3 16,1 1-1-16,-1 0 1 0,0 0-1 16,1 0-5-16,-1 1 1 0,1 1 10 0,0-1 1 15,0 1-7-15,1-1-4 0,0 0 3 16,1 1 0-16,-1 0-7 0,1 1 6 15,0-1 1-15,1 1 0 0,0 2-4 0,-1-1-4 16,3 0 9-16,-1 0-1 0,1 1-2 16,0-2 1-16,0 2-2 0,1 0 0 0,0 1 0 15,0-2-1-15,0 0 3 0,0 3 0 16,0 0 2-16,1 1 8 0,-1-1-11 16,1 0 0-16,-1 1 2 0,1-1 3 0,-1 0-4 15,2 0 2-15,-2 1-8 0,2 0 8 16,-2-1-3-16,1 0 4 0,-1 1-3 15,1 0 2-15,0 1 0 0,0-2 0 0,-1 1 3 16,1 2-1-16,-1 0-2 0,-1-1-2 16,3 7 3-16,-1 1-1 0,-3-4 0 0,2-3 4 15,-2 1-2-15,1-1-2 0,-1 0-6 16,1 0 6-16,0 0-3 0,-1-2 15 16,0 1-13-16,0-2 1 0,1 0 4 0,-1 1 3 15,0-2-7-15,2 2-6 0,-3-2 9 16,1 0-10-16,1 2 3 0,0 0 2 0,-1 0 1 15,1 0-2-15,-1 1 0 0,0 0 6 16,0 2-6-16,0-1-4 0,0 1 10 0,1 7-2 16,-1-6 0-16,0-3-2 0,0 3-2 15,-1-2 8-15,0 2-6 0,2-2-1 0,-3 1-2 16,2 1 10-16,-1-2-7 16,0 1-1-16,0 0 3 0,1-1-1 0,-2 1-6 15,2-2 3-15,-2 2 3 0,1 0 1 16,0 0-5-16,1-1 5 0,-1 2 2 0,2 0-9 15,-3-2 11-15,1 0-5 0,0 1-2 16,1 0 6-16,-1 0 3 0,0 0-8 0,0 0-2 16,1 0 3-16,-1 0 3 0,-1 1-10 15,0-1 7-15,2 1 0 0,-2 0 0 0,1 0-6 16,1 7 8-16,0 1-1 0,-1-8-5 16,-1 1 8-16,1-3-4 0,1 0 1 0,-2 2 3 15,0-1-3-15,0-1 1 0,1 1-3 16,0-1 1-16,-1 1 12 0,1 0-8 15,0-1-11-15,-1 1 3 0,0-1 2 16,0 1-1-16,0 0 5 0,0-1-8 0,0 2 5 16,-1 0 1-16,1 0 1 0,0 0-1 15,-2-1-4-15,2 0 1 0,-1 0 7 0,1 0-3 16,-2 0-5-16,2-2 5 0,-2 1 1 16,2-1 1-16,-1 1-5 0,0-3 2 15,0 1 4-15,1-2-8 0,0 1 2 0,0-2 3 16,-1 1 2-16,1 0-4 0,0 0 3 15,0-2 0-15,0 1-3 0,1 2 1 0,-1-6 0 16,0 2 5-16,0-2-6 0,1 2 3 16,-1 0-5-16,1-1 1 0,-1 0 2 15,1-1 2-15,-1 0-3 0,0 0 1 0,0 0 0 16,0-1 2-16,0 2-4 0,0 0 2 16,0-1 5-16,0 1-8 0,0 0 9 0,-1 0-6 15,-1 0 0-15,0-1 1 0,0 1-8 16,1-1 9-16,-1 1-1 0,2-1-2 0,-3 2 9 15,2-2-6-15,1 2-4 0,-2-3 6 16,1 2-6-16,1-1 0 0,-1 2 1 0,1-1 1 16,-1 1-3-16,0-1 3 0,1 4 1 15,-1-1 4-15,1 0-4 0,1 2 4 16,-2-1-7-16,1 1 2 0,0 0 0 16,-2-1 2-16,2 1-2 0,-1-1 0 0,1 1 2 15,0 0-4-15,-1 0 4 0,1-1 1 16,0 1-4-16,0 1 1 0,0-1 1 0,0 4-5 15,0-3 3-15,0 2 1 0,0 0 0 16,0 1 6-16,0-1-7 0,0 1 0 0,1 0-1 16,-1 1 0-16,2 1 0 0,-1-1 3 15,3 6 0-15,-3-7 4 0,1 0 2 0,2-1-7 16,-2 1 9-16,3 4-7 0,-2-3-9 16,0-3 11-16,0 1-4 0,0 1 4 0,1 6-1 15,-1-6-3-15,-1-1-3 0,0 1 7 16,0-1-4-16,0 2 8 0,-1-2-4 15,1 1-4-15,-1-1-5 0,-1 0 4 16,0 1 3-16,0-3-2 0,-1 1 1 0,-1 1-2 16,0-2 0-16,0-1 7 0,1 1-3 15,-1 0 5-15,0-1-4 0,0 0 0 0,-1-1-2 16,2-1 3-16,-2-1-3 0,0 2 0 16,1-4 2-16,1 0-4 0,-1-1 8 15,0 1-3-15,2-2 0 0,-2 1-3 16,0-2-5-16,2-7 7 0,0 13 0 0,0-9-5 15,0-4 6-15,0 10-2 0,0-10 2 16,0 7-2-16,0-7-7 0,0 0 4 0,0 9 8 16,0-9 11-16,0 0-6 0,5 4 13 15,-5-4-1-15,11-1-3 0,-11 1 0 16,20-5-2-16,-4 0-3 0,8-2 2 0,5-3-1 16,8-1-5-16,4-4 2 0,4 2 5 15,3-1-4-15,4 1-4 0,0 0 5 0,1-2-8 16,0 4 0-16,-1 0-4 0,0-1 3 15,-5 3-4-15,-1 0 3 0,-3 2-1 0,-9 1 0 16,-2 2-1-16,-2-1-6 0,-7 2 2 16,-4 0 2-16,-4 2 2 0,-2-1-2 0,0 0 3 15,-3 1 8-15,0 0 12 16,-2 1 12-16,-2-2 9 0,-6 2 4 0,12 0-11 16,-12 0 1-16,9-1 1 0,-9 1-4 15,8 0-5-15,-8 0 0 0,8 0-6 0,-8 0-3 16,0 0-3-16,0 0-7 0,9-1-10 15,-9 1-17-15,0 0-24 0,0 0-30 0,0 0-21 16,10-1-27-16,-10 1-36 0,0 0-85 16,5-5-227-16,-5 5 31 0</inkml:trace>
  <inkml:trace contextRef="#ctx0" brushRef="#br0" timeOffset="42799.399">3109 8393 1170 0,'-2'-8'-40'0,"2"8"14"16,0 0 2-16,0 0 0 0,0 0 3 0,-4-5 13 16,4 5 10-16,0 0 2 0,0 0 2 15,0 0 6-15,0 0 0 0,0 0 5 0,0 0-9 16,0 0 6-16,0 0-5 15,0 0 0-15,-2-6 4 0,2 6-1 0,0 0 0 16,0 0-3-16,0 0-3 0,0 0 1 16,0 0-3-16,0 0-4 0,0 0 0 0,0 0 5 15,0 0-6-15,0 0-1 0,0 0-1 16,0 0 3-16,0 0 4 0,0 0-3 0,0 0-6 16,0 0 7-16,0 0-17 0,0 0 9 15,0 0 0-15,0 0-2 0,0 0 4 0,0 0-1 16,0 0 0-16,0 0-6 0,0 0 9 15,0 0 0-15,0 0-1 0,14-1-2 0,-14 1 6 16,0 0-3-16,14 1 1 16,-14-1 5-16,14 1-2 0,-7-1-2 0,4 1 0 0,2-1 0 15,-3 0-2-15,6 0 5 16,1-1-6-16,3 1 5 0,2-1 5 0,10 0-3 16,2-3-3-16,4 1 1 0,9-3 2 15,1 0-4-15,4-2-3 0,0-1 9 0,1-1-9 16,2 0 5-16,0 2 0 0,2-1 0 15,1-1-2-15,0 2 8 0,-1 0-2 0,-2 2-2 16,-1-1 0-16,-1 2 1 0,-1 2-9 16,0-1 1-16,-1 3 10 0,0-2-14 0,0 1 11 15,-2 0-3-15,-1 1 6 0,-1 0-4 16,1 0-2-16,-1 0-1 0,2-2 4 0,0 0 3 16,1-1-3-16,1 0 1 0,1-1 11 15,2-1 1-15,0 0-3 0,0 0-4 16,0 0-1-16,-3 0-1 0,-3 2 0 15,-3-1-2-15,-12 2 1 0,0 0-1 0,-9 2 3 16,-5-1 1-16,-3 1-7 0,-2 0 11 16,-4 0 15-16,1 0 12 0,-3 1 6 0,0-2 3 15,-8 2 1-15,12-1-5 0,-12 1-5 16,10 0 1-16,-10 0-7 0,7 0-4 0,-7 0-3 16,0 0-4-16,10 0-5 0,-10 0 4 15,0 0-3-15,0 0-3 0,9 0 1 0,-9 0-12 16,0 0-20-16,0 0-33 15,8-2-51-15,-8 2-72 0,0 0-216 0,0 0-18 0,0 0 86 16</inkml:trace>
  <inkml:trace contextRef="#ctx0" brushRef="#br0" timeOffset="47891.7463">2974 8992 1025 0,'0'0'-28'0,"0"0"4"0,0 0-1 15,0 0 4-15,-3-10 4 0,3 10 5 16,0 0 8-16,0 0 12 0,-7-3 4 0,7 3 4 15,0 0 1-15,-8-2 8 0,8 2-6 16,0 0-5-16,0 0 2 0,-5-3 4 16,5 3-1-16,0 0 13 0,0 0-4 15,0 0 3-15,0 0-2 0,0 0-5 0,-8 0-3 16,8 0-2-16,0 0-3 0,0 0 1 16,0 0 0-16,0 0-5 0,0 0 1 0,0 0-3 15,0 0-2-15,0 0 5 0,0 0-8 16,0 0-1-16,0 0-2 0,0 0 2 15,0 0-5-15,0 0 2 0,0 0-1 0,0 0-3 16,0 0 2-16,0 0-4 0,0 0 2 16,0 0-1-16,0 0-2 0,0 0 0 0,0 0-2 15,0 0 9-15,0 0-6 0,-8 5 2 16,8-5 2-16,0 0-1 0,0 0-1 0,0 0 1 16,0 0-2-16,0 0 4 0,17 11 4 15,-12-10-4-15,2 2-3 0,2-1 2 16,0 1-1-16,0-1 0 0,7 0 1 15,2 1 3-15,3-1 4 0,9 0-9 0,4-1 10 16,4-2-6-16,11 0 0 0,3 0 9 16,4-4-9-16,6 0-1 0,17-2 4 0,0-1-2 15,-1 0 1-15,-13 3 1 0,15-4 1 16,-16 5-5-16,1-2 7 0,-2 2-4 0,-3 2 0 16,-5 0 4-16,-4 0-8 0,-11 2-1 15,-3 2 2-15,-2-1-2 0,-5 1-1 0,-6-1 4 16,-5 1 2-16,-4-1-5 0,-3-1 1 15,-1 1 0-15,-1 0 0 0,0 0 3 16,-3 0 1-16,2-1 6 0,-9 0 1 16,12 2 4-16,-7-1 4 0,-5-1 0 0,9 0-4 15,-9 0 0-15,7 0 1 0,-7 0-3 16,0 0 0-16,8 1 0 0,-8-1-2 0,0 0-4 16,0 0-17-16,0 0-24 0,7 2-40 15,-7-2-60-15,0 0-229 0,0 0 55 0,0 0 174 16</inkml:trace>
  <inkml:trace contextRef="#ctx0" brushRef="#br0" timeOffset="49343.4157">6264 7906 819 0,'0'0'-4'0,"0"0"4"0,0 0 6 16,0 0 11-16,0 0 4 0,0 0 1 0,0 0 7 15,0 0 4-15,2-11 7 0,-2 11-5 16,0 0-3-16,0 0 1 0,0 0-4 0,0 0-2 16,0 0-14-16,0 0 0 0,0 0-7 15,5-9 3-15,2 6-2 0,3-1 3 0,4-2-2 16,4 1 2-16,7-2-6 0,2-1-1 16,1 0-2-16,0 1 1 0,-1 1 4 0,-2 0-5 15,-3 3 0-15,-6 1 4 16,-3-1-8-16,-1 0 5 0,-2 2-1 0,-4-1 6 15,1 2 1-15,-7 0 4 0,11-1-1 0,-11 1 3 16,7-2-2-16,-7 2 4 0,0 0-12 16,9-1 12-16,-9 1-5 0,0 0 0 15,0 0-6-15,0 0 5 0,8-1-5 0,-8 1-1 16,0 0-3-16,0 0 7 0,0 0 1 16,8-1-6-16,-8 1-3 0,0 0 6 0,0 0-4 15,0 0 2-15,0 0-3 0,0 0 4 16,0 0-9-16,0 0 7 0,0 0-3 15,-1 12-2-15,1-12 1 0,-8 13-1 0,2-3 4 16,-1 4-3-16,1 1-4 0,-2 6 4 16,-1 3-4-16,1 2 2 0,1 2 1 0,0 0 2 15,4 4 1-15,-2 9-1 0,2 1-1 16,3-6-3-16,1 8 7 0,5-1-5 16,2-1-4-16,5 0 5 0,1-1 0 0,2-2 4 15,3 0 9-15,1-3-9 0,1 0 5 16,1-2 0-16,0-5-4 0,-1 0 3 0,0-3 3 15,-6-4-4-15,1-2 0 0,-1-1 2 16,-2-1 4-16,-2-4-6 0,-3-3-2 16,-1 1 1-16,-1-2 4 0,-1 1 0 0,-1-1-1 15,0 0 0-15,-2-2-3 0,0 1 5 16,0-1-3-16,-2-1 6 0,0 1 3 0,0-8 4 16,-3 15 1-16,1-9 3 0,1 1-5 15,-2 0-3-15,-1-1 4 0,1 2-4 16,-1-3-2-16,0 1 1 0,0 0-3 0,-2-2 0 15,1 1 0-15,0 1 2 0,-2-2 6 16,-1 0-1-16,-1-1 8 0,0 0-1 16,-3 0 1-16,-3 0-2 0,-4 0 5 0,-11 0-5 15,-3-1-1-15,-1 1-6 0,-4 0 2 16,-10 0-1-16,-4 2-2 0,0-1 5 0,-1 1 1 16,-2 0 4-16,1 2-3 0,1-1 4 15,3 1-1-15,2 1 2 0,13-4 0 0,3 0-2 16,2 1-2-16,7-2-4 0,6-1 0 15,3 0-3-15,0-1 0 0,4 0-4 0,1 1 0 16,1-2-5-16,1 1-17 0,7-1-21 16,-11 0-33-16,11 0-34 0,-8 1-24 15,8-1-29-15,0 0-100 0,0 0-348 16,1-11-95-16</inkml:trace>
  <inkml:trace contextRef="#ctx0" brushRef="#br0" timeOffset="51325.4891">4863 9339 729 0,'0'0'31'0,"0"0"-12"0,-3-6 12 0,3 6-1 16,0 0 0-16,0 0 8 0,-3-5 2 16,3 5 3-16,0 0 0 0,0 0 3 15,0 0-6-15,0 0-1 0,-2-6 1 0,2 6-7 16,0 0 2-16,0 0 5 0,0 0-1 15,0 0 0-15,0 0-5 0,0 0 2 16,0 0-19-16,0 0-2 0,0 0-4 0,0 0 3 16,0 0-5-16,0 0-2 0,0 0-1 15,0 0-1-15,0 0-4 0,-5 21 7 16,5-11-4-16,0 0 2 0,0 1-5 0,1-1-1 16,0 3 4-16,-1-3-4 0,1 1 0 0,-1-2 6 15,0-2-4-15,2 1-4 0,1 0 4 16,-1-3-1-16,0 1 3 0,2-2 0 15,-4-4-1-15,14 1-2 0,0-6 4 16,12-7 2-16,9-7-3 0,6-4 0 0,15-9-1 16,3-4 5-16,4 0-5 0,2-5 1 15,-1 5-4-15,-4 4 1 0,-5 3-1 0,-14 8 0 16,-5 5 3-16,-11 4-1 0,-3 2 2 16,-7 3 4-16,-2 1 2 0,-4 1 7 0,-1 1 0 15,-2 3 5-15,-1 0-2 0,-5 1-4 16,0 0-3-16,7-2 1 0,-7 2 1 0,0 0-5 15,0 0 0-15,0 0-9 0,0 0-26 16,0 0-34-16,0 0-42 0,0 0-44 16,4 8-91-16,-4-8-186 0,0 0 69 15</inkml:trace>
  <inkml:trace contextRef="#ctx0" brushRef="#br0" timeOffset="52514.7786">7037 9819 1139 0,'0'-6'20'0,"0"6"6"0,-1-12-4 0,1 12-6 16,-1-7 0-16,1 7-2 0,0 0-1 15,1-8-2-15,-1 8 5 0,0 0-3 0,0 0 2 16,0 0-4-16,0 0-3 0,-2-7-1 16,2 7-1-16,0 0-5 0,0 0 2 15,0 0 0-15,0 0 5 0,1 23-1 0,-1-23 6 16,0 14 0-16,0-6 5 0,0 1 0 15,0 0 2-15,0-1 0 0,1-1 0 16,-1-7 3-16,-1 14 0 0,2-8-3 0,-1-6 1 16,-1 12-3-16,1-12 1 0,1 8-4 15,-1-8 0-15,1 7 1 0,-1-7 1 0,4 4 3 16,-4-4 1-16,13-4-3 0,6-6-1 16,12-7 0-16,7-7-5 0,19-8 2 15,10-4 1-15,4-1-3 0,7 1-2 0,3 1 1 16,3 0 8-16,-4 1-1 0,-5 5 3 0,-7 3 2 15,-18 7-2-15,-7 3-1 0,-7 3-2 16,-9 3 3-16,-5 2-2 0,-5 1 0 0,-4 3 1 16,-2 0-4-16,-3 1 1 0,0 1 0 15,-2 0-4-15,-1-1 1 0,-5 3-1 16,8-3-3-16,-8 3-4 0,0 0-17 16,0 0-23-16,0 0-30 0,9 6-47 0,-9-6-73 15,0 0-207-15,0 0-79 0,0 0 23 16</inkml:trace>
  <inkml:trace contextRef="#ctx0" brushRef="#br0" timeOffset="56473.845">3815 10909 1186 0,'0'0'-73'15,"-10"-6"13"-15,6 4 1 0,-2-1 9 0,6 3 6 16,-11-5 10-16,6 3 10 16,0-1 17-16,5 3 10 0,-9-4 4 0,9 4 6 0,-7-3 3 15,7 3 0-15,-6-3-4 16,6 3 0-16,0 0 3 0,-7-3-4 0,7 3-11 16,0 0 7-16,-6-3 0 0,6 3-6 15,0 0-2-15,0 0 4 0,0 0-2 0,-8-2-2 16,8 2-1-16,0 0-5 0,0 0 3 15,0 0-1-15,0 0 4 0,0 0 1 16,0 0 0-16,0 0-5 0,0 0 4 0,0 0-7 16,0 0 6-16,0 0 1 0,0 0-2 15,0 0-3-15,0 0 10 0,0 0-5 0,0 0 0 16,20 8 1-16,-15-5-4 0,2-2 2 16,0 1 7-16,1 0-11 0,1-1 1 15,1 1 0-15,1 0 2 0,1 0 6 16,1-1-7-16,2 1 2 0,1 0 7 0,0-2-3 15,4 2 5-15,-1-1-4 0,2 1-4 16,2-2 3-16,0 0 3 0,1 0-1 0,7 0-6 16,0 1 4-16,-5-1 7 0,-2 0-3 15,7-1-5-15,-5 1 1 0,-3 0 2 16,0 0-1-16,0 0-4 0,-1 0 2 0,1 0-4 16,0 0 3-16,-1 0 5 0,0 0-8 15,-1 0 4-15,0 0 2 0,1-1 1 0,-1 0 4 16,-1 1-8-16,-1-2 1 0,1 1-1 15,-1 0 5-15,0 0-3 0,-2 0-2 0,1 0 4 16,-1 0-4-16,-2 0 8 16,0 0 1-16,-1 0-13 0,1 0 18 0,-2 0-14 15,-2 0 0-15,0 1 2 0,1-1 0 16,-1 1 3-16,-2-1-1 0,1 1-5 0,0-1 5 16,1 0-4-16,0 0 0 0,0 0-1 15,-1 1 1-15,1-2 1 0,-1 2 7 0,1-1 7 16,0 0-15-16,1 0 11 0,-3 0-4 15,3 0-5-15,-1 0 1 0,0 0 2 0,0 0 3 16,0 0-8-16,1 0 0 0,-2 1 2 16,1 0 4-16,0-1 0 0,-1 0-4 15,0 0-1-15,0 1 2 0,-3-1-2 0,1 1 2 16,1-1-3-16,-9 1 0 16,16-1-3-16,-8 1-2 0,0 0 5 0,-8 0 5 15,16-1 2-15,-9 2-3 0,4-2-3 16,-2 0 1-16,1 1-5 0,1 0 4 0,-1 0-1 15,1 0 2-15,0 0 2 0,-1 0 1 16,2-1-3-16,0 0 3 0,-1 1-4 0,0 0-2 16,2-1 3-16,0 0 3 0,0 0-8 15,-1 1 0-15,-1-1 11 0,0 1-8 0,-1 0 4 16,0-2 2-16,1 2-8 0,-2 0 2 16,1-1 4-16,-2 1 4 0,-8 0-8 0,15 0 0 15,-7 0 0-15,0 0 0 16,-8 0 2-16,16-1 1 0,-9 1 0 0,2 0-3 15,-1-2 7-15,-8 2-7 0,19 0 1 16,-10 0 0-16,2 0-3 0,-1-1 4 0,1 1 3 16,0-1-4-16,0 1-5 0,0-2 7 15,1 1-4-15,-1 2 7 0,0-1-7 0,0-1 5 16,-1 1-5-16,1 0 3 0,-1 0 5 16,-1 0-10-16,0 1 7 0,1-1-4 15,-10 0 4-15,14 1-4 0,-8-1 4 0,1 0-6 16,-7 0 1-16,14-1-1 0,-7 2 5 15,-7-1-6-15,14 1 4 0,-14-1-5 0,15-1 5 16,-7 1 2-16,-8 0 1 16,18-1-1-16,-8 0 8 0,2 1-2 0,-1-1-1 15,0 1 5-15,0-2-2 0,1 2-3 16,0-1-3-16,-1 1 0 0,-1 0-3 0,1 0 1 16,-1 0 0-16,0 0-1 0,-1 0 5 15,-1 0-2-15,-1 1-6 0,-7-1 2 0,15-1 4 16,-6 1-5-16,-2 0 1 0,-7 0 1 15,14 0 2-15,-6 0-6 0,0 0 0 0,0 0 8 16,3-1-3-16,-1 0 3 16,1 1-4-16,1 0-3 0,-1 0 0 0,2 0 8 0,-1-1-1 15,-1 1-1-15,1-2-3 16,-1 2 2-16,-1 0-3 0,1 0 0 0,-2 0 5 16,-1 0 1-16,-1 0-11 0,-7 0 4 15,14 0-5-15,-7 0 4 0,-7 0 1 16,12-2 3-16,-12 2-2 0,10 0 1 0,-10 0-3 15,9 0 7-15,-9 0-8 0,10 0 5 16,-10 0-4-16,12-1 2 0,-12 1 2 0,12 0 2 16,-6-1-3-16,2 1-3 0,-8 0 2 15,15-1 0-15,-6-1 3 0,1 2-1 0,1-1 2 16,-1 1-8-16,0-1 5 0,1 1 3 16,-1-1-3-16,0 1 2 0,0-1-2 0,0 0 11 15,-1 0-10-15,1 0-3 16,0 0 6-16,0 0 0 0,1 0-3 0,-1 0-2 15,0 1-1-15,0 0 0 0,-1-2-3 16,0 1 3-16,1 1-2 0,-10 0 3 0,20-1-3 16,-9-1 0-16,-1 1 2 0,0 0 1 15,1 0 4-15,-1 0-4 0,0 0 0 0,1 0 2 16,-1 0-2-16,1 0 3 0,0 0 2 16,-1 1-4-16,1 0 0 0,0-1 4 15,0 0-4-15,-1 0 0 0,0 0 0 0,1 0-1 16,-2 1 2-16,1-2-5 0,0 2 3 15,0-1 0-15,1 1 2 0,-1 0-1 0,2-1 2 16,-1 0-4-16,0 0 1 16,4 0-2-16,-2 1 3 0,1-2-1 0,0 2 0 15,1-1 8-15,0 0-8 0,-1 1-2 16,1-2 3-16,-2 1 0 0,0 1 1 0,-2 0-7 16,3-1 4-16,-1 0 1 0,0 0 0 15,1 1 3-15,-3-2-3 0,1 1 0 0,1 1 2 16,-2-1-2-16,1 0-1 0,-1 0 2 15,-1 0-2-15,1 0-6 0,-1 1 8 0,1-1 0 16,0 0 1-16,0 0-2 0,-1 1-5 16,0-1 7-16,0 0-2 0,0 1-1 0,0-1 3 15,1 0-6-15,-1 0 3 16,0 1 3-16,0 0 2 0,0-1-5 0,0 0 1 16,0 1-5-16,-1-1 5 0,-9 1-1 15,18-1-2-15,-9 1 2 0,1-1 2 0,-10 1-1 16,17-1-5-16,-9 1 2 0,-8 0 0 15,17-1 3-15,-7 0 4 0,0 1-5 16,-10 0 5-16,18 0 0 0,-8 0-2 0,0-1 1 16,0 1 6-16,1 0-10 0,0 0 5 15,-1-1-2-15,1 1-2 0,1-1 0 16,-2 0 1-16,1 1 0 0,0-1-1 0,0 0-1 16,0 1 0-16,0-1 2 0,0-1 0 0,0 1-3 15,-1 1 0-15,0 0 2 0,-10 0 1 16,18-1-3-16,-8 1 1 0,-1-1 1 15,-9 1 0-15,18-1 1 0,-8 1 5 16,0 0-10-16,-1 0 7 0,1 0-2 0,0-1 0 16,0 1-5-16,-1-1 3 0,-1 0-1 15,2 0 1-15,-2 1 0 0,0 0 5 0,-8 0-5 16,16-1 2-16,-9 1-5 0,-7 0 5 16,13-1-2-16,-7 1-1 0,-6 0 4 0,9 0-3 15,-9 0-3-15,8-1 6 16,-8 1-4-16,0 0 1 0,10 0 1 0,-10 0 1 0,0 0-2 15,9 1-2-15,-9-1 2 0,0 0-1 16,0 0 0-16,0 0 1 0,8 0-2 16,-8 0-1-16,0 0 1 0,0 0 3 15,0 0 0-15,0 0 0 0,0 0 3 0,8 0-5 16,-8 0 4-16,0 0 1 0,0 0 1 16,0 0 5-16,0 0-1 0,0 0 6 15,0 0 2-15,0 0 0 0,0 0 6 0,0 0-6 16,0 0 4-16,0 0-3 0,0 0 2 15,0 0 1-15,0 0-1 0,0 0-3 0,0 0-1 16,0 0 2-16,0 0-5 0,0 0-1 16,0 0-1-16,0 0-2 0,0 0-13 0,0 0-38 15,0 0-51-15,0 0-83 16,0 0-358-16,0 0-37 0</inkml:trace>
  <inkml:trace contextRef="#ctx0" brushRef="#br0" timeOffset="58053.9956">4122 10939 1359 0,'-2'-5'-88'0,"2"5"16"0,0 0 7 16,-4-5 13-16,4 5 8 0,0 0 13 0,-5-5 12 16,5 5 8-16,0 0 5 0,-4-4-2 15,4 4 3-15,0 0 2 0,0 0-5 0,0 0 3 16,0 0-3-16,-5-4 0 16,5 4-1-16,0 0-3 0,0 0 3 0,0 0 2 15,0 0 2-15,0 0-5 0,0 0 8 16,0 0-7-16,0 0 4 0,0 0-4 0,0 0 8 15,17 0-1-15,-17 0-1 0,15 1-1 16,-6 1 1-16,2-2 3 0,2 1 5 0,3-1-7 16,0 0 2-16,2 0 1 0,3 0 1 15,2 0 7-15,8-1-6 0,2-1 6 0,0 1-5 16,1-1 0-16,0-1-7 0,1 2 11 16,-1-2-4-16,1 2-5 0,0-2 7 15,1 1-1-15,0 0 1 0,-1 0 1 0,2-2 0 16,0 2 1-16,9-3 0 0,-1 1 9 15,0-2-14-15,-1 2 5 0,0 1 0 16,0-1-11-16,-8 0 4 0,8 0-7 16,-7 0 9-16,1 3 0 0,-2-2 1 0,1 0-2 15,-1 0 2-15,0 0-1 0,-1 0-2 16,1 1-1-16,-1-2 6 0,7 0-1 0,-6-1 1 16,5-1 3-16,3-1 1 0,0 2 4 15,-1-2 3-15,2 1-5 0,0-1 9 0,0 1-1 16,1 1-6-16,-1-1-2 0,0 2-3 15,-2 1 6-15,-6 1-7 0,-2 0 3 0,0 1 0 16,0-2-7-16,-1 1 1 16,0 1 3-16,-1 1 2 0,0-1-6 0,1 0 1 15,0 0 2-15,1 1 2 0,1-2-4 16,0-1 0-16,2 1 2 0,0 0 3 0,6-3 3 16,-2 0-1-16,1 0 6 0,0-1 0 15,-2 0 6-15,-6 2-2 0,0 0 2 0,-3 0-3 16,-2 0-2-16,-2 1-3 0,-8 0 0 15,-3 1-3-15,-3 0-1 0,-3 2 1 0,-1-1 5 16,-3 1 3-16,0-2 2 0,-7 2-4 16,14-1-2-16,-14 1 2 0,9-1 1 0,-9 1 0 15,8-1 0-15,-8 1-2 0,0 0-2 16,10 0-3-16,-10 0 0 0,0 0 0 16,9 0-4-16,-9 0 0 0,0 0 2 15,0 0-1-15,8-1-4 0,-8 1-2 0,0 0-1 16,0 0-17-16,0 0-25 0,0 0-22 15,0 0-20-15,0 0-37 0,0 0-82 16,2 6-237-16,-2-6 55 0</inkml:trace>
  <inkml:trace contextRef="#ctx0" brushRef="#br0" timeOffset="60951.8386">14922 8230 625 0,'4'-9'143'0,"-2"0"-71"16,0 1-12-16,-2 0-16 0,-1-1-15 16,-1 0 0-16,-1-2 2 0,-4-2 8 15,0 0 1-15,-4-5 2 0,-2 0-2 16,-1 2-3-16,-3 1-2 0,0 0-4 0,-3 3-2 15,1 0-4-15,-3 3-3 0,-1 1-1 16,2 4-3-16,2 2-4 0,-2 2-3 0,-10 2 0 16,2 4-5-16,-8 4 4 0,1 7-2 15,-1 0 2-15,1 7-6 0,1 3 2 0,4 4-3 16,1 5-2-16,4 2-3 0,6 3 4 0,3 3 0 16,9 0-8-16,6 2 8 0,8 2-3 15,6 0 6-15,14 6 1 0,6-3 5 0,7-7 2 16,5-3 2-16,7-8 6 0,6-4 2 15,6-7 9-15,6-7-2 0,-7-7 0 16,20-5 0-16,5-4 1 0,0-6-1 16,1-5-2-16,-3-4 0 0,1-7 1 0,-3-5 0 15,-4-6-2-15,-4-5 0 0,-6-3-3 16,-7-3 1-16,-8-4 1 0,-8 0-2 0,-12-2 7 16,-15 12 7-16,-8-1 6 0,-10 8-1 15,-8 2-6-15,-10-5-4 0,-10 6-4 0,-11 3-6 16,-3 6 2-16,-7 5-4 0,-1 5-7 15,-3 4 2-15,1 4-4 0,1 4-5 0,0 4-18 16,4 2-25-16,2 5-26 0,4 2-33 0,4 3-45 16,5 1-86-16,4 1-400 0,10-2-124 15</inkml:trace>
  <inkml:trace contextRef="#ctx0" brushRef="#br0" timeOffset="61376.5415">15210 8976 1840 0,'-3'-10'1'15,"-1"1"8"-15,0 1 0 0,1 0 2 0,0 2 7 16,-1 1 6-16,2-1 12 0,2 6 7 16,-6-8 3-16,4 4-6 0,2 4-11 0,0 0-6 15,-4-5-3-15,4 5-8 16,0 0 0-16,0 0 0 0,-5 20-4 0,4-2 1 0,1 14 1 15,4 13-4-15,2 6 0 16,0 5 1-16,5 15-1 0,0 1 0 0,2-2-2 16,2-2 1-16,1 2-1 0,0 0 2 15,-2-2 1-15,1-3-8 0,-5-11-10 0,0 1-14 16,-2 0-17-16,-1 0-12 0,-3-1-19 16,-2 0-22-16,-4-6-42 0,-2 0-128 0,-4-5-268 15,-3-1-36-15</inkml:trace>
  <inkml:trace contextRef="#ctx0" brushRef="#br0" timeOffset="61915.2418">15141 9041 1613 0,'0'-7'37'0,"0"7"-11"0,-1-8-12 16,1 8-6-16,0 0 2 0,0 0-3 0,0 0-1 15,-14 23-2-15,8-7 1 0,-2 6 0 16,-1 5-4-16,-3 8 0 0,0 4 2 15,1 0-3-15,-2 1 4 0,1-2-1 0,1-1 2 16,0-2-5-16,4-8 5 0,0-1-4 16,3-7 2-16,-1-4-2 0,3-3 4 0,-1-3 18 15,0-1 21-15,1-1 26 0,0-3-4 16,2-4-9-16,0 0-7 0,0 0-6 0,-5-21-2 16,6-6-8-16,3-6-6 0,1-11-1 15,3-4-5-15,1-4-4 0,2 0-6 0,1 0-1 16,2 4 1-16,1 3-7 0,0 7 4 15,-2 4 0-15,-3 11 1 0,-1 3-5 16,-3 6-3-16,1 4-6 0,-2 4 0 16,1 3-1-16,-6 3 2 0,13 11 3 0,0 8-1 15,2 12 2-15,2 6 0 0,-1 5-4 16,1 4 2-16,6 10 3 0,-3-11 0 0,1 1 0 16,2-4 1-16,-1-2 0 0,1-3 1 0,4-3 2 15,-1-5-9-15,3-3-27 0,4-6-45 16,-6-9-63-16,4-5-250 0,2-5-203 0,0-6-90 15</inkml:trace>
  <inkml:trace contextRef="#ctx0" brushRef="#br0" timeOffset="62461.1096">15279 9972 1855 0,'0'0'44'0,"0"0"-25"0,0 0-4 0,-7 19-1 16,1-4-6-16,-5 8 2 0,-5 6-3 15,1 2 3-15,-2 0-2 0,-1 2-1 0,2-1-1 16,1 1 0-16,-1 1 1 0,2-1-2 16,0-2 0-16,4-6-2 0,1-1 3 0,0-2 0 15,2-7-2-15,1-2 1 0,1-2 2 16,1-2 4-16,0-4 8 0,2-2-4 15,2-3-13-15,0 0-13 0,0 0-10 0,-3-20-9 16,8-4-5-16,6-10 1 0,2-6 3 16,4-5 1-16,8-9 5 0,5 3 6 0,-4 12 10 15,3 4 5-15,0 3 16 0,-3 5 7 16,0 5-1-16,-5 7 1 0,0 4 3 0,-2 6 3 16,-2 4 6-16,1 4 6 15,6 5 8-15,-1 6-3 0,8 6 0 0,1 5 2 16,-1 2-1-16,2 1-4 0,1 1-4 0,-2-1 0 15,0-2-7-15,1-3-1 0,-2-1-2 0,1-4-2 16,-6-6-3-16,1-3-21 0,1-3-29 16,1-5-38-16,-1-6-67 0,6-8-149 0,-1-8-386 15,-5-8-164-15</inkml:trace>
  <inkml:trace contextRef="#ctx0" brushRef="#br0" timeOffset="63258.2983">15217 9395 1722 0,'0'0'-55'0,"0"0"14"0,0 0 0 15,0 0 5-15,0 0 4 0,0 0 0 16,0 0 3-16,0 0 3 0,0 0 8 0,0 0-4 15,0 0 7-15,-23 9 6 0,17-5-4 0,2-1 1 16,-1 1 5-16,5-4-3 0,-7 5-4 16,7-5 1-16,-5 4 7 0,5-4 3 0,0 0-4 15,0 0 8-15,0 0 2 0,0 0-3 16,0 0 0-16,0 0 2 0,29-8 0 16,-19 2 2-16,-1 0-3 0,-2 1 1 0,0 0 8 15,-2 0 10-15,2 1 11 0,-4 1 13 16,-3 3 5-16,6-4 1 0,-6 4-7 15,0 0-5-15,0 0-6 0,0 0 1 0,-17 12-2 16,4-3-1-16,1 0-2 0,0 1-4 16,1 0-2-16,1 0-3 0,2-2-2 0,1-1-2 15,1-1 0-15,2 1 0 0,-1-1-4 16,2-2 1-16,3-4 1 0,0 7-4 0,0-7-12 16,0 0-33-16,10 2-49 15,-10-2-106-15,21-11-351 0,-9 1-44 0</inkml:trace>
  <inkml:trace contextRef="#ctx0" brushRef="#br0" timeOffset="63815.1041">15262 9430 1417 0,'0'0'-48'0,"0"0"13"16,0 0 11-16,0 0-1 0,0 0 0 0,0 0 4 16,0 0 0-16,0 0 7 0,0 0-3 15,0 0 1-15,0 0 5 0,0 0-4 0,0 0 10 16,0 0-5-16,0 0-3 15,0 0-8-15,0 0-8 0,0 0-15 0,0 0-25 16,0 0-78-16,0 0-128 0,0 0 207 16</inkml:trace>
  <inkml:trace contextRef="#ctx0" brushRef="#br0" timeOffset="66997.0321">15265 9400 703 0,'0'0'0'0,"0"0"19"16,0 0 9-16,0 0 9 0,0 0-5 16,0 0 8-16,0 0-1 0,0 0 4 0,0 0 4 15,0 0-2-15,0 0 1 0,0 0-5 16,0 0-5-16,0 0-2 0,0 0-5 0,-9-6-1 16,9 6-4-16,0 0 1 0,-6-4-7 15,6 4-2-15,-7-1 1 0,7 1 3 16,-6-3-6-16,6 3 5 0,-8-3-2 0,8 3 0 15,-11-1-3-15,11 1-8 0,-11 2 4 0,5 0-2 16,-1 1-4-16,-1 0 3 0,1 2-1 16,-1-1-3-16,2 2 1 0,-3 2-1 0,2-1-3 15,1 1 3-15,1 0-4 16,1-2 0-16,0 1 5 0,1-1-4 0,1 0-4 16,2-6 4-16,-1 11-2 0,1-11 2 15,0 8 1-15,0-8 1 0,4 6 1 0,-4-6 4 16,9 3-5-16,-3-3 1 0,-6 0 1 15,15 0-2-15,-8-3 3 0,2-2 0 0,-1 1 1 16,0-1-1-16,0-1 2 0,-1 0 0 16,-2 0-4-16,0 0 4 0,0 0 4 0,-2 2 5 15,-1-1 4-15,-2 5 0 0,4-8 2 16,-4 8-1-16,0 0-2 0,-2-8-3 0,2 8-2 16,0 0-5-16,0 0-1 0,-10-1-2 15,10 1 0-15,0 0-1 0,-16 7 1 0,11-2-3 16,0-1 2-16,1 0-6 0,-1 1 2 15,1 0 0-15,-1-1 0 0,5-4 0 16,-5 9-1-16,2-5-4 0,3-4-1 0,-3 7-2 16,3-7 3-16,0 0-1 0,0 7 0 15,0-7 1-15,0 0-2 0,0 0 5 0,10 4 0 16,-10-4 1-16,0 0-3 0,16-6 6 16,-11 3 0-16,2-2-2 0,-2 1 1 0,0 0-5 15,-2 0 9-15,-3 4 3 0,7-7 11 16,-7 7 4-16,4-4 4 0,-4 4-1 0,3-4-3 15,-3 4-7-15,0 0-1 16,0 0-2-16,0 0-4 0,0 0 2 0,0 0-1 16,0 0-5-16,-11 14-2 0,8-8-3 15,0 0 3-15,-1 1-1 0,2-2-2 0,2-5-1 16,-3 11-2-16,2-6 2 0,1-5-2 16,-1 10-2-16,1-10-5 0,1 7 4 0,-1-7 0 15,6 6 4-15,-6-6 0 0,7 4 0 16,-7-4-1-16,9-2 2 0,-9 2 1 0,11-7 0 15,-5 1 0-15,-1-1 2 0,1-2-2 16,-2 2 0-16,0-2 1 0,-1 2 4 0,0 0-1 16,-1 0 10-16,-2 7 2 0,3-11 3 15,-3 11 3-15,0-7-5 0,0 7-2 16,0 0-3-16,-4-8-5 0,4 8 2 16,0 0-4-16,-13 2-2 0,13-2-3 0,-12 8 3 15,3-1-2-15,2 0 0 0,0 1-3 16,1 1 0-16,1-1-2 0,-1 2-2 0,2-2-2 15,3-2-5-15,-1 2-2 0,1-2-7 16,1-6 3-16,2 11 3 0,0-6 0 0,3-1 1 16,1-1-1-16,0-2 4 0,-6-1 0 15,17 0-2-15,-8-2 4 0,1-2 2 0,2-4 0 16,-1-1 2-16,1 0 1 0,-1-3 0 16,-1 1 4-16,-2 0 5 0,-2 2 8 15,-1 0 9-15,-1 1 5 0,-1 2 2 16,-1 1 4-16,-2 5-6 0,-1-10-4 0,1 10-3 15,-5-8-2-15,5 8-6 0,-12-1 0 16,4 2 0-16,1 3-6 0,-4 1 1 0,2 2-1 16,-1 2-2-16,0 1-2 0,1 1-4 15,1-2-4-15,3-1-2 0,0 1-8 0,3-3 0 16,-1 1-1-16,3 0-1 0,0-7 3 16,5 9-2-16,2-4 5 0,0-3 0 0,1 1 0 15,2-4 2-15,3-1 1 0,-1-2 5 16,4-3 2-16,3-5-4 0,-1-3 3 0,0 0 2 15,-2-3-1-15,-2 0 4 0,-4 3 10 16,-4 3 5-16,0 1 11 0,-3 1-2 16,-2 1 1-16,-1 1-7 0,-2 0-1 0,-3 2-4 15,-2 1-1-15,-1 1-2 0,-4 3-4 16,-2 3-1-16,-11 5-2 0,1 4-2 0,0 2-3 16,-4 5 4-16,6-3 0 0,1 1-4 15,4 0-3-15,3-1-1 0,4-2-5 0,5-3-6 16,1 0-5-16,1-3-2 0,4 0-3 15,-1-7 3-15,7 11 0 0,0-6-1 0,2-3 2 16,1 1 0-16,1-3-1 0,-1-2 3 16,2-1-1-16,0-3 1 0,-2 2 0 0,-2-3-1 15,0 1-6-15,-2 0-8 16,-1 1-15-16,-4-1-30 0,-1 6-28 0,-1-9-49 16,1 9-128-16,-9-7-112 0,1 5 93 15</inkml:trace>
  <inkml:trace contextRef="#ctx0" brushRef="#br0" timeOffset="69281.4691">15323 9455 996 0,'0'0'-54'16,"0"0"16"-16,0 0 6 0,0 0 9 15,0 0 9-15,0 0 10 0,0 0 6 0,0 0-1 16,0 0 4-16,0 0-1 0,0 0 9 16,0 0-2-16,0 0 0 0,0 0 4 0,0 0 2 15,0 0-4-15,0 0-4 0,0 0 3 16,0 0-4-16,0 0 1 0,0 0 2 0,0 0-4 16,0 0 0-16,0 0-1 15,0 0-1-15,0 0 0 0,0 0-2 0,0 0 8 0,0 0-1 16,0 0-2-16,0 0 5 0,-20 4-7 15,20-4 1-15,0 0 9 0,0 0-3 0,0 0 3 16,0 0 2-16,0 0-6 16,0 0 1-16,0 0 4 0,0 0 2 0,0 0 0 15,0 0 5-15,0 0 1 0,0 0 3 16,0 0-6-16,0 0-4 0,0 0-1 0,0 0-5 16,0 0 8-16,0 0-4 0,0 0 7 15,0 0-11-15,0 0 2 0,0 0-7 0,-12-4 5 16,12 4-6-16,0 0 1 0,0 0 6 15,0 0-8-15,0 0 0 0,0 0-2 0,0 0 1 16,0 0 2-16,0 0-2 16,0 0 2-16,0 0-4 0,0 0 0 0,-5-3 1 15,5 3-2-15,0 0 1 0,0 0 0 16,0 0-2-16,0 0 8 0,0 0-5 0,0 0 1 16,0 0-3-16,0 0 0 0,0 0 1 15,0 0 3-15,0 0-7 0,0 0 3 0,-4-4-2 16,4 4 2-16,0 0-1 0,0 0 0 15,0 0 0-15,0 0 1 0,0 0 2 0,0 0-2 16,0 0 1-16,0 0-1 0,0 0-3 16,0 0 0-16,0 0 0 0,0 0 4 0,-3-7-2 15,3 7 4-15,0 0-4 0,0 0-1 16,0 0 1-16,0 0 1 0,0-10-1 16,0 10-4-16,0 0 7 0,0-8-2 0,0 8 0 15,-2-7 2-15,2 7 1 0,-1-10 0 16,-1 5 1-16,2 5-4 0,-2-11 2 0,1 5 3 15,1 6-5-15,-2-11 1 0,0 4 3 16,0 1 2-16,2 6-1 0,-3-13 1 0,2 7-1 16,-1 0 4-16,0-2-2 0,-1 1 0 15,0-1 2-15,2 0-1 0,-1 0 4 0,-2 0 3 16,2-1-2-16,0 2-4 0,-1-2 6 16,0 1-1-16,0-1 1 0,1 0-4 0,0 0 3 15,-1 2-1-15,1-2 2 0,-1 1-2 16,1 1 2-16,0-1-4 0,1 2 0 0,1 6 0 15,-2-11 1-15,0 4-2 0,2 7-3 16,0-10-1-16,0 10 2 0,-3-10-3 16,3 5 3-16,0 5-2 0,-1-9 1 15,1 9 1-15,0-10-3 0,-1 5 3 0,1 5 0 16,0-12 2-16,0 12-2 0,-2-9 2 16,2 9 1-16,0-9 1 0,-2 3-2 0,2 6 1 15,-2-10-4-15,0 5 4 0,2 5 0 16,-1-9-1-16,1 9-3 0,-3-9-1 0,2 4-1 15,1 5 3-15,-3-9-2 0,3 9 0 16,-1-8-3-16,1 8-1 0,-2-9 5 0,2 9-4 16,-2-9-2-16,2 9 4 0,-2-9-5 15,2 9 0-15,0-10 1 0,0 10-1 16,-1-8-1-16,1 8 3 0,0-9 2 16,0 9-3-16,1-9 0 0,-1 9 2 0,0-8-4 15,0 8 2-15,1-9-1 0,-1 9 0 16,3-11 1-16,-3 7-1 0,0 4-1 0,1-11 0 15,0 5 2-15,-1 6 4 0,1-12-3 16,0 6 1-16,1-1 1 0,-2 7 1 0,1-13 1 16,-1 6 3-16,0 7 0 0,0-13 3 15,0 6 0-15,0 7-1 0,0-12-1 0,-1 6-2 16,1 6-2-16,-1-11 2 0,1 11-1 16,-1-9-1-16,1 9 1 0,0-9-2 0,0 9-2 15,-1-10-2-15,1 10 2 0,0-8-1 16,0 8-1-16,0-9 2 0,0 2-4 15,0 7 4-15,1-12-2 0,0 5 0 0,0-1-2 16,-1 8 2-16,0-14 0 0,1 6 0 16,-1 1 1-16,0-1 0 0,0 8 1 0,0-13-3 15,0 6 1-15,0 7 2 0,0-10-4 16,0 10 4-16,-1-10-2 0,1 10 0 0,0-9-1 16,0 9 2-16,0-7-1 15,0 7-1-15,-1-8 0 0,1 8 1 0,0 0-1 16,0-9-2-16,0 9 3 0,0 0-2 15,0-10 0-15,0 10 4 0,0-8-4 0,0 8-1 16,1-8 3-16,-1 8-1 0,1-8 1 16,-1 8 1-16,0-8 5 0,0 8-6 0,0 0 2 15,-1-10-1-15,1 10 1 0,0 0 0 16,0-8-1-16,0 8 1 0,0 0 1 0,0 0-3 16,-2-8 3-16,2 8-1 0,0 0 0 15,0 0 0-15,0-7-3 0,0 7 1 0,0 0 2 16,0 0-3-16,-1-8 1 0,1 8-1 15,0 0 1-15,0 0 5 0,0-9-7 16,0 9 3-16,0 0 0 0,-1-7 0 0,1 7 0 16,0 0 1-16,0 0 0 0,-2-6-3 0,2 6 2 15,0 0-1-15,0 0-3 0,0 0 1 16,0 0-3-16,0 0-1 0,0 0 0 16,-5-5-2-16,5 5 2 0,0 0-1 15,0 0-1-15,0 0 1 0,0 0 1 0,0 0 1 16,-13 11 1-16,10-8-3 0,3-3 7 15,-7 7-2-15,3-3-2 0,4-4 2 0,-8 6-1 16,4-2 1-16,4-4 0 0,-8 6 0 16,5-3 0-16,3-3-2 0,-7 6 3 0,3-4 0 15,4-2-2-15,-5 5 2 0,5-5 0 16,-5 2 1-16,5-2 0 0,0 0 0 0,-5 6 2 16,5-6 0-16,0 0 0 0,0 0 0 15,0 0 0-15,0 0 0 0,0 0-2 0,0 0 1 16,0 0-3-16,0 0-1 15,0 0 0-15,0 0 1 0,0 0-2 0,0 0-2 16,11-17 1-16,-11 17-2 0,0 0 0 16,4-4 1-16,-4 4-4 0,0 0 0 0,0 0 1 15,0 0 1-15,0 0-1 0,8 0-2 16,-8 0 3-16,0 0 2 0,10 4 1 0,-5 0 2 16,0-1-2-16,0 0-2 0,-5-3-11 15,11 7-28-15,-5-4-30 0,0-1-52 16,-6-2-58-16,7 4-199 0,-7-4-168 0,0 0-53 15</inkml:trace>
  <inkml:trace contextRef="#ctx0" brushRef="#br0" timeOffset="71041.4749">3166 10914 1372 0,'0'0'-97'15,"-6"-3"13"-15,6 3 17 0,-7-2 18 16,7 2 25-16,-8-3 9 0,8 3 11 0,-9-3 1 15,9 3 14-15,-8-2-2 0,8 2-2 16,-9-3 3-16,9 3-4 0,-7-1-2 16,7 1 8-16,0 0-8 0,0 0-5 15,-10-1-6-15,10 1 1 0,0 0-4 0,0 0-5 16,0 0 5-16,0 0 0 0,0 0 2 16,0 0 4-16,0 0-9 0,0 0 6 0,0 0 3 15,0 0 1-15,0 0 2 0,0 0-1 16,34-5 3-16,-17 1 5 0,11-1-5 0,3-2 1 15,8-1 0-15,4 0-6 0,0-2 7 16,3 1 0-16,0 1 11 0,2 1-18 16,-3-1 12-16,-3 2-2 0,-8 2-6 15,-3-1 4-15,-4 2-3 0,-5 2 0 16,-6 0 1-16,-2-1-2 0,-3 2 0 0,-1-1 4 16,-2 1-1-16,-8 0-1 0,14 0 1 15,-9-1 5-15,-5 1-11 0,0 0 7 0,10 2-12 16,-10-2-13-16,0 0-27 0,0 0-24 15,0 0-35-15,0 0-166 0,0 0 208 0</inkml:trace>
  <inkml:trace contextRef="#ctx0" brushRef="#br0" timeOffset="71457.4497">3229 11053 757 0,'-4'1'-5'16,"4"-1"-4"-16,0 0 6 0,-10 2-3 15,10-2 19-15,0 0 2 0,-8 1 10 0,8-1-2 16,0 0-8-16,0 0-2 0,0 0-3 15,0 0 5-15,0 0-3 0,0 0-6 16,0 0-5-16,0 0 0 0,31-17 6 16,-6 8 0-16,10-6-2 0,3 0 1 0,3-1-1 15,5 0 2-15,2-1-6 0,0 1 12 16,-3 3-14-16,0-1 5 0,-4 3 1 0,-4 2 4 16,-9 2-4-16,-1 1-7 0,-8 2 1 15,-4 1 4-15,-4 1 0 0,0 1 1 0,-4-1 1 16,0 1 0-16,0-1 5 0,-7 2-5 15,10-1 0-15,-10 1 7 0,8-2-3 0,-8 2-9 16,8-2-5-16,-8 2-15 0,0 0-30 16,8-1-31-16,-8 1-75 0,4-3-83 15,-4 3 81-15</inkml:trace>
  <inkml:trace contextRef="#ctx0" brushRef="#br0" timeOffset="73012.6382">9181 10846 613 0,'0'0'-16'0,"0"0"8"0,-3 5 8 15,3-5 13-15,0 0 9 0,0 0 2 0,0 0 4 16,-2 5 1-16,2-5 2 0,0 0 0 15,0 0-2-15,0 0-1 0,0 0 1 0,0 0-3 16,0 0 3-16,11 5 1 0,-1-7 2 16,4-1-4-16,7 0-5 0,9-1 3 15,11-1-2-15,6-1-1 0,3 3-5 0,6-4-2 16,2 0-4-16,7 1-2 0,15 1 1 16,-14 1 5-16,2 0-2 0,-2 1-8 0,0-1 7 15,-1 3-6-15,-6-2-7 0,-4 1 10 16,-4 1-5-16,-6-1 4 0,-11 2-4 0,-2-2 2 15,-10 2-2-15,-2 0 3 0,-4-1 3 16,-2 1 0-16,-2 0-1 0,0-1 0 16,-2 1 4-16,0-1-3 0,-3 0-2 15,-7 1 0-15,15 0 1 0,-7 0 0 0,-8 0-4 16,11 0-5-16,-11 0-3 0,10 0-4 16,-10 0-14-16,10-2-24 0,-10 2-29 0,9-1-41 15,-9 1-165-15,7-5-7 0,-3 2 196 16</inkml:trace>
  <inkml:trace contextRef="#ctx0" brushRef="#br0" timeOffset="73504.0014">9400 10955 798 0,'-15'3'2'0,"3"0"4"16,4-1 2-16,-1 0 0 0,2 0 14 0,0-1 11 15,7-1 6-15,-11 2-1 0,6 0 4 16,5-2-2-16,0 0-5 0,-10 2-6 0,10-2-5 15,0 0-4-15,0 0-1 16,0 0 2-16,0 0-6 0,0 0 2 0,26-3 2 16,2-1-10-16,6-1 4 0,11-2-3 15,4-1-6-15,3 0 3 0,9-2-2 0,16-2 5 16,2 0-2-16,0 0-1 0,0 1-2 16,-1-1 3-16,-17 4 0 0,-2 1-4 0,-3 1-2 15,-4-2 5-15,-7 3-4 0,-11 1 3 16,-2 0-3-16,-5 0 8 0,-6 1 1 0,-4 0 12 15,-3 2-3-15,-4-1 4 0,1 1 3 16,-4 1 8-16,2-1 1 0,-9 1-5 0,12-3-1 16,-6 3-2-16,-6 0-2 0,9-1-1 15,-9 1-7-15,7 0-1 0,-7 0-17 16,0 0-14-16,9-2-21 0,-9 2-24 16,0 0-33-16,0 0-44 0,0 0-133 0,0 0-117 15,0 0 102-15</inkml:trace>
  <inkml:trace contextRef="#ctx0" brushRef="#br0" timeOffset="75637.8115">3353 11567 1018 0,'0'0'-36'16,"0"0"11"-16,0 0 6 16,-3-5 4-16,3 5 14 0,0 0 5 0,0 0 6 15,0 0 14-15,-7-3-8 0,7 3-11 16,0 0 3-16,0 0-1 0,0 0-2 0,0 0-2 16,0 0 1-16,0 0-3 0,-8-1-3 15,8 1 5-15,0 0-2 0,0 0-3 0,0 0 4 16,0 0-8-16,0 0 3 0,-3 11 10 15,3-11-6-15,0 0-2 0,-3 9 5 16,3-9-8-16,0 0 1 0,-1 8-3 16,1-8 7-16,0 0 1 0,-2 6 1 0,2-6 11 15,0 0-14-15,0 0 5 0,0 0-5 16,0 0 4-16,0 0-1 0,3 10-3 0,-3-10 7 16,12 3 2-16,0-3 1 0,8 0-1 15,12-4 5-15,15-3-4 0,6-3 2 16,16-5 9-16,3-1-13 0,2 0-3 0,0 0 6 15,-1 3-4-15,-13 3 6 0,-5 2-2 16,-3 3-9-16,-6 1 4 0,-11 2 6 0,-4 1-12 16,-7 2-1-16,-5-1 12 0,-5 2-10 15,-2-1 3-15,-2 2 6 0,-2-1-14 0,-2 2 5 16,-2 1 2-16,-1-1-6 0,-3-4-15 16,3 7-19-16,-3-7-29 0,1 6-33 0,-1-6-113 15,0 0-57-15,0 0 213 16</inkml:trace>
  <inkml:trace contextRef="#ctx0" brushRef="#br0" timeOffset="76388.4803">5342 11578 819 0,'-11'2'24'0,"6"-1"-4"16,5-1-2-16,-7 2-4 0,7-2-5 15,0 0 4-15,-9 3-5 0,9-3 1 0,0 0 3 16,-7 2-8-16,7-2-1 0,0 0-2 16,0 0 1-16,-2 4 5 0,2-4-8 0,0 0 1 15,0 0-1-15,17 7-5 0,-5-6 5 16,5 0 5-16,5-1-5 0,13-1 4 0,11-4-1 16,7-2-2-16,7-3 11 15,20-4 4-15,5-2 6 0,2 0 2 0,2 0 6 16,1 1-10-16,-4 1 9 0,-3 2 0 0,-3 3-12 15,-1 2-2-15,-16 3 10 0,-1 1-7 16,-2 0 4-16,-4 2-7 0,-1-1 1 16,-3 2-6-16,-4 2 0 0,-1-1 2 15,-11 1-3-15,-3-2 1 0,-1 1 4 0,-4 2-8 16,-4-2 0-16,-5 0 0 0,-3-1 1 16,0 1 1-16,-1 0-25 0,2-3-18 0,0-2-49 15,3 0-121-15,2-6-134 0,2-1 145 16</inkml:trace>
  <inkml:trace contextRef="#ctx0" brushRef="#br0" timeOffset="77920.9341">8155 11517 923 0,'0'0'8'0,"0"0"7"0,0 0 8 16,-5 6 11-16,5-6 11 0,0 0 10 15,0 0 5-15,0 0 0 0,0 0 2 0,0 0-1 16,0 0-2-16,-7 0-1 15,7 0-2-15,0 0-9 0,0 0-3 0,0 0-3 16,0 0-3-16,0 0-3 0,0 0-6 16,0 0-1-16,0 0-3 0,0 0-4 0,0 0-2 15,0 0-1-15,0 0-1 0,0 0-4 16,0 0 2-16,0 0-3 0,0 0 1 0,0 0-3 16,0 0-3-16,0 0-3 0,0 0 1 15,0 0-1-15,0 0-2 0,0 0-1 0,0 0-3 16,0 0 0-16,0 0 2 0,0 0-3 15,0 0 2-15,0 0 0 0,0 0 1 16,0 0 0-16,31-3 1 0,-17 2-4 0,5-1 2 16,3 1 1-16,8-2 1 0,4 2 2 15,2-2-2-15,11 0 0 0,1 0-3 0,4 0 2 16,0 0 0-16,1 0-1 0,3-1-2 16,1 1 5-16,5 0-3 0,3-2 4 15,-1 1 0-15,17-2-1 0,-1 0 1 16,1 2 0-16,0-3-2 0,-16 1-1 0,17 1-1 15,-5-1 5-15,4-2-4 0,-4 2-2 16,1-1 5-16,1-1 3 0,-1 1 0 0,-13 1-3 16,14 0-4-16,-14 1 3 0,-3 0 0 15,0 1 0-15,-5-1 1 0,-3 1-6 0,-2 0 4 16,-1 1-1-16,-5-1 3 0,1 0-2 16,-11 2 3-16,-2-2-4 0,-1 0 3 0,-3 1-5 15,0 1 3-15,-2-1 0 0,-5 0 3 16,-3 1-4-16,0 1 4 0,2-1-2 15,-4-1-4-15,4 2 2 0,-2-1 2 16,0 0-1-16,1 0-1 0,-1 0 0 0,2 0 0 16,-2 0-2-16,2 0 2 0,5 0-1 15,-3 0-2-15,-3-1 1 0,0 1 7 0,-1 1-7 16,0-1 0-16,1 0-1 16,-1 2 2-16,0-2 4 0,-3 1-6 0,0 1 4 15,-4-2-4-15,3 1 2 0,-5 1-2 16,2-1 3-16,-1 1 0 0,-2-1 1 0,0 1 3 0,-1 0-3 15,-2-2 5-15,0 2-4 16,-7 0 5-16,13 0 0 0,-7-2 3 0,-6 2 1 16,9 0-6-16,-9 0 0 0,8-1 4 15,-8 1-4-15,0 0 0 0,10 1 2 0,-10-1-2 16,0 0 2-16,8-1-2 0,-8 1 0 16,0 0 1-16,0 0-2 0,0 0 2 0,9-1-5 15,-9 1 4-15,0 0-6 0,0 0-10 16,0 0-15-16,0 0-27 0,0 0-34 0,0 0-65 15,0 0-163-15,0 0-190 0,0 0-11 16</inkml:trace>
  <inkml:trace contextRef="#ctx0" brushRef="#br0" timeOffset="78683.4241">9494 11490 1270 0,'-13'0'-67'16,"5"0"12"-16,-1 1 6 0,-1 0 10 0,-2-1 2 15,-2 1 7-15,0 0 5 0,-2 1 11 16,-2 0 16-16,-1 0 4 0,3-1 13 0,0 1 2 15,-1 0-2-15,1-1-3 0,2 1 3 16,1 0-2-16,1 1 0 0,0-1-3 0,4 0 0 16,-1-1-4-16,2 0 4 0,7-1-8 15,-14 2 2-15,10 0-5 0,4-2 0 16,-6 2 5-16,6-2-5 0,0 0 1 16,0 0 6-16,16 7-10 0,-1-5 5 0,17-2-2 15,9 0 4-15,16-3 1 0,7 1-7 16,22-3 7-16,10 1-5 0,4 0 8 0,6 0-6 15,6 0 0-15,-3 0 2 0,0 2 3 16,-5 0-1-16,-3-2 4 0,-8 1 0 0,-4 1-1 16,-22 1 6-16,-2 0 1 0,-5-2 1 15,-5 2-2-15,-7 1 0 0,-11-1 2 0,-6-1-4 16,-8 2 8-16,-5 0 7 16,-1-1 8-16,-6 1 7 0,0 0-2 0,-2 0 1 15,0 0-5-15,-9 0-4 0,14 0-4 16,-8 0-2-16,-6 0-5 0,9 0-9 0,-9 0-13 15,0 0-25-15,11 0-37 0,-11 0-49 16,0 0-61-16,6-2-338 0,-6 2-11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41:30.176"/>
    </inkml:context>
    <inkml:brush xml:id="br0">
      <inkml:brushProperty name="width" value="0.05292" units="cm"/>
      <inkml:brushProperty name="height" value="0.05292" units="cm"/>
      <inkml:brushProperty name="color" value="#FF0000"/>
    </inkml:brush>
  </inkml:definitions>
  <inkml:trace contextRef="#ctx0" brushRef="#br0">9173 2905 414 0,'0'0'41'0,"0"0"10"16,-6 4-8-16,6-4 5 0,0 0-12 15,0 0 4-15,0 0-1 0,0 0 3 0,-13-7 0 16,13 7-3-16,-6-4 3 0,6 4-9 16,-6-4-2-16,6 4-3 0,-8-6-1 0,2 5-1 15,0-2-6-15,-1 0 2 0,-1 2-7 16,0-2 4-16,-1 1-7 0,-1-1-2 0,-1 1 2 16,0 0-1-16,-2 0 1 15,0 0 1-15,0 0 0 0,0 0-6 0,-3 0 6 16,-1 0-8-16,-1 1-2 0,-2-2 3 15,0 1-2-15,-1 1 2 0,0-1 0 0,-11 1-2 16,3 0 0-16,-3 1 0 0,1 0-1 16,-1-2-2-16,-1 3-1 0,2-1 4 0,0 0 3 15,6-1-3-15,1 2 2 0,-7 0-4 16,6-1 2-16,-6 0 0 0,1 1 0 0,5 0-1 16,3 1 2-16,0-2-6 0,1 2 0 15,-1-1 9-15,0 0-7 0,3 1 0 0,3-1 2 16,-3-1-2-16,-1 1 1 15,1 0-1-15,-1 0 3 0,1 0-5 0,-1 0 2 16,1 0 2-16,0 0-2 0,-2 0 0 16,1 0-2-16,3-1-1 0,-5 0 0 0,1 1 2 15,0-1 0-15,-2 0 5 0,2-1-3 16,-1 1-3-16,-1 0 7 0,2 0-7 0,-2 0 3 16,0-1-4-16,1 2 4 0,-1-1-2 15,1 0 4-15,1 1-4 0,-1-1-1 16,1 0 2-16,0 1-2 0,3-1 3 0,0 1-3 15,1-1 3-15,0 0 0 0,0 1-4 16,1-1 3-16,0 1 3 0,1-1-3 0,0 0 3 16,1 0-2-16,2 1-3 0,-3-2 1 15,3 1-4-15,-3 0 11 0,1-1-2 0,-1 1-3 16,0-1-2-16,1 1 3 16,-1-2 4-16,0 2 3 0,1-2-6 0,-3 1 5 15,1 0-3-15,1 0-3 0,-5 0 2 16,1-1 0-16,0 1 2 0,0 0 0 0,0-2-5 15,4 3 6-15,-4-2-5 0,3 1 4 16,-3 0-1-16,3-1-3 0,-3 1 4 0,1 0-1 16,2 0-6-16,-4 0 5 0,1 0-3 15,-1 0 2-15,4 1 1 0,-1-1-7 0,1 1 2 16,-4-1 1-16,0 1-1 0,-2 1 0 16,-1 0 2-16,0-1-1 0,1 0 0 15,-1 0-3-15,1 1 4 0,0 0-2 0,0 0-1 16,0 0 5-16,-1 0-11 0,2-1 9 15,0 1-2-15,0-1 2 0,1 0-1 16,-1 2-2-16,0-2-3 0,1 0 7 0,1 0 2 16,1 1-7-16,0-1 0 0,0 1 1 15,1-1 4-15,-1 0-4 0,-2-1-1 0,3 1 3 16,0 1-1-16,1-2-2 0,-1 1 4 16,-2-1 0-16,2 1-3 0,-3 0 2 0,4 0-4 15,-5-2 3-15,1 2-1 0,0 0 1 16,1-1-3-16,-1 1 2 0,-1 0-1 15,0-1 4-15,0 0-2 0,1 0 0 0,-1 0-1 16,1 0 6-16,0-1-4 0,2 1-2 16,1-1 0-16,-2 0-4 0,1 1 1 15,0-1 5-15,-2 0-1 0,2 0 0 16,-2 1 3-16,1-1-6 0,0 0 1 0,3 1-1 16,-3-1-1-16,-1-1 4 0,1 1 0 15,0 0 2-15,-1 1-7 0,2-2 5 0,-3 1-1 16,3 1-2-16,-1-1 5 15,1 0-6-15,0-1 1 0,-1 2-4 0,2-2 14 16,2 1-9-16,-4-1 0 0,0 2-2 0,1-1-3 16,0 0 4-16,1 1 2 0,-2-1-1 0,1 1 7 15,-2 0-10-15,-1 0 1 16,2 0-1-16,-1 0 4 0,1 0-2 0,-1 0 1 16,0 1 3-16,3 0-3 0,-4 1-1 15,2 0-2-15,1-1 4 0,-2 0 1 0,0 0 2 16,2 1 2-16,-2 0-9 0,0-1 3 15,4 2 1-15,-2-1-1 0,1 0 1 0,-2 1 4 16,2-1-6-16,1 1 0 16,1-2 2-16,0 1 0 0,0 0-2 0,1 1 4 0,0-1-1 15,1 1 2-15,1-1 1 0,1 0-8 16,0 0 3-16,0 0 4 0,0 0-3 16,-2 1 3-16,2-1-6 0,-1 1 3 0,0-1-1 15,1 0 2-15,-3 1 2 0,0-1-3 16,0 1 0-16,0 0 1 0,0 0-1 15,-1-1-4-15,0 1 4 0,-1 1 1 16,-2-1 0-16,0 0 0 0,-1-1-4 0,0 1-1 16,0 0 4-16,0-1 2 0,0 1-4 15,0-1 6-15,0 1-2 0,0 0 1 0,-1 0-4 16,1-1 3-16,-1 2-2 0,0-1 1 16,1-1 4-16,0 1-8 0,2 1 5 0,-2 0-2 15,0-1-2-15,0 1-1 0,0-1 1 16,1 0 5-16,-1 2-2 0,1-2 7 0,0 1-10 15,1 0-1-15,-2 0 8 0,1-1-5 16,0 2 1-16,1-1-2 0,1-1 4 16,3 1-1-16,-1 0-3 0,1-1 0 15,-1 1 1-15,1 0 1 0,-1-1-2 0,2 2-1 16,-2-1 6-16,2 1-4 0,-2 0 1 16,-2 0-5-16,1 1 5 0,0 0-2 0,0-1 2 15,-1 1 0-15,0 0 0 0,1 1 1 16,-2-1 1-16,0 2-5 0,0-2 5 0,-5 3-2 15,4 0-2-15,2-2 2 0,-1-1-1 16,-4 4 0-16,4-2 0 0,1 0 4 16,1-2-4-16,0 2-1 0,1-1 0 0,0 0 0 15,0 1 2-15,2-1 1 0,-1 1-2 16,0 1 0-16,1-1 1 0,0 0 0 16,0 0-2-16,3 0 0 0,-1 0 9 15,-2 1-6-15,3-1-2 0,0 1 2 0,1-1-4 16,-1 1-1-16,1 0 1 0,-1 0 5 15,1-1-4-15,-1 4 5 0,0-2 1 0,-1 2-5 16,2-1 1-16,-1-1-1 0,1 2 2 16,0-2 1-16,0 2 7 0,-1 0-13 0,0-1 5 15,2 2 10-15,-2-1-13 0,1 1 6 16,0 0-5-16,-1 0-2 0,1 1 1 0,-1 0 3 16,2-1 1-16,0 1-4 0,0 1 2 15,0 0 0-15,-2-1 0 0,2 2 6 0,1 0-6 16,-1-1 2-16,0 0 0 15,0 2-1-15,-3 2-1 0,1-1 1 0,3-2 5 16,-1-2-2-16,0 2-5 0,0-1 1 16,2 0 1-16,-1-1 4 0,-1 1 3 0,1-1-2 15,1-2-4-15,0 0 2 16,1 1-3-16,-2-2 2 0,1 1-1 0,2 0-2 16,-2 0 0-16,-1 4 2 0,1-2 3 0,-1 0-5 15,0 0 4-15,1 0-2 0,-2 0 5 16,3-1-8-16,-1-1 4 0,1 0-4 0,-2 0 1 15,3 1-1-15,-2-1 3 0,1 0 0 16,-1 0 2-16,2 1-2 0,-1-1-2 16,0 0 8-16,-1 0-8 0,1 1 7 15,0-1-7-15,0 1 0 0,0-1-4 0,0 0 8 16,2 0-6-16,-2-1 2 0,0 2 2 16,0-2-1-16,1 3-4 0,0-2 2 0,0 0 1 15,0 1 0-15,0-1 3 0,0 0-4 16,0 1 4-16,1-1-2 0,-1 1 3 0,0 0-3 15,1 0-1-15,0 0 0 0,0 0-1 16,0 0 1-16,-1-1 1 0,2 0 1 0,0-2-2 16,0 1 0-16,-1 1 4 15,1-1-3-15,0 0-4 0,0-1 3 0,0 1 2 0,0-1-4 16,1 1 2-16,0 0-1 16,0 0 2-16,1 0-6 0,-1 0 3 0,2 0-1 15,-2 1 2-15,2 1 0 0,0-1 0 16,-1 0-3-16,1 2 6 0,0 0 0 0,1-1-2 15,-1 2 2-15,2-1 0 0,-1 4-2 16,0-1 1-16,1 0 0 0,0 2 1 16,1-1-1-16,0 5 0 0,2-3 2 0,-3-4 1 15,4 6 2-15,-2-2-6 0,0-3 2 16,1 5-1-16,2-1 3 0,-1 1-3 16,1-1 1-16,0 1-2 0,0 0 7 0,-1-1-2 15,2 0-2-15,0 1 0 0,-2-1-1 0,1-1 0 16,0 1 0-16,0-1 2 15,1 1 0-15,-2-5-1 0,1-1 1 0,1 5 0 16,-2-4-3-16,2-2 2 0,-2 0-1 16,0 0 1-16,0-1 0 0,-1 0 1 0,2 0-1 15,-1 0 0-15,1-1-1 0,-1 1-2 16,2 0 4-16,-1-2-1 0,0 1-2 0,0-1-1 16,1 1 5-16,0-3-6 0,0 1 0 15,2 2 2-15,-1-3 4 0,2 3-2 0,-1-2-4 16,5 4 4-16,-3-2-1 0,4 0 2 15,-1 2-2-15,-2-3 2 0,-2-1 0 0,6 3-1 16,-3-2-4-16,2 2 3 16,-3-1-1-16,-1-4-1 0,1 1 1 0,4 3 1 15,1-1 0-15,1 0 3 0,0 0-4 16,-1 0 2-16,-3-1 0 0,4 0-1 0,0 0 0 16,0 1 0-16,-3-3-3 0,-2-1 2 15,1 0-4-15,-1 0 4 0,7 3 0 16,0-2-3-16,-2-1 3 0,3 1 4 0,2-2-6 15,0 0 1-15,1 0 0 0,-1-2 1 16,1 0 1-16,-4-1-2 0,-2 0-1 0,2-1 1 16,-1 0 3-16,0-1-2 0,0 0-1 15,2-1-2-15,5 0 2 0,-3 1-1 0,-5 0-1 16,0 0 4-16,-4 0-1 16,1 0-1-16,-2 0 0 0,0-1-4 0,0 1 2 15,-2 0 2-15,-2 0 1 0,0 0 1 16,-1 0-1-16,-1 0-1 0,1 0-2 0,-2 0 6 15,-9 0-5-15,14 1 0 0,-6-2 0 16,-8 1 4-16,12 0-4 0,-12 0 2 0,10 0-2 16,-10 0-1-16,9 0 0 0,-9 0 0 15,9 1 2-15,-9-1 0 0,7 0-1 0,-7 0-1 16,0 0 0-16,11 0-1 0,-11 0 3 16,7 0-1-16,-7 0 5 0,0 0-6 0,10 2 1 15,-10-2 5-15,0 0-5 0,9 0 1 16,-9 0-3-16,0 0 6 0,8 1-5 15,-8-1 1-15,6 1 0 0,-6-1 4 16,0 0-4-16,0 0-1 0,8 2 0 0,-8-2 3 16,0 0-1-16,7 1-2 0,-7-1 3 15,0 0-1-15,0 0-3 0,0 0 7 16,7 2-3-16,-7-2 3 0,0 0-4 0,9 2-4 16,-9-2 5-16,7 2-2 0,-7-2 1 15,8 1 0-15,-2 1 3 0,-6-2-5 0,12 2 7 16,-5 0-6-16,2-1 3 0,0 1 0 15,0 0-3-15,1 0 1 0,0 1-4 0,1-1 0 16,0 0 6-16,3 0-4 16,-1 0 0-16,-1 0 0 0,3 1 6 0,-3-1-3 15,2 0-2-15,0 0 2 0,1-1-1 16,-2 1 0-16,2 0-3 0,0 0 4 0,-1-1 0 16,1 0-1-16,1 1 0 0,-1-2 0 15,1 1-1-15,3 0-2 0,-2-1 5 0,4 0 0 16,0 0-3-16,1 0 1 0,8 0 1 15,1-1-3-15,-1 0 1 0,1 1 0 0,0 0 2 16,-1-2 1-16,0 2-1 0,1-2-1 16,-1 1 6-16,0 0-6 0,-5-1-4 0,6 1 6 15,-1 0-4-15,-5 0 4 0,4-1 2 16,1-1-5-16,1 1-1 0,0 0 3 16,-1-1-1-16,1 0-1 0,1 1 0 15,1-2-2-15,0 0 3 0,2-1 0 0,8-1 0 16,-8 2-1-16,7-2 2 0,-5 3-1 15,5-3 3-15,0-1-4 0,-8 3 1 16,1 0-3-16,-1 1 6 0,0 0-4 0,0 0 1 16,-2-1-1-16,-1 2 1 0,0 0-1 15,0 0 1-15,1 1 1 0,-2 0 2 0,1-2-3 16,0 0-1-16,-1 0-2 0,0-1 3 16,1 1 2-16,-2 2 0 0,2-1-2 0,-1-2 2 15,2 1 0-15,0-1-2 16,0 1-1-16,0 1 2 0,3 0 3 0,-2-1-4 15,0 0 1-15,2 2-2 0,-3-1-2 16,0 1 3-16,-1 0-5 0,-1 1 3 0,-4-2 2 16,5 2-2-16,-7 0 6 0,-2 0-5 15,1 0 0-15,9 0 0 0,-7 0-3 0,5 2 3 16,1-2 4-16,-6 0-3 0,6 1 1 16,-1-1-2-16,1 0 2 0,0 1 0 15,1-2-2-15,1 0 0 0,2 1 4 0,0-2-4 16,3 1 2-16,-2 0 2 0,0-1-3 0,1 0 1 15,-2 2-1-15,0 0-2 16,-1 0 4-16,0 0-3 0,-3 0 4 0,-1-2-3 16,-1 4 1-16,-5-2 2 0,-3 0-2 15,0 0 2-15,-4 0-6 0,4 0-1 0,0 0 3 16,-1 0 6-16,-3 0-3 0,4 0-6 16,-4 2 5-16,3-4 2 0,-2 2 2 0,2 0-11 15,0 0 8-15,1 0 0 0,0-1 4 16,0 0-1-16,2 1-2 0,6-2 0 0,2 1 2 15,0-1 1-15,0 2-1 0,1-1-7 16,-2 0 5-16,2-1 4 0,-1-1-7 0,0 0 2 16,0 3 1-16,-7-1-1 0,7 0-3 15,-7 0 5-15,-2 0-4 0,0 0 2 16,7-1-2-16,-5 1-1 0,7 0 5 16,-7-1-3-16,-3 0 2 0,1 1-2 0,0 1 1 15,0-1 0-15,0-1-3 0,8 2-2 16,-7-1 1-16,0 0 2 0,-1 2 1 0,1-2 0 15,-1 1 3-15,3 0-2 0,5-1-1 16,0 1-3-16,1-1 4 0,-1 2 3 16,-3-1-5-16,4 0 2 0,1 0 4 0,-2-1-2 15,-3 1-2-15,-3-1 3 0,7 0-7 16,0 0 2-16,0 0 0 0,0 0-1 0,0-1 2 16,0 2 2-16,-1 0 1 0,-4 0-4 15,4-3-1-15,1 2 4 0,-3-1 1 0,3 1-3 16,-7 0 0-16,6-2-1 0,-2 0 1 15,1 2 0-15,0-2 1 0,0 0-3 16,-1 1 2-16,-1-1 1 0,-2 2-4 16,-5-1 5-16,7-1 2 0,-2 1-3 0,-6 0-1 15,2 0 1-15,0 1-1 0,1-1-1 16,-2 0-1-16,0 0 3 0,1 0 2 0,-1 2-4 16,-2-2 2-16,3 0-4 0,-1 2-2 15,-3-1 4-15,1 0 3 0,3-1 0 0,-1 1 2 16,0-1-5-16,2 0 0 0,-2-2-2 15,2 3 1-15,-3-2 5 0,2 1-3 16,1-1 6-16,-2 3-7 0,2-2 4 16,-1 1 0-16,-1-2-3 0,2 1 2 0,0 1 0 15,-2-1-2-15,-2 1 0 0,2-2 2 16,1 1-2-16,-1 0 1 0,7-2-1 0,-5 2 2 16,-1-1-2-16,0 1-2 0,7-2 3 15,1-2 1-15,-1 2-1 0,0-1 0 0,-1-1 2 16,0 0 2-16,0-1 2 0,1 1 1 15,-1 0 1-15,-3-2 4 0,2 0 1 0,-2-1 1 16,3-1 5-16,-3 0-2 0,-1 1-2 16,0-2 2-16,0 0 4 0,0-1 1 15,0-1-2-15,0-1 1 0,0 1 2 16,-2 0-1-16,1-2-3 0,-3 2 3 0,-1-1 0 16,-1 2 0-16,-2 1 5 0,-4 1 2 15,1 0 3-15,-1 0 0 0,0-1 4 0,-2 0 0 16,1 0 0-16,-1 0 2 0,1-2-3 15,-1 2 0-15,-2-2-1 0,1 0-2 0,0 0-1 16,2-6-1-16,-2 2-2 0,-2 3-5 16,4-7-1-16,-2-1-4 0,1 1-1 0,0 0-3 15,-2-1-1-15,0-1-2 0,-1 1 1 16,1-1-4-16,0 0 0 0,-2 0 4 16,-1 4-3-16,-1 0 2 0,0 2 1 0,-2-3 0 15,0 1 4-15,0 0 2 0,-2-1 0 0,0-1 0 16,-2-5-2-16,1 0 4 15,0 3-3-15,-2-2-3 0,1-1 0 0,-2 0-4 16,1 1 0-16,-3 1 1 0,3 0 2 16,-2 1 2-16,1 4-2 0,1 2 2 0,0 0-7 15,-1 1 2-15,0-7-3 0,-1 4-2 16,2 3 1-16,-3-5-2 0,0-2-1 0,0 6-1 16,-2-4 2-16,-1-1-4 0,0-2 9 15,-5 3-7-15,1-3 1 0,-6-5-3 0,0 2 0 16,0 2 4-16,2 5-4 0,-1 1 1 15,1 0-2-15,-1-1-1 0,1 2 0 0,-1 0 1 16,0 2 2-16,2 0 0 16,0 0-3-16,-1 1 1 0,0 0-1 0,-1 1-2 15,1 0 1-15,0 0-1 0,-2 2 3 16,0-2-3-16,-3 2 7 0,1 0-9 0,-5 1 0 16,2-1-1-16,-7-2 2 0,6 4-2 15,-2 0 0-15,0 0 1 0,-1 1-2 0,0 1 3 16,-1 0-2-16,-1 0 2 0,-8-2 2 15,1 1 0-15,7 2-3 0,-7-1 2 0,6 0 1 16,2 3-2-16,-1-1-1 0,1-1 1 16,1 0 3-16,2 2 0 0,0-1 0 0,2 0-2 15,-2 0 9-15,7 1-8 0,1 0 3 16,1 1-4-16,-1-1 2 0,2 0-2 16,-8-1 2-16,5 1 0 0,3 0-1 15,-1 0 1-15,-6-1-2 0,0-1-1 0,3 2 1 16,2 0-1-16,-4-1 0 0,-4 1 1 15,1-1 4-15,-1 1-9 0,-1-2 1 0,-1 1-1 16,1 1 1-16,-3-2 4 0,3 2-2 16,-1 0 2-16,0-1 1 0,-1 0 4 0,1 1-4 15,2 1-2-15,2-1-1 0,-2 0-1 16,5 1 3-16,3 0-1 0,-7-1 0 16,5 1 1-16,2 0-3 0,0 0 5 15,0 0-4-15,-6-2 2 0,1 1 0 0,2 0-2 16,4 2 4-16,-9-3-1 0,2 0 1 15,-1-1 1-15,-2 2-4 0,1-1 3 0,-2 0-3 16,1 0 0-16,-5 0 1 0,3 1-2 16,0-1 0-16,1 0 1 0,3 2 2 0,-2-1 0 15,3-1 0-15,3 2 0 0,4-1 2 16,0 3 2-16,1-3-2 0,1 1-3 0,1 0 2 16,1 1 1-16,0 0-2 0,3-1 1 15,-2 1-1-15,-1 0 3 0,2 0-5 0,-1 1 1 16,-1 0 0-16,-1-1-4 0,0 1 10 15,-4 0-1-15,0-1-10 0,-1 2 3 0,-1-1 1 16,-3 2-2-16,-6-1 4 16,5 1-2-16,1 0 1 0,2 0 1 0,0 0 7 15,3 1-4-15,3-1-8 0,1 0-8 16,3 1-19-16,1 0-31 0,1-1-45 0,2 0-48 16,2 1-36-16,6-1-3 0,-8 6-19 15,8-6-165-15,0 0-222 0,0 0-101 0</inkml:trace>
  <inkml:trace contextRef="#ctx0" brushRef="#br0" timeOffset="8875.964">2936 6328 142 0,'0'0'82'15,"0"0"-36"-15,0 0-18 0,0 0-6 0,0 0-2 16,0 0 0-16,0 0 0 0,0 0 3 16,0 0 0-16,0 0 0 0,0 0-1 0,0 0 1 15,0 0-1-15,0 0-5 0,0 0 3 16,0 0-4-16,0 0-2 0,1-9-4 0,-1 9-3 16,0 0-4-16,0 0 3 0,0 0-2 15,0 0 4-15,0 0-4 0,0 0-4 16,0 0 3-16,2-5-2 0,-2 5 0 0,0 0-5 15,0 0 3-15,0 0-1 0,0 0 1 16,0 0-3-16,0 0 4 0,0 0 1 16,0 0-5-16,0 0-1 0,0 0 8 15,0 0-9-15,0 0 4 0,0 0-1 0,0 0-1 16,0 0 1-16,0 0 3 0,0 0-1 16,0 0-2-16,0 0-3 0,0 0 3 0,0 0 1 15,0 0-1-15,0 0 2 0,0 0-4 16,0 0 1-16,0 0 0 0,0 0 3 0,0 0-4 15,0 0 4-15,0 0-6 0,0 0 1 16,0 0-4-16,0 0 5 0,0 0 4 0,0 0-3 16,0 0 0-16,0 0 2 0,13 2 1 15,-13-2 0-15,0 0 4 0,11 3-4 16,-11-3 3-16,11 2 2 0,-4-1-3 16,-7-1 0-16,13 2-2 0,-6-2 0 0,4 1 0 15,-1-1 5-15,0 1 0 0,1-1-8 16,1 0 7-16,0-1 0 0,2 1-1 0,0-1 2 15,1 0 2-15,-2 0-1 0,1 0 0 16,-1 1-4-16,-2-1 3 0,1 0-4 16,-2 1 5-16,-1 0-5 0,0 0-2 0,-1 0 6 15,-8 0-6-15,15 0-4 16,-7 0 6-16,-8 0-1 0,14 0 2 0,-8 0 2 0,-6 0-3 16,13 1 1-16,-5-1-1 0,-1 1 1 15,1-1 4-15,2 1-3 0,0-1-2 16,1 1-1-16,-1 0-2 0,1-1 3 15,1 0 3-15,-1 1-2 0,0-1 1 0,1 0 4 16,0 1-6-16,-1-1 0 0,0 1-1 16,1 0 3-16,-1-1 0 0,-1 0 2 0,0 1-4 15,0-1 1-15,0 0-2 0,-1 1 4 16,1-1-5-16,0 1 1 0,0 0 1 0,0-1-1 16,1 1 0-16,1-1 5 0,-1 2-1 15,0-2-4-15,3 1 1 0,-1-1 4 16,-2 0-1-16,3 0-4 0,-1 0 2 0,-2 1-1 15,0-1 1-15,2 0 2 0,-2 0 1 16,0 0-6-16,0 0 2 0,-2 2-1 16,1-2 1-16,-1 0 1 0,-1 0-1 15,0 1 1-15,-8-1 0 0,14 0-1 0,-7 0-1 16,-7 0-1-16,14 1 1 0,-8-1 3 16,-6 0 6-16,13 2-6 0,-6-2-3 0,-7 0 2 15,13 1-4-15,-8 0 4 0,-5-1-3 16,14 0 3-16,-6 1 1 0,-8-1 0 0,15 0 10 15,-8 0-12-15,1 0-4 0,-8 0 4 16,16-2 2-16,-8 2-2 0,0-1-1 0,-8 1 4 16,15 0-3-16,-8-2 2 15,-7 2 2-15,14 0-8 0,-7 0 3 0,-7 0 4 16,13-1-3-16,-6 1 0 0,-7 0 2 16,12-1-4-16,-5 1 2 0,-7 0 1 0,13-2 0 15,-7 2 0-15,-6 0 0 0,12-1 3 16,-12 1-13-16,13 0 14 0,-13 0-5 15,13-1 4-15,-6 1-3 0,-7 0-2 0,12-2 3 16,-4 2 2-16,-8 0-2 0,13-1 1 16,-6 1 2-16,0-1-5 0,-7 1-1 0,15-1 2 15,-6 0 0-15,0 0 1 0,-1 1-4 16,0-1 5-16,1 0-1 0,-2 0 0 0,-7 1-8 16,14-1 6-16,-8 1 6 15,-6 0-8-15,10-1-1 0,-10 1 3 0,8-1 2 0,-8 1-4 16,0 0 3-16,10 0-7 15,-10 0 7-15,0 0 4 0,7 0-5 0,-7 0 2 16,0 0 3-16,0 0-5 0,0 0 2 16,9-1 3-16,-9 1-3 0,0 0-2 0,0 0 1 15,0 0-8-15,7-2 7 0,-7 2 2 16,0 0-2-16,0 0 0 0,0 0 4 0,9 0-4 16,-9 0-3-16,0 0 8 0,7-1-11 15,-7 1 8-15,0 0-3 0,10-1 1 16,-10 1 4-16,0 0-6 0,8-1 1 15,-8 1 3-15,0 0-2 0,8-2 0 0,-8 2-1 16,0 0 3-16,8-1-3 0,-8 1 1 16,0 0 0-16,8-1 5 0,-8 1-7 15,0 0 10-15,8-1-8 0,-8 1-4 0,0 0 3 16,9-1-1-16,-9 1 3 0,7-3-3 16,-7 3 7-16,8 0-6 0,-8 0 0 0,7-1 2 15,-7 1-1-15,10-1-1 0,-10 1 0 16,10-2-1-16,-10 2 3 0,10-1 0 0,-10 1-4 15,10-1 1-15,-10 1 5 0,9-1-5 16,-9 1 4-16,9-1 2 0,-9 1 0 0,9-1-8 16,-9 1-1-16,9-1 2 0,-9 1 0 15,9-2 1-15,-9 2-1 0,10 0 1 16,-10 0 3-16,10-1-3 0,-3 0 0 16,-7 1 2-16,13-1 2 0,-6 0 0 0,-7 1-3 15,16-1-2-15,-8 1 2 0,1-1 2 16,0 0 1-16,0 1 2 0,2 0-1 15,-2-1-6-15,1 1 0 0,1-1 0 0,0 1 5 16,0-1-3-16,1 1 3 0,-2 0 1 16,2 0-3-16,0 0 3 0,-1 0-2 0,0 0 0 15,0 0 1-15,0 0 2 0,0 0-4 16,-1 0-3-16,0 0 1 0,0 0 4 0,0 0-3 16,-10 0-2-16,19 1 4 15,-12-1-2-15,-7 0 6 0,17 1-7 0,-9-1 4 16,-8 0 0-16,13 1-2 0,-13-1 0 15,12 1 3-15,-12-1-6 0,9 1 4 0,-9-1 0 16,0 0 4-16,11 1-3 0,-11-1 0 16,0 0-1-16,9 1 2 0,-9-1 1 0,5 1-6 15,-5-1 5-15,0 0-6 0,0 0 0 16,0 0 3-16,8 1 3 0,-8-1 6 0,0 0-18 16,0 0-20-16,0 0-24 0,6 5-59 15,-6-5-58-15,0 0 58 0</inkml:trace>
  <inkml:trace contextRef="#ctx0" brushRef="#br0" timeOffset="10763.9385">9990 6329 471 0,'-9'-1'25'16,"9"1"-17"-16,-13-1-1 0,6-1-4 16,7 2 4-16,-12-2 18 0,7 1 9 0,5 1-2 15,-10-3 12-15,10 3-3 0,-6-2 8 16,6 2-3-16,-7-3-11 0,7 3 9 0,0 0 3 16,-7-3-6-16,7 3-1 0,0 0-3 15,-5-4-6-15,5 4-6 0,0 0 1 0,0 0-7 16,0 0-5-16,0 0-4 15,13-16 2-15,-3 10-2 0,4-1-4 0,2 1 0 16,6-5-1-16,1 3-1 0,0 0 2 16,-4 1-4-16,-2 2 1 0,-1 0-1 0,-4 2 4 15,-2 0-2-15,0 0-6 0,-3 0 4 16,1 1 0-16,-2 1 3 0,-6 1-3 0,10-4 5 16,-10 4-3-16,7-2-5 0,-7 2 2 15,6-2 1-15,-6 2-3 0,0 0 0 16,7-3 1-16,-7 3 4 0,0 0-7 0,7-2 4 15,-7 2-5-15,0 0 1 0,0 0 0 0,0 0-2 16,7-1 3-16,-7 1-3 16,0 0-1-16,0 0 2 0,0 0-2 0,0 0 4 15,0 0 2-15,0 0 0 0,0 0 0 16,3 10-2-16,-3-10-2 0,-4 12 4 0,1-4 4 16,0 4-1-16,-1 1-7 15,-2 4 2-15,0 7 0 0,-1 1-1 0,1 2 2 16,3 2 1-16,1 1 3 0,0 2-1 0,4 0-2 15,0 2 0-15,3 9-1 0,3 1 3 0,5 2-2 16,3 3 3-16,9 11 1 16,2 0 4-16,3-2-1 0,3 2-1 0,1-1 5 15,2-3-3-15,1 0 3 0,0-4-11 16,-2-3 4-16,1-1 1 0,-9-11 2 0,0 2-2 16,-2-2 5-16,-3-1 0 0,-2-3-3 15,-4-3 1-15,-5-6 2 0,-2-3-2 0,-3-3 13 16,-4-5 10-16,0-1 4 0,-4 0 18 15,-2-1 3-15,-3 2 1 0,-9 3-1 0,-3-1 1 16,-4-3-1-16,-8 3 0 0,-5-3-2 16,-5 0 1-16,-4-2-1 0,1-1-2 0,-1-1-3 15,0-1-4-15,12-3 1 0,2 1-10 16,3-2 0-16,6-1-3 0,4 1-5 0,4-2-7 16,1-1-20-16,3 1-26 0,0 0-37 15,3-1-39-15,7 0-55 0,-14 0-100 0,14 0-331 16,-8-3-86-16</inkml:trace>
  <inkml:trace contextRef="#ctx0" brushRef="#br0" timeOffset="15350.134">2624 6415 1420 0,'0'0'-111'0,"0"0"22"0,0 0 5 0,0 0 14 0,0 0 9 16,0 0 10-16,6-2 11 0,-6 2 9 15,0 0 9-15,0 0 1 0,0 0 7 16,0 0-4-16,0 0 14 0,0 0 4 16,0 0-2-16,0 0 7 0,0 0 4 0,0 0 2 15,0 0 8-15,0 0 3 0,0 0 6 16,0 0 2-16,0 0-6 0,0 0 12 16,0 0-2-16,0 0-1 0,0 0 3 0,0 0 3 15,0 0 0-15,0 0 3 0,0 0-6 16,0 0-3-16,0 0-2 0,0 0-6 0,0 0-2 15,0 0 0-15,0 0-3 0,0 0-3 16,-11-12-2-16,11 12-2 0,-7-6-2 0,7 6 1 16,-7-6-5-16,3 3-5 0,4 3 5 15,-9-7 0-15,5 4-3 0,-2 0-1 16,1-1 7-16,-1-1-7 0,-1 1 2 16,0 0 1-16,0 1 2 0,0-1-5 0,0-1 3 15,-2 1-4-15,1 0 4 0,-2 0-3 16,2 0-1-16,-2 0 3 0,0-1 1 0,2 2-6 15,-2-2 4-15,1 1-1 0,1 0-3 16,-2 1-2-16,-1-1 5 0,3 0-1 0,-3 1-2 16,0-1 1-16,2 2 4 0,0-1-5 15,0 0 4-15,1 0-1 0,-2 0-2 0,1 0 1 16,0 1-3-16,0-1 1 0,-1 1-1 16,1 0-3-16,0 0 4 0,0 0-4 15,-1 0 4-15,1 2-3 0,-1-2 3 0,0 0 0 16,0 1-3-16,0 0 3 0,0 0 1 15,0 0-1-15,-2 0-1 0,1 1-1 16,0-1-3-16,1 0 2 0,-2 0 3 0,0 0-4 16,-1 0 2-16,0 0 0 0,0 0 2 15,1 1 0-15,-2 0 0 0,3-1-3 16,-2 2-1-16,1-2 2 0,-1 2-1 0,0-1 0 16,2 1-1-16,-4 0 4 0,2 0-3 15,-1 0 3-15,0 1-4 0,0-1 3 0,2 1-1 16,-2-1-5-16,1 2 8 0,3-1-4 15,-3 0 0-15,1 0 2 0,0 2-3 0,2-3 6 16,-3 2-3-16,2 0 0 16,-1 0-1-16,1 1-4 0,2-2 4 0,0 1 0 15,2-1 1-15,-1 2 1 0,0-3-4 16,1 3 0-16,0-2 0 0,0 1 1 0,-1 0-1 16,-1 1 4-16,0 2-1 0,-4 2 2 15,0-1 0-15,-1 2-2 0,-4 3 0 0,0-1-2 16,3 0 2-16,3-3-2 0,-1 2-1 15,1-1 7-15,-1 1-3 0,0-2-2 0,1 2 2 16,-1 0-2-16,1-1 2 0,0 1-2 16,0-1 2-16,0 1 0 0,1-2 2 0,2 0-5 15,0-1 3-15,1 1 0 0,-1-1 2 16,1 0-4-16,0 0 2 0,0 0-4 16,0 2 3-16,1-2-1 0,-1 2 4 15,0-1-6-15,0 0 0 0,1 0 2 0,0 0-2 16,0 1 3-16,0 0-3 0,-1 0 4 15,2-1 0-15,-1 2 4 0,-2 1-5 0,2 1-1 16,-1-2 1-16,1 3-1 0,0-1 6 16,-1 0-5-16,2 2 1 0,-2-1-1 0,0 1 1 15,-2 6 0-15,2-3 0 16,1-4 0-16,-3 6 1 0,0 1-1 0,3-5-3 16,1 0 6-16,-2-1-2 0,4 0-3 15,-2 0-2-15,2 1 2 0,0-3 0 0,-1-1 1 16,0 3 0-16,1 0-1 0,1-2 3 15,0 0 2-15,-2 1-4 0,1-1 0 0,1 0 0 16,0 1 0-16,-1-1 0 0,1 0-1 16,1 1 1-16,0 0 1 0,-1 0-1 0,0 0 2 15,1-1-2-15,1 0 2 0,-2 0-1 16,2-2 0-16,-1 2 0 0,1-1-1 0,0-2 3 16,-1 1-3-16,2-1-4 0,-3 1 6 15,3-1-6-15,-1 1 3 0,1-1 4 0,0 0-5 16,0 0 2-16,0 0-2 15,0 1 5-15,0-1 0 0,0 0-3 0,1 1 1 16,-1 0 3-16,3-1-2 0,-2 0-6 16,0 1 3-16,1 0-1 0,0 0 1 0,1-1-1 15,-1 1 6-15,1 0-2 0,2-1-1 16,-1 2-1-16,1 0 1 0,-1-1-1 0,2 1-1 16,-2 0 2-16,2 0 2 0,-1 1 2 15,2 1-8-15,-1-1 4 0,1 1 1 16,0 0 0-16,-1-1-3 0,0 1 0 0,3 0 5 15,-3-1-6-15,1 0 3 0,0 0 0 16,1 0 0-16,-1 1 1 0,-1-1 0 0,2 1-2 16,-1-1 0-16,0 0 7 15,0 1-4-15,1-1-4 0,-1 0 9 0,0 1-4 16,1-1-3-16,-1 0-2 0,1 0-2 16,-1 0 6-16,0 0-5 0,1 0 4 0,-1 1 1 15,0-1-4-15,0 0 4 0,0-3-1 16,-1 1-2-16,1 0 1 0,-1-1 1 0,2 1-2 15,-1-1 2-15,-1 0-2 0,3 2 5 16,-1-3-5-16,-1 2 4 0,-1-2-1 0,3 0-1 16,-1 1 4-16,0 0 0 0,0 0-5 15,-2-1 2-15,2 0 1 0,2 0 0 0,-3 1-1 16,1-1 0-16,0 0-3 0,0 0-1 16,-1 0 2-16,2-1 2 0,-1 0-4 0,-1 1 4 15,2-1 0-15,-1-1-2 0,0 1 2 16,2 0 0-16,-3 0 0 0,2-1-1 15,-1 0 0-15,1 1 0 0,-1-2 0 16,1 2 1-16,-1 0 0 0,2-1-3 0,-1-1 0 16,0 1 4-16,1 1 0 0,0-1-3 15,1 0 5-15,1 2-4 0,-2-2 2 0,1-1-1 16,1 3 2-16,1-1-6 0,-3-1 0 16,4 0 7-16,-2 0-4 0,1 1 1 0,0-2 1 15,1 2-2-15,2-2 6 0,-1 2 0 16,1 0-9-16,-1-1 1 0,1 0 4 0,0-1-3 15,1 2 3-15,-2-2 1 0,1 0-3 16,1 1 1-16,-2-1 0 0,1 1 1 16,0-2-1-16,-1 2-2 0,0-2 3 15,1 1-3-15,0 0 1 0,-3-2 2 0,1 1-7 16,1 0 6-16,0 1 1 0,-2-1-1 16,0 0-2-16,-1 1 1 0,1-1-1 0,-1 0 4 15,0-1-4-15,-1 1 1 16,2 0 0-16,-2-1 1 0,0 0 6 0,2 1-6 0,0-1-1 15,-1 0-3-15,1 0 5 0,1-1 0 16,0 1 1-16,1-1-3 0,0-1-2 16,-1 0 4-16,1 1 1 0,1-1-4 0,-1-1 1 15,-1 0 8-15,-1 0-10 16,-1 0 2-16,1 0 2 0,-1 0 1 0,-1 0-3 16,0-1 3-16,1 1-1 0,-1-2-3 15,0 1 1-15,-1 1 2 0,1 0-3 0,2-3 3 16,-2 2-2-16,2-2 0 0,1 1-2 15,-1-1 1-15,1 1-1 0,-2-1 5 0,4-1-2 16,2 1-1-16,-1-1 1 0,0 0 2 16,0-1-2-16,0 1-1 0,-1 0 4 0,0 0-2 15,0-2 1-15,-4 3 2 0,1-2-5 16,-2 2 0-16,-1 0 1 0,0 0 2 0,-1 0-1 16,-1 1 1-16,-1-1 5 0,0 0 0 15,0-1 1-15,0 0 0 0,0 0-1 16,-1 0 0-16,0-1 2 0,2-2-1 15,0 1-2-15,-1 0 1 0,1-1-4 0,0-1 3 16,0 1-5-16,2 0 1 0,-2-1 6 16,1-2-4-16,2 1-1 0,0-2 0 15,0 1 1-15,-1 0 2 0,0 0 0 0,-1-1 4 16,1 1 6-16,-2-1-2 0,-1 3 1 16,0-2 3-16,-1 0 0 0,0 0 0 0,-1 1-3 15,1 0 2-15,-2-1 0 0,1-1-2 16,-2 1 0-16,1-1-2 0,-1 2-3 0,0-2 3 15,1 0-4-15,-2 0-3 16,2-1 0-16,-1 0-1 0,0 0 0 0,0 0 3 16,0-1-2-16,-1 0 1 0,2-2-3 15,-1 2-1-15,0-2 4 0,0-1-3 0,0 3 7 16,-1-3-2-16,0 3 1 0,-2-3-4 16,1 2 1-16,-2-1 5 0,1 0 0 0,-2-3 1 15,-1 0-1-15,-2 1 0 0,0-6-1 16,-1 0-2-16,-1 0 0 0,3 4 0 15,-3-3 0-15,1 5-2 0,0 2-1 0,1-2 0 16,-1 1-2-16,2 2 0 0,-2 0-1 16,2-1 2-16,-2 0 1 0,1 2 0 0,1 1 0 15,0 0-1-15,-2-2 1 16,0 0 2-16,1 1 0 0,-1-1-2 0,-1 2 1 16,0-2 0-16,-1 1 5 0,0 0-6 15,-1-1 3-15,1 1 0 0,0-1-1 0,1 1 0 16,-1-1-2-16,-1 1-1 0,2 0-2 15,0 0 0-15,-2-1 0 0,2 1-1 0,-1 0 5 16,1-1-5-16,0 0-2 0,-1 0-1 16,1 1 2-16,0-3 0 0,0 3-1 15,0-1-1-15,-1 0 0 0,0 0 2 16,1 1-3-16,-3-1 0 0,2 1-1 0,-1-1 3 0,-4-3 0 16,1 0-1-16,-1 0-1 0,0 1-2 15,-1-1 2-15,2 5 0 0,2-1 0 16,-6-1-1-16,3-3-1 0,1 5 1 15,1 0 0-15,-2-4 0 0,1 3-2 0,3 3 1 16,-1 0 1-16,1-1-3 0,1-1 3 16,-1 2-2-16,1 0 0 0,1 1 3 15,-1 0-2-15,0 0 1 0,0 0-1 0,1 2 0 16,1-1 2-16,-1 0 0 0,0 0-2 16,1 1 3-16,0 0 3 0,-2 0-4 0,3 1 0 15,-1 0-1-15,-1-1 1 0,0 1-1 16,1 0 1-16,1 1 0 0,-2 0 1 0,1-1-1 15,0 2-3-15,-1-2 2 16,1 1 3-16,1 0-1 0,-1 0-2 0,1-1-1 16,-1 1 1-16,2 0 2 0,-3 1-2 15,2-2 1-15,0 1 1 0,0 1-1 0,-1-2 0 16,2 0-2-16,-2 1 2 0,2 0-1 16,-1-1 0-16,0 1 0 0,0-1-2 0,0 0 2 15,-1 1-1-15,1-1 0 0,1 1 0 16,-1-1 1-16,0 0-1 0,1 0 0 0,-1 1 3 15,1-1-3-15,-1 0 0 16,0 0 1-16,1 0 0 0,0-1 2 0,0 1-1 0,-1-1-1 16,0 0-1-16,1 0 1 0,-1 0 0 15,1-3-2-15,-2 2 3 0,1 0-3 16,1 1 3-16,-1 0 0 0,1-1-1 16,0 1 1-16,0 0-1 0,0 0 0 0,-1-1 1 15,1 2-4-15,1 0 2 0,-1 0 2 16,0-1-2-16,0 2 1 0,2-1 1 0,2 6 2 15,-7-9-3-15,4 5 1 0,0-2 0 16,3 6-2-16,-5-8 2 0,2 4 1 0,3 4 1 16,-7-9-1-16,5 5-1 0,2 4 0 15,-5-6 3-15,2 2-3 0,3 4 0 0,-5-7 0 16,5 7-1-16,-4-5 4 16,4 5-4-16,-5-6 8 0,5 6-7 0,-4-5 0 15,4 5-1-15,-4-4 1 0,4 4 1 16,0 0-3-16,-5-5 2 0,5 5 3 0,0 0-4 15,0 0 0-15,-4-5 1 0,4 5 0 16,0 0 0-16,0 0 0 0,0 0-2 0,-6-4-1 16,6 4-10-16,0 0-20 0,0 0-17 15,0 0-41-15,0 0-31 0,0 0-37 0,-15 8-40 16,8 1-196-16,-3 2-102 0,0 0-2 16</inkml:trace>
  <inkml:trace contextRef="#ctx0" brushRef="#br0" timeOffset="26011.9978">10564 8698 1251 0,'0'0'-32'0,"0"0"17"16,0 0 11-16,-5 3 11 0,5-3 4 15,0 0 15-15,0 0 10 0,0 0 9 0,0 0 5 16,0 0 4-16,-5 3 1 0,5-3-1 15,0 0-3-15,0 0-4 0,0 0 3 16,0 0-3-16,0 0 0 0,0 0-5 0,0 0 1 16,0 0-5-16,0 0-3 0,0 0-3 15,0 0-5-15,0 0-1 0,0 0-3 0,0 0-4 16,0 0-2-16,0 0-1 0,0 0-2 16,0 0-5-16,0 0 3 0,0 0-7 0,0 0 2 15,0 0-2-15,0 0-1 0,0 0-1 16,0 0 1-16,0 0-1 0,0 0 1 0,0 0-3 15,0 0-1-15,0 0-2 0,0 0 0 16,0 0-2-16,0 0-1 0,0 0 2 0,0 0 2 16,22-7-2-16,-11 4 0 15,6-1-1-15,2 0 3 0,8 0 1 0,2-1-2 16,-1-1 0-16,3 2-2 0,-4 0 4 16,1-1-4-16,-6 3 0 0,-2-1 2 0,-1 0-1 15,-4 2 2-15,0 0-1 0,-1-1 0 16,-3 1 2-16,-1 0-1 0,-2 0 0 0,0-1 5 15,-8 2-2-15,12-1 0 0,-12 1 0 16,8 0 0-16,-8 0 0 0,10-1 0 0,-10 1-1 16,5 0 2-16,-5 0-3 0,0 0 2 15,9-2-2-15,-9 2 0 0,0 0-1 16,0 0 1-16,9 0 0 0,-9 0-1 16,0 0 1-16,0 0-1 0,0 0 0 0,9 0-1 15,-9 0 1-15,0 0 1 0,0 0-2 0,0 0 1 16,0 0-3-16,0 0 0 0,0 0 0 15,0 0 1-15,0 0-1 0,8 2 2 0,-8-2-3 16,0 0 2-16,0 0 1 0,0 0-2 16,3 4 4-16,-3-4 2 0,3 6-2 0,-3-6 0 15,3 8-2-15,-3-8 2 0,2 10-1 16,-1-2-1-16,3 0 2 0,-3 0 0 16,2 0-1-16,1 4 1 0,-1-2 0 15,1 2-2-15,1 0 3 0,-1 2-1 0,0 1-3 0,2 0 3 16,1 5 0-16,-1-2 3 0,2 3-3 15,-1-3-2-15,1 3 3 0,-3-2 0 16,3 2 1-16,1 1 2 0,-2 0-3 16,0-1-1-16,-2-3 1 0,0-2 2 0,3 5-2 15,-3-2-1-15,0-3 1 0,-1 1 3 16,1-2 0-16,-2 2-2 0,1 0 3 0,-1 1-1 16,0-1-2-16,0 0 0 0,-1 2 3 15,-1 0 0-15,0 0-2 0,1-1-3 0,0 1 4 16,0 0-1-16,1 7 0 0,0-6-2 15,-1-1-1-15,2 6 1 0,-2-4 4 0,1-3-3 16,1 1 2-16,-2 0-2 0,1 7-3 16,-1-5 4-16,1-2 0 0,-1 5-1 0,2 3 0 15,-1-6-2-15,-2-2 0 16,1 0 3-16,3 5 1 0,-4-4-2 0,2-3 2 16,-2 1-2-16,2-1 0 0,-1 1-2 0,0-1 4 15,0 1-5-15,-1 0 2 0,2 1-1 16,0 0 5-16,-1 1-3 0,0 5 0 0,1 1 2 15,-1-4 2-15,0-3-3 0,1 6 3 16,1 0-2-16,-3-4 3 0,2-3-2 16,1 0 1-16,-3 1 0 0,5 4 0 0,-2-3 4 15,0-2 0-15,0-2 0 0,0 1 1 0,0-1 1 16,2 0 1-16,-2-2 0 16,2 1 0-16,-2-1-2 0,2 0-1 0,0 0 1 0,-1-1 3 15,2 0-1-15,-1-1-3 0,1 1 0 16,0-1-1-16,-1-2 1 0,-2 0-1 15,2-1 1-15,-1 1-2 0,0-2-1 16,-1 1 3-16,0-3-2 0,0 1-2 0,-1 0 2 16,1 0-3-16,-2-3 0 0,0 3-1 15,-2-7 0-15,3 7 0 0,0-3 0 16,-3-4 0-16,5 9-2 0,-5-9 1 0,4 6 0 16,-4-6-2-16,2 6 2 0,-2-6 3 0,3 4-4 15,-3-4 1-15,0 0-2 0,3 6 3 16,-3-6-1-16,0 0-2 0,4 6 0 0,-4-6 4 15,0 0-3-15,0 0-3 16,0 0 2-16,0 0-1 0,3 5 3 0,-3-5-5 16,0 0 5-16,0 0-1 0,0 0 0 15,0 0-1-15,0 0 0 0,0 0 2 0,0 0-2 16,0 0 2-16,0 0 0 0,0 0-1 0,0 0 1 16,0 0 0-16,0 0 1 0,0 0 0 15,0 0 0-15,0 0-1 0,0 0 4 0,0 0-5 16,0 0 5-16,0 0-1 0,0 0-1 15,0 0 0-15,0 0-1 0,0 0 0 0,0 0-1 16,0 0 0-16,0 0-2 0,0 0 0 16,0 0-1-16,0 0 0 0,0 0 1 0,0 0 1 15,0 0-3-15,0 0 1 16,0 0 2-16,0 0-2 0,0 0 0 0,0 0 0 16,0 0-1-16,0 0 1 0,0 0 0 15,0 0-1-15,0 0-1 0,0 0 0 0,0 0 2 16,0 0-2-16,0 6 0 0,0-6 0 15,0 0 1-15,0 0-2 0,0 0 2 0,0 0-2 16,0 0 3-16,0 0 0 0,0 0-2 16,0 0 0-16,0 0 2 0,0 0-1 0,0 0 2 15,0 0 2-15,0 0-3 0,0 0 1 16,0 0-2-16,0 0 1 0,0 0 0 0,0 0 1 16,0 0-2-16,0 0-1 0,0 0 4 15,0 0-4-15,0 0 4 0,0 0-5 16,0 0 2-16,0 0 2 0,0 0-1 15,0 0 0-15,0 0 0 0,0 0-4 0,0 0 5 16,0 0-4-16,0 0 4 0,5 4-2 16,-5-4 1-16,0 0-1 0,0 0 1 0,0 0 0 15,0 0-1-15,2 7-1 0,-2-7 0 16,0 0 2-16,3 5 0 0,-3-5-2 0,0 0 0 16,2 6 2-16,-2-6-1 0,0 0 1 0,5 7-1 15,-5-7 2-15,3 4-1 0,-3-4 1 16,2 6-1-16,-2-6-2 0,2 5 4 15,-2-5 0-15,0 0-4 0,4 6 1 16,-4-6 1-16,0 0 0 0,3 6 3 0,-3-6-4 16,0 0 3-16,0 0-3 0,1 6 3 15,-1-6-1-15,0 0 1 0,2 7-1 0,-2-7 3 16,0 0-3-16,1 6-1 0,-1-6 0 16,0 0-1-16,2 7 3 0,-2-7-1 0,0 0 0 15,0 0-1-15,0 0 2 0,1 8-1 16,-1-8 0-16,0 0 1 0,0 0 0 15,0 0-2-15,0 0 0 0,0 0 4 16,0 7-3-16,0-7 2 0,0 0-3 0,0 0 0 16,0 0 3-16,0 0-2 0,0 0-3 0,0 0 3 15,0 0 0-15,0 0-1 0,0 0 2 0,0 0-1 16,0 0 1-16,0 0 0 16,-2 8-1-16,2-8 1 0,0 0 1 0,0 0-1 15,0 0 0-15,-5 3 1 0,5-3-1 16,0 0-1-16,-7 4 0 0,7-4 1 0,0 0-1 15,-6 4 0-15,6-4 2 0,-9 5 1 16,4-4-2-16,5-1-1 0,-11 3 0 0,5-1 1 16,-1 1 0-16,-1 0-2 0,-1-1 0 15,-1 2 0-15,-1-3 0 0,-1 1 0 16,-4 1 0-16,-2 0 0 0,-2-2 0 0,-7 2 0 16,-1 0 0-16,3-1 0 0,-4 1-2 0,1 0 2 15,0 0 0-15,-1 1-1 0,0-2 0 16,6 0 1-16,2 0 5 0,-5 2-1 15,3 0 2-15,4-1-1 0,0 0 2 0,0 0-2 16,-8 2 0-16,0 0-1 0,3 0-1 16,-2 1 0-16,-1 2 0 0,1-1 1 0,1-1-1 15,-2 1 2-15,4-1-5 0,2-1 2 16,3-1 1-16,1 0-2 0,0 0 2 0,4-1 0 16,-1 0-2-16,1 1 0 0,1-2 2 15,2 0-2-15,2 0 2 0,-1 0-4 0,2 0 3 16,1 0-2-16,6-2-2 0,-12 2 0 15,12-2 1-15,-7 2-1 0,7-2 1 0,-7 1 2 16,7-1-4 0,0 0-1-16,-7 3 2 0,7-3 0 0,0 0 0 0,-4 3 0 15,4-3 0-15,0 0 1 0,0 0-2 16,-3 4 1-16,3-4 2 0,0 0-9 0,0 0-16 16,0 0-17-16,0 0-25 0,0 0-38 15,0 0-47-15,0 0-148 0,0 0-125 0,0 0-132 16,-16-13-58-16</inkml:trace>
  <inkml:trace contextRef="#ctx0" brushRef="#br0" timeOffset="27666.2504">5757 5496 1423 0,'-1'-9'-64'0,"1"9"11"0,0 0 1 15,-5-8 8-15,5 8 2 0,-4-5 18 16,4 5 8-16,0 0 8 0,-3-6 7 0,3 6 8 16,0 0 9-16,0 0 1 0,-4-5 3 15,4 5 3-15,0 0-2 0,0 0-8 16,-2-6 9-16,2 6-2 0,0 0-4 16,0 0-1-16,0 0-3 0,0 0 1 0,0 0-2 15,0 0-1-15,0 0-12 0,0 0-4 16,0 0-11-16,-4-6-17 0,4 6-23 0,0 0-52 15,0 0-124-15,-7-2-72 0,7 2 177 16</inkml:trace>
  <inkml:trace contextRef="#ctx0" brushRef="#br0" timeOffset="28542.2897">5887 10133 874 0,'0'0'45'15,"3"5"0"-15,-3-5-9 0,0 0-7 0,3 6 2 16,-3-6 5-16,0 0 6 0,4 4 12 16,-4-4 12-16,0 0 4 0,0 0-1 0,0 0-6 15,4 5-6-15,-4-5-6 0,0 0-7 16,0 0-5-16,0 0-11 0,0 0-20 0,0 0-29 15,0 0-55-15,0 0-136 0,0 0-257 16,4-14 24-16</inkml:trace>
  <inkml:trace contextRef="#ctx0" brushRef="#br0" timeOffset="33641.3573">21733 5757 1268 0,'0'0'-28'15,"0"0"7"-15,0 0 0 0,0 0 14 16,0 0 9-16,0 0 19 0,0 0 8 0,0 0-4 16,0 0 2-16,0 0 4 0,0 0-3 15,0 0 11-15,0 0 2 0,0 0-5 0,0 0-2 16,0 0-8-16,0 0 0 0,0 0 6 15,0 0-8-15,0 0-2 0,-15-14-4 0,7 12 0 16,-1-1-3-16,-2 0 1 0,-4-1-7 16,0 0 4-16,-4 0-4 0,-6-2-3 15,-3 0 2-15,-2 2-1 0,1-1 4 16,2-1-7-16,-2 2-1 0,1 0 2 0,1 1 2 16,4 0-3-16,-3-2 5 0,4 3-4 15,4-1-3-15,-2 0 2 0,2 2 3 0,-2-2 1 16,1 1-1-16,-1 0 0 0,-1 1-4 15,-8-2 2-15,0 1-1 0,-3 0 2 0,-1 0-1 16,-1-1 0-16,-2 0-2 0,0 1 0 16,-2-1 0-16,1 0 2 0,0 1 1 0,0 0-2 15,1-1 0-15,1 1 1 0,2 1-2 16,3 0-1-16,-1 0 1 0,7 1 0 0,4-1 1 16,5 1-3-16,0 0 1 0,3 0 0 15,-2 0-2-15,3 0 5 0,1-1-7 0,1 1 2 16,9 0 2-16,-15 0-2 15,8 0 0-15,7 0-1 0,-11 0 4 0,11 0-2 16,-12 0 0-16,12 0-1 0,-12 0-2 16,6 0 5-16,-1 2-3 0,-2 0 0 0,1-1 0 15,-3 1-2-15,1 1 4 0,0-2-2 16,0 0 1-16,-1 2 2 0,0 0-6 0,-2 0 5 16,1-1-1-16,-1 0 0 0,0 1-1 15,0 0 1-15,-1 0-1 0,1 1-5 0,0-2 4 16,1 2 5-16,1-1-4 15,1 0-1-15,1 0-5 0,0 0 1 0,3 1 2 16,-3-2-4-16,4 3 2 0,-3 0 3 16,2-1-6-16,2 2 3 0,-2-2 1 0,2 2 0 15,0 0 1-15,-1-1-2 0,2 2 4 16,-1 0-3-16,1 0 8 0,1 1-9 0,-1 0 2 16,1 0 1-16,-1 0 1 0,1 2-4 15,0 0 1-15,-3 2 4 0,4 0 2 0,-1 0 0 16,-2 2-2-16,1 2-5 0,2 0 8 15,-2 1-3-15,2 1-4 0,-2 1 1 0,1-2 8 16,1 4-5-16,0 5-2 0,-1 1 2 16,1-4 4-16,1-3-1 0,0 0-2 0,-2 9 1 15,2-3-2-15,-1 2 2 0,1-1 2 16,0-3 0-16,0 4-5 0,-2-1 2 16,2-4-3-16,0-2 6 0,0 6 1 15,0-4-5-15,0-2-1 0,0 0 3 0,0-1 2 16,2 8 0-16,-2-7-3 0,1 7 0 15,1-2 1-15,-2-1 0 0,-2 3 0 0,2 1-1 16,0 1 4-16,-1-1 0 0,-1 1-3 16,1 0 3-16,-2 0-1 0,0 0-3 15,2-2 4-15,1 0 0 0,0-6-2 0,-2-3 2 16,2-1-3-16,0-2 2 0,0 0 1 0,-1-2-1 16,1 0-3-16,-1-1 1 0,1-3-4 15,-2 1 5-15,2-2-1 0,-1 1 4 0,-1-1 0 16,2 0 1-16,-1 0-1 0,1 0 0 15,-2 0 0-15,2 1 1 0,-1-1-2 16,0 1-2-16,-1-1 0 0,2 0 4 0,0-1-4 16,0 0 2-16,0-8 0 0,0 14 0 15,2-8-4-15,-1 1 0 0,0-1 2 0,-1-6-1 16,3 11-2-16,0-6-1 0,1 0 1 16,-4-5 6-16,5 9-6 0,-1-4 0 0,-1-1-6 15,1 1 8-15,0-1-3 0,1 2 4 16,-1-3-1-16,0 2-3 0,2-2 3 0,-1 3 2 15,2-1-2-15,-1-1 1 0,2 1-3 16,1-1 4-16,1 1-2 0,4-2 1 16,-1 1-1-16,4 0 2 0,0 0-2 15,3 0 2-15,8 0-3 0,1 0 1 0,3-1-2 16,2 1-3-16,3-2 9 0,9 2-3 16,1-2 3-16,2 0-3 0,0 0 2 0,4 0-4 15,3 0 2-15,0-2 1 0,0 2-4 16,-1-2 2-16,0 1-2 0,-3 1 0 0,0 0 3 15,-4 1-4-15,-1-1 1 0,-11 1 0 16,-1-1 1-16,-3 1 0 0,-6-1 1 0,-6 0-4 16,-4-1 1-16,-1 1 3 0,-3-1-3 15,-2 1 1-15,-1-2 2 0,0 0 1 16,-1 1 1-16,-1 0-2 0,-7-1 0 16,11 1 3-16,-11-1 2 0,8 0-11 0,-8 0-14 15,0 0-30-15,10-3-54 0,-10 3-82 16,3-6-204-16,-3 6-87 0,1-10 17 0</inkml:trace>
  <inkml:trace contextRef="#ctx0" brushRef="#br0" timeOffset="35956.9103">20840 7553 1231 0,'4'-6'-36'0,"-4"6"19"0,0 0 14 15,0 0 9-15,0 0 5 0,3-4 9 0,-3 4 11 16,0 0 6-16,0 0 13 0,0 0 0 16,0 0 7-16,0 0 2 0,0 0-2 0,0 0-3 15,0 0-1-15,0 0-5 16,0 0-5-16,0 0-7 0,-12-11-4 0,3 9-6 15,-1-1-2-15,-4 0-2 0,-3 0-6 16,-10-1 5-16,-2 1-3 0,-2 0-5 0,-4 1 3 16,-1-1-5-16,1 2 1 0,-3 1-3 15,-1-1-3-15,2-1 1 0,-1 2 1 0,1 0-2 16,2 0-2-16,1 0 0 0,0 2 0 16,2-1 1-16,1 0-1 0,2 1-5 0,6-1 4 15,0 1 2-15,5 0-2 0,1-2 1 16,0 2-3-16,4-1 2 0,1 0-6 0,2 1 0 15,0 0 2-15,3-1-1 0,-1-1 0 0,1 1 2 16,7-1-4-16,-12 2 0 0,7 1 0 16,5-3 0-16,-10 4 1 0,5-1-2 0,1 2 3 15,-2-1 0-15,6-4-4 16,-9 9 4-16,5-4 1 0,0 1 0 0,-2 2-2 16,0 0 4-16,2 0-4 0,0 3 2 15,-2 0-2-15,2 2-1 0,-2 2 0 0,2 1 1 16,-2 1 1-16,2 5 0 0,0-1 4 15,1 4-4-15,1 1 2 0,0 0 0 0,-1 1-1 16,3 0 1-16,-2-4-2 0,0 5 0 16,2 0 0-16,0-5 4 0,0 3 1 0,0-2-5 15,0-2-1-15,0 6 5 0,-1 1-2 16,2 0-4-16,-1 1 5 0,0-1-2 0,4 1 2 16,-2-3-1-16,-1 3 4 15,3-2-1-15,-1 2 0 0,1 0 2 0,0-1-2 16,2 1 2-16,-2 1-1 0,2-1 2 0,1 7-2 15,-1-6 1-15,-1 0 1 0,0-2-3 16,0 1 1-16,2 1-1 0,-2-2 0 0,0 1 2 16,-2-1 0-16,3-2-3 0,-1 0 1 15,-1-3 1-15,2 2-3 0,-2-8 3 0,0 0 1 16,2-2-1-16,0-1 0 0,-1-2 0 16,1 0 4-16,3-1 0 0,3-3 3 15,3-1-1-15,7-1 2 0,6-4 0 0,8-4 0 16,11-3-2-16,7-2-2 0,5-5-2 0,18-1 2 15,3-2-2-15,-5 3 0 0,1 2-5 16,-18 1-11-16,-4 3-16 0,-8 1-15 16,-11 2-20-16,-9 1-21 0,-7 2-24 15,-6-1-62-15,-6 0-184 0,-4 2-113 0,-3-2 28 16</inkml:trace>
  <inkml:trace contextRef="#ctx0" brushRef="#br0" timeOffset="37623.9996">20636 9587 1261 0,'0'0'-29'16,"0"0"2"-16,0 0 11 0,0 0 3 0,8 0 12 15,-8 0 10-15,0 0 6 0,0 0 11 0,0 0 3 16,0 0 5-16,0 0-2 0,0 0-1 16,0 0-1-16,7 0 3 0,-7 0 3 0,0 0 6 15,0 0 8-15,0 0 1 0,0 0 2 16,0 0-6-16,0 0-6 0,0 0-6 0,0 0-2 16,0 0-4-16,-10-18-4 0,3 13 1 15,-1-2-10-15,-4 0 2 0,-2-1-1 0,-2 1-3 16,-5-2-2-16,-2 0 0 0,-1 2-4 15,2-1 2-15,-3 2-2 0,3 2-9 16,4 1 7-16,-1-1-1 0,-1 2 1 16,1 0 0-16,6 1-6 0,-4-1 1 0,3 1 3 15,3 0-3-15,-1 1-3 0,2 0 0 16,0 0 0-16,0 2 1 0,3-2 2 0,-2 0-2 16,9 0-2-16,-13 2-5 0,8 0 8 15,5-2 0-15,-12 2-1 0,12-2-3 0,-10 3 2 16,10-3 3-16,-6 2 1 0,6-2-4 15,-7 2 0-15,7-2 2 0,0 0-3 0,-7 3 3 16,7-3-1-16,0 0 1 0,-7 2-4 16,7-2 3-16,0 0-2 0,0 0 3 0,-6 4-4 15,6-4 4-15,0 0-4 0,-4 8 0 16,4-8 4-16,-2 8 0 0,1-1-2 16,-1 0-2-16,1 3 1 0,-1 0-1 0,0 3 2 15,0 4-2-15,-1 1 3 0,-1 9-3 16,1 0 3-16,-2 1 1 0,3 1-4 0,-3 3 3 15,2 0 3-15,-1 0-2 0,1-1 0 16,2 3 0-16,-2-2-1 0,0 2 2 0,2-1 3 16,-1-1-4-16,1 2-4 0,1-1 9 15,-3 0-4-15,2-1-1 0,-1 1-1 0,1-2 2 16,-1-1 1-16,1-2-1 16,0 2 0-16,-1-2-3 0,1-1 4 0,-1 1 0 0,1-1-2 15,1-4 3-15,0-2-2 0,0-1-1 16,0 1 2-16,0-2-2 0,0 1 2 15,1-1 0-15,1 0 3 0,1-1-4 16,-1 0 1-16,1 0 0 0,0-2 2 0,0 1-4 16,1-1-1-16,0 1 2 0,-1-3-1 15,0 2 0-15,1-3 6 0,-2-1-4 0,1 0-2 16,0 2 3-16,-1-2-2 0,0-2-2 16,1 3 0-16,-1-3 2 0,-1 0 0 15,2-1-2-15,0 0 2 0,-2-2 3 0,1-1-8 16,0 1 8-16,0-2-3 0,-1 2 0 0,-1-7-1 15,5 9 2-15,-5-4-2 0,0-5 2 16,4 10-4-16,-1-6 3 0,-2 2 0 16,-1-6 0-16,6 8 0 0,0-4 1 0,1 1 1 15,0-1 1-15,1-1 1 0,4 0-2 16,4 0-1-16,4-1 2 0,1-2-3 0,13 0 1 16,3-2 0-16,9-1-1 0,1 0-1 15,1-2 2-15,1-1 1 0,-3 1-3 0,-1 1-3 16,-7 1 3-16,-3 0 0 0,-4 2-6 15,-7 0 2-15,-4-1 2 0,-4 2 1 0,-4 0-1 16,-2-1 1-16,0 0 2 0,-2 1 5 16,-1-1 3-16,-7 1 0 0,12-1-3 0,-12 1 1 15,8 0-2-15,-8 0-6 16,0 0-17-16,10-1-22 0,-10 1-29 0,0 0-25 16,0 0-39-16,6-4-89 0,-6 4-284 15,1-6-12-15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5-06-03T10:42:35.701"/>
    </inkml:context>
    <inkml:brush xml:id="br0">
      <inkml:brushProperty name="width" value="0.05292" units="cm"/>
      <inkml:brushProperty name="height" value="0.05292" units="cm"/>
      <inkml:brushProperty name="color" value="#FF0000"/>
    </inkml:brush>
  </inkml:definitions>
  <inkml:trace contextRef="#ctx0" brushRef="#br0">2719 9554 880 0,'-10'1'59'0,"2"0"-15"0,1-1-22 16,7 0-14-16,-7 0-2 0,7 0-4 0,0 0 6 15,-8 1 8-15,8-1 12 0,0 0 0 16,0 0 5-16,-8 0 0 0,8 0-5 0,0 0-1 15,0 0-1-15,0 0-3 0,0 0 6 16,-8 1 2-16,8-1 3 0,0 0 2 16,0 0 0-16,0 0 3 0,0 0-3 15,0 0 4-15,0 0-1 0,0 0-3 0,0 0 1 16,0 0 1-16,0 0-6 0,0 0-1 16,0 0-12-16,-9-2-9 0,9 2-7 0,0 0-9 15,-4-7-15-15,4 7-18 0,-4-6-30 16,0 2-42-16,4 4-93 0,-7-9-254 15,3 5 33-15</inkml:trace>
  <inkml:trace contextRef="#ctx0" brushRef="#br0" timeOffset="615.5597">1575 9720 1283 0,'-10'0'-14'0,"2"0"-19"0,-1 0-15 0,1 1-9 16,8-1 2-16,-11 3 7 0,5-3 9 16,6 0 8-16,-12 0 14 0,12 0 5 0,-12-3 2 15,4 0 10-15,0-1 2 16,2 0 0-16,-2 0-2 0,0-3 7 0,0-1-7 15,-2-3 0-15,1 0-2 0,1-1 2 16,-6-6 4-16,1 1 2 0,-1 1-1 0,2 1 14 16,0 3-1-16,1 2-1 0,0 2 1 15,0 1-3-15,1 2 0 0,0 2-7 0,0 2-2 16,-2 1-1-16,-2 3-2 0,-8 6-2 16,0 7 3-16,-6 6-2 0,2 8-4 15,-1 3 1-15,2 4 2 0,3 2-1 0,2 2 0 16,3 1-6-16,3 0 7 0,5-3 4 15,2-1-8-15,6-8 10 0,2-2-17 0,2-2 2 16,3-3-3-16,-2-5 6 16,3-4-2-16,0-1-7 0,0-3 5 0,1-1-2 15,4 0 5-15,1-2 0 16,-2-3 0-16,5-2 4 0,1-2 3 0,10-4-6 0,0-5 5 16,2-2-5-16,-2-2 6 0,4-3 0 15,-8 5-2-15,-3-2 7 0,-3 5-2 0,-7 1 10 16,0 3 11-16,-2-1 12 0,-1 1 5 15,-2 1-1-15,1 1 5 0,-6 2-3 16,7-4-8-16,-7 4-5 0,6-3-2 0,-6 3 0 16,0 0-7-16,7-3 0 15,-7 3-6-15,0 0 1 0,0 0-4 0,0 0 4 16,8 0-5-16,-8 0-1 0,0 0-2 16,0 0-2-16,0 0-12 0,0 0-18 0,0 0-17 15,0 0-19-15,0 0-21 0,0 0-26 16,0 0-29-16,7-4-216 0,-7 4 135 0</inkml:trace>
  <inkml:trace contextRef="#ctx0" brushRef="#br0" timeOffset="2178.8514">5654 3810 909 0,'0'0'-14'0,"0"0"11"15,2-6 17-15,-2 6 16 0,0 0 7 0,0-11 14 16,0 11 9-16,0-8 7 0,0 8 2 15,-1-9 11-15,1 9 3 0,-1-10 7 0,1 10-5 16,0-7-8-16,0 7-8 16,0 0-11-16,-1-8-7 0,1 8-13 0,0 0-5 15,0 0-8-15,0 0-4 0,0 0-4 16,0 0 3-16,0 0-1 0,3 31-1 0,-3-17-1 16,4 2-5-16,0 1 1 0,0 0-1 15,2-2-3-15,0 0-1 0,1-2-3 0,1 0 1 16,5-3 0-16,-1-1 1 0,5-3-4 15,2-3 6-15,12-4-2 0,11-6-4 0,3-4-9 16,3-5-14-16,-1-2-14 0,-1-2-27 16,-2 0-35-16,-4-2-35 0,-3-1-34 0,-3 1-131 15,-3 2-151-15,-10 6 46 0</inkml:trace>
  <inkml:trace contextRef="#ctx0" brushRef="#br0" timeOffset="4616.5146">7309 4904 1120 0,'0'0'-59'0,"4"-9"10"0,-2 5 7 15,-2 4 17-15,3-6 10 0,-3 6 12 16,2-6 13-16,-2 6-2 0,1-6 7 16,-1 6 9-16,0 0 1 0,2-6 7 0,-2 6-1 15,0 0-2-15,0 0 1 0,2-7-6 16,-2 7-3-16,0 0-2 0,0 0 1 0,0 0-5 16,0 0 3-16,2-7-2 0,-2 7 0 15,0 0-5-15,0 0 4 0,0 0 0 16,0 0-1-16,0 0-2 0,0 0 2 0,0 0 2 15,2-5 0-15,-2 5-4 0,0 0 5 16,0 0 1-16,0 0-2 0,0 0 0 0,0 0 0 16,0 0 0-16,0 0 0 0,0 0-4 15,0 0 3-15,0 0-4 0,0 0-1 0,0 0-1 16,0 0 4-16,0 0-4 0,0 0-3 16,0 0 3-16,0 0-5 0,0 0 3 0,0 0-5 15,0 0 2-15,0 0 0 16,0 0-3-16,0 0-2 0,0 0 4 0,0 0 0 15,0 0 3-15,0 0-3 0,0 0-3 16,0 0-1-16,0 0 3 0,0 0 1 0,0 0-1 16,0 0 0-16,0 0-1 0,0 0-2 15,0 0 4-15,0 0-5 0,0 0 5 0,0 0-3 16,0 0 0-16,0 0-2 0,0 0-1 16,0 0 3-16,0 0 2 0,0 0-3 0,0 0-1 15,0 0 1-15,0 0 3 0,0 0-1 16,0 0 1-16,0 0-4 0,0 0 2 0,0 0 0 15,0 0 0-15,0 0-3 16,0 0-2-16,0 0 7 0,0 0 0 0,0 0 0 16,0 0-3-16,0 0 7 0,0 0-13 15,0 0 1-15,0 0-1 0,0 0-2 0,0 0-4 16,0 0 1-16,0 0 5 0,0 0-2 16,0 0 3-16,4 18 0 0,-3-11-2 0,0 3 4 15,-1-1 1-15,2 2-2 0,0 0 5 16,-2 0-1-16,3-1-2 0,-2-1 7 0,1 1-5 15,0-2 2-15,-1 0-1 0,1 1 3 16,0-4-8-16,-2-5 7 0,4 11 0 0,-3-7 0 16,-1-4 6-16,5 6 16 0,-5-6 8 15,6 3 3-15,3-5 2 0,13-8-2 16,12-8-7-16,8-5-7 0,20-9 1 16,5-3-13-16,5 0-6 0,-1-1-13 0,-4 2-20 15,-4 2-22-15,-4 5-15 0,-16 7-38 16,-4 2-63-16,-7 1-303 0,-12 7 21 0</inkml:trace>
  <inkml:trace contextRef="#ctx0" brushRef="#br0" timeOffset="6142.9116">8683 5900 1223 0,'0'0'-38'16,"0"0"11"-16,0 0 16 0,5-4 4 15,-5 4 5-15,0 0 8 0,0 0 2 0,0 0 10 16,0 0 2-16,0 0 3 0,0 0-2 15,5-5-4-15,-5 5 5 0,0 0 3 0,0 0-4 16,0 0-2-16,0 0 4 0,0 0-3 16,0 0-5-16,0 0 0 0,0 0 3 0,0 0-2 15,0 0-4-15,0 0-1 0,0 0 0 16,0 0-4-16,0 0-4 0,0 0 4 0,0 0-1 16,0 0-1-16,0 0-1 15,0 0 1-15,0 0-4 0,0 0 2 0,0 0-3 16,0 0 0-16,0 0 0 0,0 0 4 15,0 0-2-15,0 0 2 0,0 0 0 0,0 0-2 16,0 0 5-16,0 0 3 0,0 0-3 16,0 0 4-16,0 0 2 0,0 0 3 0,0 0-1 15,0 0-3-15,0 0 4 0,0 0-1 16,0 0-1-16,0 0 3 0,0 0-3 0,0 0-3 16,0 0 5-16,0 0-2 0,0 0 0 15,0 0-3-15,0 0 0 0,0 0-1 0,0 0 1 16,0 0 0-16,0 0 0 0,0 0-1 15,0 0 0-15,0 0-2 0,0 0 2 16,0 0-1-16,0 0-2 0,0 0-3 0,0 0 1 16,0 0 1-16,0 0-4 0,0 0 0 15,0 0-2-15,0 0 0 0,0 0-3 0,0 0 1 16,0 0 0-16,0 0-4 0,0 0-2 16,0 0-2-16,0 0 2 0,0 0 1 0,4 14 1 15,-4-14 0-15,0 12-2 16,1-6 5-16,-1 3-2 0,1 2 2 0,-1-2 5 15,1 2-5-15,-1-1 2 0,1 0-3 0,-1 2 6 16,1-3-3-16,0 0 1 0,-1-2-1 16,1 0-2-16,-1-7 1 0,0 12 3 0,0-7 2 15,0-5-2-15,2 8 7 0,-2-8-4 16,1 6 6-16,-1-6 6 0,0 0 6 16,4 6 4-16,-4-6-5 0,0 0 2 0,28-20-7 15,3-5-9-15,17-13-15 0,10-6-17 16,8-6-24-16,4-2-16 0,3 0-27 0,-1 2-41 15,-1 2-104-15,-7 8-225 0,-10 2 31 16</inkml:trace>
  <inkml:trace contextRef="#ctx0" brushRef="#br0" timeOffset="10854.775">4060 6315 1228 0,'-5'4'-57'0,"5"-4"6"16,0 0 4-16,-6 3 6 0,6-3 2 0,0 0 15 15,0 0 18-15,-3 5 7 0,3-5 1 0,0 0 2 16,0 0 3-16,0 0-3 16,0 0-5-16,0 0 2 0,0 0 3 0,-5 5 0 15,5-5-4-15,0 0 0 0,0 0 0 16,0 0-2-16,0 0 0 0,0 0-3 0,0 0-4 15,0 0 6-15,0 0 0 0,0 0 3 16,0 0-4-16,0 0 0 0,0 0-3 0,0 0-5 16,0 0 4-16,0 0-2 0,0 0 8 15,0 0 5-15,0 0-12 0,0 0 8 0,0 0 0 16,0 0 0-16,0 0-1 0,0 0 1 16,8 7 2-16,-8-7 0 0,0 0-5 0,0 0 7 15,0 0 0-15,10 1-1 16,-10-1-4-16,0 0 2 0,0 0-2 0,10-1 2 15,-10 1 0-15,0 0 2 0,11 0-2 16,-11 0 1-16,8 0 0 0,-8 0 5 0,13 1-1 16,-13-1 2-16,11 0-7 0,-4 0 7 15,-7 0-11-15,13 1 5 0,-5-1 2 0,-1 0 2 16,2 2-6-16,0-1-2 0,0-1 2 16,1 0 1-16,0 1 3 0,1 0-2 0,-1-1 1 15,2 1 6-15,0-1-9 0,-1 1 1 16,0-1 0-16,2 0 1 0,0 1 1 15,1 0 1-15,-1-1-1 0,2 0-6 16,1 0 7-16,1 1-2 0,0-1-2 0,4-1 2 16,0 1-1-16,1 0 0 0,0 0 3 15,1 0 0-15,0 0-1 0,9-1 0 0,-1 1-2 16,-4-1 5-16,4 1-9 0,0 0 11 16,-1 0-8-16,1 1-4 0,-5-1 10 15,5 1-6-15,-1 1 5 0,1-1 4 0,-1 0-9 16,2-1 6-16,-1 1-6 0,0 0 5 15,1 0-5-15,2-1-2 0,1 0 6 0,1-1 2 16,1-1-5-16,10 0 5 0,-2 0-2 16,1-3 5-16,0 0-12 0,-1 1 1 0,-2 0 4 15,1-3 1-15,1 1-2 0,-2 0 2 16,-1 2 0-16,-7 0 4 0,0 0-6 16,-3-1 17-16,2 1-20 0,-3 2-1 15,0-2 8-15,-2 3-4 0,-4 0-4 0,-3 0 6 16,-2 1 1-16,1 0 1 0,-1 1-5 15,-1 0-4-15,2-1 5 0,-2 3 0 0,2-1-1 16,-1 0-3-16,0 0 9 0,2 0 2 16,-1 0-5-16,0 0-2 0,9 0 5 0,-2 1-2 15,2-2 1-15,-5 0 3 0,4 0-10 16,-3 0-2-16,-4-1 2 0,8 2 4 0,-6-2 3 16,-2 0-5-16,-2 0 0 0,-3 0 0 15,-1-1 3-15,-3 1 2 0,-2 0-7 16,0 0 9-16,-2 0 21 0,-2 0 7 15,-7 0 11-15,14 0 9 0,-8 0 3 0,-6 0 0 16,9 0 0-16,-9 0-3 0,7 1-5 16,-7-1-3-16,0 0-3 0,9 0-7 0,-9 0-1 15,0 0-4-15,8 0-5 0,-8 0-1 16,0 0-4-16,0 0-1 0,0 0-5 0,10 0-16 16,-10 0-28-16,0 0-42 0,0 0-29 15,0 0-58-15,0 0-193 0,0 0-17 0,0 0 118 16</inkml:trace>
  <inkml:trace contextRef="#ctx0" brushRef="#br0" timeOffset="20439.098">5740 6915 886 0,'-2'-10'60'0,"0"1"-13"0,0 1-10 0,1 1 0 15,-1 0-13-15,2 7 0 0,-2-10 3 0,2 10 5 16,0-11 0-16,-2 5 1 0,2 6 1 16,-3-9-1-16,3 9-1 0,-1-7-9 15,1 7 1-15,0 0-4 0,-1-8-2 16,1 8-2-16,0 0-1 0,0 0-5 0,-1-6-1 16,1 6-6-16,0 0-3 0,0 0 2 15,0 0-6-15,0 0-2 0,0 0 7 0,0 0-5 16,0 0 6-16,0 0-2 0,0 0-2 15,4 26 1-15,-4-18 3 0,1 2-2 0,0 0-1 16,1 2 2-16,-2 0 0 0,1 0-6 16,1 0 5-16,0 1-1 0,-1-2 0 0,0 0 1 15,1 0 3-15,-2-2-2 0,1 1-1 16,1-1 0-16,-1-1 4 0,0-2-8 16,0 1 3-16,-1-7 3 0,2 9 2 15,-1-4-3-15,-1-5 3 0,3 7-2 0,-3-7-2 16,6 4 6-16,-6-4-2 0,12-1 1 15,3-6-4-15,9-6 7 0,11-5-6 0,8-5 0 16,17-9 3-16,1-1-4 0,3 0 2 16,-2-1 0-16,-1 4-1 0,-2 2 1 0,0 1-2 15,-14 8 1-15,-4 1-6 0,0 1 5 16,-6 3 1-16,-8 4-3 0,-5 1-1 0,-6 4 4 16,-4 0 0-16,-2 2 10 0,-2 0 11 15,-1 0 6-15,-1 1 6 0,-1-1 1 0,-5 3-4 16,7-4 2-16,-7 4-2 0,7-2 0 0,-7 2-4 15,4-2-1-15,-4 2-3 0,0 0 0 16,6-4-4-16,-6 4-2 0,0 0-4 16,0 0-8-16,0 0-21 0,0 0-22 15,0-8-42-15,0 8-60 0,0 0-190 0,-9-9-131 16,5 5 33-16</inkml:trace>
  <inkml:trace contextRef="#ctx0" brushRef="#br0" timeOffset="33211.6063">10049 7701 385 0,'0'0'76'0,"-9"-2"-15"0,9 2-9 15,0 0-20-15,0 0-8 0,-6-2 19 16,6 2-5-16,0 0-5 0,0 0-4 0,0 0-3 15,0 0 1-15,0 0-7 16,0 0 1-16,0 0-1 0,-9-1 2 0,9 1 1 16,0 0-4-16,0 0 3 0,0 0 2 15,0 0-2-15,0 0 4 0,0 0 5 0,0 0-8 16,0 0 0-16,0 0 0 0,0 0 3 16,0 0-2-16,0 0-1 0,0 0-8 0,0 0 4 15,0 0-4-15,0 0 7 0,0 0-4 0,0 0 1 16,-7 4-3-16,7-4-2 15,0 0 4-15,0 0-8 0,0 0 4 0,0 0-3 0,0 0 5 16,0 0-8-16,0 0 0 0,0 0-4 16,0 0-4-16,0 0 3 0,0 0-10 15,0 0 8-15,0 0 3 0,0 0-4 16,34-3 3-16,-19 2 3 0,5 0-4 0,2-1 1 16,8 1-3-16,-1-2-1 0,2 2 1 15,-2-1 1-15,0 1 0 0,-5-1 0 0,-5 2-5 16,-2 0 4-16,-1 0 2 0,-2 1-3 15,-2-1-2-15,-2 0-1 0,-2 0 6 0,1 1-1 16,-9-1-3-16,11 0 5 0,-11 0 4 16,10 1-4-16,-10-1-1 0,9 0 6 0,-9 0-2 15,7 1 0-15,-7-1 1 0,0 0-3 16,8 1-2-16,-8-1 5 0,0 0-5 0,0 0 3 16,10 1-3-16,-10-1 2 0,0 0-3 15,0 0 0-15,5 2 0 0,-5-2 2 16,0 0 2-16,0 0 1 0,0 0-6 15,0 0 0-15,0 0 4 0,7 2-3 0,-7-2 2 16,0 0-6-16,0 0-2 0,0 0 5 0,0 0 2 16,0 0-6-16,0 0 4 0,2 7-1 15,-2-7-2-15,-2 10 1 0,2-10 0 0,-2 13 2 16,-1-5-1-16,0 3 2 0,1 0-1 16,0 1-5-16,0 2 3 0,-1 4 3 15,2-1 0-15,-1 2-4 0,0 7 1 16,0 0 0-16,2-2 4 0,-1-3-1 0,1 7 0 0,1 2 3 15,-1-1-3-15,2 2 2 16,0 1 1-16,3 0-2 0,-1 7 4 0,2 1-3 16,1 1 4-16,0 0-3 0,-1 2 1 15,4-1 0-15,0 0 3 0,0 0-2 0,1 1 3 16,0-2-2-16,0-1 0 0,-1 0-2 16,0-5 1-16,-2 1 1 0,1-8-1 0,-3-1-7 15,0-1 10-15,1-2-6 0,-3-4 2 16,-1-3 4-16,-3-2-3 0,2-1 5 0,-2-1 0 15,-2 0-5-15,1 0 8 0,-3-2 6 16,-1 0 8-16,-2 2 1 0,-2-2-2 0,0 1 0 16,-9 1 0-16,1 0 0 0,-3-3 0 15,1 1 0-15,-3-2 3 0,1 0-2 0,1-3 3 16,-5 0-3-16,2 1-2 0,3-3 0 16,1 0-1-16,1 0 0 0,-2 0-1 15,-4 1-5-15,0-1 0 0,6 0 3 0,-2-2-4 16,1 2-1-16,-1-1-2 0,0-1-2 15,-1 1-1-15,3-1 1 0,1 1-1 16,4-1-3-16,-1-1-1 0,2 1 2 0,2-1-2 16,1-1 2-16,1 0-2 0,8 0-2 0,-13 1-10 15,13-1-20-15,-10 0-12 0,10 0-20 16,-9-2-21-16,9 2-32 0,-3-8-37 0,3 8-75 16,2-10-366-16,-2 10-88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68A9EC-2129-4C10-AB28-BF0DE233FB42}" type="datetimeFigureOut">
              <a:rPr lang="en-US" smtClean="0"/>
              <a:pPr/>
              <a:t>6/6/2025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FBEE8-724D-4733-8476-484B7A838B02}" type="slidenum">
              <a:rPr lang="en-US" smtClean="0"/>
              <a:pPr/>
              <a:t>‹#›</a:t>
            </a:fld>
            <a:endParaRPr lang="en-US"/>
          </a:p>
        </p:txBody>
      </p:sp>
    </p:spTree>
    <p:extLst>
      <p:ext uri="{BB962C8B-B14F-4D97-AF65-F5344CB8AC3E}">
        <p14:creationId xmlns:p14="http://schemas.microsoft.com/office/powerpoint/2010/main" val="3030506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400F6-5457-8A36-09F0-35B6E3174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07C33-3F4C-DB47-1C00-5BF1604B75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5DBF-79EE-B202-5E84-104259101A68}"/>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98DA96C4-47F0-1F84-5FE0-0D4F332A2469}"/>
              </a:ext>
            </a:extLst>
          </p:cNvPr>
          <p:cNvSpPr>
            <a:spLocks noGrp="1"/>
          </p:cNvSpPr>
          <p:nvPr>
            <p:ph type="sldNum" sz="quarter" idx="10"/>
          </p:nvPr>
        </p:nvSpPr>
        <p:spPr/>
        <p:txBody>
          <a:bodyPr/>
          <a:lstStyle/>
          <a:p>
            <a:fld id="{16F93453-BF98-4171-840F-48661C185096}" type="slidenum">
              <a:rPr lang="en-US" smtClean="0"/>
              <a:pPr/>
              <a:t>1</a:t>
            </a:fld>
            <a:endParaRPr lang="en-US"/>
          </a:p>
        </p:txBody>
      </p:sp>
    </p:spTree>
    <p:extLst>
      <p:ext uri="{BB962C8B-B14F-4D97-AF65-F5344CB8AC3E}">
        <p14:creationId xmlns:p14="http://schemas.microsoft.com/office/powerpoint/2010/main" val="3106542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563D0-B907-7781-8B82-E58535941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5F8EB-035B-2837-3367-28E668C940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0FF6B-B7A8-CF3F-6756-A3537549EC84}"/>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49A6ECF8-B387-36FC-1E45-4948B286977C}"/>
              </a:ext>
            </a:extLst>
          </p:cNvPr>
          <p:cNvSpPr>
            <a:spLocks noGrp="1"/>
          </p:cNvSpPr>
          <p:nvPr>
            <p:ph type="sldNum" sz="quarter" idx="10"/>
          </p:nvPr>
        </p:nvSpPr>
        <p:spPr/>
        <p:txBody>
          <a:bodyPr/>
          <a:lstStyle/>
          <a:p>
            <a:fld id="{16F93453-BF98-4171-840F-48661C185096}" type="slidenum">
              <a:rPr lang="en-US" smtClean="0"/>
              <a:pPr/>
              <a:t>2</a:t>
            </a:fld>
            <a:endParaRPr lang="en-US"/>
          </a:p>
        </p:txBody>
      </p:sp>
    </p:spTree>
    <p:extLst>
      <p:ext uri="{BB962C8B-B14F-4D97-AF65-F5344CB8AC3E}">
        <p14:creationId xmlns:p14="http://schemas.microsoft.com/office/powerpoint/2010/main" val="2379854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28F30-99BB-4DE6-4138-DD63D19F9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3E1E3-1EFE-5D79-043E-1662BFC3F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7C2289-748C-4EC7-D033-7578FA2D5B55}"/>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1CFD9246-6B78-86E7-4B31-1614F6B49C7B}"/>
              </a:ext>
            </a:extLst>
          </p:cNvPr>
          <p:cNvSpPr>
            <a:spLocks noGrp="1"/>
          </p:cNvSpPr>
          <p:nvPr>
            <p:ph type="sldNum" sz="quarter" idx="10"/>
          </p:nvPr>
        </p:nvSpPr>
        <p:spPr/>
        <p:txBody>
          <a:bodyPr/>
          <a:lstStyle/>
          <a:p>
            <a:fld id="{16F93453-BF98-4171-840F-48661C185096}" type="slidenum">
              <a:rPr lang="en-US" smtClean="0"/>
              <a:pPr/>
              <a:t>3</a:t>
            </a:fld>
            <a:endParaRPr lang="en-US"/>
          </a:p>
        </p:txBody>
      </p:sp>
    </p:spTree>
    <p:extLst>
      <p:ext uri="{BB962C8B-B14F-4D97-AF65-F5344CB8AC3E}">
        <p14:creationId xmlns:p14="http://schemas.microsoft.com/office/powerpoint/2010/main" val="3675268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7851A-11C2-98B4-A9C9-D7CF4A98B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D23D6-57A8-EDE7-789D-625184C02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0E1D5A-F69E-E407-86F9-3025BCEE2DD2}"/>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C8C176F9-6FE0-1A51-47A1-86D84DA1AD50}"/>
              </a:ext>
            </a:extLst>
          </p:cNvPr>
          <p:cNvSpPr>
            <a:spLocks noGrp="1"/>
          </p:cNvSpPr>
          <p:nvPr>
            <p:ph type="sldNum" sz="quarter" idx="10"/>
          </p:nvPr>
        </p:nvSpPr>
        <p:spPr/>
        <p:txBody>
          <a:bodyPr/>
          <a:lstStyle/>
          <a:p>
            <a:fld id="{16F93453-BF98-4171-840F-48661C185096}" type="slidenum">
              <a:rPr lang="en-US" smtClean="0"/>
              <a:pPr/>
              <a:t>4</a:t>
            </a:fld>
            <a:endParaRPr lang="en-US"/>
          </a:p>
        </p:txBody>
      </p:sp>
    </p:spTree>
    <p:extLst>
      <p:ext uri="{BB962C8B-B14F-4D97-AF65-F5344CB8AC3E}">
        <p14:creationId xmlns:p14="http://schemas.microsoft.com/office/powerpoint/2010/main" val="2225643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52476-9ACB-ABA5-FDAD-E9B9E1E53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FE12E-3FBA-B4AE-1B13-B8EF56F96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A63565-165F-3A5B-8487-E8CCD7CCF362}"/>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5BA9A8E9-2993-70DB-6508-AF8BC4A92349}"/>
              </a:ext>
            </a:extLst>
          </p:cNvPr>
          <p:cNvSpPr>
            <a:spLocks noGrp="1"/>
          </p:cNvSpPr>
          <p:nvPr>
            <p:ph type="sldNum" sz="quarter" idx="10"/>
          </p:nvPr>
        </p:nvSpPr>
        <p:spPr/>
        <p:txBody>
          <a:bodyPr/>
          <a:lstStyle/>
          <a:p>
            <a:fld id="{16F93453-BF98-4171-840F-48661C185096}" type="slidenum">
              <a:rPr lang="en-US" smtClean="0"/>
              <a:pPr/>
              <a:t>7</a:t>
            </a:fld>
            <a:endParaRPr lang="en-US"/>
          </a:p>
        </p:txBody>
      </p:sp>
    </p:spTree>
    <p:extLst>
      <p:ext uri="{BB962C8B-B14F-4D97-AF65-F5344CB8AC3E}">
        <p14:creationId xmlns:p14="http://schemas.microsoft.com/office/powerpoint/2010/main" val="2910627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3ADEB-FB89-ECC0-7B62-BB776E95A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2367B-561D-39A5-C099-ADCA58CAB3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7A4AF-7904-99B8-76D6-A208DFFE46BC}"/>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7A26D5B7-2708-535A-5F48-83CA70BA9266}"/>
              </a:ext>
            </a:extLst>
          </p:cNvPr>
          <p:cNvSpPr>
            <a:spLocks noGrp="1"/>
          </p:cNvSpPr>
          <p:nvPr>
            <p:ph type="sldNum" sz="quarter" idx="10"/>
          </p:nvPr>
        </p:nvSpPr>
        <p:spPr/>
        <p:txBody>
          <a:bodyPr/>
          <a:lstStyle/>
          <a:p>
            <a:fld id="{16F93453-BF98-4171-840F-48661C185096}" type="slidenum">
              <a:rPr lang="en-US" smtClean="0"/>
              <a:pPr/>
              <a:t>9</a:t>
            </a:fld>
            <a:endParaRPr lang="en-US"/>
          </a:p>
        </p:txBody>
      </p:sp>
    </p:spTree>
    <p:extLst>
      <p:ext uri="{BB962C8B-B14F-4D97-AF65-F5344CB8AC3E}">
        <p14:creationId xmlns:p14="http://schemas.microsoft.com/office/powerpoint/2010/main" val="1871079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63CD0-1880-6AD1-C8FA-F1BBCF6F8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980D0-6E69-E738-3A79-444164A0F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5C0EBA-4148-8DFE-961A-7DAB85A60972}"/>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59803F72-16BB-D349-9707-63408D07C589}"/>
              </a:ext>
            </a:extLst>
          </p:cNvPr>
          <p:cNvSpPr>
            <a:spLocks noGrp="1"/>
          </p:cNvSpPr>
          <p:nvPr>
            <p:ph type="sldNum" sz="quarter" idx="10"/>
          </p:nvPr>
        </p:nvSpPr>
        <p:spPr/>
        <p:txBody>
          <a:bodyPr/>
          <a:lstStyle/>
          <a:p>
            <a:fld id="{16F93453-BF98-4171-840F-48661C185096}" type="slidenum">
              <a:rPr lang="en-US" smtClean="0"/>
              <a:pPr/>
              <a:t>10</a:t>
            </a:fld>
            <a:endParaRPr lang="en-US"/>
          </a:p>
        </p:txBody>
      </p:sp>
    </p:spTree>
    <p:extLst>
      <p:ext uri="{BB962C8B-B14F-4D97-AF65-F5344CB8AC3E}">
        <p14:creationId xmlns:p14="http://schemas.microsoft.com/office/powerpoint/2010/main" val="3626179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FB63C-E234-1D9B-5D45-B7F6DF97C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050450-56E0-6187-B3FD-D9078FF3F6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E239BE-F4A4-643B-352B-FECF23671D0A}"/>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650D5FD4-D67E-8A78-A0E2-D8F46EBFA6B8}"/>
              </a:ext>
            </a:extLst>
          </p:cNvPr>
          <p:cNvSpPr>
            <a:spLocks noGrp="1"/>
          </p:cNvSpPr>
          <p:nvPr>
            <p:ph type="sldNum" sz="quarter" idx="10"/>
          </p:nvPr>
        </p:nvSpPr>
        <p:spPr/>
        <p:txBody>
          <a:bodyPr/>
          <a:lstStyle/>
          <a:p>
            <a:fld id="{16F93453-BF98-4171-840F-48661C185096}" type="slidenum">
              <a:rPr lang="en-US" smtClean="0"/>
              <a:pPr/>
              <a:t>11</a:t>
            </a:fld>
            <a:endParaRPr lang="en-US"/>
          </a:p>
        </p:txBody>
      </p:sp>
    </p:spTree>
    <p:extLst>
      <p:ext uri="{BB962C8B-B14F-4D97-AF65-F5344CB8AC3E}">
        <p14:creationId xmlns:p14="http://schemas.microsoft.com/office/powerpoint/2010/main" val="3278724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5AE47-2DD5-6885-F038-A2396BA4E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93A52-49F9-D379-D58C-72D17E503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2F6A8-3AB2-08A4-7C8C-3950202D71CB}"/>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C7E2EAEA-82FD-D0C9-B866-7B0E46D4C5FA}"/>
              </a:ext>
            </a:extLst>
          </p:cNvPr>
          <p:cNvSpPr>
            <a:spLocks noGrp="1"/>
          </p:cNvSpPr>
          <p:nvPr>
            <p:ph type="sldNum" sz="quarter" idx="10"/>
          </p:nvPr>
        </p:nvSpPr>
        <p:spPr/>
        <p:txBody>
          <a:bodyPr/>
          <a:lstStyle/>
          <a:p>
            <a:fld id="{16F93453-BF98-4171-840F-48661C185096}" type="slidenum">
              <a:rPr lang="en-US" smtClean="0"/>
              <a:pPr/>
              <a:t>12</a:t>
            </a:fld>
            <a:endParaRPr lang="en-US"/>
          </a:p>
        </p:txBody>
      </p:sp>
    </p:spTree>
    <p:extLst>
      <p:ext uri="{BB962C8B-B14F-4D97-AF65-F5344CB8AC3E}">
        <p14:creationId xmlns:p14="http://schemas.microsoft.com/office/powerpoint/2010/main" val="3838633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76C26-D509-772A-174F-D46F93FD2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AE5D9-2A71-28D9-B7D7-AE62B990EA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20E1BC-F0B9-CE99-AE37-EFE4AAE2CCFA}"/>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446A95B2-5575-2847-8E07-7ED5DBE6F22B}"/>
              </a:ext>
            </a:extLst>
          </p:cNvPr>
          <p:cNvSpPr>
            <a:spLocks noGrp="1"/>
          </p:cNvSpPr>
          <p:nvPr>
            <p:ph type="sldNum" sz="quarter" idx="10"/>
          </p:nvPr>
        </p:nvSpPr>
        <p:spPr/>
        <p:txBody>
          <a:bodyPr/>
          <a:lstStyle/>
          <a:p>
            <a:fld id="{16F93453-BF98-4171-840F-48661C185096}" type="slidenum">
              <a:rPr lang="en-US" smtClean="0"/>
              <a:pPr/>
              <a:t>13</a:t>
            </a:fld>
            <a:endParaRPr lang="en-US"/>
          </a:p>
        </p:txBody>
      </p:sp>
    </p:spTree>
    <p:extLst>
      <p:ext uri="{BB962C8B-B14F-4D97-AF65-F5344CB8AC3E}">
        <p14:creationId xmlns:p14="http://schemas.microsoft.com/office/powerpoint/2010/main" val="1764613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B6A1E-2029-14A7-D841-BBA0280EB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6333B-6C80-D482-0D96-047D2B153C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E58FA-D675-4B55-A1CE-F866466C10AA}"/>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79AD313E-1D83-722C-2401-CCE5E44D68A3}"/>
              </a:ext>
            </a:extLst>
          </p:cNvPr>
          <p:cNvSpPr>
            <a:spLocks noGrp="1"/>
          </p:cNvSpPr>
          <p:nvPr>
            <p:ph type="sldNum" sz="quarter" idx="10"/>
          </p:nvPr>
        </p:nvSpPr>
        <p:spPr/>
        <p:txBody>
          <a:bodyPr/>
          <a:lstStyle/>
          <a:p>
            <a:fld id="{16F93453-BF98-4171-840F-48661C185096}" type="slidenum">
              <a:rPr lang="en-US" smtClean="0"/>
              <a:pPr/>
              <a:t>14</a:t>
            </a:fld>
            <a:endParaRPr lang="en-US"/>
          </a:p>
        </p:txBody>
      </p:sp>
    </p:spTree>
    <p:extLst>
      <p:ext uri="{BB962C8B-B14F-4D97-AF65-F5344CB8AC3E}">
        <p14:creationId xmlns:p14="http://schemas.microsoft.com/office/powerpoint/2010/main" val="3546870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77DF3-E89E-7A54-903E-835A6C66D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8FB3F-9F14-D95B-CE2F-B46B0122F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CD5DFB-81EA-4397-6270-EE397B6BF37E}"/>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6D825EE4-594E-55B7-1AC3-320BD48981C6}"/>
              </a:ext>
            </a:extLst>
          </p:cNvPr>
          <p:cNvSpPr>
            <a:spLocks noGrp="1"/>
          </p:cNvSpPr>
          <p:nvPr>
            <p:ph type="sldNum" sz="quarter" idx="10"/>
          </p:nvPr>
        </p:nvSpPr>
        <p:spPr/>
        <p:txBody>
          <a:bodyPr/>
          <a:lstStyle/>
          <a:p>
            <a:fld id="{16F93453-BF98-4171-840F-48661C185096}" type="slidenum">
              <a:rPr lang="en-US" smtClean="0"/>
              <a:pPr/>
              <a:t>19</a:t>
            </a:fld>
            <a:endParaRPr lang="en-US"/>
          </a:p>
        </p:txBody>
      </p:sp>
    </p:spTree>
    <p:extLst>
      <p:ext uri="{BB962C8B-B14F-4D97-AF65-F5344CB8AC3E}">
        <p14:creationId xmlns:p14="http://schemas.microsoft.com/office/powerpoint/2010/main" val="2903852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43963-54E0-F65D-0C2D-7CBBE5B54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373DA-F468-3DE7-B4DF-C8799EEEC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CF2F7-6B85-46E8-EDAF-46FD1930A092}"/>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2B4741E5-2C26-D4B8-1C1B-116DB3CFF553}"/>
              </a:ext>
            </a:extLst>
          </p:cNvPr>
          <p:cNvSpPr>
            <a:spLocks noGrp="1"/>
          </p:cNvSpPr>
          <p:nvPr>
            <p:ph type="sldNum" sz="quarter" idx="10"/>
          </p:nvPr>
        </p:nvSpPr>
        <p:spPr/>
        <p:txBody>
          <a:bodyPr/>
          <a:lstStyle/>
          <a:p>
            <a:fld id="{16F93453-BF98-4171-840F-48661C185096}" type="slidenum">
              <a:rPr lang="en-US" smtClean="0"/>
              <a:pPr/>
              <a:t>20</a:t>
            </a:fld>
            <a:endParaRPr lang="en-US"/>
          </a:p>
        </p:txBody>
      </p:sp>
    </p:spTree>
    <p:extLst>
      <p:ext uri="{BB962C8B-B14F-4D97-AF65-F5344CB8AC3E}">
        <p14:creationId xmlns:p14="http://schemas.microsoft.com/office/powerpoint/2010/main" val="3370211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19D91-3089-84C2-8BD0-F2712CEEB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CC206-D0FE-F49F-F167-51A2081DB5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1D1EF4-9887-6959-2228-259F64629138}"/>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14BBF861-6CCF-9ABE-0DE2-C8008964A2A4}"/>
              </a:ext>
            </a:extLst>
          </p:cNvPr>
          <p:cNvSpPr>
            <a:spLocks noGrp="1"/>
          </p:cNvSpPr>
          <p:nvPr>
            <p:ph type="sldNum" sz="quarter" idx="10"/>
          </p:nvPr>
        </p:nvSpPr>
        <p:spPr/>
        <p:txBody>
          <a:bodyPr/>
          <a:lstStyle/>
          <a:p>
            <a:fld id="{16F93453-BF98-4171-840F-48661C185096}" type="slidenum">
              <a:rPr lang="en-US" smtClean="0"/>
              <a:pPr/>
              <a:t>21</a:t>
            </a:fld>
            <a:endParaRPr lang="en-US"/>
          </a:p>
        </p:txBody>
      </p:sp>
    </p:spTree>
    <p:extLst>
      <p:ext uri="{BB962C8B-B14F-4D97-AF65-F5344CB8AC3E}">
        <p14:creationId xmlns:p14="http://schemas.microsoft.com/office/powerpoint/2010/main" val="2548805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A318-3043-1DB2-0F78-9D0A5EFC1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07D12-4023-557A-CE3A-3437C4CC6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ED33B-70E6-9444-878B-E6DAF751CA5B}"/>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032985F1-8754-578E-D190-B0124D26ABEE}"/>
              </a:ext>
            </a:extLst>
          </p:cNvPr>
          <p:cNvSpPr>
            <a:spLocks noGrp="1"/>
          </p:cNvSpPr>
          <p:nvPr>
            <p:ph type="sldNum" sz="quarter" idx="10"/>
          </p:nvPr>
        </p:nvSpPr>
        <p:spPr/>
        <p:txBody>
          <a:bodyPr/>
          <a:lstStyle/>
          <a:p>
            <a:fld id="{16F93453-BF98-4171-840F-48661C185096}" type="slidenum">
              <a:rPr lang="en-US" smtClean="0"/>
              <a:pPr/>
              <a:t>22</a:t>
            </a:fld>
            <a:endParaRPr lang="en-US"/>
          </a:p>
        </p:txBody>
      </p:sp>
    </p:spTree>
    <p:extLst>
      <p:ext uri="{BB962C8B-B14F-4D97-AF65-F5344CB8AC3E}">
        <p14:creationId xmlns:p14="http://schemas.microsoft.com/office/powerpoint/2010/main" val="1965273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00F99-464D-A62B-A490-9142E6464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B922E-BF42-78FA-5B44-E5D21985F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199A5-DF03-471A-D099-98FA5308C61D}"/>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534DCD5A-769F-E570-DC7F-9B199DAB2BE9}"/>
              </a:ext>
            </a:extLst>
          </p:cNvPr>
          <p:cNvSpPr>
            <a:spLocks noGrp="1"/>
          </p:cNvSpPr>
          <p:nvPr>
            <p:ph type="sldNum" sz="quarter" idx="10"/>
          </p:nvPr>
        </p:nvSpPr>
        <p:spPr/>
        <p:txBody>
          <a:bodyPr/>
          <a:lstStyle/>
          <a:p>
            <a:fld id="{16F93453-BF98-4171-840F-48661C185096}" type="slidenum">
              <a:rPr lang="en-US" smtClean="0"/>
              <a:pPr/>
              <a:t>23</a:t>
            </a:fld>
            <a:endParaRPr lang="en-US"/>
          </a:p>
        </p:txBody>
      </p:sp>
    </p:spTree>
    <p:extLst>
      <p:ext uri="{BB962C8B-B14F-4D97-AF65-F5344CB8AC3E}">
        <p14:creationId xmlns:p14="http://schemas.microsoft.com/office/powerpoint/2010/main" val="3301135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DD5C0-B15C-A7D3-1770-D6788BF8B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1D2BE-8B3B-4412-D60C-6C25ADA76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2162FF-029D-4C6E-4C3C-AD60237BC131}"/>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3C76887F-9E6F-D4F3-A92A-F26C76345873}"/>
              </a:ext>
            </a:extLst>
          </p:cNvPr>
          <p:cNvSpPr>
            <a:spLocks noGrp="1"/>
          </p:cNvSpPr>
          <p:nvPr>
            <p:ph type="sldNum" sz="quarter" idx="10"/>
          </p:nvPr>
        </p:nvSpPr>
        <p:spPr/>
        <p:txBody>
          <a:bodyPr/>
          <a:lstStyle/>
          <a:p>
            <a:fld id="{16F93453-BF98-4171-840F-48661C185096}" type="slidenum">
              <a:rPr lang="en-US" smtClean="0"/>
              <a:pPr/>
              <a:t>25</a:t>
            </a:fld>
            <a:endParaRPr lang="en-US"/>
          </a:p>
        </p:txBody>
      </p:sp>
    </p:spTree>
    <p:extLst>
      <p:ext uri="{BB962C8B-B14F-4D97-AF65-F5344CB8AC3E}">
        <p14:creationId xmlns:p14="http://schemas.microsoft.com/office/powerpoint/2010/main" val="4059450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5DCDF-9BF3-FED0-C48B-01FE8A26F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BF055-ECB0-1A4D-5F67-7834D89358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3D9D5-D757-7F8E-2702-930A5B766B4A}"/>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F1AB4011-4F61-91E3-1CFB-6CE140A371A5}"/>
              </a:ext>
            </a:extLst>
          </p:cNvPr>
          <p:cNvSpPr>
            <a:spLocks noGrp="1"/>
          </p:cNvSpPr>
          <p:nvPr>
            <p:ph type="sldNum" sz="quarter" idx="10"/>
          </p:nvPr>
        </p:nvSpPr>
        <p:spPr/>
        <p:txBody>
          <a:bodyPr/>
          <a:lstStyle/>
          <a:p>
            <a:fld id="{16F93453-BF98-4171-840F-48661C185096}" type="slidenum">
              <a:rPr lang="en-US" smtClean="0"/>
              <a:pPr/>
              <a:t>26</a:t>
            </a:fld>
            <a:endParaRPr lang="en-US"/>
          </a:p>
        </p:txBody>
      </p:sp>
    </p:spTree>
    <p:extLst>
      <p:ext uri="{BB962C8B-B14F-4D97-AF65-F5344CB8AC3E}">
        <p14:creationId xmlns:p14="http://schemas.microsoft.com/office/powerpoint/2010/main" val="3800605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F602-F70A-8852-B825-C2D3F043D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113F5-0157-6F0C-B394-A636AE7CA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BCB18-ACAB-9CEA-6678-B0C5D0A66F83}"/>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DC88CE97-D8F6-5716-E72E-BF816D20286D}"/>
              </a:ext>
            </a:extLst>
          </p:cNvPr>
          <p:cNvSpPr>
            <a:spLocks noGrp="1"/>
          </p:cNvSpPr>
          <p:nvPr>
            <p:ph type="sldNum" sz="quarter" idx="10"/>
          </p:nvPr>
        </p:nvSpPr>
        <p:spPr/>
        <p:txBody>
          <a:bodyPr/>
          <a:lstStyle/>
          <a:p>
            <a:fld id="{16F93453-BF98-4171-840F-48661C185096}" type="slidenum">
              <a:rPr lang="en-US" smtClean="0"/>
              <a:pPr/>
              <a:t>27</a:t>
            </a:fld>
            <a:endParaRPr lang="en-US"/>
          </a:p>
        </p:txBody>
      </p:sp>
    </p:spTree>
    <p:extLst>
      <p:ext uri="{BB962C8B-B14F-4D97-AF65-F5344CB8AC3E}">
        <p14:creationId xmlns:p14="http://schemas.microsoft.com/office/powerpoint/2010/main" val="15233149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AD859-42F8-8055-7E54-EAA3E7841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2E476-093F-9A15-EC6B-78CB2042E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A2C49-9A0F-0E4C-A00C-78F1F6695DDB}"/>
              </a:ext>
            </a:extLst>
          </p:cNvPr>
          <p:cNvSpPr>
            <a:spLocks noGrp="1"/>
          </p:cNvSpPr>
          <p:nvPr>
            <p:ph type="body" idx="1"/>
          </p:nvPr>
        </p:nvSpPr>
        <p:spPr/>
        <p:txBody>
          <a:bodyPr/>
          <a:lstStyle/>
          <a:p>
            <a:endParaRPr lang="en-US" baseline="0" dirty="0"/>
          </a:p>
          <a:p>
            <a:endParaRPr lang="en-US" dirty="0"/>
          </a:p>
        </p:txBody>
      </p:sp>
      <p:sp>
        <p:nvSpPr>
          <p:cNvPr id="4" name="Slide Number Placeholder 3">
            <a:extLst>
              <a:ext uri="{FF2B5EF4-FFF2-40B4-BE49-F238E27FC236}">
                <a16:creationId xmlns:a16="http://schemas.microsoft.com/office/drawing/2014/main" id="{37D66CED-C155-8DC2-B66F-F1E3D45EDAE3}"/>
              </a:ext>
            </a:extLst>
          </p:cNvPr>
          <p:cNvSpPr>
            <a:spLocks noGrp="1"/>
          </p:cNvSpPr>
          <p:nvPr>
            <p:ph type="sldNum" sz="quarter" idx="10"/>
          </p:nvPr>
        </p:nvSpPr>
        <p:spPr/>
        <p:txBody>
          <a:bodyPr/>
          <a:lstStyle/>
          <a:p>
            <a:fld id="{16F93453-BF98-4171-840F-48661C185096}" type="slidenum">
              <a:rPr lang="en-US" smtClean="0"/>
              <a:pPr/>
              <a:t>28</a:t>
            </a:fld>
            <a:endParaRPr lang="en-US"/>
          </a:p>
        </p:txBody>
      </p:sp>
    </p:spTree>
    <p:extLst>
      <p:ext uri="{BB962C8B-B14F-4D97-AF65-F5344CB8AC3E}">
        <p14:creationId xmlns:p14="http://schemas.microsoft.com/office/powerpoint/2010/main" val="2857800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2175023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3541530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3554582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3233501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2374290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3974946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552681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1929032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576959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3781653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B227B0-4F00-4CC7-9066-F97667AA0391}"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34B9F7-90ED-49C7-A62C-449CF74CC9D2}" type="slidenum">
              <a:rPr lang="en-IN" smtClean="0"/>
              <a:pPr/>
              <a:t>‹#›</a:t>
            </a:fld>
            <a:endParaRPr lang="en-IN"/>
          </a:p>
        </p:txBody>
      </p:sp>
    </p:spTree>
    <p:extLst>
      <p:ext uri="{BB962C8B-B14F-4D97-AF65-F5344CB8AC3E}">
        <p14:creationId xmlns:p14="http://schemas.microsoft.com/office/powerpoint/2010/main" val="3625078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EEB227B0-4F00-4CC7-9066-F97667AA0391}" type="datetimeFigureOut">
              <a:rPr lang="en-IN" smtClean="0"/>
              <a:pPr/>
              <a:t>06-06-2025</a:t>
            </a:fld>
            <a:endParaRPr lang="en-IN"/>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9534B9F7-90ED-49C7-A62C-449CF74CC9D2}" type="slidenum">
              <a:rPr lang="en-IN" smtClean="0"/>
              <a:pPr/>
              <a:t>‹#›</a:t>
            </a:fld>
            <a:endParaRPr lang="en-IN"/>
          </a:p>
        </p:txBody>
      </p:sp>
    </p:spTree>
    <p:extLst>
      <p:ext uri="{BB962C8B-B14F-4D97-AF65-F5344CB8AC3E}">
        <p14:creationId xmlns:p14="http://schemas.microsoft.com/office/powerpoint/2010/main" val="1229551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0.emf"/><Relationship Id="rId18" Type="http://schemas.openxmlformats.org/officeDocument/2006/relationships/customXml" Target="../ink/ink8.xml"/><Relationship Id="rId3" Type="http://schemas.openxmlformats.org/officeDocument/2006/relationships/image" Target="../media/image1.jpeg"/><Relationship Id="rId21" Type="http://schemas.openxmlformats.org/officeDocument/2006/relationships/image" Target="../media/image14.emf"/><Relationship Id="rId7" Type="http://schemas.openxmlformats.org/officeDocument/2006/relationships/image" Target="../media/image7.emf"/><Relationship Id="rId12" Type="http://schemas.openxmlformats.org/officeDocument/2006/relationships/customXml" Target="../ink/ink5.xml"/><Relationship Id="rId17" Type="http://schemas.openxmlformats.org/officeDocument/2006/relationships/image" Target="../media/image12.emf"/><Relationship Id="rId2" Type="http://schemas.openxmlformats.org/officeDocument/2006/relationships/notesSlide" Target="../notesSlides/notesSlide1.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image" Target="../media/image9.emf"/><Relationship Id="rId5" Type="http://schemas.openxmlformats.org/officeDocument/2006/relationships/image" Target="../media/image6.emf"/><Relationship Id="rId15" Type="http://schemas.openxmlformats.org/officeDocument/2006/relationships/image" Target="../media/image11.emf"/><Relationship Id="rId10" Type="http://schemas.openxmlformats.org/officeDocument/2006/relationships/customXml" Target="../ink/ink4.xml"/><Relationship Id="rId19" Type="http://schemas.openxmlformats.org/officeDocument/2006/relationships/image" Target="../media/image13.emf"/><Relationship Id="rId4" Type="http://schemas.openxmlformats.org/officeDocument/2006/relationships/customXml" Target="../ink/ink1.xml"/><Relationship Id="rId9" Type="http://schemas.openxmlformats.org/officeDocument/2006/relationships/image" Target="../media/image8.emf"/><Relationship Id="rId14" Type="http://schemas.openxmlformats.org/officeDocument/2006/relationships/customXml" Target="../ink/ink6.xml"/></Relationships>
</file>

<file path=ppt/slides/_rels/slide2.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5.emf"/></Relationships>
</file>

<file path=ppt/slides/_rels/slide3.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6.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customXml" Target="../ink/ink12.xml"/><Relationship Id="rId4" Type="http://schemas.openxmlformats.org/officeDocument/2006/relationships/hyperlink" Target="https://makeagif.com/i/Ym5CLo"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image" Target="../media/image24.emf"/><Relationship Id="rId4" Type="http://schemas.openxmlformats.org/officeDocument/2006/relationships/customXml" Target="../ink/ink13.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7.emf"/><Relationship Id="rId5" Type="http://schemas.openxmlformats.org/officeDocument/2006/relationships/customXml" Target="../ink/ink1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9.emf"/><Relationship Id="rId4" Type="http://schemas.openxmlformats.org/officeDocument/2006/relationships/customXml" Target="../ink/ink15.xml"/></Relationships>
</file>

<file path=ppt/slides/_rels/slide11.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0.emf"/></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33.emf"/><Relationship Id="rId5" Type="http://schemas.openxmlformats.org/officeDocument/2006/relationships/customXml" Target="../ink/ink1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hyperlink" Target="https://www.slideshare.net/slideshow/eeg-amp-ecg/231506212#16"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4.emf"/><Relationship Id="rId4" Type="http://schemas.openxmlformats.org/officeDocument/2006/relationships/customXml" Target="../ink/ink18.xml"/></Relationships>
</file>

<file path=ppt/slides/_rels/slide14.xml.rels><?xml version="1.0" encoding="UTF-8" standalone="yes"?>
<Relationships xmlns="http://schemas.openxmlformats.org/package/2006/relationships"><Relationship Id="rId3" Type="http://schemas.openxmlformats.org/officeDocument/2006/relationships/hyperlink" Target="https://www.slideshare.net/slideshow/biomedical-signals/250650014#25"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slideshare.net/slideshow/biomedical-signals/250650014#25"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www.slideshare.net/slideshow/biomedical-signals/250650014#25"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www.slideshare.net/slideshow/biomedical-signals/250650014#25"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hyperlink" Target="https://www.slideshare.net/slideshow/biomedical-signals/250650014#26"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hyperlink" Target="https://www.slideshare.net/slideshow/eeg-amp-ecg/231506212#4"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www.slideshare.net/slideshow/biomedical-signals/250650014#25"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hyperlink" Target="https://www.slideshare.net/slideshow/eeg-amp-ecg/231506212#6"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hyperlink" Target="https://www.slideshare.net/slideshow/biomedical-signals/250650014#25"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hyperlink" Target="https://www.slideshare.net/slideshow/eeg-amp-ecg/231506212#9"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slideshare.net/slideshow/eeg-amp-ecg/231506212#4"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BA07C-8857-C8C3-BB5B-6D920BCDD68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2DC1CF8-6157-E81D-7F81-C1BE01C02FCF}"/>
              </a:ext>
            </a:extLst>
          </p:cNvPr>
          <p:cNvSpPr>
            <a:spLocks noGrp="1" noChangeArrowheads="1"/>
          </p:cNvSpPr>
          <p:nvPr>
            <p:ph type="title"/>
          </p:nvPr>
        </p:nvSpPr>
        <p:spPr>
          <a:xfrm>
            <a:off x="42846" y="0"/>
            <a:ext cx="8921642" cy="742757"/>
          </a:xfrm>
        </p:spPr>
        <p:txBody>
          <a:bodyPr>
            <a:normAutofit fontScale="90000"/>
          </a:bodyPr>
          <a:lstStyle/>
          <a:p>
            <a:pPr>
              <a:lnSpc>
                <a:spcPct val="115000"/>
              </a:lnSpc>
              <a:spcAft>
                <a:spcPts val="750"/>
              </a:spcAft>
            </a:pPr>
            <a:r>
              <a:rPr lang="en-IN" dirty="0"/>
              <a:t>Biomedical signal Classification</a:t>
            </a:r>
            <a:endParaRPr lang="en-US" altLang="en-US" dirty="0"/>
          </a:p>
        </p:txBody>
      </p:sp>
      <p:pic>
        <p:nvPicPr>
          <p:cNvPr id="1026" name="Picture 2">
            <a:extLst>
              <a:ext uri="{FF2B5EF4-FFF2-40B4-BE49-F238E27FC236}">
                <a16:creationId xmlns:a16="http://schemas.microsoft.com/office/drawing/2014/main" id="{1243992F-AC6D-B2CF-1438-49C4254018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836234"/>
            <a:ext cx="5180682" cy="43072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724128" y="1203598"/>
            <a:ext cx="3168352" cy="2846933"/>
          </a:xfrm>
          <a:prstGeom prst="rect">
            <a:avLst/>
          </a:prstGeom>
        </p:spPr>
        <p:txBody>
          <a:bodyPr wrap="square">
            <a:spAutoFit/>
          </a:bodyPr>
          <a:lstStyle/>
          <a:p>
            <a:r>
              <a:rPr lang="en-US" sz="1100" dirty="0" smtClean="0"/>
              <a:t>Examples of statistical properties:</a:t>
            </a:r>
          </a:p>
          <a:p>
            <a:pPr marL="171450" indent="-171450">
              <a:buFont typeface="Arial" panose="020B0604020202020204" pitchFamily="34" charset="0"/>
              <a:buChar char="•"/>
            </a:pPr>
            <a:r>
              <a:rPr lang="en-US" sz="1050" b="1" dirty="0" smtClean="0"/>
              <a:t>Mean</a:t>
            </a:r>
            <a:r>
              <a:rPr lang="en-US" sz="1050" dirty="0" smtClean="0"/>
              <a:t> </a:t>
            </a:r>
            <a:r>
              <a:rPr lang="en-US" sz="1050" dirty="0"/>
              <a:t>(First-order moment)</a:t>
            </a:r>
          </a:p>
          <a:p>
            <a:pPr marL="171450" indent="-171450">
              <a:buFont typeface="Arial" panose="020B0604020202020204" pitchFamily="34" charset="0"/>
              <a:buChar char="•"/>
            </a:pPr>
            <a:r>
              <a:rPr lang="en-US" sz="1050" b="1" dirty="0"/>
              <a:t>Variance</a:t>
            </a:r>
            <a:r>
              <a:rPr lang="en-US" sz="1050" dirty="0"/>
              <a:t> (Second-order moment)</a:t>
            </a:r>
          </a:p>
          <a:p>
            <a:pPr marL="171450" indent="-171450">
              <a:buFont typeface="Arial" panose="020B0604020202020204" pitchFamily="34" charset="0"/>
              <a:buChar char="•"/>
            </a:pPr>
            <a:r>
              <a:rPr lang="en-US" sz="1050" b="1" dirty="0"/>
              <a:t>Autocorrelation</a:t>
            </a:r>
            <a:r>
              <a:rPr lang="en-US" sz="1050" dirty="0"/>
              <a:t> </a:t>
            </a:r>
            <a:r>
              <a:rPr lang="en-US" sz="1050" b="1" dirty="0"/>
              <a:t>Function</a:t>
            </a:r>
            <a:r>
              <a:rPr lang="en-US" sz="1050" dirty="0"/>
              <a:t>: Measures how the signal correlates with itself at different lags.</a:t>
            </a:r>
          </a:p>
          <a:p>
            <a:pPr marL="171450" indent="-171450">
              <a:buFont typeface="Arial" panose="020B0604020202020204" pitchFamily="34" charset="0"/>
              <a:buChar char="•"/>
            </a:pPr>
            <a:r>
              <a:rPr lang="en-US" sz="1050" b="1" dirty="0"/>
              <a:t>Power</a:t>
            </a:r>
            <a:r>
              <a:rPr lang="en-US" sz="1050" dirty="0"/>
              <a:t> </a:t>
            </a:r>
            <a:r>
              <a:rPr lang="en-US" sz="1050" b="1" dirty="0"/>
              <a:t>Spectral</a:t>
            </a:r>
            <a:r>
              <a:rPr lang="en-US" sz="1050" dirty="0"/>
              <a:t> </a:t>
            </a:r>
            <a:r>
              <a:rPr lang="en-US" sz="1050" b="1" dirty="0"/>
              <a:t>Density</a:t>
            </a:r>
            <a:r>
              <a:rPr lang="en-US" sz="1050" dirty="0"/>
              <a:t> (PSD):  Frequency-domain representation of how power is distributed over frequencies</a:t>
            </a:r>
            <a:r>
              <a:rPr lang="en-US" sz="1050" dirty="0" smtClean="0"/>
              <a:t>.</a:t>
            </a:r>
            <a:endParaRPr lang="en-US" sz="1050" dirty="0"/>
          </a:p>
          <a:p>
            <a:pPr marL="171450" indent="-171450">
              <a:buFont typeface="Arial" panose="020B0604020202020204" pitchFamily="34" charset="0"/>
              <a:buChar char="•"/>
            </a:pPr>
            <a:r>
              <a:rPr lang="en-US" sz="1050" b="1" dirty="0"/>
              <a:t>Higher-Order</a:t>
            </a:r>
            <a:r>
              <a:rPr lang="en-US" sz="1050" dirty="0"/>
              <a:t> </a:t>
            </a:r>
            <a:r>
              <a:rPr lang="en-US" sz="1050" b="1" dirty="0"/>
              <a:t>Moments</a:t>
            </a:r>
            <a:r>
              <a:rPr lang="en-US" sz="1050" dirty="0"/>
              <a:t> (</a:t>
            </a:r>
            <a:r>
              <a:rPr lang="en-US" sz="1050" b="1" dirty="0"/>
              <a:t>Skewness</a:t>
            </a:r>
            <a:r>
              <a:rPr lang="en-US" sz="1050" dirty="0"/>
              <a:t>, </a:t>
            </a:r>
            <a:r>
              <a:rPr lang="en-US" sz="1050" b="1" dirty="0"/>
              <a:t>Kurtosis</a:t>
            </a:r>
            <a:r>
              <a:rPr lang="en-US" sz="1050" dirty="0"/>
              <a:t>): Skewness: Indicates asymmetry of the signal distribution.</a:t>
            </a:r>
          </a:p>
          <a:p>
            <a:pPr marL="171450" indent="-171450">
              <a:buFont typeface="Arial" panose="020B0604020202020204" pitchFamily="34" charset="0"/>
              <a:buChar char="•"/>
            </a:pPr>
            <a:r>
              <a:rPr lang="en-US" sz="1050" b="1" dirty="0"/>
              <a:t>Cross-correlation</a:t>
            </a:r>
            <a:r>
              <a:rPr lang="en-US" sz="1050" dirty="0"/>
              <a:t> (for multi-lead ECG): Measures correlation between two different signals (e.g., different ECG leads).</a:t>
            </a:r>
          </a:p>
          <a:p>
            <a:pPr marL="171450" indent="-171450">
              <a:buFont typeface="Arial" panose="020B0604020202020204" pitchFamily="34" charset="0"/>
              <a:buChar char="•"/>
            </a:pPr>
            <a:r>
              <a:rPr lang="en-US" sz="1050" b="1" dirty="0"/>
              <a:t>Entropy</a:t>
            </a:r>
            <a:r>
              <a:rPr lang="en-US" sz="1050" dirty="0"/>
              <a:t> </a:t>
            </a:r>
            <a:r>
              <a:rPr lang="en-US" sz="1050" b="1" dirty="0"/>
              <a:t>Measures</a:t>
            </a:r>
            <a:r>
              <a:rPr lang="en-US" sz="1050" dirty="0"/>
              <a:t> (e.g., </a:t>
            </a:r>
            <a:r>
              <a:rPr lang="en-US" sz="1050" b="1" dirty="0"/>
              <a:t>Shannon</a:t>
            </a:r>
            <a:r>
              <a:rPr lang="en-US" sz="1050" dirty="0"/>
              <a:t> </a:t>
            </a:r>
            <a:r>
              <a:rPr lang="en-US" sz="1050" b="1" dirty="0"/>
              <a:t>Entropy</a:t>
            </a:r>
            <a:r>
              <a:rPr lang="en-US" sz="1050" dirty="0"/>
              <a:t>, </a:t>
            </a:r>
            <a:r>
              <a:rPr lang="en-US" sz="1050" b="1" dirty="0"/>
              <a:t>Sample</a:t>
            </a:r>
            <a:r>
              <a:rPr lang="en-US" sz="1050" dirty="0"/>
              <a:t> </a:t>
            </a:r>
            <a:r>
              <a:rPr lang="en-US" sz="1050" b="1" dirty="0"/>
              <a:t>Entropy</a:t>
            </a:r>
            <a:r>
              <a:rPr lang="en-US" sz="1050" dirty="0"/>
              <a:t>): Quantifies signal complexity or unpredictability.</a:t>
            </a:r>
          </a:p>
        </p:txBody>
      </p:sp>
      <p:cxnSp>
        <p:nvCxnSpPr>
          <p:cNvPr id="4" name="Straight Arrow Connector 3"/>
          <p:cNvCxnSpPr/>
          <p:nvPr/>
        </p:nvCxnSpPr>
        <p:spPr>
          <a:xfrm flipV="1">
            <a:off x="4067944" y="1707654"/>
            <a:ext cx="1512168" cy="1296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1387960" y="1358711"/>
              <a:ext cx="1370160" cy="667440"/>
            </p14:xfrm>
          </p:contentPart>
        </mc:Choice>
        <mc:Fallback xmlns="">
          <p:pic>
            <p:nvPicPr>
              <p:cNvPr id="5" name="Ink 4"/>
              <p:cNvPicPr/>
              <p:nvPr/>
            </p:nvPicPr>
            <p:blipFill>
              <a:blip r:embed="rId5"/>
              <a:stretch>
                <a:fillRect/>
              </a:stretch>
            </p:blipFill>
            <p:spPr>
              <a:xfrm>
                <a:off x="1381120" y="1351871"/>
                <a:ext cx="1386720" cy="681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p14:cNvContentPartPr/>
              <p14:nvPr/>
            </p14:nvContentPartPr>
            <p14:xfrm>
              <a:off x="2925160" y="1410911"/>
              <a:ext cx="921240" cy="566640"/>
            </p14:xfrm>
          </p:contentPart>
        </mc:Choice>
        <mc:Fallback xmlns="">
          <p:pic>
            <p:nvPicPr>
              <p:cNvPr id="7" name="Ink 6"/>
              <p:cNvPicPr/>
              <p:nvPr/>
            </p:nvPicPr>
            <p:blipFill>
              <a:blip r:embed="rId7"/>
              <a:stretch>
                <a:fillRect/>
              </a:stretch>
            </p:blipFill>
            <p:spPr>
              <a:xfrm>
                <a:off x="2918320" y="1400831"/>
                <a:ext cx="937800" cy="583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p14:cNvContentPartPr/>
              <p14:nvPr/>
            </p14:nvContentPartPr>
            <p14:xfrm>
              <a:off x="317320" y="2660471"/>
              <a:ext cx="483120" cy="39240"/>
            </p14:xfrm>
          </p:contentPart>
        </mc:Choice>
        <mc:Fallback xmlns="">
          <p:pic>
            <p:nvPicPr>
              <p:cNvPr id="9" name="Ink 8"/>
              <p:cNvPicPr/>
              <p:nvPr/>
            </p:nvPicPr>
            <p:blipFill>
              <a:blip r:embed="rId9"/>
              <a:stretch>
                <a:fillRect/>
              </a:stretch>
            </p:blipFill>
            <p:spPr>
              <a:xfrm>
                <a:off x="310840" y="2655431"/>
                <a:ext cx="4935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p14:cNvContentPartPr/>
              <p14:nvPr/>
            </p14:nvContentPartPr>
            <p14:xfrm>
              <a:off x="1016800" y="2421071"/>
              <a:ext cx="934200" cy="421560"/>
            </p14:xfrm>
          </p:contentPart>
        </mc:Choice>
        <mc:Fallback xmlns="">
          <p:pic>
            <p:nvPicPr>
              <p:cNvPr id="11" name="Ink 10"/>
              <p:cNvPicPr/>
              <p:nvPr/>
            </p:nvPicPr>
            <p:blipFill>
              <a:blip r:embed="rId11"/>
              <a:stretch>
                <a:fillRect/>
              </a:stretch>
            </p:blipFill>
            <p:spPr>
              <a:xfrm>
                <a:off x="1007800" y="2411711"/>
                <a:ext cx="952200" cy="438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p14:cNvContentPartPr/>
              <p14:nvPr/>
            </p14:nvContentPartPr>
            <p14:xfrm>
              <a:off x="2190400" y="2385431"/>
              <a:ext cx="852840" cy="359280"/>
            </p14:xfrm>
          </p:contentPart>
        </mc:Choice>
        <mc:Fallback xmlns="">
          <p:pic>
            <p:nvPicPr>
              <p:cNvPr id="13" name="Ink 12"/>
              <p:cNvPicPr/>
              <p:nvPr/>
            </p:nvPicPr>
            <p:blipFill>
              <a:blip r:embed="rId13"/>
              <a:stretch>
                <a:fillRect/>
              </a:stretch>
            </p:blipFill>
            <p:spPr>
              <a:xfrm>
                <a:off x="2182840" y="2377151"/>
                <a:ext cx="86940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p14:cNvContentPartPr/>
              <p14:nvPr/>
            </p14:nvContentPartPr>
            <p14:xfrm>
              <a:off x="3202000" y="2312711"/>
              <a:ext cx="819360" cy="450720"/>
            </p14:xfrm>
          </p:contentPart>
        </mc:Choice>
        <mc:Fallback xmlns="">
          <p:pic>
            <p:nvPicPr>
              <p:cNvPr id="15" name="Ink 14"/>
              <p:cNvPicPr/>
              <p:nvPr/>
            </p:nvPicPr>
            <p:blipFill>
              <a:blip r:embed="rId15"/>
              <a:stretch>
                <a:fillRect/>
              </a:stretch>
            </p:blipFill>
            <p:spPr>
              <a:xfrm>
                <a:off x="3194440" y="2305151"/>
                <a:ext cx="836280" cy="466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p14:cNvContentPartPr/>
              <p14:nvPr/>
            </p14:nvContentPartPr>
            <p14:xfrm>
              <a:off x="4175440" y="2396231"/>
              <a:ext cx="793440" cy="435960"/>
            </p14:xfrm>
          </p:contentPart>
        </mc:Choice>
        <mc:Fallback xmlns="">
          <p:pic>
            <p:nvPicPr>
              <p:cNvPr id="17" name="Ink 16"/>
              <p:cNvPicPr/>
              <p:nvPr/>
            </p:nvPicPr>
            <p:blipFill>
              <a:blip r:embed="rId17"/>
              <a:stretch>
                <a:fillRect/>
              </a:stretch>
            </p:blipFill>
            <p:spPr>
              <a:xfrm>
                <a:off x="4168240" y="2389391"/>
                <a:ext cx="81036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p14:cNvContentPartPr/>
              <p14:nvPr/>
            </p14:nvContentPartPr>
            <p14:xfrm>
              <a:off x="238320" y="243360"/>
              <a:ext cx="8876880" cy="4711680"/>
            </p14:xfrm>
          </p:contentPart>
        </mc:Choice>
        <mc:Fallback xmlns="">
          <p:pic>
            <p:nvPicPr>
              <p:cNvPr id="18" name="Ink 17"/>
              <p:cNvPicPr/>
              <p:nvPr/>
            </p:nvPicPr>
            <p:blipFill>
              <a:blip r:embed="rId19"/>
              <a:stretch>
                <a:fillRect/>
              </a:stretch>
            </p:blipFill>
            <p:spPr>
              <a:xfrm>
                <a:off x="232200" y="238680"/>
                <a:ext cx="8887680" cy="4722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p14:cNvContentPartPr/>
              <p14:nvPr/>
            </p14:nvContentPartPr>
            <p14:xfrm>
              <a:off x="5859720" y="2562480"/>
              <a:ext cx="1212840" cy="1298520"/>
            </p14:xfrm>
          </p:contentPart>
        </mc:Choice>
        <mc:Fallback xmlns="">
          <p:pic>
            <p:nvPicPr>
              <p:cNvPr id="19" name="Ink 18"/>
              <p:cNvPicPr/>
              <p:nvPr/>
            </p:nvPicPr>
            <p:blipFill>
              <a:blip r:embed="rId21"/>
              <a:stretch>
                <a:fillRect/>
              </a:stretch>
            </p:blipFill>
            <p:spPr>
              <a:xfrm>
                <a:off x="5853960" y="2557440"/>
                <a:ext cx="1223640" cy="1308600"/>
              </a:xfrm>
              <a:prstGeom prst="rect">
                <a:avLst/>
              </a:prstGeom>
            </p:spPr>
          </p:pic>
        </mc:Fallback>
      </mc:AlternateContent>
    </p:spTree>
    <p:extLst>
      <p:ext uri="{BB962C8B-B14F-4D97-AF65-F5344CB8AC3E}">
        <p14:creationId xmlns:p14="http://schemas.microsoft.com/office/powerpoint/2010/main" val="2509827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FB84-560F-38D9-5D62-8BD7B32E632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F5926C02-0D84-FD1A-33AB-1C87E8771D56}"/>
              </a:ext>
            </a:extLst>
          </p:cNvPr>
          <p:cNvSpPr>
            <a:spLocks noGrp="1" noChangeArrowheads="1"/>
          </p:cNvSpPr>
          <p:nvPr>
            <p:ph type="title"/>
          </p:nvPr>
        </p:nvSpPr>
        <p:spPr>
          <a:xfrm>
            <a:off x="42846" y="0"/>
            <a:ext cx="8921642" cy="742757"/>
          </a:xfrm>
        </p:spPr>
        <p:txBody>
          <a:bodyPr>
            <a:normAutofit fontScale="90000"/>
          </a:bodyPr>
          <a:lstStyle/>
          <a:p>
            <a:pPr>
              <a:lnSpc>
                <a:spcPct val="115000"/>
              </a:lnSpc>
              <a:spcAft>
                <a:spcPts val="750"/>
              </a:spcAft>
            </a:pPr>
            <a:r>
              <a:rPr lang="en-IN" dirty="0"/>
              <a:t>Classification: by Characteristics</a:t>
            </a:r>
            <a:endParaRPr lang="en-US" altLang="en-US" dirty="0"/>
          </a:p>
        </p:txBody>
      </p:sp>
      <p:sp>
        <p:nvSpPr>
          <p:cNvPr id="3" name="Content Placeholder 2">
            <a:extLst>
              <a:ext uri="{FF2B5EF4-FFF2-40B4-BE49-F238E27FC236}">
                <a16:creationId xmlns:a16="http://schemas.microsoft.com/office/drawing/2014/main" id="{14F2D2C9-F66F-FECE-3A21-6A341F7DE736}"/>
              </a:ext>
            </a:extLst>
          </p:cNvPr>
          <p:cNvSpPr>
            <a:spLocks noGrp="1"/>
          </p:cNvSpPr>
          <p:nvPr>
            <p:ph sz="half" idx="1"/>
          </p:nvPr>
        </p:nvSpPr>
        <p:spPr>
          <a:xfrm>
            <a:off x="179512" y="1059582"/>
            <a:ext cx="8640960" cy="3816424"/>
          </a:xfrm>
        </p:spPr>
        <p:txBody>
          <a:bodyPr>
            <a:normAutofit fontScale="55000" lnSpcReduction="20000"/>
          </a:bodyPr>
          <a:lstStyle/>
          <a:p>
            <a:pPr marL="0" indent="0">
              <a:buNone/>
            </a:pPr>
            <a:r>
              <a:rPr lang="en-IN" b="1" dirty="0"/>
              <a:t>Deterministic: may be accurately described mathematically</a:t>
            </a:r>
          </a:p>
          <a:p>
            <a:pPr marL="0" indent="0">
              <a:buNone/>
            </a:pPr>
            <a:r>
              <a:rPr lang="en-IN" dirty="0"/>
              <a:t>Usually predictable (Not in case of chaos) </a:t>
            </a:r>
          </a:p>
          <a:p>
            <a:r>
              <a:rPr lang="en-IN" dirty="0"/>
              <a:t>Periodic s(t) = s(</a:t>
            </a:r>
            <a:r>
              <a:rPr lang="en-IN" dirty="0" err="1"/>
              <a:t>t+nT</a:t>
            </a:r>
            <a:r>
              <a:rPr lang="en-IN" dirty="0" smtClean="0"/>
              <a:t>). E.g. </a:t>
            </a:r>
            <a:r>
              <a:rPr lang="en-US" dirty="0"/>
              <a:t>A sine wave in your math class - you can predict exactly what comes next</a:t>
            </a:r>
            <a:endParaRPr lang="en-IN" dirty="0"/>
          </a:p>
          <a:p>
            <a:r>
              <a:rPr lang="en-IN" dirty="0"/>
              <a:t>Almost periodic: Pattern repeat with some </a:t>
            </a:r>
            <a:r>
              <a:rPr lang="en-IN" dirty="0" smtClean="0"/>
              <a:t>irregularity. E.g. </a:t>
            </a:r>
            <a:r>
              <a:rPr lang="en-US" dirty="0"/>
              <a:t>Your heartbeat - similar pattern but slight variations each beat</a:t>
            </a:r>
            <a:endParaRPr lang="en-IN" dirty="0"/>
          </a:p>
          <a:p>
            <a:r>
              <a:rPr lang="en-IN" dirty="0"/>
              <a:t>Transient : signal characteristics change with </a:t>
            </a:r>
            <a:r>
              <a:rPr lang="en-IN" dirty="0" smtClean="0"/>
              <a:t>time. E.g. </a:t>
            </a:r>
            <a:r>
              <a:rPr lang="en-US" dirty="0"/>
              <a:t>A muscle signal that gets weaker as you get tired</a:t>
            </a:r>
            <a:endParaRPr lang="en-IN" dirty="0"/>
          </a:p>
          <a:p>
            <a:pPr marL="0" indent="0">
              <a:buNone/>
            </a:pPr>
            <a:endParaRPr lang="en-IN" dirty="0"/>
          </a:p>
          <a:p>
            <a:pPr marL="0" indent="0">
              <a:buNone/>
            </a:pPr>
            <a:r>
              <a:rPr lang="en-IN" b="1" dirty="0"/>
              <a:t>Stochastic: defined by their statistical properties (Distribution)</a:t>
            </a:r>
          </a:p>
          <a:p>
            <a:r>
              <a:rPr lang="en-IN" dirty="0"/>
              <a:t>Stationary: </a:t>
            </a:r>
            <a:r>
              <a:rPr lang="en-US" dirty="0"/>
              <a:t>Random signals </a:t>
            </a:r>
            <a:r>
              <a:rPr lang="en-US" dirty="0" smtClean="0"/>
              <a:t>whose s</a:t>
            </a:r>
            <a:r>
              <a:rPr lang="en-IN" dirty="0" err="1" smtClean="0"/>
              <a:t>tatistical</a:t>
            </a:r>
            <a:r>
              <a:rPr lang="en-IN" dirty="0" smtClean="0"/>
              <a:t> </a:t>
            </a:r>
            <a:r>
              <a:rPr lang="en-IN" dirty="0"/>
              <a:t>properties of the signal do not change over </a:t>
            </a:r>
            <a:r>
              <a:rPr lang="en-IN" dirty="0" smtClean="0"/>
              <a:t>time. E.g. </a:t>
            </a:r>
            <a:r>
              <a:rPr lang="en-US" dirty="0"/>
              <a:t>White noise from a radio - sounds random but statistically consistent</a:t>
            </a:r>
            <a:endParaRPr lang="en-IN" dirty="0"/>
          </a:p>
          <a:p>
            <a:r>
              <a:rPr lang="en-IN" dirty="0"/>
              <a:t>Ergodic : </a:t>
            </a:r>
            <a:r>
              <a:rPr lang="en-US" dirty="0"/>
              <a:t>You can learn about the signal's behavior by studying just one long recording. Like judging a person's personality from one long conversation vs. needing multiple short meetings i.e</a:t>
            </a:r>
            <a:r>
              <a:rPr lang="en-US" dirty="0" smtClean="0"/>
              <a:t>. </a:t>
            </a:r>
            <a:r>
              <a:rPr lang="en-IN" dirty="0" smtClean="0"/>
              <a:t>Statistical </a:t>
            </a:r>
            <a:r>
              <a:rPr lang="en-IN" dirty="0"/>
              <a:t>properties may be computed along time </a:t>
            </a:r>
            <a:r>
              <a:rPr lang="en-IN" dirty="0" smtClean="0"/>
              <a:t>distributions.</a:t>
            </a:r>
            <a:endParaRPr lang="en-IN" b="1" dirty="0"/>
          </a:p>
          <a:p>
            <a:endParaRPr lang="en-IN" b="1" dirty="0"/>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37400" y="600840"/>
              <a:ext cx="8703720" cy="3054600"/>
            </p14:xfrm>
          </p:contentPart>
        </mc:Choice>
        <mc:Fallback xmlns="">
          <p:pic>
            <p:nvPicPr>
              <p:cNvPr id="2" name="Ink 1"/>
              <p:cNvPicPr/>
              <p:nvPr/>
            </p:nvPicPr>
            <p:blipFill>
              <a:blip r:embed="rId4"/>
              <a:stretch>
                <a:fillRect/>
              </a:stretch>
            </p:blipFill>
            <p:spPr>
              <a:xfrm>
                <a:off x="433440" y="597240"/>
                <a:ext cx="8712360" cy="3062520"/>
              </a:xfrm>
              <a:prstGeom prst="rect">
                <a:avLst/>
              </a:prstGeom>
            </p:spPr>
          </p:pic>
        </mc:Fallback>
      </mc:AlternateContent>
    </p:spTree>
    <p:extLst>
      <p:ext uri="{BB962C8B-B14F-4D97-AF65-F5344CB8AC3E}">
        <p14:creationId xmlns:p14="http://schemas.microsoft.com/office/powerpoint/2010/main" val="1957890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F4863-6FC8-44AA-F741-D29D567DEEFF}"/>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7D5013C1-5F49-E1B1-0606-8A2C30A89042}"/>
              </a:ext>
            </a:extLst>
          </p:cNvPr>
          <p:cNvSpPr>
            <a:spLocks noGrp="1" noChangeArrowheads="1"/>
          </p:cNvSpPr>
          <p:nvPr>
            <p:ph type="title"/>
          </p:nvPr>
        </p:nvSpPr>
        <p:spPr>
          <a:xfrm>
            <a:off x="42846" y="0"/>
            <a:ext cx="8921642" cy="742757"/>
          </a:xfrm>
        </p:spPr>
        <p:txBody>
          <a:bodyPr>
            <a:normAutofit fontScale="90000"/>
          </a:bodyPr>
          <a:lstStyle/>
          <a:p>
            <a:pPr>
              <a:lnSpc>
                <a:spcPct val="115000"/>
              </a:lnSpc>
              <a:spcAft>
                <a:spcPts val="750"/>
              </a:spcAft>
            </a:pPr>
            <a:r>
              <a:rPr lang="en-IN" dirty="0"/>
              <a:t>Classification: by Characteristics</a:t>
            </a:r>
            <a:endParaRPr lang="en-US" altLang="en-US" dirty="0"/>
          </a:p>
        </p:txBody>
      </p:sp>
      <p:sp>
        <p:nvSpPr>
          <p:cNvPr id="3" name="Content Placeholder 2">
            <a:extLst>
              <a:ext uri="{FF2B5EF4-FFF2-40B4-BE49-F238E27FC236}">
                <a16:creationId xmlns:a16="http://schemas.microsoft.com/office/drawing/2014/main" id="{4DB18EDF-479F-4190-76AD-D548757A5246}"/>
              </a:ext>
            </a:extLst>
          </p:cNvPr>
          <p:cNvSpPr>
            <a:spLocks noGrp="1"/>
          </p:cNvSpPr>
          <p:nvPr>
            <p:ph sz="half" idx="1"/>
          </p:nvPr>
        </p:nvSpPr>
        <p:spPr>
          <a:xfrm>
            <a:off x="179512" y="1059582"/>
            <a:ext cx="8640960" cy="3816424"/>
          </a:xfrm>
        </p:spPr>
        <p:txBody>
          <a:bodyPr>
            <a:normAutofit/>
          </a:bodyPr>
          <a:lstStyle/>
          <a:p>
            <a:pPr marL="0" indent="0">
              <a:buNone/>
            </a:pPr>
            <a:r>
              <a:rPr lang="en-IN" b="1" dirty="0"/>
              <a:t>All real </a:t>
            </a:r>
            <a:r>
              <a:rPr lang="en-IN" b="1" dirty="0" err="1"/>
              <a:t>biosignals</a:t>
            </a:r>
            <a:r>
              <a:rPr lang="en-IN" b="1" dirty="0"/>
              <a:t> may be considered stochastic</a:t>
            </a:r>
          </a:p>
          <a:p>
            <a:r>
              <a:rPr lang="en-IN" dirty="0" smtClean="0"/>
              <a:t>ECG are Almost </a:t>
            </a:r>
            <a:r>
              <a:rPr lang="en-IN" dirty="0"/>
              <a:t>deterministic </a:t>
            </a:r>
            <a:r>
              <a:rPr lang="en-IN" dirty="0" smtClean="0"/>
              <a:t>signals: </a:t>
            </a:r>
            <a:r>
              <a:rPr lang="en-IN" dirty="0"/>
              <a:t>waveshapes that (almost) repeat themselves -&gt; characterization (often) by detection of certain measures and waves</a:t>
            </a:r>
          </a:p>
          <a:p>
            <a:endParaRPr lang="en-IN" dirty="0"/>
          </a:p>
          <a:p>
            <a:r>
              <a:rPr lang="en-IN" dirty="0" smtClean="0"/>
              <a:t>EEG are “Truly</a:t>
            </a:r>
            <a:r>
              <a:rPr lang="en-IN" dirty="0"/>
              <a:t>” </a:t>
            </a:r>
            <a:r>
              <a:rPr lang="en-IN" dirty="0" smtClean="0"/>
              <a:t>stochastic: W</a:t>
            </a:r>
            <a:r>
              <a:rPr lang="en-US" dirty="0" smtClean="0"/>
              <a:t>e analyze these by using statistical </a:t>
            </a:r>
            <a:r>
              <a:rPr lang="en-US" dirty="0"/>
              <a:t>methods like averages, frequency content, and probability distributions</a:t>
            </a:r>
            <a:endParaRPr lang="en-IN" dirty="0"/>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536760" y="1445400"/>
              <a:ext cx="8516520" cy="3618720"/>
            </p14:xfrm>
          </p:contentPart>
        </mc:Choice>
        <mc:Fallback xmlns="">
          <p:pic>
            <p:nvPicPr>
              <p:cNvPr id="2" name="Ink 1"/>
              <p:cNvPicPr/>
              <p:nvPr/>
            </p:nvPicPr>
            <p:blipFill>
              <a:blip r:embed="rId4"/>
              <a:stretch>
                <a:fillRect/>
              </a:stretch>
            </p:blipFill>
            <p:spPr>
              <a:xfrm>
                <a:off x="532800" y="1441080"/>
                <a:ext cx="8524800" cy="3629160"/>
              </a:xfrm>
              <a:prstGeom prst="rect">
                <a:avLst/>
              </a:prstGeom>
            </p:spPr>
          </p:pic>
        </mc:Fallback>
      </mc:AlternateContent>
    </p:spTree>
    <p:extLst>
      <p:ext uri="{BB962C8B-B14F-4D97-AF65-F5344CB8AC3E}">
        <p14:creationId xmlns:p14="http://schemas.microsoft.com/office/powerpoint/2010/main" val="3299074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F65F4-8535-9810-FB20-532486CCCE6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57E060D-9411-F1C4-E275-0410D3565265}"/>
              </a:ext>
            </a:extLst>
          </p:cNvPr>
          <p:cNvSpPr>
            <a:spLocks noGrp="1" noChangeArrowheads="1"/>
          </p:cNvSpPr>
          <p:nvPr>
            <p:ph type="title"/>
          </p:nvPr>
        </p:nvSpPr>
        <p:spPr>
          <a:xfrm>
            <a:off x="323528" y="2427734"/>
            <a:ext cx="8489594" cy="742757"/>
          </a:xfrm>
        </p:spPr>
        <p:txBody>
          <a:bodyPr>
            <a:noAutofit/>
          </a:bodyPr>
          <a:lstStyle/>
          <a:p>
            <a:pPr>
              <a:lnSpc>
                <a:spcPct val="115000"/>
              </a:lnSpc>
              <a:spcAft>
                <a:spcPts val="750"/>
              </a:spcAft>
            </a:pPr>
            <a:r>
              <a:rPr lang="en-IN" sz="4800" b="1" dirty="0">
                <a:solidFill>
                  <a:srgbClr val="002060"/>
                </a:solidFill>
              </a:rPr>
              <a:t>The Electrocardiogram (ECG)</a:t>
            </a:r>
            <a:endParaRPr lang="en-US" altLang="en-US" sz="4800" b="1" dirty="0">
              <a:solidFill>
                <a:srgbClr val="002060"/>
              </a:solidFill>
            </a:endParaRPr>
          </a:p>
        </p:txBody>
      </p:sp>
    </p:spTree>
    <p:extLst>
      <p:ext uri="{BB962C8B-B14F-4D97-AF65-F5344CB8AC3E}">
        <p14:creationId xmlns:p14="http://schemas.microsoft.com/office/powerpoint/2010/main" val="140352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528" y="-20538"/>
            <a:ext cx="4231382" cy="497706"/>
          </a:xfrm>
        </p:spPr>
        <p:txBody>
          <a:bodyPr>
            <a:noAutofit/>
          </a:bodyPr>
          <a:lstStyle/>
          <a:p>
            <a:r>
              <a:rPr lang="en-US" sz="2100" dirty="0"/>
              <a:t>What is ECG(p1)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834" y="480267"/>
            <a:ext cx="3006006" cy="288357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1005" y="469197"/>
            <a:ext cx="4723121" cy="4674303"/>
          </a:xfrm>
          <a:prstGeom prst="rect">
            <a:avLst/>
          </a:prstGeom>
        </p:spPr>
      </p:pic>
      <p:sp>
        <p:nvSpPr>
          <p:cNvPr id="6" name="TextBox 5"/>
          <p:cNvSpPr txBox="1"/>
          <p:nvPr/>
        </p:nvSpPr>
        <p:spPr>
          <a:xfrm>
            <a:off x="4253219" y="138419"/>
            <a:ext cx="4281941" cy="253916"/>
          </a:xfrm>
          <a:prstGeom prst="rect">
            <a:avLst/>
          </a:prstGeom>
          <a:noFill/>
        </p:spPr>
        <p:txBody>
          <a:bodyPr wrap="none" rtlCol="0">
            <a:spAutoFit/>
          </a:bodyPr>
          <a:lstStyle/>
          <a:p>
            <a:r>
              <a:rPr lang="en-US" sz="1050" dirty="0"/>
              <a:t>Source: https://link.springer.com/chapter/10.1007/978-3-030-47994-7_17</a:t>
            </a:r>
          </a:p>
        </p:txBody>
      </p:sp>
      <p:sp>
        <p:nvSpPr>
          <p:cNvPr id="7" name="TextBox 6"/>
          <p:cNvSpPr txBox="1"/>
          <p:nvPr/>
        </p:nvSpPr>
        <p:spPr>
          <a:xfrm>
            <a:off x="104687" y="3687728"/>
            <a:ext cx="4107273" cy="900246"/>
          </a:xfrm>
          <a:prstGeom prst="rect">
            <a:avLst/>
          </a:prstGeom>
          <a:noFill/>
        </p:spPr>
        <p:txBody>
          <a:bodyPr wrap="square" rtlCol="0">
            <a:spAutoFit/>
          </a:bodyPr>
          <a:lstStyle/>
          <a:p>
            <a:r>
              <a:rPr lang="en-US" sz="1050" dirty="0"/>
              <a:t>An ECG can convey a large amount of information about the structure of the heart and the function of its underlying </a:t>
            </a:r>
            <a:r>
              <a:rPr lang="en-US" sz="1050" b="1" dirty="0"/>
              <a:t>conduction system</a:t>
            </a:r>
            <a:r>
              <a:rPr lang="en-US" sz="1050" dirty="0"/>
              <a:t>, including: the </a:t>
            </a:r>
            <a:r>
              <a:rPr lang="en-US" sz="1050" b="1" dirty="0"/>
              <a:t>rate and rhythm of heartbeats, the size and position of the chambers, and the presence of damage to the myocytes or conduction system</a:t>
            </a:r>
            <a:r>
              <a:rPr lang="en-US" sz="1050" dirty="0"/>
              <a:t>.</a:t>
            </a:r>
          </a:p>
        </p:txBody>
      </p:sp>
      <p:sp>
        <p:nvSpPr>
          <p:cNvPr id="3" name="Rectangle 2"/>
          <p:cNvSpPr/>
          <p:nvPr/>
        </p:nvSpPr>
        <p:spPr>
          <a:xfrm>
            <a:off x="179512" y="4659982"/>
            <a:ext cx="3441455" cy="307777"/>
          </a:xfrm>
          <a:prstGeom prst="rect">
            <a:avLst/>
          </a:prstGeom>
        </p:spPr>
        <p:txBody>
          <a:bodyPr wrap="none">
            <a:spAutoFit/>
          </a:bodyPr>
          <a:lstStyle/>
          <a:p>
            <a:r>
              <a:rPr lang="en-US" sz="1400" dirty="0" smtClean="0"/>
              <a:t>Good video: </a:t>
            </a:r>
            <a:r>
              <a:rPr lang="en-US" sz="1400" dirty="0" smtClean="0">
                <a:hlinkClick r:id="rId4"/>
              </a:rPr>
              <a:t>https</a:t>
            </a:r>
            <a:r>
              <a:rPr lang="en-US" sz="1400" dirty="0">
                <a:hlinkClick r:id="rId4"/>
              </a:rPr>
              <a:t>://makeagif.com/i/Ym5CLo</a:t>
            </a:r>
            <a:endParaRPr lang="en-US" sz="1400" dirty="0"/>
          </a:p>
        </p:txBody>
      </p:sp>
      <mc:AlternateContent xmlns:mc="http://schemas.openxmlformats.org/markup-compatibility/2006" xmlns:p14="http://schemas.microsoft.com/office/powerpoint/2010/main">
        <mc:Choice Requires="p14">
          <p:contentPart p14:bwMode="auto" r:id="rId5">
            <p14:nvContentPartPr>
              <p14:cNvPr id="8" name="Ink 7"/>
              <p14:cNvContentPartPr/>
              <p14:nvPr/>
            </p14:nvContentPartPr>
            <p14:xfrm>
              <a:off x="307440" y="403920"/>
              <a:ext cx="5390640" cy="2878560"/>
            </p14:xfrm>
          </p:contentPart>
        </mc:Choice>
        <mc:Fallback xmlns="">
          <p:pic>
            <p:nvPicPr>
              <p:cNvPr id="8" name="Ink 7"/>
              <p:cNvPicPr/>
              <p:nvPr/>
            </p:nvPicPr>
            <p:blipFill>
              <a:blip r:embed="rId6"/>
              <a:stretch>
                <a:fillRect/>
              </a:stretch>
            </p:blipFill>
            <p:spPr>
              <a:xfrm>
                <a:off x="303480" y="400320"/>
                <a:ext cx="5397840" cy="2887200"/>
              </a:xfrm>
              <a:prstGeom prst="rect">
                <a:avLst/>
              </a:prstGeom>
            </p:spPr>
          </p:pic>
        </mc:Fallback>
      </mc:AlternateContent>
    </p:spTree>
    <p:extLst>
      <p:ext uri="{BB962C8B-B14F-4D97-AF65-F5344CB8AC3E}">
        <p14:creationId xmlns:p14="http://schemas.microsoft.com/office/powerpoint/2010/main" val="30864967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227" y="116550"/>
            <a:ext cx="8444044" cy="349039"/>
          </a:xfrm>
        </p:spPr>
        <p:txBody>
          <a:bodyPr>
            <a:noAutofit/>
          </a:bodyPr>
          <a:lstStyle/>
          <a:p>
            <a:r>
              <a:rPr lang="en-US" sz="2100" dirty="0"/>
              <a:t>Where to place the leads to measure ECG? There are many ways. Below is 2 of them </a:t>
            </a:r>
          </a:p>
        </p:txBody>
      </p:sp>
      <p:sp>
        <p:nvSpPr>
          <p:cNvPr id="6" name="TextBox 5"/>
          <p:cNvSpPr txBox="1"/>
          <p:nvPr/>
        </p:nvSpPr>
        <p:spPr>
          <a:xfrm>
            <a:off x="4385345" y="4838356"/>
            <a:ext cx="4517471" cy="334835"/>
          </a:xfrm>
          <a:prstGeom prst="rect">
            <a:avLst/>
          </a:prstGeom>
          <a:noFill/>
        </p:spPr>
        <p:txBody>
          <a:bodyPr wrap="square" rtlCol="0">
            <a:spAutoFit/>
          </a:bodyPr>
          <a:lstStyle/>
          <a:p>
            <a:r>
              <a:rPr lang="en-US" sz="788" dirty="0"/>
              <a:t>https://www.cablesandsensors.com/pages/12-lead-ecg-placement-guide-with-illustrations?srsltid=AfmBOopo7D2tN00u5Nt6wFDn-8Qbxgo1V3cDSu9WhhYHtPdihfduYoxj</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96" y="614248"/>
            <a:ext cx="4748013" cy="1930913"/>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12" y="3000124"/>
            <a:ext cx="4781728" cy="1882856"/>
          </a:xfrm>
          <a:prstGeom prst="rect">
            <a:avLst/>
          </a:prstGeom>
        </p:spPr>
      </p:pic>
      <p:sp>
        <p:nvSpPr>
          <p:cNvPr id="4" name="Rectangle 3"/>
          <p:cNvSpPr/>
          <p:nvPr/>
        </p:nvSpPr>
        <p:spPr>
          <a:xfrm>
            <a:off x="5004048" y="897850"/>
            <a:ext cx="3888432" cy="3139321"/>
          </a:xfrm>
          <a:prstGeom prst="rect">
            <a:avLst/>
          </a:prstGeom>
        </p:spPr>
        <p:txBody>
          <a:bodyPr wrap="square">
            <a:spAutoFit/>
          </a:bodyPr>
          <a:lstStyle/>
          <a:p>
            <a:pPr lvl="0"/>
            <a:r>
              <a:rPr lang="en-IN" sz="1100" dirty="0"/>
              <a:t>During an ECG, sensors (electrodes) that can detect the electrical activity of your heart are </a:t>
            </a:r>
            <a:r>
              <a:rPr lang="en-IN" sz="1100" b="1" dirty="0"/>
              <a:t>attached to your chest and sometimes your limbs. </a:t>
            </a:r>
            <a:r>
              <a:rPr lang="en-IN" sz="1100" dirty="0"/>
              <a:t>ECG gathers information </a:t>
            </a:r>
            <a:r>
              <a:rPr lang="en-IN" sz="1100" dirty="0" smtClean="0"/>
              <a:t>from generally </a:t>
            </a:r>
            <a:r>
              <a:rPr lang="en-IN" sz="1100" dirty="0"/>
              <a:t>12 different areas of the heart. These views are created by electrodes, typically 10, placed on the skin of your chest and sometimes your limbs. </a:t>
            </a:r>
            <a:endParaRPr lang="en-IN" sz="1100" b="1" dirty="0"/>
          </a:p>
          <a:p>
            <a:endParaRPr lang="en-IN" sz="1100" dirty="0"/>
          </a:p>
          <a:p>
            <a:r>
              <a:rPr lang="en-IN" sz="1100" dirty="0"/>
              <a:t>These sensors are usually left on for </a:t>
            </a:r>
            <a:r>
              <a:rPr lang="en-IN" sz="1100" b="1" dirty="0"/>
              <a:t>just a few minutes. </a:t>
            </a:r>
          </a:p>
          <a:p>
            <a:endParaRPr lang="en-IN" sz="1100" dirty="0"/>
          </a:p>
          <a:p>
            <a:pPr lvl="0"/>
            <a:r>
              <a:rPr lang="en-IN" sz="1100" dirty="0"/>
              <a:t>Each </a:t>
            </a:r>
            <a:r>
              <a:rPr lang="en-IN" sz="1100" b="1" dirty="0"/>
              <a:t>beat of your heart is triggered by an electrical impulse normally generated from special cells in the upper right chamber of your heart</a:t>
            </a:r>
            <a:r>
              <a:rPr lang="en-IN" sz="1100" dirty="0"/>
              <a:t>.  An electrocardiogram records the timing and strength of these signals as they travel through your heart. </a:t>
            </a:r>
          </a:p>
          <a:p>
            <a:pPr lvl="0"/>
            <a:endParaRPr lang="en-IN" sz="1100" dirty="0"/>
          </a:p>
          <a:p>
            <a:pPr lvl="0"/>
            <a:endParaRPr lang="en-IN" sz="1100" dirty="0"/>
          </a:p>
          <a:p>
            <a:pPr lvl="0"/>
            <a:r>
              <a:rPr lang="en-IN" sz="1100" b="1" dirty="0"/>
              <a:t>The electrical activity is recorded as waves on a graph, with different patterns corresponding to each electrical phase of your heartbeat.</a:t>
            </a:r>
          </a:p>
        </p:txBody>
      </p:sp>
    </p:spTree>
    <p:extLst>
      <p:ext uri="{BB962C8B-B14F-4D97-AF65-F5344CB8AC3E}">
        <p14:creationId xmlns:p14="http://schemas.microsoft.com/office/powerpoint/2010/main" val="8233315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8395B-9661-3D81-AE03-CF7949B0A00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33B1F73F-02A9-A8B0-8F1F-88FB5A1A13F5}"/>
              </a:ext>
            </a:extLst>
          </p:cNvPr>
          <p:cNvSpPr>
            <a:spLocks noGrp="1" noChangeArrowheads="1"/>
          </p:cNvSpPr>
          <p:nvPr>
            <p:ph type="title"/>
          </p:nvPr>
        </p:nvSpPr>
        <p:spPr>
          <a:xfrm>
            <a:off x="42846" y="0"/>
            <a:ext cx="8921642" cy="742757"/>
          </a:xfrm>
        </p:spPr>
        <p:txBody>
          <a:bodyPr>
            <a:normAutofit fontScale="90000"/>
          </a:bodyPr>
          <a:lstStyle/>
          <a:p>
            <a:pPr>
              <a:lnSpc>
                <a:spcPct val="115000"/>
              </a:lnSpc>
              <a:spcAft>
                <a:spcPts val="750"/>
              </a:spcAft>
            </a:pPr>
            <a:r>
              <a:rPr lang="en-IN" b="1" dirty="0">
                <a:solidFill>
                  <a:srgbClr val="002060"/>
                </a:solidFill>
              </a:rPr>
              <a:t>The Electrocardiogram (ECG)</a:t>
            </a:r>
            <a:endParaRPr lang="en-US" altLang="en-US" b="1" dirty="0">
              <a:solidFill>
                <a:srgbClr val="002060"/>
              </a:solidFill>
            </a:endParaRPr>
          </a:p>
        </p:txBody>
      </p:sp>
      <p:sp>
        <p:nvSpPr>
          <p:cNvPr id="5" name="Content Placeholder 4">
            <a:extLst>
              <a:ext uri="{FF2B5EF4-FFF2-40B4-BE49-F238E27FC236}">
                <a16:creationId xmlns:a16="http://schemas.microsoft.com/office/drawing/2014/main" id="{EC387AF2-8430-2930-02C6-1A0AF4E096FA}"/>
              </a:ext>
            </a:extLst>
          </p:cNvPr>
          <p:cNvSpPr>
            <a:spLocks noGrp="1"/>
          </p:cNvSpPr>
          <p:nvPr>
            <p:ph sz="half" idx="1"/>
          </p:nvPr>
        </p:nvSpPr>
        <p:spPr>
          <a:xfrm>
            <a:off x="233772" y="760252"/>
            <a:ext cx="8874732" cy="4073500"/>
          </a:xfrm>
        </p:spPr>
        <p:txBody>
          <a:bodyPr>
            <a:normAutofit fontScale="55000" lnSpcReduction="20000"/>
          </a:bodyPr>
          <a:lstStyle/>
          <a:p>
            <a:pPr lvl="0">
              <a:lnSpc>
                <a:spcPct val="170000"/>
              </a:lnSpc>
            </a:pPr>
            <a:r>
              <a:rPr lang="en-IN" dirty="0" smtClean="0"/>
              <a:t>ECG </a:t>
            </a:r>
            <a:r>
              <a:rPr lang="en-IN" dirty="0"/>
              <a:t>is the graphical representation of </a:t>
            </a:r>
            <a:r>
              <a:rPr lang="en-IN" b="1" dirty="0"/>
              <a:t>electrical activity of heart </a:t>
            </a:r>
          </a:p>
          <a:p>
            <a:pPr lvl="0">
              <a:lnSpc>
                <a:spcPct val="170000"/>
              </a:lnSpc>
            </a:pPr>
            <a:r>
              <a:rPr lang="en-IN" dirty="0"/>
              <a:t>It is </a:t>
            </a:r>
            <a:r>
              <a:rPr lang="en-IN"/>
              <a:t>a </a:t>
            </a:r>
            <a:r>
              <a:rPr lang="en-IN" smtClean="0"/>
              <a:t>interpretation </a:t>
            </a:r>
            <a:r>
              <a:rPr lang="en-IN" dirty="0"/>
              <a:t>of the electrical activity of the heart over time captured and externally </a:t>
            </a:r>
            <a:r>
              <a:rPr lang="en-IN" b="1" dirty="0"/>
              <a:t>recorded by skin electrodes </a:t>
            </a:r>
          </a:p>
          <a:p>
            <a:pPr lvl="0">
              <a:lnSpc>
                <a:spcPct val="170000"/>
              </a:lnSpc>
            </a:pPr>
            <a:r>
              <a:rPr lang="en-IN" dirty="0"/>
              <a:t>The device used to produce this </a:t>
            </a:r>
            <a:r>
              <a:rPr lang="en-IN" b="1" dirty="0"/>
              <a:t>non invasive</a:t>
            </a:r>
            <a:r>
              <a:rPr lang="en-IN" dirty="0"/>
              <a:t> record is called electrocardiograph </a:t>
            </a:r>
          </a:p>
          <a:p>
            <a:pPr lvl="0">
              <a:lnSpc>
                <a:spcPct val="170000"/>
              </a:lnSpc>
            </a:pPr>
            <a:r>
              <a:rPr lang="en-IN" dirty="0"/>
              <a:t>ECG is used for the diagnosis of heart disease and may occasionally be the only </a:t>
            </a:r>
            <a:r>
              <a:rPr lang="en-IN" b="1" dirty="0"/>
              <a:t>marker for the presence of heart disease </a:t>
            </a:r>
          </a:p>
          <a:p>
            <a:pPr lvl="0">
              <a:lnSpc>
                <a:spcPct val="170000"/>
              </a:lnSpc>
            </a:pPr>
            <a:r>
              <a:rPr lang="en-IN" dirty="0"/>
              <a:t>The graph on which the electrical activity is recorded is called </a:t>
            </a:r>
            <a:r>
              <a:rPr lang="en-IN" dirty="0" smtClean="0"/>
              <a:t>electrocardiogram. The </a:t>
            </a:r>
            <a:r>
              <a:rPr lang="en-IN" dirty="0"/>
              <a:t>most important is the </a:t>
            </a:r>
            <a:r>
              <a:rPr lang="en-IN" b="1" dirty="0"/>
              <a:t>waves which is represented as ‘PQRST’ </a:t>
            </a:r>
          </a:p>
          <a:p>
            <a:pPr lvl="0">
              <a:lnSpc>
                <a:spcPct val="170000"/>
              </a:lnSpc>
            </a:pPr>
            <a:r>
              <a:rPr lang="en-IN" dirty="0"/>
              <a:t>In which </a:t>
            </a:r>
            <a:r>
              <a:rPr lang="en-IN" b="1" dirty="0"/>
              <a:t>P wave represents Atrial depolarisation where T wave represents ventricular repolarisation and QRS represents ventricular depolarisation</a:t>
            </a:r>
          </a:p>
        </p:txBody>
      </p:sp>
    </p:spTree>
    <p:extLst>
      <p:ext uri="{BB962C8B-B14F-4D97-AF65-F5344CB8AC3E}">
        <p14:creationId xmlns:p14="http://schemas.microsoft.com/office/powerpoint/2010/main" val="428537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93563"/>
          </a:xfrm>
        </p:spPr>
        <p:txBody>
          <a:bodyPr>
            <a:normAutofit fontScale="90000"/>
          </a:bodyPr>
          <a:lstStyle/>
          <a:p>
            <a:r>
              <a:rPr lang="en-US" dirty="0" smtClean="0"/>
              <a:t>How does ECG data looks like?</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059583"/>
            <a:ext cx="5081110" cy="136815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96" y="3291830"/>
            <a:ext cx="9108504" cy="1584176"/>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p14:cNvContentPartPr/>
              <p14:nvPr/>
            </p14:nvContentPartPr>
            <p14:xfrm>
              <a:off x="0" y="775800"/>
              <a:ext cx="9142560" cy="3932640"/>
            </p14:xfrm>
          </p:contentPart>
        </mc:Choice>
        <mc:Fallback xmlns="">
          <p:pic>
            <p:nvPicPr>
              <p:cNvPr id="3" name="Ink 2"/>
              <p:cNvPicPr/>
              <p:nvPr/>
            </p:nvPicPr>
            <p:blipFill>
              <a:blip r:embed="rId5"/>
              <a:stretch>
                <a:fillRect/>
              </a:stretch>
            </p:blipFill>
            <p:spPr>
              <a:xfrm>
                <a:off x="-5400" y="772200"/>
                <a:ext cx="9152640" cy="3939480"/>
              </a:xfrm>
              <a:prstGeom prst="rect">
                <a:avLst/>
              </a:prstGeom>
            </p:spPr>
          </p:pic>
        </mc:Fallback>
      </mc:AlternateContent>
    </p:spTree>
    <p:extLst>
      <p:ext uri="{BB962C8B-B14F-4D97-AF65-F5344CB8AC3E}">
        <p14:creationId xmlns:p14="http://schemas.microsoft.com/office/powerpoint/2010/main" val="32862828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7F819-5900-C06C-AD25-ADDE0E6AE2B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ED8C38A-2B2F-5E83-06AD-81B0E4803B2F}"/>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rPr>
              <a:t>The Electrocardiogram (ECG )</a:t>
            </a:r>
            <a:endParaRPr lang="en-US" altLang="en-US" sz="3600" b="1" dirty="0">
              <a:solidFill>
                <a:srgbClr val="002060"/>
              </a:solidFill>
            </a:endParaRPr>
          </a:p>
        </p:txBody>
      </p:sp>
      <p:pic>
        <p:nvPicPr>
          <p:cNvPr id="1026" name="Picture 2" descr="JaypeeDigital | eBook Reader">
            <a:extLst>
              <a:ext uri="{FF2B5EF4-FFF2-40B4-BE49-F238E27FC236}">
                <a16:creationId xmlns:a16="http://schemas.microsoft.com/office/drawing/2014/main" id="{62BA0C96-C255-1167-C0E5-21656147FC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843559"/>
            <a:ext cx="3600400" cy="242939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BEED37E-DD00-B2A2-CD3F-8C171A705BB8}"/>
              </a:ext>
            </a:extLst>
          </p:cNvPr>
          <p:cNvPicPr>
            <a:picLocks noChangeAspect="1"/>
          </p:cNvPicPr>
          <p:nvPr/>
        </p:nvPicPr>
        <p:blipFill>
          <a:blip r:embed="rId4"/>
          <a:stretch>
            <a:fillRect/>
          </a:stretch>
        </p:blipFill>
        <p:spPr>
          <a:xfrm>
            <a:off x="5408420" y="962606"/>
            <a:ext cx="3423766" cy="2401232"/>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290520" y="1698480"/>
              <a:ext cx="1877040" cy="593640"/>
            </p14:xfrm>
          </p:contentPart>
        </mc:Choice>
        <mc:Fallback xmlns="">
          <p:pic>
            <p:nvPicPr>
              <p:cNvPr id="2" name="Ink 1"/>
              <p:cNvPicPr/>
              <p:nvPr/>
            </p:nvPicPr>
            <p:blipFill>
              <a:blip r:embed="rId6"/>
              <a:stretch>
                <a:fillRect/>
              </a:stretch>
            </p:blipFill>
            <p:spPr>
              <a:xfrm>
                <a:off x="285480" y="1693440"/>
                <a:ext cx="1888200" cy="604080"/>
              </a:xfrm>
              <a:prstGeom prst="rect">
                <a:avLst/>
              </a:prstGeom>
            </p:spPr>
          </p:pic>
        </mc:Fallback>
      </mc:AlternateContent>
    </p:spTree>
    <p:extLst>
      <p:ext uri="{BB962C8B-B14F-4D97-AF65-F5344CB8AC3E}">
        <p14:creationId xmlns:p14="http://schemas.microsoft.com/office/powerpoint/2010/main" val="412245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2D986-7805-C177-8254-D1B5AA895A4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933624E-6BB8-BE79-6B5E-FA8D938483D7}"/>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rPr>
              <a:t>The Electrocardiogram (ECG)</a:t>
            </a:r>
            <a:endParaRPr lang="en-US" altLang="en-US" sz="3600" b="1" dirty="0">
              <a:solidFill>
                <a:srgbClr val="002060"/>
              </a:solidFill>
            </a:endParaRPr>
          </a:p>
        </p:txBody>
      </p:sp>
      <p:pic>
        <p:nvPicPr>
          <p:cNvPr id="3" name="Picture 2">
            <a:extLst>
              <a:ext uri="{FF2B5EF4-FFF2-40B4-BE49-F238E27FC236}">
                <a16:creationId xmlns:a16="http://schemas.microsoft.com/office/drawing/2014/main" id="{7F2E023D-F999-F31F-92C0-111E9C34DBA4}"/>
              </a:ext>
            </a:extLst>
          </p:cNvPr>
          <p:cNvPicPr>
            <a:picLocks noChangeAspect="1"/>
          </p:cNvPicPr>
          <p:nvPr/>
        </p:nvPicPr>
        <p:blipFill>
          <a:blip r:embed="rId3"/>
          <a:stretch>
            <a:fillRect/>
          </a:stretch>
        </p:blipFill>
        <p:spPr>
          <a:xfrm>
            <a:off x="4139952" y="788301"/>
            <a:ext cx="4536504" cy="4099656"/>
          </a:xfrm>
          <a:prstGeom prst="rect">
            <a:avLst/>
          </a:prstGeom>
        </p:spPr>
      </p:pic>
      <p:sp>
        <p:nvSpPr>
          <p:cNvPr id="5" name="TextBox 4">
            <a:extLst>
              <a:ext uri="{FF2B5EF4-FFF2-40B4-BE49-F238E27FC236}">
                <a16:creationId xmlns:a16="http://schemas.microsoft.com/office/drawing/2014/main" id="{FA45EB0E-1EC5-BF76-AC27-57AFD92D93BD}"/>
              </a:ext>
            </a:extLst>
          </p:cNvPr>
          <p:cNvSpPr txBox="1"/>
          <p:nvPr/>
        </p:nvSpPr>
        <p:spPr>
          <a:xfrm>
            <a:off x="179512" y="2237259"/>
            <a:ext cx="3168352" cy="1846659"/>
          </a:xfrm>
          <a:prstGeom prst="rect">
            <a:avLst/>
          </a:prstGeom>
          <a:noFill/>
        </p:spPr>
        <p:txBody>
          <a:bodyPr wrap="square">
            <a:spAutoFit/>
          </a:bodyPr>
          <a:lstStyle/>
          <a:p>
            <a:r>
              <a:rPr lang="en-IN" dirty="0">
                <a:solidFill>
                  <a:srgbClr val="7030A0"/>
                </a:solidFill>
                <a:latin typeface="Aptos" panose="020B0004020202020204" pitchFamily="34" charset="0"/>
                <a:cs typeface="Times New Roman" panose="02020603050405020304" pitchFamily="18" charset="0"/>
              </a:rPr>
              <a:t>•</a:t>
            </a:r>
            <a:r>
              <a:rPr lang="en-IN" sz="1200" dirty="0">
                <a:solidFill>
                  <a:srgbClr val="7030A0"/>
                </a:solidFill>
                <a:cs typeface="Times New Roman" panose="02020603050405020304" pitchFamily="18" charset="0"/>
              </a:rPr>
              <a:t> Amplitude: 	1-5 mV </a:t>
            </a:r>
          </a:p>
          <a:p>
            <a:r>
              <a:rPr lang="en-IN" sz="1200" dirty="0">
                <a:solidFill>
                  <a:srgbClr val="7030A0"/>
                </a:solidFill>
                <a:cs typeface="Times New Roman" panose="02020603050405020304" pitchFamily="18" charset="0"/>
              </a:rPr>
              <a:t>• Bandwidth: 	0.05-100 Hz </a:t>
            </a:r>
            <a:endParaRPr lang="en-IN" sz="1200" dirty="0">
              <a:cs typeface="Times New Roman" panose="02020603050405020304" pitchFamily="18" charset="0"/>
            </a:endParaRPr>
          </a:p>
          <a:p>
            <a:endParaRPr lang="en-IN" sz="1200" dirty="0">
              <a:cs typeface="Times New Roman" panose="02020603050405020304" pitchFamily="18" charset="0"/>
            </a:endParaRPr>
          </a:p>
          <a:p>
            <a:r>
              <a:rPr lang="en-IN" sz="1200" dirty="0">
                <a:effectLst/>
                <a:ea typeface="Aptos" panose="020B0004020202020204" pitchFamily="34" charset="0"/>
                <a:cs typeface="Times New Roman" panose="02020603050405020304" pitchFamily="18" charset="0"/>
              </a:rPr>
              <a:t>• Largest measurement error sources: </a:t>
            </a:r>
          </a:p>
          <a:p>
            <a:pPr lvl="1"/>
            <a:r>
              <a:rPr lang="en-IN" sz="1200" dirty="0">
                <a:effectLst/>
                <a:ea typeface="Aptos" panose="020B0004020202020204" pitchFamily="34" charset="0"/>
                <a:cs typeface="Times New Roman" panose="02020603050405020304" pitchFamily="18" charset="0"/>
              </a:rPr>
              <a:t>– Motion </a:t>
            </a:r>
            <a:r>
              <a:rPr lang="en-IN" sz="1200" dirty="0" err="1" smtClean="0">
                <a:effectLst/>
                <a:ea typeface="Aptos" panose="020B0004020202020204" pitchFamily="34" charset="0"/>
                <a:cs typeface="Times New Roman" panose="02020603050405020304" pitchFamily="18" charset="0"/>
              </a:rPr>
              <a:t>artifacts</a:t>
            </a:r>
            <a:r>
              <a:rPr lang="en-IN" sz="1200" dirty="0" smtClean="0">
                <a:effectLst/>
                <a:ea typeface="Aptos" panose="020B0004020202020204" pitchFamily="34" charset="0"/>
                <a:cs typeface="Times New Roman" panose="02020603050405020304" pitchFamily="18" charset="0"/>
              </a:rPr>
              <a:t>: B</a:t>
            </a:r>
            <a:r>
              <a:rPr lang="en-US" sz="1200" dirty="0" err="1" smtClean="0"/>
              <a:t>ody</a:t>
            </a:r>
            <a:r>
              <a:rPr lang="en-US" sz="1200" dirty="0" smtClean="0"/>
              <a:t> </a:t>
            </a:r>
            <a:r>
              <a:rPr lang="en-US" sz="1200" dirty="0"/>
              <a:t>movements, muscle contractions, or even electrode displacements.</a:t>
            </a:r>
            <a:endParaRPr lang="en-IN" sz="1200" dirty="0">
              <a:effectLst/>
              <a:ea typeface="Aptos" panose="020B0004020202020204" pitchFamily="34" charset="0"/>
              <a:cs typeface="Times New Roman" panose="02020603050405020304" pitchFamily="18" charset="0"/>
            </a:endParaRPr>
          </a:p>
          <a:p>
            <a:pPr lvl="1"/>
            <a:r>
              <a:rPr lang="en-IN" sz="1200" dirty="0">
                <a:effectLst/>
                <a:ea typeface="Aptos" panose="020B0004020202020204" pitchFamily="34" charset="0"/>
                <a:cs typeface="Times New Roman" panose="02020603050405020304" pitchFamily="18" charset="0"/>
              </a:rPr>
              <a:t>– 50/60 Hz powerline interference</a:t>
            </a:r>
          </a:p>
          <a:p>
            <a:pPr lvl="1"/>
            <a:r>
              <a:rPr lang="en-IN" sz="1200" dirty="0">
                <a:effectLst/>
                <a:ea typeface="Aptos" panose="020B0004020202020204" pitchFamily="34" charset="0"/>
                <a:cs typeface="Times New Roman" panose="02020603050405020304" pitchFamily="18" charset="0"/>
              </a:rPr>
              <a:t> </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676800" y="1647720"/>
              <a:ext cx="7224840" cy="3179880"/>
            </p14:xfrm>
          </p:contentPart>
        </mc:Choice>
        <mc:Fallback xmlns="">
          <p:pic>
            <p:nvPicPr>
              <p:cNvPr id="2" name="Ink 1"/>
              <p:cNvPicPr/>
              <p:nvPr/>
            </p:nvPicPr>
            <p:blipFill>
              <a:blip r:embed="rId5"/>
              <a:stretch>
                <a:fillRect/>
              </a:stretch>
            </p:blipFill>
            <p:spPr>
              <a:xfrm>
                <a:off x="671760" y="1644120"/>
                <a:ext cx="7236360" cy="3189600"/>
              </a:xfrm>
              <a:prstGeom prst="rect">
                <a:avLst/>
              </a:prstGeom>
            </p:spPr>
          </p:pic>
        </mc:Fallback>
      </mc:AlternateContent>
    </p:spTree>
    <p:extLst>
      <p:ext uri="{BB962C8B-B14F-4D97-AF65-F5344CB8AC3E}">
        <p14:creationId xmlns:p14="http://schemas.microsoft.com/office/powerpoint/2010/main" val="2195185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5DEC7-D35E-3586-2552-6EC0EEFE621B}"/>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ED63B6E3-6C88-C457-CFAA-06A79F4CB14C}"/>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rPr>
              <a:t>Uses of The Electrocardiogram (ECG )</a:t>
            </a:r>
            <a:endParaRPr lang="en-US" altLang="en-US" sz="3600" b="1" dirty="0">
              <a:solidFill>
                <a:srgbClr val="002060"/>
              </a:solidFill>
            </a:endParaRPr>
          </a:p>
        </p:txBody>
      </p:sp>
      <p:sp>
        <p:nvSpPr>
          <p:cNvPr id="5" name="Content Placeholder 4">
            <a:extLst>
              <a:ext uri="{FF2B5EF4-FFF2-40B4-BE49-F238E27FC236}">
                <a16:creationId xmlns:a16="http://schemas.microsoft.com/office/drawing/2014/main" id="{F1CF6DAF-E284-CF67-5279-1DAC2952F3B9}"/>
              </a:ext>
            </a:extLst>
          </p:cNvPr>
          <p:cNvSpPr>
            <a:spLocks noGrp="1"/>
          </p:cNvSpPr>
          <p:nvPr>
            <p:ph sz="half" idx="1"/>
          </p:nvPr>
        </p:nvSpPr>
        <p:spPr>
          <a:xfrm>
            <a:off x="233772" y="760252"/>
            <a:ext cx="8874732" cy="4073500"/>
          </a:xfrm>
        </p:spPr>
        <p:txBody>
          <a:bodyPr>
            <a:normAutofit fontScale="55000" lnSpcReduction="20000"/>
          </a:bodyPr>
          <a:lstStyle/>
          <a:p>
            <a:pPr marL="0" lvl="0" indent="0">
              <a:buNone/>
            </a:pPr>
            <a:r>
              <a:rPr lang="en-US" b="1" u="sng" dirty="0"/>
              <a:t>Uses of ECG Electrocardiogram is used to detect:</a:t>
            </a:r>
            <a:r>
              <a:rPr lang="en-IN" dirty="0"/>
              <a:t> </a:t>
            </a:r>
          </a:p>
          <a:p>
            <a:pPr lvl="0"/>
            <a:r>
              <a:rPr lang="en-IN" dirty="0"/>
              <a:t>Irregularities in your heart rhythm (arrhythmias) </a:t>
            </a:r>
          </a:p>
          <a:p>
            <a:pPr lvl="0"/>
            <a:r>
              <a:rPr lang="en-IN" dirty="0"/>
              <a:t>If blocked or narrowed arteries in your heart (coronary artery disease) are causing chest pain or a heart attack </a:t>
            </a:r>
          </a:p>
          <a:p>
            <a:pPr lvl="0"/>
            <a:r>
              <a:rPr lang="en-IN" dirty="0"/>
              <a:t> Structural problems with your heart's chambers </a:t>
            </a:r>
          </a:p>
          <a:p>
            <a:pPr lvl="0"/>
            <a:r>
              <a:rPr lang="en-IN" dirty="0"/>
              <a:t>A previous heart attack </a:t>
            </a:r>
          </a:p>
          <a:p>
            <a:pPr lvl="0"/>
            <a:r>
              <a:rPr lang="en-IN" dirty="0"/>
              <a:t>How well certain ongoing heart disease treatments, such as a pacemaker, are working </a:t>
            </a:r>
            <a:endParaRPr lang="en-IN" dirty="0" smtClean="0"/>
          </a:p>
          <a:p>
            <a:pPr marL="0" lvl="0" indent="0">
              <a:buNone/>
            </a:pPr>
            <a:endParaRPr lang="en-IN" dirty="0"/>
          </a:p>
          <a:p>
            <a:pPr marL="0" lvl="0" indent="0">
              <a:buNone/>
            </a:pPr>
            <a:r>
              <a:rPr lang="en-IN" b="1" dirty="0" smtClean="0"/>
              <a:t>Signs </a:t>
            </a:r>
            <a:r>
              <a:rPr lang="en-IN" b="1" dirty="0"/>
              <a:t>and symptoms which leads for ECG analysis </a:t>
            </a:r>
          </a:p>
          <a:p>
            <a:pPr lvl="0"/>
            <a:r>
              <a:rPr lang="en-IN" dirty="0">
                <a:sym typeface="Symbol" panose="05050102010706020507" pitchFamily="18" charset="2"/>
              </a:rPr>
              <a:t></a:t>
            </a:r>
            <a:r>
              <a:rPr lang="en-IN" dirty="0"/>
              <a:t> Heart palpitations </a:t>
            </a:r>
          </a:p>
          <a:p>
            <a:pPr lvl="0"/>
            <a:r>
              <a:rPr lang="en-IN" dirty="0">
                <a:sym typeface="Symbol" panose="05050102010706020507" pitchFamily="18" charset="2"/>
              </a:rPr>
              <a:t></a:t>
            </a:r>
            <a:r>
              <a:rPr lang="en-IN" dirty="0"/>
              <a:t> Rapid pulse </a:t>
            </a:r>
          </a:p>
          <a:p>
            <a:pPr lvl="0"/>
            <a:r>
              <a:rPr lang="en-IN" dirty="0">
                <a:sym typeface="Symbol" panose="05050102010706020507" pitchFamily="18" charset="2"/>
              </a:rPr>
              <a:t></a:t>
            </a:r>
            <a:r>
              <a:rPr lang="en-IN" dirty="0"/>
              <a:t> Chest pain </a:t>
            </a:r>
          </a:p>
          <a:p>
            <a:pPr lvl="0"/>
            <a:r>
              <a:rPr lang="en-IN" dirty="0">
                <a:sym typeface="Symbol" panose="05050102010706020507" pitchFamily="18" charset="2"/>
              </a:rPr>
              <a:t></a:t>
            </a:r>
            <a:r>
              <a:rPr lang="en-IN" dirty="0"/>
              <a:t> Shortness of breath</a:t>
            </a:r>
          </a:p>
          <a:p>
            <a:pPr lvl="0"/>
            <a:r>
              <a:rPr lang="en-IN" dirty="0">
                <a:sym typeface="Symbol" panose="05050102010706020507" pitchFamily="18" charset="2"/>
              </a:rPr>
              <a:t></a:t>
            </a:r>
            <a:r>
              <a:rPr lang="en-IN" dirty="0"/>
              <a:t> Dizziness, light-headedness or confusion </a:t>
            </a:r>
          </a:p>
          <a:p>
            <a:pPr lvl="0"/>
            <a:r>
              <a:rPr lang="en-IN" dirty="0">
                <a:sym typeface="Symbol" panose="05050102010706020507" pitchFamily="18" charset="2"/>
              </a:rPr>
              <a:t></a:t>
            </a:r>
            <a:r>
              <a:rPr lang="en-IN" dirty="0"/>
              <a:t> Weakness, fatigue or a decline in ability to exercise</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722520" y="1191960"/>
              <a:ext cx="5033880" cy="3087000"/>
            </p14:xfrm>
          </p:contentPart>
        </mc:Choice>
        <mc:Fallback xmlns="">
          <p:pic>
            <p:nvPicPr>
              <p:cNvPr id="2" name="Ink 1"/>
              <p:cNvPicPr/>
              <p:nvPr/>
            </p:nvPicPr>
            <p:blipFill>
              <a:blip r:embed="rId4"/>
              <a:stretch>
                <a:fillRect/>
              </a:stretch>
            </p:blipFill>
            <p:spPr>
              <a:xfrm>
                <a:off x="718200" y="1186920"/>
                <a:ext cx="5041440" cy="3096720"/>
              </a:xfrm>
              <a:prstGeom prst="rect">
                <a:avLst/>
              </a:prstGeom>
            </p:spPr>
          </p:pic>
        </mc:Fallback>
      </mc:AlternateContent>
    </p:spTree>
    <p:extLst>
      <p:ext uri="{BB962C8B-B14F-4D97-AF65-F5344CB8AC3E}">
        <p14:creationId xmlns:p14="http://schemas.microsoft.com/office/powerpoint/2010/main" val="205541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E676-E3C4-C491-90FF-AD7269B2DD38}"/>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0C3DDDEF-861F-2865-2362-65C24F3E43C6}"/>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smtClean="0">
                <a:solidFill>
                  <a:srgbClr val="002060"/>
                </a:solidFill>
              </a:rPr>
              <a:t>Irregularities in ECG</a:t>
            </a:r>
            <a:endParaRPr lang="en-US" altLang="en-US" sz="3600" b="1" dirty="0">
              <a:solidFill>
                <a:srgbClr val="002060"/>
              </a:solidFill>
            </a:endParaRPr>
          </a:p>
        </p:txBody>
      </p:sp>
      <p:pic>
        <p:nvPicPr>
          <p:cNvPr id="3" name="Picture 2">
            <a:extLst>
              <a:ext uri="{FF2B5EF4-FFF2-40B4-BE49-F238E27FC236}">
                <a16:creationId xmlns:a16="http://schemas.microsoft.com/office/drawing/2014/main" id="{FE1B6AA9-8A44-AEB5-CC08-17E64DE498DA}"/>
              </a:ext>
            </a:extLst>
          </p:cNvPr>
          <p:cNvPicPr>
            <a:picLocks noChangeAspect="1"/>
          </p:cNvPicPr>
          <p:nvPr/>
        </p:nvPicPr>
        <p:blipFill>
          <a:blip r:embed="rId3"/>
          <a:stretch>
            <a:fillRect/>
          </a:stretch>
        </p:blipFill>
        <p:spPr>
          <a:xfrm>
            <a:off x="179512" y="915566"/>
            <a:ext cx="3888432" cy="3124633"/>
          </a:xfrm>
          <a:prstGeom prst="rect">
            <a:avLst/>
          </a:prstGeom>
        </p:spPr>
      </p:pic>
      <p:pic>
        <p:nvPicPr>
          <p:cNvPr id="4" name="Picture 3">
            <a:extLst>
              <a:ext uri="{FF2B5EF4-FFF2-40B4-BE49-F238E27FC236}">
                <a16:creationId xmlns:a16="http://schemas.microsoft.com/office/drawing/2014/main" id="{5B2029B6-0414-90B1-4143-1E757F139750}"/>
              </a:ext>
            </a:extLst>
          </p:cNvPr>
          <p:cNvPicPr>
            <a:picLocks noChangeAspect="1"/>
          </p:cNvPicPr>
          <p:nvPr/>
        </p:nvPicPr>
        <p:blipFill>
          <a:blip r:embed="rId4"/>
          <a:stretch>
            <a:fillRect/>
          </a:stretch>
        </p:blipFill>
        <p:spPr>
          <a:xfrm>
            <a:off x="4499992" y="1131590"/>
            <a:ext cx="4035592" cy="3075806"/>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393840" y="998640"/>
              <a:ext cx="7430400" cy="2936160"/>
            </p14:xfrm>
          </p:contentPart>
        </mc:Choice>
        <mc:Fallback xmlns="">
          <p:pic>
            <p:nvPicPr>
              <p:cNvPr id="2" name="Ink 1"/>
              <p:cNvPicPr/>
              <p:nvPr/>
            </p:nvPicPr>
            <p:blipFill>
              <a:blip r:embed="rId6"/>
              <a:stretch>
                <a:fillRect/>
              </a:stretch>
            </p:blipFill>
            <p:spPr>
              <a:xfrm>
                <a:off x="388800" y="993600"/>
                <a:ext cx="7440840" cy="2947320"/>
              </a:xfrm>
              <a:prstGeom prst="rect">
                <a:avLst/>
              </a:prstGeom>
            </p:spPr>
          </p:pic>
        </mc:Fallback>
      </mc:AlternateContent>
    </p:spTree>
    <p:extLst>
      <p:ext uri="{BB962C8B-B14F-4D97-AF65-F5344CB8AC3E}">
        <p14:creationId xmlns:p14="http://schemas.microsoft.com/office/powerpoint/2010/main" val="1402777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8D289-7A2A-672E-5270-3A3CBA90341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C420A61-D950-2446-243D-CB1BCB29A10C}"/>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rPr>
              <a:t>The Electrocardiogram (ECG )</a:t>
            </a:r>
            <a:endParaRPr lang="en-US" altLang="en-US" sz="3600" b="1" dirty="0">
              <a:solidFill>
                <a:srgbClr val="002060"/>
              </a:solidFill>
            </a:endParaRPr>
          </a:p>
        </p:txBody>
      </p:sp>
      <p:sp>
        <p:nvSpPr>
          <p:cNvPr id="3" name="TextBox 2">
            <a:extLst>
              <a:ext uri="{FF2B5EF4-FFF2-40B4-BE49-F238E27FC236}">
                <a16:creationId xmlns:a16="http://schemas.microsoft.com/office/drawing/2014/main" id="{4CE81666-AF96-C905-FC1B-5F47C0893AAD}"/>
              </a:ext>
            </a:extLst>
          </p:cNvPr>
          <p:cNvSpPr txBox="1"/>
          <p:nvPr/>
        </p:nvSpPr>
        <p:spPr>
          <a:xfrm>
            <a:off x="539552" y="757970"/>
            <a:ext cx="4176464" cy="2585836"/>
          </a:xfrm>
          <a:prstGeom prst="rect">
            <a:avLst/>
          </a:prstGeom>
          <a:noFill/>
        </p:spPr>
        <p:txBody>
          <a:bodyPr wrap="square">
            <a:spAutoFit/>
          </a:bodyPr>
          <a:lstStyle/>
          <a:p>
            <a:pPr lvl="0">
              <a:lnSpc>
                <a:spcPct val="115000"/>
              </a:lnSpc>
              <a:spcAft>
                <a:spcPts val="800"/>
              </a:spcAft>
              <a:buSzPts val="1000"/>
              <a:tabLst>
                <a:tab pos="457200" algn="l"/>
              </a:tabLst>
            </a:pPr>
            <a:r>
              <a:rPr lang="en-IN" b="1" u="sng" kern="100" dirty="0">
                <a:solidFill>
                  <a:srgbClr val="467886"/>
                </a:solidFill>
                <a:latin typeface="Aptos" panose="020B0004020202020204" pitchFamily="34" charset="0"/>
                <a:ea typeface="Aptos" panose="020B0004020202020204" pitchFamily="34" charset="0"/>
                <a:cs typeface="Times New Roman" panose="02020603050405020304" pitchFamily="18" charset="0"/>
              </a:rPr>
              <a:t>Advantages</a:t>
            </a:r>
          </a:p>
          <a:p>
            <a:pPr marL="342900" lvl="0" indent="-342900">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Low cost </a:t>
            </a:r>
          </a:p>
          <a:p>
            <a:pPr marL="342900" lvl="0" indent="-342900">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Low morbidity </a:t>
            </a:r>
          </a:p>
          <a:p>
            <a:pPr marL="342900" lvl="0" indent="-342900">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Readily repeatable </a:t>
            </a:r>
          </a:p>
          <a:p>
            <a:pPr marL="342900" lvl="0" indent="-342900">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Portable </a:t>
            </a:r>
          </a:p>
          <a:p>
            <a:pPr marL="342900" lvl="0" indent="-342900">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Provides some spatial or localization </a:t>
            </a:r>
            <a:r>
              <a:rPr lang="en-IN" sz="1800" kern="100">
                <a:effectLst/>
                <a:latin typeface="Aptos" panose="020B0004020202020204" pitchFamily="34" charset="0"/>
                <a:ea typeface="Aptos" panose="020B0004020202020204" pitchFamily="34" charset="0"/>
                <a:cs typeface="Times New Roman" panose="02020603050405020304" pitchFamily="18" charset="0"/>
              </a:rPr>
              <a:t>information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39AA1AE-7791-23CE-B419-E43EECE5BB20}"/>
              </a:ext>
            </a:extLst>
          </p:cNvPr>
          <p:cNvSpPr txBox="1"/>
          <p:nvPr/>
        </p:nvSpPr>
        <p:spPr>
          <a:xfrm>
            <a:off x="4860032" y="742757"/>
            <a:ext cx="3744416" cy="2830198"/>
          </a:xfrm>
          <a:prstGeom prst="rect">
            <a:avLst/>
          </a:prstGeom>
          <a:noFill/>
        </p:spPr>
        <p:txBody>
          <a:bodyPr wrap="square">
            <a:spAutoFit/>
          </a:bodyPr>
          <a:lstStyle/>
          <a:p>
            <a:pPr>
              <a:lnSpc>
                <a:spcPct val="115000"/>
              </a:lnSpc>
              <a:spcAft>
                <a:spcPts val="800"/>
              </a:spcAft>
              <a:buSzPts val="1000"/>
              <a:tabLst>
                <a:tab pos="457200" algn="l"/>
              </a:tabLst>
            </a:pPr>
            <a:r>
              <a:rPr lang="en-IN" b="1" u="sng" kern="100" dirty="0">
                <a:solidFill>
                  <a:srgbClr val="467886"/>
                </a:solidFill>
                <a:latin typeface="Aptos" panose="020B0004020202020204" pitchFamily="34" charset="0"/>
                <a:cs typeface="Times New Roman" panose="02020603050405020304" pitchFamily="18" charset="0"/>
                <a:hlinkClick r:id="rId3">
                  <a:extLst>
                    <a:ext uri="{A12FA001-AC4F-418D-AE19-62706E023703}">
                      <ahyp:hlinkClr xmlns="" xmlns:ahyp="http://schemas.microsoft.com/office/drawing/2018/hyperlinkcolor" val="tx"/>
                    </a:ext>
                  </a:extLst>
                </a:hlinkClick>
              </a:rPr>
              <a:t>Disadvantages </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It provides static picture which may not reflect severe underlying heart issues related to patients. </a:t>
            </a:r>
          </a:p>
          <a:p>
            <a:pPr marL="342900" lvl="0" indent="-342900">
              <a:lnSpc>
                <a:spcPct val="115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It uses wires and probes for testing, it restricts body movement.</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371520" y="1344960"/>
              <a:ext cx="3443400" cy="2301840"/>
            </p14:xfrm>
          </p:contentPart>
        </mc:Choice>
        <mc:Fallback xmlns="">
          <p:pic>
            <p:nvPicPr>
              <p:cNvPr id="2" name="Ink 1"/>
              <p:cNvPicPr/>
              <p:nvPr/>
            </p:nvPicPr>
            <p:blipFill>
              <a:blip r:embed="rId5"/>
              <a:stretch>
                <a:fillRect/>
              </a:stretch>
            </p:blipFill>
            <p:spPr>
              <a:xfrm>
                <a:off x="367200" y="1341720"/>
                <a:ext cx="3453120" cy="2309040"/>
              </a:xfrm>
              <a:prstGeom prst="rect">
                <a:avLst/>
              </a:prstGeom>
            </p:spPr>
          </p:pic>
        </mc:Fallback>
      </mc:AlternateContent>
    </p:spTree>
    <p:extLst>
      <p:ext uri="{BB962C8B-B14F-4D97-AF65-F5344CB8AC3E}">
        <p14:creationId xmlns:p14="http://schemas.microsoft.com/office/powerpoint/2010/main" val="311788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B9331-EF02-2E25-A767-8CEB9C0EC346}"/>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2295BDFC-3393-3855-CFEF-E9BE45225C55}"/>
              </a:ext>
            </a:extLst>
          </p:cNvPr>
          <p:cNvSpPr>
            <a:spLocks noGrp="1" noChangeArrowheads="1"/>
          </p:cNvSpPr>
          <p:nvPr>
            <p:ph type="title"/>
          </p:nvPr>
        </p:nvSpPr>
        <p:spPr>
          <a:xfrm>
            <a:off x="-36512" y="2543505"/>
            <a:ext cx="8921642" cy="742757"/>
          </a:xfrm>
        </p:spPr>
        <p:txBody>
          <a:bodyPr>
            <a:noAutofit/>
          </a:bodyPr>
          <a:lstStyle/>
          <a:p>
            <a:pPr>
              <a:lnSpc>
                <a:spcPct val="115000"/>
              </a:lnSpc>
              <a:spcAft>
                <a:spcPts val="750"/>
              </a:spcAft>
            </a:pPr>
            <a:r>
              <a:rPr lang="en-IN" sz="4800" b="1" dirty="0">
                <a:solidFill>
                  <a:srgbClr val="002060"/>
                </a:solidFill>
              </a:rPr>
              <a:t>The </a:t>
            </a:r>
            <a:r>
              <a:rPr lang="en-IN" sz="4800" b="1" dirty="0" err="1" smtClean="0">
                <a:solidFill>
                  <a:srgbClr val="002060"/>
                </a:solidFill>
                <a:hlinkClick r:id="rId3">
                  <a:extLst>
                    <a:ext uri="{A12FA001-AC4F-418D-AE19-62706E023703}">
                      <ahyp:hlinkClr xmlns="" xmlns:ahyp="http://schemas.microsoft.com/office/drawing/2018/hyperlinkcolor" val="tx"/>
                    </a:ext>
                  </a:extLst>
                </a:hlinkClick>
              </a:rPr>
              <a:t>ElectroEncephaloGram</a:t>
            </a:r>
            <a:r>
              <a:rPr lang="en-IN" sz="4800" b="1" dirty="0" smtClean="0">
                <a:solidFill>
                  <a:srgbClr val="002060"/>
                </a:solidFill>
                <a:hlinkClick r:id="rId3">
                  <a:extLst>
                    <a:ext uri="{A12FA001-AC4F-418D-AE19-62706E023703}">
                      <ahyp:hlinkClr xmlns="" xmlns:ahyp="http://schemas.microsoft.com/office/drawing/2018/hyperlinkcolor" val="tx"/>
                    </a:ext>
                  </a:extLst>
                </a:hlinkClick>
              </a:rPr>
              <a:t> </a:t>
            </a:r>
            <a:r>
              <a:rPr lang="en-IN" sz="4800" b="1" dirty="0">
                <a:solidFill>
                  <a:srgbClr val="002060"/>
                </a:solidFill>
                <a:hlinkClick r:id="rId3">
                  <a:extLst>
                    <a:ext uri="{A12FA001-AC4F-418D-AE19-62706E023703}">
                      <ahyp:hlinkClr xmlns="" xmlns:ahyp="http://schemas.microsoft.com/office/drawing/2018/hyperlinkcolor" val="tx"/>
                    </a:ext>
                  </a:extLst>
                </a:hlinkClick>
              </a:rPr>
              <a:t>(EEG</a:t>
            </a:r>
            <a:r>
              <a:rPr lang="en-IN" sz="4800" b="1" dirty="0">
                <a:solidFill>
                  <a:srgbClr val="002060"/>
                </a:solidFill>
              </a:rPr>
              <a:t>)</a:t>
            </a:r>
            <a:endParaRPr lang="en-US" altLang="en-US" sz="4800" b="1" dirty="0">
              <a:solidFill>
                <a:srgbClr val="002060"/>
              </a:solidFill>
            </a:endParaRPr>
          </a:p>
        </p:txBody>
      </p:sp>
    </p:spTree>
    <p:extLst>
      <p:ext uri="{BB962C8B-B14F-4D97-AF65-F5344CB8AC3E}">
        <p14:creationId xmlns:p14="http://schemas.microsoft.com/office/powerpoint/2010/main" val="3311362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7544" y="987574"/>
            <a:ext cx="7488832" cy="3416320"/>
          </a:xfrm>
          <a:prstGeom prst="rect">
            <a:avLst/>
          </a:prstGeom>
        </p:spPr>
        <p:txBody>
          <a:bodyPr wrap="square">
            <a:spAutoFit/>
          </a:bodyPr>
          <a:lstStyle/>
          <a:p>
            <a:r>
              <a:rPr lang="en-US" sz="1200" dirty="0"/>
              <a:t>1. Your Brain Has a Rhythm — Literally!</a:t>
            </a:r>
          </a:p>
          <a:p>
            <a:r>
              <a:rPr lang="en-US" sz="1200" dirty="0"/>
              <a:t>EEG shows that your brain creates rhythmic electrical patterns, like musical beats, even when you're resting. These rhythms change depending on whether you're sleeping, solving math problems, or even meditating!</a:t>
            </a:r>
          </a:p>
          <a:p>
            <a:endParaRPr lang="en-US" sz="1200" dirty="0"/>
          </a:p>
          <a:p>
            <a:r>
              <a:rPr lang="en-US" sz="1200" dirty="0"/>
              <a:t>2. You Can Control Devices with Your Brain</a:t>
            </a:r>
          </a:p>
          <a:p>
            <a:r>
              <a:rPr lang="en-US" sz="1200" dirty="0"/>
              <a:t>With Brain-Computer Interfaces (BCIs) based on EEG, people can control video games, prosthetic limbs, drones, or even type with their thoughts — just by thinking!</a:t>
            </a:r>
          </a:p>
          <a:p>
            <a:endParaRPr lang="en-US" sz="1200" dirty="0"/>
          </a:p>
          <a:p>
            <a:r>
              <a:rPr lang="en-US" sz="1200" dirty="0"/>
              <a:t>Fun example: In competitions, students use EEG headsets to race cars with their focus levels!</a:t>
            </a:r>
          </a:p>
          <a:p>
            <a:endParaRPr lang="en-US" sz="1200" dirty="0"/>
          </a:p>
          <a:p>
            <a:r>
              <a:rPr lang="en-US" sz="1200" dirty="0"/>
              <a:t>3. Your Brain Tells If You’re Sleeping — Before You Know It</a:t>
            </a:r>
          </a:p>
          <a:p>
            <a:r>
              <a:rPr lang="en-US" sz="1200" dirty="0"/>
              <a:t>EEG can detect when you're falling asleep before you're consciously aware of it. Brainwaves shift from fast and small (beta) to slow and large (theta and delta) during the transition into sleep.</a:t>
            </a:r>
          </a:p>
          <a:p>
            <a:endParaRPr lang="en-US" sz="1200" dirty="0"/>
          </a:p>
          <a:p>
            <a:endParaRPr lang="en-US" sz="1200" dirty="0"/>
          </a:p>
          <a:p>
            <a:r>
              <a:rPr lang="en-US" sz="1200" dirty="0" smtClean="0"/>
              <a:t>4. </a:t>
            </a:r>
            <a:r>
              <a:rPr lang="en-US" sz="1200" dirty="0"/>
              <a:t>Everyone’s </a:t>
            </a:r>
            <a:r>
              <a:rPr lang="en-US" sz="1200" dirty="0" err="1"/>
              <a:t>Brainprint</a:t>
            </a:r>
            <a:r>
              <a:rPr lang="en-US" sz="1200" dirty="0"/>
              <a:t> Is Unique</a:t>
            </a:r>
          </a:p>
          <a:p>
            <a:r>
              <a:rPr lang="en-US" sz="1200" dirty="0"/>
              <a:t>Just like a fingerprint, each person’s EEG pattern is slightly different. Some researchers are exploring EEG-based biometric authentication — unlocking devices with your brain’s signature!</a:t>
            </a:r>
          </a:p>
        </p:txBody>
      </p:sp>
      <p:sp>
        <p:nvSpPr>
          <p:cNvPr id="6" name="TextBox 5"/>
          <p:cNvSpPr txBox="1"/>
          <p:nvPr/>
        </p:nvSpPr>
        <p:spPr>
          <a:xfrm>
            <a:off x="467544" y="411510"/>
            <a:ext cx="1028167" cy="369332"/>
          </a:xfrm>
          <a:prstGeom prst="rect">
            <a:avLst/>
          </a:prstGeom>
          <a:noFill/>
        </p:spPr>
        <p:txBody>
          <a:bodyPr wrap="none" rtlCol="0">
            <a:spAutoFit/>
          </a:bodyPr>
          <a:lstStyle/>
          <a:p>
            <a:r>
              <a:rPr lang="en-US" dirty="0" smtClean="0"/>
              <a:t>Fun facts</a:t>
            </a:r>
            <a:endParaRPr lang="en-US" dirty="0"/>
          </a:p>
        </p:txBody>
      </p:sp>
    </p:spTree>
    <p:extLst>
      <p:ext uri="{BB962C8B-B14F-4D97-AF65-F5344CB8AC3E}">
        <p14:creationId xmlns:p14="http://schemas.microsoft.com/office/powerpoint/2010/main" val="15276923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228" y="242385"/>
            <a:ext cx="3584699" cy="500041"/>
          </a:xfrm>
        </p:spPr>
        <p:txBody>
          <a:bodyPr>
            <a:normAutofit fontScale="90000"/>
          </a:bodyPr>
          <a:lstStyle/>
          <a:p>
            <a:r>
              <a:rPr lang="en-US" dirty="0" smtClean="0"/>
              <a:t>EEG in  ML:</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1600" y="1419622"/>
            <a:ext cx="6296749" cy="1940019"/>
          </a:xfrm>
        </p:spPr>
      </p:pic>
    </p:spTree>
    <p:extLst>
      <p:ext uri="{BB962C8B-B14F-4D97-AF65-F5344CB8AC3E}">
        <p14:creationId xmlns:p14="http://schemas.microsoft.com/office/powerpoint/2010/main" val="4020079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820" y="152066"/>
            <a:ext cx="5822356" cy="475468"/>
          </a:xfrm>
        </p:spPr>
        <p:txBody>
          <a:bodyPr>
            <a:normAutofit fontScale="90000"/>
          </a:bodyPr>
          <a:lstStyle/>
          <a:p>
            <a:r>
              <a:rPr lang="en-US" sz="3200" dirty="0" smtClean="0"/>
              <a:t>EEG in AI to predict seizures</a:t>
            </a:r>
            <a:endParaRPr lang="en-US"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735647"/>
            <a:ext cx="4654214" cy="4383621"/>
          </a:xfrm>
          <a:prstGeom prst="rect">
            <a:avLst/>
          </a:prstGeom>
        </p:spPr>
      </p:pic>
      <p:sp>
        <p:nvSpPr>
          <p:cNvPr id="5" name="TextBox 4"/>
          <p:cNvSpPr txBox="1"/>
          <p:nvPr/>
        </p:nvSpPr>
        <p:spPr>
          <a:xfrm>
            <a:off x="4421683" y="4944747"/>
            <a:ext cx="4790094" cy="219291"/>
          </a:xfrm>
          <a:prstGeom prst="rect">
            <a:avLst/>
          </a:prstGeom>
          <a:noFill/>
        </p:spPr>
        <p:txBody>
          <a:bodyPr wrap="none" rtlCol="0">
            <a:spAutoFit/>
          </a:bodyPr>
          <a:lstStyle/>
          <a:p>
            <a:r>
              <a:rPr lang="en-US" sz="825" dirty="0"/>
              <a:t>https://scholarscolab.com/product/depression-detection-using-eeg-by-advanced-graphical-deep-learning/</a:t>
            </a:r>
          </a:p>
        </p:txBody>
      </p:sp>
    </p:spTree>
    <p:extLst>
      <p:ext uri="{BB962C8B-B14F-4D97-AF65-F5344CB8AC3E}">
        <p14:creationId xmlns:p14="http://schemas.microsoft.com/office/powerpoint/2010/main" val="1724813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5338936" cy="493563"/>
          </a:xfrm>
        </p:spPr>
        <p:txBody>
          <a:bodyPr>
            <a:normAutofit fontScale="90000"/>
          </a:bodyPr>
          <a:lstStyle/>
          <a:p>
            <a:r>
              <a:rPr lang="en-US" sz="3200" dirty="0" smtClean="0"/>
              <a:t>How does EEG data looks like?</a:t>
            </a:r>
            <a:endParaRPr lang="en-US" sz="3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987574"/>
            <a:ext cx="8824971" cy="1643593"/>
          </a:xfrm>
          <a:prstGeom prst="rect">
            <a:avLst/>
          </a:prstGeom>
        </p:spPr>
      </p:pic>
    </p:spTree>
    <p:extLst>
      <p:ext uri="{BB962C8B-B14F-4D97-AF65-F5344CB8AC3E}">
        <p14:creationId xmlns:p14="http://schemas.microsoft.com/office/powerpoint/2010/main" val="1101226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FD2F9-5283-0569-CFA5-D85407DEE5CB}"/>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9D40443-D462-A1EF-2F12-5BBEAD9E3CE2}"/>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hlinkClick r:id="rId3">
                  <a:extLst>
                    <a:ext uri="{A12FA001-AC4F-418D-AE19-62706E023703}">
                      <ahyp:hlinkClr xmlns="" xmlns:ahyp="http://schemas.microsoft.com/office/drawing/2018/hyperlinkcolor" val="tx"/>
                    </a:ext>
                  </a:extLst>
                </a:hlinkClick>
              </a:rPr>
              <a:t>The Electroencephalogram (EEG</a:t>
            </a:r>
            <a:r>
              <a:rPr lang="en-IN" sz="3600" b="1" dirty="0">
                <a:solidFill>
                  <a:srgbClr val="002060"/>
                </a:solidFill>
              </a:rPr>
              <a:t>)</a:t>
            </a:r>
            <a:endParaRPr lang="en-US" altLang="en-US" sz="3600" b="1" dirty="0">
              <a:solidFill>
                <a:srgbClr val="002060"/>
              </a:solidFill>
            </a:endParaRPr>
          </a:p>
        </p:txBody>
      </p:sp>
      <p:sp>
        <p:nvSpPr>
          <p:cNvPr id="4" name="TextBox 3">
            <a:extLst>
              <a:ext uri="{FF2B5EF4-FFF2-40B4-BE49-F238E27FC236}">
                <a16:creationId xmlns:a16="http://schemas.microsoft.com/office/drawing/2014/main" id="{F870D7C4-3DC4-33CC-6469-F18FF4B88CF2}"/>
              </a:ext>
            </a:extLst>
          </p:cNvPr>
          <p:cNvSpPr txBox="1"/>
          <p:nvPr/>
        </p:nvSpPr>
        <p:spPr>
          <a:xfrm>
            <a:off x="539552" y="753558"/>
            <a:ext cx="8280920" cy="2800767"/>
          </a:xfrm>
          <a:prstGeom prst="rect">
            <a:avLst/>
          </a:prstGeom>
          <a:noFill/>
        </p:spPr>
        <p:txBody>
          <a:bodyPr wrap="square">
            <a:spAutoFit/>
          </a:bodyPr>
          <a:lstStyle/>
          <a:p>
            <a:r>
              <a:rPr lang="en-IN" dirty="0">
                <a:latin typeface="Aptos" panose="020B0004020202020204" pitchFamily="34" charset="0"/>
                <a:ea typeface="Aptos" panose="020B0004020202020204" pitchFamily="34" charset="0"/>
                <a:cs typeface="Times New Roman" panose="02020603050405020304" pitchFamily="18" charset="0"/>
              </a:rPr>
              <a:t>• Measures </a:t>
            </a:r>
            <a:r>
              <a:rPr lang="en-IN" sz="1800" dirty="0">
                <a:effectLst/>
                <a:latin typeface="Aptos" panose="020B0004020202020204" pitchFamily="34" charset="0"/>
                <a:ea typeface="Aptos" panose="020B0004020202020204" pitchFamily="34" charset="0"/>
                <a:cs typeface="Times New Roman" panose="02020603050405020304" pitchFamily="18" charset="0"/>
              </a:rPr>
              <a:t>the brain’s electric activity from the scalp </a:t>
            </a:r>
          </a:p>
          <a:p>
            <a:endParaRPr lang="en-IN" sz="8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dirty="0">
                <a:effectLst/>
                <a:latin typeface="Aptos" panose="020B0004020202020204" pitchFamily="34" charset="0"/>
                <a:ea typeface="Aptos" panose="020B0004020202020204" pitchFamily="34" charset="0"/>
                <a:cs typeface="Times New Roman" panose="02020603050405020304" pitchFamily="18" charset="0"/>
              </a:rPr>
              <a:t>• Measured signal results from the activity of billions of neurons </a:t>
            </a:r>
          </a:p>
          <a:p>
            <a:endParaRPr lang="en-IN" sz="8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dirty="0">
                <a:effectLst/>
                <a:latin typeface="Aptos" panose="020B0004020202020204" pitchFamily="34" charset="0"/>
                <a:ea typeface="Aptos" panose="020B0004020202020204" pitchFamily="34" charset="0"/>
                <a:cs typeface="Times New Roman" panose="02020603050405020304" pitchFamily="18" charset="0"/>
              </a:rPr>
              <a:t>• Amplitude:0.001-0.01 Mv </a:t>
            </a:r>
          </a:p>
          <a:p>
            <a:endParaRPr lang="en-IN" sz="8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dirty="0">
                <a:effectLst/>
                <a:latin typeface="Aptos" panose="020B0004020202020204" pitchFamily="34" charset="0"/>
                <a:ea typeface="Aptos" panose="020B0004020202020204" pitchFamily="34" charset="0"/>
                <a:cs typeface="Times New Roman" panose="02020603050405020304" pitchFamily="18" charset="0"/>
              </a:rPr>
              <a:t>• Bandwidth:0.5-40 Hz </a:t>
            </a:r>
          </a:p>
          <a:p>
            <a:endParaRPr lang="en-IN" sz="8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dirty="0">
                <a:effectLst/>
                <a:latin typeface="Aptos" panose="020B0004020202020204" pitchFamily="34" charset="0"/>
                <a:ea typeface="Aptos" panose="020B0004020202020204" pitchFamily="34" charset="0"/>
                <a:cs typeface="Times New Roman" panose="02020603050405020304" pitchFamily="18" charset="0"/>
              </a:rPr>
              <a:t>• Errors: </a:t>
            </a:r>
          </a:p>
          <a:p>
            <a:pPr lvl="1"/>
            <a:r>
              <a:rPr lang="en-IN" dirty="0">
                <a:effectLst/>
                <a:latin typeface="Aptos" panose="020B0004020202020204" pitchFamily="34" charset="0"/>
                <a:ea typeface="Aptos" panose="020B0004020202020204" pitchFamily="34" charset="0"/>
                <a:cs typeface="Times New Roman" panose="02020603050405020304" pitchFamily="18" charset="0"/>
              </a:rPr>
              <a:t>– Thermal RF noise 	</a:t>
            </a:r>
          </a:p>
          <a:p>
            <a:pPr lvl="1"/>
            <a:r>
              <a:rPr lang="en-IN" dirty="0">
                <a:effectLst/>
                <a:latin typeface="Aptos" panose="020B0004020202020204" pitchFamily="34" charset="0"/>
                <a:ea typeface="Aptos" panose="020B0004020202020204" pitchFamily="34" charset="0"/>
                <a:cs typeface="Times New Roman" panose="02020603050405020304" pitchFamily="18" charset="0"/>
              </a:rPr>
              <a:t>– 50/60 Hz power lines </a:t>
            </a:r>
          </a:p>
          <a:p>
            <a:pPr lvl="1"/>
            <a:endParaRPr lang="en-IN" dirty="0" smtClean="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40612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BEC58-CF4E-B322-4703-C3D7E22C80B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7AB302D-0906-5C62-1717-E27AF4F7889D}"/>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hlinkClick r:id="rId3">
                  <a:extLst>
                    <a:ext uri="{A12FA001-AC4F-418D-AE19-62706E023703}">
                      <ahyp:hlinkClr xmlns="" xmlns:ahyp="http://schemas.microsoft.com/office/drawing/2018/hyperlinkcolor" val="tx"/>
                    </a:ext>
                  </a:extLst>
                </a:hlinkClick>
              </a:rPr>
              <a:t>The Electroencephalogram (EEG</a:t>
            </a:r>
            <a:r>
              <a:rPr lang="en-IN" sz="3600" b="1" dirty="0">
                <a:solidFill>
                  <a:srgbClr val="002060"/>
                </a:solidFill>
              </a:rPr>
              <a:t>)</a:t>
            </a:r>
            <a:endParaRPr lang="en-US" altLang="en-US" sz="3600" b="1" dirty="0">
              <a:solidFill>
                <a:srgbClr val="002060"/>
              </a:solidFill>
            </a:endParaRPr>
          </a:p>
        </p:txBody>
      </p:sp>
      <p:sp>
        <p:nvSpPr>
          <p:cNvPr id="4" name="TextBox 3">
            <a:extLst>
              <a:ext uri="{FF2B5EF4-FFF2-40B4-BE49-F238E27FC236}">
                <a16:creationId xmlns:a16="http://schemas.microsoft.com/office/drawing/2014/main" id="{09206A00-666B-C32A-9182-C3319BA11355}"/>
              </a:ext>
            </a:extLst>
          </p:cNvPr>
          <p:cNvSpPr txBox="1"/>
          <p:nvPr/>
        </p:nvSpPr>
        <p:spPr>
          <a:xfrm>
            <a:off x="431540" y="915566"/>
            <a:ext cx="8280920" cy="33733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a:t>An electroencephalogram (EEG) is a test used to find problems related to electrical activity of the brain. </a:t>
            </a:r>
          </a:p>
          <a:p>
            <a:pPr marL="285750" indent="-285750">
              <a:lnSpc>
                <a:spcPct val="150000"/>
              </a:lnSpc>
              <a:buFont typeface="Arial" panose="020B0604020202020204" pitchFamily="34" charset="0"/>
              <a:buChar char="•"/>
            </a:pPr>
            <a:r>
              <a:rPr lang="en-IN" dirty="0"/>
              <a:t>An EEG tracks and records brain wave patterns. During an EEG test, small electrodes like cups or disc type are placed on the scalp </a:t>
            </a:r>
          </a:p>
          <a:p>
            <a:pPr marL="285750" indent="-285750">
              <a:lnSpc>
                <a:spcPct val="150000"/>
              </a:lnSpc>
              <a:buFont typeface="Arial" panose="020B0604020202020204" pitchFamily="34" charset="0"/>
              <a:buChar char="•"/>
            </a:pPr>
            <a:r>
              <a:rPr lang="en-IN" dirty="0"/>
              <a:t>They pick up the brains electrical signals and send them to machine called Electroencephalogram </a:t>
            </a:r>
          </a:p>
          <a:p>
            <a:pPr marL="285750" indent="-285750">
              <a:lnSpc>
                <a:spcPct val="150000"/>
              </a:lnSpc>
              <a:buFont typeface="Arial" panose="020B0604020202020204" pitchFamily="34" charset="0"/>
              <a:buChar char="•"/>
            </a:pPr>
            <a:r>
              <a:rPr lang="en-IN" dirty="0"/>
              <a:t>It record the signal as wavy lines on to a computer screen or paper in order of microvolt</a:t>
            </a:r>
          </a:p>
        </p:txBody>
      </p:sp>
    </p:spTree>
    <p:extLst>
      <p:ext uri="{BB962C8B-B14F-4D97-AF65-F5344CB8AC3E}">
        <p14:creationId xmlns:p14="http://schemas.microsoft.com/office/powerpoint/2010/main" val="17402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6AD9B-B9AF-A8CE-9F29-A73178DB33D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2ACD96EA-5535-CBB0-7ABD-EE73E544E3D8}"/>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hlinkClick r:id="rId3">
                  <a:extLst>
                    <a:ext uri="{A12FA001-AC4F-418D-AE19-62706E023703}">
                      <ahyp:hlinkClr xmlns="" xmlns:ahyp="http://schemas.microsoft.com/office/drawing/2018/hyperlinkcolor" val="tx"/>
                    </a:ext>
                  </a:extLst>
                </a:hlinkClick>
              </a:rPr>
              <a:t>The Electroencephalogram (EEG</a:t>
            </a:r>
            <a:r>
              <a:rPr lang="en-IN" sz="3600" b="1" dirty="0">
                <a:solidFill>
                  <a:srgbClr val="002060"/>
                </a:solidFill>
              </a:rPr>
              <a:t>)</a:t>
            </a:r>
            <a:endParaRPr lang="en-US" altLang="en-US" sz="3600" b="1" dirty="0">
              <a:solidFill>
                <a:srgbClr val="002060"/>
              </a:solidFill>
            </a:endParaRPr>
          </a:p>
        </p:txBody>
      </p:sp>
      <p:pic>
        <p:nvPicPr>
          <p:cNvPr id="3" name="Picture 2">
            <a:extLst>
              <a:ext uri="{FF2B5EF4-FFF2-40B4-BE49-F238E27FC236}">
                <a16:creationId xmlns:a16="http://schemas.microsoft.com/office/drawing/2014/main" id="{BA59123F-475E-E570-0A8D-1EFC27BADBB4}"/>
              </a:ext>
            </a:extLst>
          </p:cNvPr>
          <p:cNvPicPr>
            <a:picLocks noChangeAspect="1"/>
          </p:cNvPicPr>
          <p:nvPr/>
        </p:nvPicPr>
        <p:blipFill>
          <a:blip r:embed="rId4"/>
          <a:stretch>
            <a:fillRect/>
          </a:stretch>
        </p:blipFill>
        <p:spPr>
          <a:xfrm>
            <a:off x="2195736" y="808064"/>
            <a:ext cx="5739058" cy="4259584"/>
          </a:xfrm>
          <a:prstGeom prst="rect">
            <a:avLst/>
          </a:prstGeom>
        </p:spPr>
      </p:pic>
    </p:spTree>
    <p:extLst>
      <p:ext uri="{BB962C8B-B14F-4D97-AF65-F5344CB8AC3E}">
        <p14:creationId xmlns:p14="http://schemas.microsoft.com/office/powerpoint/2010/main" val="2773152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3CCAC-4941-6E81-479E-43BD929765C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8FB439C-8926-1C79-74E9-DAFDF215C784}"/>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hlinkClick r:id="rId3">
                  <a:extLst>
                    <a:ext uri="{A12FA001-AC4F-418D-AE19-62706E023703}">
                      <ahyp:hlinkClr xmlns="" xmlns:ahyp="http://schemas.microsoft.com/office/drawing/2018/hyperlinkcolor" val="tx"/>
                    </a:ext>
                  </a:extLst>
                </a:hlinkClick>
              </a:rPr>
              <a:t>EEG: Electrode Recording System</a:t>
            </a:r>
            <a:endParaRPr lang="en-US" altLang="en-US" sz="3600" b="1" dirty="0">
              <a:solidFill>
                <a:srgbClr val="002060"/>
              </a:solidFill>
            </a:endParaRPr>
          </a:p>
        </p:txBody>
      </p:sp>
      <p:sp>
        <p:nvSpPr>
          <p:cNvPr id="4" name="TextBox 3">
            <a:extLst>
              <a:ext uri="{FF2B5EF4-FFF2-40B4-BE49-F238E27FC236}">
                <a16:creationId xmlns:a16="http://schemas.microsoft.com/office/drawing/2014/main" id="{AA58AB7D-2DDC-70AD-80DF-4D65851AA4E1}"/>
              </a:ext>
            </a:extLst>
          </p:cNvPr>
          <p:cNvSpPr txBox="1"/>
          <p:nvPr/>
        </p:nvSpPr>
        <p:spPr>
          <a:xfrm>
            <a:off x="539552" y="753558"/>
            <a:ext cx="2664296" cy="1200329"/>
          </a:xfrm>
          <a:prstGeom prst="rect">
            <a:avLst/>
          </a:prstGeom>
          <a:noFill/>
        </p:spPr>
        <p:txBody>
          <a:bodyPr wrap="square">
            <a:spAutoFit/>
          </a:bodyPr>
          <a:lstStyle/>
          <a:p>
            <a:pPr lvl="0"/>
            <a:r>
              <a:rPr lang="en-IN" dirty="0"/>
              <a:t>EEG recording is done using a standard lead system called 10- 20 system</a:t>
            </a:r>
          </a:p>
        </p:txBody>
      </p:sp>
      <p:pic>
        <p:nvPicPr>
          <p:cNvPr id="3" name="Picture 2">
            <a:extLst>
              <a:ext uri="{FF2B5EF4-FFF2-40B4-BE49-F238E27FC236}">
                <a16:creationId xmlns:a16="http://schemas.microsoft.com/office/drawing/2014/main" id="{7C9064A5-1AAF-7467-FA20-E0DD3D627192}"/>
              </a:ext>
            </a:extLst>
          </p:cNvPr>
          <p:cNvPicPr>
            <a:picLocks noChangeAspect="1"/>
          </p:cNvPicPr>
          <p:nvPr/>
        </p:nvPicPr>
        <p:blipFill>
          <a:blip r:embed="rId4"/>
          <a:stretch>
            <a:fillRect/>
          </a:stretch>
        </p:blipFill>
        <p:spPr>
          <a:xfrm>
            <a:off x="3347864" y="742757"/>
            <a:ext cx="4968552" cy="4272475"/>
          </a:xfrm>
          <a:prstGeom prst="rect">
            <a:avLst/>
          </a:prstGeom>
        </p:spPr>
      </p:pic>
      <p:pic>
        <p:nvPicPr>
          <p:cNvPr id="5" name="Picture 4">
            <a:extLst>
              <a:ext uri="{FF2B5EF4-FFF2-40B4-BE49-F238E27FC236}">
                <a16:creationId xmlns:a16="http://schemas.microsoft.com/office/drawing/2014/main" id="{06796673-21E5-F825-8FBC-95956323300B}"/>
              </a:ext>
            </a:extLst>
          </p:cNvPr>
          <p:cNvPicPr>
            <a:picLocks noChangeAspect="1"/>
          </p:cNvPicPr>
          <p:nvPr/>
        </p:nvPicPr>
        <p:blipFill>
          <a:blip r:embed="rId5"/>
          <a:stretch>
            <a:fillRect/>
          </a:stretch>
        </p:blipFill>
        <p:spPr>
          <a:xfrm>
            <a:off x="286167" y="3147814"/>
            <a:ext cx="2989689" cy="1294969"/>
          </a:xfrm>
          <a:prstGeom prst="rect">
            <a:avLst/>
          </a:prstGeom>
        </p:spPr>
      </p:pic>
    </p:spTree>
    <p:extLst>
      <p:ext uri="{BB962C8B-B14F-4D97-AF65-F5344CB8AC3E}">
        <p14:creationId xmlns:p14="http://schemas.microsoft.com/office/powerpoint/2010/main" val="875200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4CB6E-B374-009D-1C74-5DA6839807C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E3044946-3B58-3159-3A10-1D9C82E9C8F1}"/>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hlinkClick r:id="rId3">
                  <a:extLst>
                    <a:ext uri="{A12FA001-AC4F-418D-AE19-62706E023703}">
                      <ahyp:hlinkClr xmlns="" xmlns:ahyp="http://schemas.microsoft.com/office/drawing/2018/hyperlinkcolor" val="tx"/>
                    </a:ext>
                  </a:extLst>
                </a:hlinkClick>
              </a:rPr>
              <a:t>Types of EEG</a:t>
            </a:r>
            <a:endParaRPr lang="en-US" altLang="en-US" sz="3600" b="1" dirty="0">
              <a:solidFill>
                <a:srgbClr val="002060"/>
              </a:solidFill>
            </a:endParaRPr>
          </a:p>
        </p:txBody>
      </p:sp>
      <p:sp>
        <p:nvSpPr>
          <p:cNvPr id="4" name="TextBox 3">
            <a:extLst>
              <a:ext uri="{FF2B5EF4-FFF2-40B4-BE49-F238E27FC236}">
                <a16:creationId xmlns:a16="http://schemas.microsoft.com/office/drawing/2014/main" id="{86CA6E6E-0967-5403-5C02-9DEF0DABDC41}"/>
              </a:ext>
            </a:extLst>
          </p:cNvPr>
          <p:cNvSpPr txBox="1"/>
          <p:nvPr/>
        </p:nvSpPr>
        <p:spPr>
          <a:xfrm>
            <a:off x="539552" y="753558"/>
            <a:ext cx="8280920" cy="258532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b="1" dirty="0"/>
              <a:t>Routine EEG</a:t>
            </a:r>
            <a:r>
              <a:rPr lang="en-IN" dirty="0"/>
              <a:t>: Around </a:t>
            </a:r>
            <a:r>
              <a:rPr lang="en-IN" b="1" dirty="0"/>
              <a:t>20 electrodes</a:t>
            </a:r>
            <a:r>
              <a:rPr lang="en-IN" dirty="0"/>
              <a:t> are stuck to the scalp using a special paste and EEG signals are recorded </a:t>
            </a:r>
          </a:p>
          <a:p>
            <a:pPr marL="285750" indent="-285750">
              <a:lnSpc>
                <a:spcPct val="150000"/>
              </a:lnSpc>
              <a:buFont typeface="Arial" panose="020B0604020202020204" pitchFamily="34" charset="0"/>
              <a:buChar char="•"/>
            </a:pPr>
            <a:r>
              <a:rPr lang="en-IN" b="1" dirty="0"/>
              <a:t>Sleep EEG </a:t>
            </a:r>
            <a:r>
              <a:rPr lang="en-IN" dirty="0"/>
              <a:t>: the EEG tracing will be recorded along with the heart rate, airflow, respiration, oxygen saturation and limp movement </a:t>
            </a:r>
          </a:p>
          <a:p>
            <a:pPr marL="285750" indent="-285750">
              <a:lnSpc>
                <a:spcPct val="150000"/>
              </a:lnSpc>
              <a:buFont typeface="Arial" panose="020B0604020202020204" pitchFamily="34" charset="0"/>
              <a:buChar char="•"/>
            </a:pPr>
            <a:r>
              <a:rPr lang="en-IN" b="1" dirty="0"/>
              <a:t>Ambulatory EEG</a:t>
            </a:r>
            <a:r>
              <a:rPr lang="en-IN" dirty="0"/>
              <a:t>: it involves recording the brain activity throughout the day and night. </a:t>
            </a:r>
          </a:p>
        </p:txBody>
      </p:sp>
    </p:spTree>
    <p:extLst>
      <p:ext uri="{BB962C8B-B14F-4D97-AF65-F5344CB8AC3E}">
        <p14:creationId xmlns:p14="http://schemas.microsoft.com/office/powerpoint/2010/main" val="262578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627878333"/>
              </p:ext>
            </p:extLst>
          </p:nvPr>
        </p:nvGraphicFramePr>
        <p:xfrm>
          <a:off x="2026444" y="1200150"/>
          <a:ext cx="5091112" cy="3394074"/>
        </p:xfrm>
        <a:graphic>
          <a:graphicData uri="http://schemas.openxmlformats.org/drawingml/2006/table">
            <a:tbl>
              <a:tblPr/>
              <a:tblGrid>
                <a:gridCol w="1272778">
                  <a:extLst>
                    <a:ext uri="{9D8B030D-6E8A-4147-A177-3AD203B41FA5}">
                      <a16:colId xmlns:a16="http://schemas.microsoft.com/office/drawing/2014/main" val="1001653642"/>
                    </a:ext>
                  </a:extLst>
                </a:gridCol>
                <a:gridCol w="1272778">
                  <a:extLst>
                    <a:ext uri="{9D8B030D-6E8A-4147-A177-3AD203B41FA5}">
                      <a16:colId xmlns:a16="http://schemas.microsoft.com/office/drawing/2014/main" val="605663423"/>
                    </a:ext>
                  </a:extLst>
                </a:gridCol>
                <a:gridCol w="1272778">
                  <a:extLst>
                    <a:ext uri="{9D8B030D-6E8A-4147-A177-3AD203B41FA5}">
                      <a16:colId xmlns:a16="http://schemas.microsoft.com/office/drawing/2014/main" val="3844678417"/>
                    </a:ext>
                  </a:extLst>
                </a:gridCol>
                <a:gridCol w="1272778">
                  <a:extLst>
                    <a:ext uri="{9D8B030D-6E8A-4147-A177-3AD203B41FA5}">
                      <a16:colId xmlns:a16="http://schemas.microsoft.com/office/drawing/2014/main" val="3567023201"/>
                    </a:ext>
                  </a:extLst>
                </a:gridCol>
              </a:tblGrid>
              <a:tr h="395975">
                <a:tc>
                  <a:txBody>
                    <a:bodyPr/>
                    <a:lstStyle/>
                    <a:p>
                      <a:r>
                        <a:rPr lang="en-US" sz="1100" b="1" dirty="0"/>
                        <a:t>Wave Type</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sz="1100" b="1" dirty="0"/>
                        <a:t>Frequency (Hz)</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100" b="1" dirty="0"/>
                        <a:t>Mental Activity / State</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100" b="1" dirty="0"/>
                        <a:t>Wave Strength</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669232398"/>
                  </a:ext>
                </a:extLst>
              </a:tr>
              <a:tr h="565679">
                <a:tc>
                  <a:txBody>
                    <a:bodyPr/>
                    <a:lstStyle/>
                    <a:p>
                      <a:r>
                        <a:rPr lang="en-US" sz="1100" b="1" dirty="0"/>
                        <a:t>Delta (</a:t>
                      </a:r>
                      <a:r>
                        <a:rPr lang="el-GR" sz="1100" b="1" dirty="0"/>
                        <a:t>δ)</a:t>
                      </a:r>
                      <a:endParaRPr lang="el-GR" sz="1100" dirty="0"/>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sz="1100" dirty="0"/>
                        <a:t>0.5 – 4 Hz</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Deep sleep (NREM stages 3 &amp; 4), unconscious state</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Very strong during deep sleep</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3427413"/>
                  </a:ext>
                </a:extLst>
              </a:tr>
              <a:tr h="565679">
                <a:tc>
                  <a:txBody>
                    <a:bodyPr/>
                    <a:lstStyle/>
                    <a:p>
                      <a:r>
                        <a:rPr lang="en-US" sz="1100" b="1" dirty="0"/>
                        <a:t>Theta (</a:t>
                      </a:r>
                      <a:r>
                        <a:rPr lang="el-GR" sz="1100" b="1" dirty="0"/>
                        <a:t>θ)</a:t>
                      </a:r>
                      <a:endParaRPr lang="el-GR" sz="1100" dirty="0"/>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sz="1100" dirty="0"/>
                        <a:t>4 – 8 Hz</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Drowsiness, light sleep, meditation, daydreaming</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t>Strong during meditative or hypnagogic states</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2602179"/>
                  </a:ext>
                </a:extLst>
              </a:tr>
              <a:tr h="565679">
                <a:tc>
                  <a:txBody>
                    <a:bodyPr/>
                    <a:lstStyle/>
                    <a:p>
                      <a:r>
                        <a:rPr lang="en-US" sz="1100" b="1" dirty="0"/>
                        <a:t>Alpha (</a:t>
                      </a:r>
                      <a:r>
                        <a:rPr lang="el-GR" sz="1100" b="1" dirty="0"/>
                        <a:t>α)</a:t>
                      </a:r>
                      <a:endParaRPr lang="el-GR" sz="1100" dirty="0"/>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sz="1100"/>
                        <a:t>8 – 13 Hz</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t>Relaxed wakefulness, eyes closed, calm focus</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t>Strong when relaxed but awake</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1114157"/>
                  </a:ext>
                </a:extLst>
              </a:tr>
              <a:tr h="565679">
                <a:tc>
                  <a:txBody>
                    <a:bodyPr/>
                    <a:lstStyle/>
                    <a:p>
                      <a:r>
                        <a:rPr lang="en-US" sz="1100" b="1" dirty="0"/>
                        <a:t>Beta (</a:t>
                      </a:r>
                      <a:r>
                        <a:rPr lang="el-GR" sz="1100" b="1" dirty="0"/>
                        <a:t>β)</a:t>
                      </a:r>
                      <a:endParaRPr lang="el-GR" sz="1100" dirty="0"/>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sz="1100"/>
                        <a:t>13 – 30 Hz</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t>Active thinking, problem solving, anxious states</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t>Strong during focused mental tasks</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687580"/>
                  </a:ext>
                </a:extLst>
              </a:tr>
              <a:tr h="735383">
                <a:tc>
                  <a:txBody>
                    <a:bodyPr/>
                    <a:lstStyle/>
                    <a:p>
                      <a:r>
                        <a:rPr lang="en-US" sz="1100" b="1" dirty="0"/>
                        <a:t>Gamma (</a:t>
                      </a:r>
                      <a:r>
                        <a:rPr lang="el-GR" sz="1100" b="1" dirty="0"/>
                        <a:t>γ)</a:t>
                      </a:r>
                      <a:endParaRPr lang="el-GR" sz="1100" dirty="0"/>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n-US" sz="1100"/>
                        <a:t>30 – 100+ Hz</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t>High-level cognition, attention, memory binding</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Strong during complex information processing</a:t>
                      </a:r>
                    </a:p>
                  </a:txBody>
                  <a:tcPr marL="56568" marR="56568" marT="28284" marB="28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3265971"/>
                  </a:ext>
                </a:extLst>
              </a:tr>
            </a:tbl>
          </a:graphicData>
        </a:graphic>
      </p:graphicFrame>
      <p:sp>
        <p:nvSpPr>
          <p:cNvPr id="6" name="Rectangle 5"/>
          <p:cNvSpPr/>
          <p:nvPr/>
        </p:nvSpPr>
        <p:spPr>
          <a:xfrm>
            <a:off x="395536" y="123478"/>
            <a:ext cx="8352928" cy="646331"/>
          </a:xfrm>
          <a:prstGeom prst="rect">
            <a:avLst/>
          </a:prstGeom>
        </p:spPr>
        <p:txBody>
          <a:bodyPr wrap="square">
            <a:spAutoFit/>
          </a:bodyPr>
          <a:lstStyle/>
          <a:p>
            <a:r>
              <a:rPr lang="en-US" dirty="0"/>
              <a:t>Certain types of mental activity and brain states are associated with </a:t>
            </a:r>
            <a:r>
              <a:rPr lang="en-US" b="1" dirty="0"/>
              <a:t>strong EEG wave patterns</a:t>
            </a:r>
            <a:endParaRPr lang="en-US" dirty="0"/>
          </a:p>
        </p:txBody>
      </p:sp>
    </p:spTree>
    <p:extLst>
      <p:ext uri="{BB962C8B-B14F-4D97-AF65-F5344CB8AC3E}">
        <p14:creationId xmlns:p14="http://schemas.microsoft.com/office/powerpoint/2010/main" val="2799608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2908-8514-F7CB-E97A-12C1825BE33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1DECDA56-2921-4CD7-7853-8D497D87A99C}"/>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hlinkClick r:id="rId3">
                  <a:extLst>
                    <a:ext uri="{A12FA001-AC4F-418D-AE19-62706E023703}">
                      <ahyp:hlinkClr xmlns="" xmlns:ahyp="http://schemas.microsoft.com/office/drawing/2018/hyperlinkcolor" val="tx"/>
                    </a:ext>
                  </a:extLst>
                </a:hlinkClick>
              </a:rPr>
              <a:t>The Electroencephalogram (EEG</a:t>
            </a:r>
            <a:r>
              <a:rPr lang="en-IN" sz="3600" b="1" dirty="0">
                <a:solidFill>
                  <a:srgbClr val="002060"/>
                </a:solidFill>
              </a:rPr>
              <a:t>)</a:t>
            </a:r>
            <a:endParaRPr lang="en-US" altLang="en-US" sz="3600" b="1" dirty="0">
              <a:solidFill>
                <a:srgbClr val="002060"/>
              </a:solidFill>
            </a:endParaRPr>
          </a:p>
        </p:txBody>
      </p:sp>
      <p:pic>
        <p:nvPicPr>
          <p:cNvPr id="6" name="Picture 5">
            <a:extLst>
              <a:ext uri="{FF2B5EF4-FFF2-40B4-BE49-F238E27FC236}">
                <a16:creationId xmlns:a16="http://schemas.microsoft.com/office/drawing/2014/main" id="{9E21D804-1E1E-9B70-FBC4-E3F59EAD8A1A}"/>
              </a:ext>
            </a:extLst>
          </p:cNvPr>
          <p:cNvPicPr>
            <a:picLocks noChangeAspect="1"/>
          </p:cNvPicPr>
          <p:nvPr/>
        </p:nvPicPr>
        <p:blipFill>
          <a:blip r:embed="rId4"/>
          <a:stretch>
            <a:fillRect/>
          </a:stretch>
        </p:blipFill>
        <p:spPr>
          <a:xfrm>
            <a:off x="323528" y="843558"/>
            <a:ext cx="3925265" cy="2945365"/>
          </a:xfrm>
          <a:prstGeom prst="rect">
            <a:avLst/>
          </a:prstGeom>
        </p:spPr>
      </p:pic>
      <p:pic>
        <p:nvPicPr>
          <p:cNvPr id="4" name="Picture 3">
            <a:extLst>
              <a:ext uri="{FF2B5EF4-FFF2-40B4-BE49-F238E27FC236}">
                <a16:creationId xmlns:a16="http://schemas.microsoft.com/office/drawing/2014/main" id="{F26C3CE1-E8CA-3C09-7258-A76AADDCCFEA}"/>
              </a:ext>
            </a:extLst>
          </p:cNvPr>
          <p:cNvPicPr>
            <a:picLocks noChangeAspect="1"/>
          </p:cNvPicPr>
          <p:nvPr/>
        </p:nvPicPr>
        <p:blipFill>
          <a:blip r:embed="rId5"/>
          <a:stretch>
            <a:fillRect/>
          </a:stretch>
        </p:blipFill>
        <p:spPr>
          <a:xfrm>
            <a:off x="5004048" y="915566"/>
            <a:ext cx="3583083" cy="3451657"/>
          </a:xfrm>
          <a:prstGeom prst="rect">
            <a:avLst/>
          </a:prstGeom>
        </p:spPr>
      </p:pic>
    </p:spTree>
    <p:extLst>
      <p:ext uri="{BB962C8B-B14F-4D97-AF65-F5344CB8AC3E}">
        <p14:creationId xmlns:p14="http://schemas.microsoft.com/office/powerpoint/2010/main" val="114768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4E0D-A4E8-7673-2E93-FE912876DB3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07FF55F-A4F8-DFDA-A7A8-F596E9358C22}"/>
              </a:ext>
            </a:extLst>
          </p:cNvPr>
          <p:cNvSpPr>
            <a:spLocks noGrp="1" noChangeArrowheads="1"/>
          </p:cNvSpPr>
          <p:nvPr>
            <p:ph type="title"/>
          </p:nvPr>
        </p:nvSpPr>
        <p:spPr>
          <a:xfrm>
            <a:off x="395536" y="51470"/>
            <a:ext cx="3384376" cy="598741"/>
          </a:xfrm>
        </p:spPr>
        <p:txBody>
          <a:bodyPr>
            <a:normAutofit fontScale="90000"/>
          </a:bodyPr>
          <a:lstStyle/>
          <a:p>
            <a:pPr>
              <a:lnSpc>
                <a:spcPct val="115000"/>
              </a:lnSpc>
              <a:spcAft>
                <a:spcPts val="750"/>
              </a:spcAft>
            </a:pPr>
            <a:r>
              <a:rPr lang="en-IN" b="1" dirty="0">
                <a:solidFill>
                  <a:srgbClr val="002060"/>
                </a:solidFill>
                <a:hlinkClick r:id="rId3">
                  <a:extLst>
                    <a:ext uri="{A12FA001-AC4F-418D-AE19-62706E023703}">
                      <ahyp:hlinkClr xmlns="" xmlns:ahyp="http://schemas.microsoft.com/office/drawing/2018/hyperlinkcolor" val="tx"/>
                    </a:ext>
                  </a:extLst>
                </a:hlinkClick>
              </a:rPr>
              <a:t>Wave patterns </a:t>
            </a:r>
            <a:endParaRPr lang="en-US" altLang="en-US" dirty="0"/>
          </a:p>
        </p:txBody>
      </p:sp>
      <p:pic>
        <p:nvPicPr>
          <p:cNvPr id="3" name="Picture 2">
            <a:extLst>
              <a:ext uri="{FF2B5EF4-FFF2-40B4-BE49-F238E27FC236}">
                <a16:creationId xmlns:a16="http://schemas.microsoft.com/office/drawing/2014/main" id="{7E8552A2-5CE0-C0DE-5F9B-2CD021EE2E07}"/>
              </a:ext>
            </a:extLst>
          </p:cNvPr>
          <p:cNvPicPr>
            <a:picLocks noChangeAspect="1"/>
          </p:cNvPicPr>
          <p:nvPr/>
        </p:nvPicPr>
        <p:blipFill>
          <a:blip r:embed="rId4"/>
          <a:stretch>
            <a:fillRect/>
          </a:stretch>
        </p:blipFill>
        <p:spPr>
          <a:xfrm>
            <a:off x="395536" y="771550"/>
            <a:ext cx="4752528" cy="3733659"/>
          </a:xfrm>
          <a:prstGeom prst="rect">
            <a:avLst/>
          </a:prstGeom>
        </p:spPr>
      </p:pic>
    </p:spTree>
    <p:extLst>
      <p:ext uri="{BB962C8B-B14F-4D97-AF65-F5344CB8AC3E}">
        <p14:creationId xmlns:p14="http://schemas.microsoft.com/office/powerpoint/2010/main" val="1550619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DA7DA-3186-0D68-A76D-3AC6CB3F159B}"/>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44DAEC1B-F8DC-2C09-6154-EC24D60DD423}"/>
              </a:ext>
            </a:extLst>
          </p:cNvPr>
          <p:cNvSpPr>
            <a:spLocks noGrp="1" noChangeArrowheads="1"/>
          </p:cNvSpPr>
          <p:nvPr>
            <p:ph type="title"/>
          </p:nvPr>
        </p:nvSpPr>
        <p:spPr>
          <a:xfrm>
            <a:off x="42846" y="0"/>
            <a:ext cx="8921642" cy="742757"/>
          </a:xfrm>
        </p:spPr>
        <p:txBody>
          <a:bodyPr>
            <a:normAutofit/>
          </a:bodyPr>
          <a:lstStyle/>
          <a:p>
            <a:pPr>
              <a:lnSpc>
                <a:spcPct val="115000"/>
              </a:lnSpc>
              <a:spcAft>
                <a:spcPts val="750"/>
              </a:spcAft>
            </a:pPr>
            <a:r>
              <a:rPr lang="en-IN" sz="3600" b="1" dirty="0">
                <a:solidFill>
                  <a:srgbClr val="002060"/>
                </a:solidFill>
                <a:hlinkClick r:id="rId3">
                  <a:extLst>
                    <a:ext uri="{A12FA001-AC4F-418D-AE19-62706E023703}">
                      <ahyp:hlinkClr xmlns="" xmlns:ahyp="http://schemas.microsoft.com/office/drawing/2018/hyperlinkcolor" val="tx"/>
                    </a:ext>
                  </a:extLst>
                </a:hlinkClick>
              </a:rPr>
              <a:t>The Electroencephalogram (EEG</a:t>
            </a:r>
            <a:r>
              <a:rPr lang="en-IN" sz="3600" b="1" dirty="0">
                <a:solidFill>
                  <a:srgbClr val="002060"/>
                </a:solidFill>
              </a:rPr>
              <a:t>)</a:t>
            </a:r>
            <a:endParaRPr lang="en-US" altLang="en-US" sz="3600" b="1" dirty="0">
              <a:solidFill>
                <a:srgbClr val="002060"/>
              </a:solidFill>
            </a:endParaRPr>
          </a:p>
        </p:txBody>
      </p:sp>
      <p:sp>
        <p:nvSpPr>
          <p:cNvPr id="3" name="TextBox 2">
            <a:extLst>
              <a:ext uri="{FF2B5EF4-FFF2-40B4-BE49-F238E27FC236}">
                <a16:creationId xmlns:a16="http://schemas.microsoft.com/office/drawing/2014/main" id="{443A814F-C355-1C3E-EFC2-BFDDE5C50397}"/>
              </a:ext>
            </a:extLst>
          </p:cNvPr>
          <p:cNvSpPr txBox="1"/>
          <p:nvPr/>
        </p:nvSpPr>
        <p:spPr>
          <a:xfrm>
            <a:off x="251520" y="863590"/>
            <a:ext cx="4104456" cy="3416320"/>
          </a:xfrm>
          <a:prstGeom prst="rect">
            <a:avLst/>
          </a:prstGeom>
          <a:noFill/>
        </p:spPr>
        <p:txBody>
          <a:bodyPr wrap="square">
            <a:spAutoFit/>
          </a:bodyPr>
          <a:lstStyle/>
          <a:p>
            <a:r>
              <a:rPr lang="en-IN" sz="1800" b="1" u="sng" dirty="0" smtClean="0">
                <a:solidFill>
                  <a:srgbClr val="467886"/>
                </a:solidFill>
                <a:effectLst/>
                <a:ea typeface="Aptos" panose="020B0004020202020204" pitchFamily="34" charset="0"/>
                <a:cs typeface="Times New Roman" panose="02020603050405020304" pitchFamily="18" charset="0"/>
              </a:rPr>
              <a:t>Advantages                                           </a:t>
            </a:r>
            <a:endParaRPr lang="en-IN" b="1" u="sng" dirty="0">
              <a:solidFill>
                <a:srgbClr val="467886"/>
              </a:solidFill>
              <a:ea typeface="Aptos" panose="020B0004020202020204" pitchFamily="34" charset="0"/>
              <a:cs typeface="Times New Roman" panose="02020603050405020304" pitchFamily="18" charset="0"/>
              <a:sym typeface="Symbol" panose="05050102010706020507" pitchFamily="18" charset="2"/>
            </a:endParaRPr>
          </a:p>
          <a:p>
            <a:pPr marL="285750" indent="-285750">
              <a:buFont typeface="Arial" panose="020B0604020202020204" pitchFamily="34" charset="0"/>
              <a:buChar char="•"/>
            </a:pPr>
            <a:r>
              <a:rPr lang="en-IN" sz="1800" dirty="0" smtClean="0">
                <a:effectLst/>
                <a:ea typeface="Aptos" panose="020B0004020202020204" pitchFamily="34" charset="0"/>
                <a:cs typeface="Times New Roman" panose="02020603050405020304" pitchFamily="18" charset="0"/>
              </a:rPr>
              <a:t>Hardware </a:t>
            </a:r>
            <a:r>
              <a:rPr lang="en-IN" sz="1800" dirty="0">
                <a:effectLst/>
                <a:ea typeface="Aptos" panose="020B0004020202020204" pitchFamily="34" charset="0"/>
                <a:cs typeface="Times New Roman" panose="02020603050405020304" pitchFamily="18" charset="0"/>
              </a:rPr>
              <a:t>costs are significantly lower than those of most other techniques </a:t>
            </a:r>
            <a:endParaRPr lang="en-IN" sz="1800" dirty="0" smtClean="0">
              <a:effectLs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IN" sz="1800" dirty="0" smtClean="0">
                <a:effectLst/>
                <a:ea typeface="Aptos" panose="020B0004020202020204" pitchFamily="34" charset="0"/>
                <a:cs typeface="Times New Roman" panose="02020603050405020304" pitchFamily="18" charset="0"/>
              </a:rPr>
              <a:t>EEG </a:t>
            </a:r>
            <a:r>
              <a:rPr lang="en-IN" sz="1800" dirty="0">
                <a:effectLst/>
                <a:ea typeface="Aptos" panose="020B0004020202020204" pitchFamily="34" charset="0"/>
                <a:cs typeface="Times New Roman" panose="02020603050405020304" pitchFamily="18" charset="0"/>
              </a:rPr>
              <a:t>has very high temporal resolution, on the order of milliseconds rather than seconds </a:t>
            </a:r>
          </a:p>
          <a:p>
            <a:pPr marL="285750" indent="-285750">
              <a:buFont typeface="Arial" panose="020B0604020202020204" pitchFamily="34" charset="0"/>
              <a:buChar char="•"/>
            </a:pPr>
            <a:r>
              <a:rPr lang="en-IN" sz="1800" dirty="0">
                <a:effectLst/>
                <a:ea typeface="Aptos" panose="020B0004020202020204" pitchFamily="34" charset="0"/>
                <a:cs typeface="Times New Roman" panose="02020603050405020304" pitchFamily="18" charset="0"/>
              </a:rPr>
              <a:t>Extremely non-invasive </a:t>
            </a:r>
          </a:p>
          <a:p>
            <a:pPr marL="285750" indent="-285750">
              <a:buFont typeface="Arial" panose="020B0604020202020204" pitchFamily="34" charset="0"/>
              <a:buChar char="•"/>
            </a:pPr>
            <a:r>
              <a:rPr lang="en-IN" sz="1800" dirty="0">
                <a:effectLst/>
                <a:ea typeface="Aptos" panose="020B0004020202020204" pitchFamily="34" charset="0"/>
                <a:cs typeface="Times New Roman" panose="02020603050405020304" pitchFamily="18" charset="0"/>
              </a:rPr>
              <a:t>EEG is silent, which allows for better study of the responses to auditory stimuli </a:t>
            </a:r>
          </a:p>
          <a:p>
            <a:pPr marL="285750" indent="-285750">
              <a:buFont typeface="Arial" panose="020B0604020202020204" pitchFamily="34" charset="0"/>
              <a:buChar char="•"/>
            </a:pPr>
            <a:r>
              <a:rPr lang="en-IN" sz="1800" dirty="0">
                <a:effectLst/>
                <a:ea typeface="Aptos" panose="020B0004020202020204" pitchFamily="34" charset="0"/>
                <a:cs typeface="Times New Roman" panose="02020603050405020304" pitchFamily="18" charset="0"/>
              </a:rPr>
              <a:t>EEG does not involve exposure to high intensity magnetic field</a:t>
            </a:r>
          </a:p>
        </p:txBody>
      </p:sp>
      <p:sp>
        <p:nvSpPr>
          <p:cNvPr id="5" name="TextBox 4">
            <a:extLst>
              <a:ext uri="{FF2B5EF4-FFF2-40B4-BE49-F238E27FC236}">
                <a16:creationId xmlns:a16="http://schemas.microsoft.com/office/drawing/2014/main" id="{A82B2195-A426-D73A-D1D6-250DAC97E329}"/>
              </a:ext>
            </a:extLst>
          </p:cNvPr>
          <p:cNvSpPr txBox="1"/>
          <p:nvPr/>
        </p:nvSpPr>
        <p:spPr>
          <a:xfrm>
            <a:off x="4464496" y="915566"/>
            <a:ext cx="4572000" cy="2031325"/>
          </a:xfrm>
          <a:prstGeom prst="rect">
            <a:avLst/>
          </a:prstGeom>
          <a:noFill/>
        </p:spPr>
        <p:txBody>
          <a:bodyPr wrap="square">
            <a:spAutoFit/>
          </a:bodyPr>
          <a:lstStyle/>
          <a:p>
            <a:r>
              <a:rPr lang="en-IN" b="1" u="sng" dirty="0">
                <a:solidFill>
                  <a:schemeClr val="bg2">
                    <a:lumMod val="10000"/>
                  </a:schemeClr>
                </a:solidFill>
                <a:ea typeface="Aptos" panose="020B0004020202020204" pitchFamily="34" charset="0"/>
                <a:cs typeface="Times New Roman" panose="02020603050405020304" pitchFamily="18" charset="0"/>
              </a:rPr>
              <a:t>Disadvantages </a:t>
            </a:r>
            <a:endParaRPr lang="en-IN" b="1" u="sng" dirty="0">
              <a:solidFill>
                <a:schemeClr val="bg2">
                  <a:lumMod val="10000"/>
                </a:schemeClr>
              </a:solidFill>
              <a:ea typeface="Aptos" panose="020B0004020202020204" pitchFamily="34" charset="0"/>
              <a:cs typeface="Times New Roman" panose="02020603050405020304" pitchFamily="18" charset="0"/>
              <a:hlinkClick r:id="rId4"/>
            </a:endParaRPr>
          </a:p>
          <a:p>
            <a:pPr marL="285750" indent="-285750">
              <a:buFont typeface="Arial" panose="020B0604020202020204" pitchFamily="34" charset="0"/>
              <a:buChar char="•"/>
            </a:pPr>
            <a:r>
              <a:rPr lang="en-IN" sz="1800" dirty="0" smtClean="0">
                <a:effectLst/>
                <a:ea typeface="Aptos" panose="020B0004020202020204" pitchFamily="34" charset="0"/>
                <a:cs typeface="Times New Roman" panose="02020603050405020304" pitchFamily="18" charset="0"/>
              </a:rPr>
              <a:t>Low </a:t>
            </a:r>
            <a:r>
              <a:rPr lang="en-IN" sz="1800" dirty="0">
                <a:effectLst/>
                <a:ea typeface="Aptos" panose="020B0004020202020204" pitchFamily="34" charset="0"/>
                <a:cs typeface="Times New Roman" panose="02020603050405020304" pitchFamily="18" charset="0"/>
              </a:rPr>
              <a:t>spatial resolution </a:t>
            </a:r>
          </a:p>
          <a:p>
            <a:pPr marL="285750" indent="-285750">
              <a:buFont typeface="Arial" panose="020B0604020202020204" pitchFamily="34" charset="0"/>
              <a:buChar char="•"/>
            </a:pPr>
            <a:r>
              <a:rPr lang="en-IN" sz="1800" dirty="0">
                <a:effectLst/>
                <a:ea typeface="Aptos" panose="020B0004020202020204" pitchFamily="34" charset="0"/>
                <a:cs typeface="Times New Roman" panose="02020603050405020304" pitchFamily="18" charset="0"/>
              </a:rPr>
              <a:t>EEG determine neural activity that occurs below the upper layers of the brain poorly </a:t>
            </a:r>
          </a:p>
          <a:p>
            <a:pPr marL="285750" indent="-285750">
              <a:buFont typeface="Arial" panose="020B0604020202020204" pitchFamily="34" charset="0"/>
              <a:buChar char="•"/>
            </a:pPr>
            <a:r>
              <a:rPr lang="en-IN" sz="1800" dirty="0">
                <a:effectLst/>
                <a:ea typeface="Aptos" panose="020B0004020202020204" pitchFamily="34" charset="0"/>
                <a:cs typeface="Times New Roman" panose="02020603050405020304" pitchFamily="18" charset="0"/>
              </a:rPr>
              <a:t>Often takes a long time to connect a subject to EEG </a:t>
            </a:r>
          </a:p>
          <a:p>
            <a:pPr marL="285750" indent="-285750">
              <a:buFont typeface="Arial" panose="020B0604020202020204" pitchFamily="34" charset="0"/>
              <a:buChar char="•"/>
            </a:pPr>
            <a:r>
              <a:rPr lang="en-IN" sz="1800" dirty="0">
                <a:effectLst/>
                <a:ea typeface="Aptos" panose="020B0004020202020204" pitchFamily="34" charset="0"/>
                <a:cs typeface="Times New Roman" panose="02020603050405020304" pitchFamily="18" charset="0"/>
              </a:rPr>
              <a:t>Signal to noise ratio is poor</a:t>
            </a:r>
            <a:endParaRPr lang="en-IN" dirty="0"/>
          </a:p>
        </p:txBody>
      </p:sp>
    </p:spTree>
    <p:extLst>
      <p:ext uri="{BB962C8B-B14F-4D97-AF65-F5344CB8AC3E}">
        <p14:creationId xmlns:p14="http://schemas.microsoft.com/office/powerpoint/2010/main" val="395375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667C5-EE61-6C1B-2BA0-06E52CDED492}"/>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C38C366-BB82-8DCC-B766-28DBCC8FBE41}"/>
              </a:ext>
            </a:extLst>
          </p:cNvPr>
          <p:cNvSpPr>
            <a:spLocks noGrp="1" noChangeArrowheads="1"/>
          </p:cNvSpPr>
          <p:nvPr>
            <p:ph type="title"/>
          </p:nvPr>
        </p:nvSpPr>
        <p:spPr>
          <a:xfrm>
            <a:off x="42846" y="-92546"/>
            <a:ext cx="4889194" cy="432048"/>
          </a:xfrm>
        </p:spPr>
        <p:txBody>
          <a:bodyPr>
            <a:normAutofit fontScale="90000"/>
          </a:bodyPr>
          <a:lstStyle/>
          <a:p>
            <a:pPr>
              <a:lnSpc>
                <a:spcPct val="115000"/>
              </a:lnSpc>
              <a:spcAft>
                <a:spcPts val="750"/>
              </a:spcAft>
            </a:pPr>
            <a:r>
              <a:rPr lang="en-IN" sz="3600" b="1" dirty="0">
                <a:solidFill>
                  <a:srgbClr val="002060"/>
                </a:solidFill>
                <a:hlinkClick r:id="rId3">
                  <a:extLst>
                    <a:ext uri="{A12FA001-AC4F-418D-AE19-62706E023703}">
                      <ahyp:hlinkClr xmlns="" xmlns:ahyp="http://schemas.microsoft.com/office/drawing/2018/hyperlinkcolor" val="tx"/>
                    </a:ext>
                  </a:extLst>
                </a:hlinkClick>
              </a:rPr>
              <a:t>Usage of EEG</a:t>
            </a:r>
            <a:endParaRPr lang="en-US" altLang="en-US" sz="3600" b="1" dirty="0">
              <a:solidFill>
                <a:srgbClr val="002060"/>
              </a:solidFill>
            </a:endParaRPr>
          </a:p>
        </p:txBody>
      </p:sp>
      <p:sp>
        <p:nvSpPr>
          <p:cNvPr id="4" name="TextBox 3">
            <a:extLst>
              <a:ext uri="{FF2B5EF4-FFF2-40B4-BE49-F238E27FC236}">
                <a16:creationId xmlns:a16="http://schemas.microsoft.com/office/drawing/2014/main" id="{F85AB61F-9026-33AA-4BC2-72958438ACEB}"/>
              </a:ext>
            </a:extLst>
          </p:cNvPr>
          <p:cNvSpPr txBox="1"/>
          <p:nvPr/>
        </p:nvSpPr>
        <p:spPr>
          <a:xfrm>
            <a:off x="179512" y="411510"/>
            <a:ext cx="8784976" cy="258532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200" dirty="0"/>
              <a:t>Most EEGs are done to diagnose and monitor seizure disorders. </a:t>
            </a:r>
          </a:p>
          <a:p>
            <a:pPr marL="285750" indent="-285750">
              <a:lnSpc>
                <a:spcPct val="150000"/>
              </a:lnSpc>
              <a:buFont typeface="Arial" panose="020B0604020202020204" pitchFamily="34" charset="0"/>
              <a:buChar char="•"/>
            </a:pPr>
            <a:r>
              <a:rPr lang="en-IN" sz="1200" dirty="0"/>
              <a:t>EEGs also can identify causes of other problems, such as sleep disorders. </a:t>
            </a:r>
          </a:p>
          <a:p>
            <a:pPr marL="285750" indent="-285750">
              <a:lnSpc>
                <a:spcPct val="150000"/>
              </a:lnSpc>
              <a:buFont typeface="Arial" panose="020B0604020202020204" pitchFamily="34" charset="0"/>
              <a:buChar char="•"/>
            </a:pPr>
            <a:r>
              <a:rPr lang="en-IN" sz="1200" dirty="0"/>
              <a:t>An EEG can identify the areas of the brain that are not working properly </a:t>
            </a:r>
          </a:p>
          <a:p>
            <a:pPr marL="285750" indent="-285750">
              <a:lnSpc>
                <a:spcPct val="150000"/>
              </a:lnSpc>
              <a:buFont typeface="Arial" panose="020B0604020202020204" pitchFamily="34" charset="0"/>
              <a:buChar char="•"/>
            </a:pPr>
            <a:r>
              <a:rPr lang="en-IN" sz="1200" dirty="0"/>
              <a:t>They're sometimes used to evaluate brain activity after a severe head injury or before a heart transplant or liver transplant </a:t>
            </a:r>
          </a:p>
          <a:p>
            <a:pPr marL="285750" indent="-285750">
              <a:lnSpc>
                <a:spcPct val="150000"/>
              </a:lnSpc>
              <a:buFont typeface="Arial" panose="020B0604020202020204" pitchFamily="34" charset="0"/>
              <a:buChar char="•"/>
            </a:pPr>
            <a:r>
              <a:rPr lang="en-IN" sz="1200" dirty="0"/>
              <a:t>It is also used to determine the level of brain function in people who are in coma </a:t>
            </a:r>
          </a:p>
          <a:p>
            <a:pPr marL="285750" indent="-285750">
              <a:lnSpc>
                <a:spcPct val="150000"/>
              </a:lnSpc>
              <a:buFont typeface="Arial" panose="020B0604020202020204" pitchFamily="34" charset="0"/>
              <a:buChar char="•"/>
            </a:pPr>
            <a:r>
              <a:rPr lang="en-IN" sz="1200" dirty="0"/>
              <a:t>An EEG is used to detect problems in the electrical activity of the brain that may be associated with certain brain disorders. The measurements given by an EEG are used to confirm or rule out various conditions </a:t>
            </a:r>
          </a:p>
          <a:p>
            <a:pPr marL="285750" indent="-285750">
              <a:lnSpc>
                <a:spcPct val="150000"/>
              </a:lnSpc>
              <a:buFont typeface="Arial" panose="020B0604020202020204" pitchFamily="34" charset="0"/>
              <a:buChar char="•"/>
            </a:pPr>
            <a:r>
              <a:rPr lang="en-IN" sz="1200" dirty="0"/>
              <a:t>The test can also be used to monitor activity during brain </a:t>
            </a:r>
            <a:r>
              <a:rPr lang="en-IN" sz="1200" dirty="0" smtClean="0"/>
              <a:t>surgery</a:t>
            </a:r>
          </a:p>
          <a:p>
            <a:pPr marL="285750" indent="-285750">
              <a:lnSpc>
                <a:spcPct val="150000"/>
              </a:lnSpc>
              <a:buFont typeface="Arial" panose="020B0604020202020204" pitchFamily="34" charset="0"/>
              <a:buChar char="•"/>
            </a:pPr>
            <a:r>
              <a:rPr lang="en-US" sz="1200" dirty="0"/>
              <a:t>Brain-Computer Interfaces (</a:t>
            </a:r>
            <a:r>
              <a:rPr lang="en-US" sz="1200"/>
              <a:t>BCI</a:t>
            </a:r>
            <a:r>
              <a:rPr lang="en-US" sz="1200" smtClean="0"/>
              <a:t>): </a:t>
            </a:r>
            <a:r>
              <a:rPr lang="en-IN" sz="1200" smtClean="0"/>
              <a:t>EEG </a:t>
            </a:r>
            <a:r>
              <a:rPr lang="en-IN" sz="1200" dirty="0" smtClean="0"/>
              <a:t>to control external devices such as wheelchair</a:t>
            </a:r>
            <a:endParaRPr lang="en-IN" sz="1200"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6096" y="3219822"/>
            <a:ext cx="3468958" cy="1749303"/>
          </a:xfrm>
          <a:prstGeom prst="rect">
            <a:avLst/>
          </a:prstGeom>
        </p:spPr>
      </p:pic>
      <p:cxnSp>
        <p:nvCxnSpPr>
          <p:cNvPr id="3" name="Straight Arrow Connector 2"/>
          <p:cNvCxnSpPr/>
          <p:nvPr/>
        </p:nvCxnSpPr>
        <p:spPr>
          <a:xfrm>
            <a:off x="3635896" y="2931790"/>
            <a:ext cx="1512168" cy="50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023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12186</TotalTime>
  <Words>1579</Words>
  <Application>Microsoft Office PowerPoint</Application>
  <PresentationFormat>On-screen Show (16:9)</PresentationFormat>
  <Paragraphs>194</Paragraphs>
  <Slides>28</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Arial</vt:lpstr>
      <vt:lpstr>Calibri</vt:lpstr>
      <vt:lpstr>Symbol</vt:lpstr>
      <vt:lpstr>Times New Roman</vt:lpstr>
      <vt:lpstr>Office Theme</vt:lpstr>
      <vt:lpstr>Biomedical signal Classification</vt:lpstr>
      <vt:lpstr>Classification: by Characteristics</vt:lpstr>
      <vt:lpstr>Classification: by Characteristics</vt:lpstr>
      <vt:lpstr>The Electrocardiogram (ECG)</vt:lpstr>
      <vt:lpstr>What is ECG(p1) ?</vt:lpstr>
      <vt:lpstr>Where to place the leads to measure ECG? There are many ways. Below is 2 of them </vt:lpstr>
      <vt:lpstr>The Electrocardiogram (ECG)</vt:lpstr>
      <vt:lpstr>How does ECG data looks like?</vt:lpstr>
      <vt:lpstr>The Electrocardiogram (ECG )</vt:lpstr>
      <vt:lpstr>The Electrocardiogram (ECG)</vt:lpstr>
      <vt:lpstr>Uses of The Electrocardiogram (ECG )</vt:lpstr>
      <vt:lpstr>Irregularities in ECG</vt:lpstr>
      <vt:lpstr>The Electrocardiogram (ECG )</vt:lpstr>
      <vt:lpstr>The ElectroEncephaloGram (EEG)</vt:lpstr>
      <vt:lpstr>PowerPoint Presentation</vt:lpstr>
      <vt:lpstr>EEG in  ML:</vt:lpstr>
      <vt:lpstr>EEG in AI to predict seizures</vt:lpstr>
      <vt:lpstr>How does EEG data looks like?</vt:lpstr>
      <vt:lpstr>The Electroencephalogram (EEG)</vt:lpstr>
      <vt:lpstr>The Electroencephalogram (EEG)</vt:lpstr>
      <vt:lpstr>The Electroencephalogram (EEG)</vt:lpstr>
      <vt:lpstr>EEG: Electrode Recording System</vt:lpstr>
      <vt:lpstr>Types of EEG</vt:lpstr>
      <vt:lpstr>PowerPoint Presentation</vt:lpstr>
      <vt:lpstr>The Electroencephalogram (EEG)</vt:lpstr>
      <vt:lpstr>Wave patterns </vt:lpstr>
      <vt:lpstr>The Electroencephalogram (EEG)</vt:lpstr>
      <vt:lpstr>Usage of EEG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RISHABH KUMAR</dc:creator>
  <cp:lastModifiedBy>hi</cp:lastModifiedBy>
  <cp:revision>248</cp:revision>
  <cp:lastPrinted>2020-07-29T12:13:19Z</cp:lastPrinted>
  <dcterms:created xsi:type="dcterms:W3CDTF">2020-07-29T12:11:55Z</dcterms:created>
  <dcterms:modified xsi:type="dcterms:W3CDTF">2025-06-06T07:50:25Z</dcterms:modified>
</cp:coreProperties>
</file>