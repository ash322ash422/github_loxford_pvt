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6" r:id="rId2"/>
    <p:sldId id="257" r:id="rId3"/>
    <p:sldId id="277" r:id="rId4"/>
    <p:sldId id="278" r:id="rId5"/>
    <p:sldId id="279" r:id="rId6"/>
    <p:sldId id="275" r:id="rId7"/>
    <p:sldId id="2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sagepub.com/doi/abs/10.1177/1403494819834098?journalCode=sjpc" TargetMode="External"/><Relationship Id="rId2" Type="http://schemas.openxmlformats.org/officeDocument/2006/relationships/hyperlink" Target="https://www.ncbi.nlm.nih.gov/pubmed/2919627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trends.google.co.uk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9F732D-3DBC-4634-86B4-E0072FBD919A}"/>
              </a:ext>
            </a:extLst>
          </p:cNvPr>
          <p:cNvSpPr txBox="1"/>
          <p:nvPr/>
        </p:nvSpPr>
        <p:spPr>
          <a:xfrm>
            <a:off x="713232" y="597094"/>
            <a:ext cx="11274552" cy="422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Times New Roman" panose="02020603050405020304" pitchFamily="18" charset="0"/>
                <a:cs typeface="Times New Roman" panose="02020603050405020304" pitchFamily="18" charset="0"/>
              </a:rPr>
              <a:t>Google data collection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Times New Roman" panose="02020603050405020304" pitchFamily="18" charset="0"/>
                <a:cs typeface="Times New Roman" panose="02020603050405020304" pitchFamily="18" charset="0"/>
              </a:rPr>
              <a:t>We tell google “things we might not tell our partners, our friends, our family…even our doctor”.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Bod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Times New Roman" panose="02020603050405020304" pitchFamily="18" charset="0"/>
                <a:cs typeface="Times New Roman" panose="02020603050405020304" pitchFamily="18" charset="0"/>
              </a:rPr>
              <a:t>We are sharing life’s most significant and intense moments.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  <a:ea typeface="Times New Roman" panose="02020603050405020304" pitchFamily="18" charset="0"/>
                <a:cs typeface="Times New Roman" panose="02020603050405020304" pitchFamily="18" charset="0"/>
              </a:rPr>
              <a:t>Source: https://www.bennettinstitute.cam.ac.uk/blog/using-google-data-policy-research/ 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337EF-28DD-CCF2-6A63-18566931DC1F}"/>
              </a:ext>
            </a:extLst>
          </p:cNvPr>
          <p:cNvSpPr txBox="1"/>
          <p:nvPr/>
        </p:nvSpPr>
        <p:spPr>
          <a:xfrm>
            <a:off x="1298448" y="707196"/>
            <a:ext cx="8234172" cy="1465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Times New Roman" panose="02020603050405020304" pitchFamily="18" charset="0"/>
                <a:cs typeface="Times New Roman" panose="02020603050405020304" pitchFamily="18" charset="0"/>
              </a:rPr>
              <a:t>Type in search bar : “Today I want to l”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Bod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Times New Roman" panose="02020603050405020304" pitchFamily="18" charset="0"/>
                <a:cs typeface="Times New Roman" panose="02020603050405020304" pitchFamily="18" charset="0"/>
              </a:rPr>
              <a:t>and see what auto completion suggests.</a:t>
            </a:r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9A71-C227-BBC5-696B-9CF3B845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4A54DC-D83D-B0D6-C2BA-C66B5ABC9EF8}"/>
              </a:ext>
            </a:extLst>
          </p:cNvPr>
          <p:cNvSpPr txBox="1"/>
          <p:nvPr/>
        </p:nvSpPr>
        <p:spPr>
          <a:xfrm>
            <a:off x="1298448" y="707196"/>
            <a:ext cx="82341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search data has been used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the spread of the 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Mayaro virus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identify seasonal patterns in 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domestic violence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who will win.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FA10E9-8252-415D-8F70-A5CCEC7F8D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883" y="2514600"/>
            <a:ext cx="6118874" cy="25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3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9561-FC6B-B7A5-B4B7-AD0B95163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7B04FB-01F6-4B18-5834-EE5FF878A015}"/>
              </a:ext>
            </a:extLst>
          </p:cNvPr>
          <p:cNvSpPr txBox="1"/>
          <p:nvPr/>
        </p:nvSpPr>
        <p:spPr>
          <a:xfrm>
            <a:off x="182880" y="158556"/>
            <a:ext cx="82341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Detailed breakdown of the types of data Google collects: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 data and preferences: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includes information about how you use Google services, such as your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terms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you visit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content you interact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with. 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information: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collects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data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you use services like Maps, search for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 businesses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use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devices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provide location data. 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Browsing history: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browse the web using a Google-powered browser like Chrome, Google can track your browsing history, including the websites you visit and the content you interact with. </a:t>
            </a:r>
          </a:p>
        </p:txBody>
      </p:sp>
    </p:spTree>
    <p:extLst>
      <p:ext uri="{BB962C8B-B14F-4D97-AF65-F5344CB8AC3E}">
        <p14:creationId xmlns:p14="http://schemas.microsoft.com/office/powerpoint/2010/main" val="427708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021F7-2DE2-4B41-3B3C-BA15BC718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DEAA3B-9550-700D-E0B5-08C41EFA2B60}"/>
              </a:ext>
            </a:extLst>
          </p:cNvPr>
          <p:cNvSpPr txBox="1"/>
          <p:nvPr/>
        </p:nvSpPr>
        <p:spPr>
          <a:xfrm>
            <a:off x="182880" y="158556"/>
            <a:ext cx="823417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Detailed breakdown of the types of data Google collects: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Device and browser information: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includes information about your device type,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operating system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browser version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other technical details. 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Content: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Google-hosted content, such as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Gmail messages, photos, videos, and documents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is also analysed by Google. 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on third-party sites and apps: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you're logged into your Google account and use third-party apps or websites that integrate with Google services, Google can track your activity on those platforms. 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data: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also collects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IP addresses, crash reports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other technical information about your use of its services. 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30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3492C4-CB6D-24F4-850C-BA41AD80F94A}"/>
              </a:ext>
            </a:extLst>
          </p:cNvPr>
          <p:cNvSpPr txBox="1"/>
          <p:nvPr/>
        </p:nvSpPr>
        <p:spPr>
          <a:xfrm>
            <a:off x="2738628" y="297594"/>
            <a:ext cx="6190488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sites: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https://trends.google.co.uk/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21610-D640-816D-2878-6E7503C66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803498"/>
            <a:ext cx="11131296" cy="482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EA06-D10A-4BD2-704E-F9528515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07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1087</TotalTime>
  <Words>331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Body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179</cp:revision>
  <dcterms:created xsi:type="dcterms:W3CDTF">2025-09-22T02:44:38Z</dcterms:created>
  <dcterms:modified xsi:type="dcterms:W3CDTF">2026-05-27T18:37:04Z</dcterms:modified>
</cp:coreProperties>
</file>