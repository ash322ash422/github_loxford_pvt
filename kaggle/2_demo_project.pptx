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8"/>
  </p:handoutMasterIdLst>
  <p:sldIdLst>
    <p:sldId id="257" r:id="rId2"/>
    <p:sldId id="258" r:id="rId3"/>
    <p:sldId id="262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10T07:43:17.4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0 592 24575,'6'8'0,"-1"0"0,1 0 0,-2 1 0,1 0 0,-1 0 0,-1 0 0,4 11 0,-3-8 0,0 0 0,1 0 0,0-1 0,1 1 0,8 10 0,-12-19 0,0-1 0,0 0 0,0 0 0,0 0 0,0 0 0,1 0 0,-1 0 0,0-1 0,1 1 0,0-1 0,-1 0 0,1 0 0,0 0 0,-1 0 0,1 0 0,0 0 0,0-1 0,0 1 0,0-1 0,0 0 0,0 0 0,0 0 0,0 0 0,-1-1 0,1 1 0,4-2 0,6-1 0,0-2 0,-1 0 0,1 0 0,-1-1 0,0 0 0,0-1 0,10-9 0,76-66 0,-68 55 0,591-541-1365,-567 520-5461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37.3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571 57 2748 0 0,'18'-4'1038'0'0,"-13"3"-442"0"0,0-1 0 0 0,-1 1-1 0 0,1 0 1 0 0,0 1-1 0 0,0-1 1 0 0,0 1-1 0 0,6 0 1 0 0,-34-12-450 0 0,19 10-125 0 0,0-1 0 0 0,0 1-1 0 0,0-1 1 0 0,-1 1 0 0 0,1 0-1 0 0,-1 1 1 0 0,-5-3 0 0 0,-25-2-12 0 0,-1 2 0 0 0,0 0 0 0 0,0 3 0 0 0,0 1 0 0 0,0 2 0 0 0,0 1 0 0 0,1 1 0 0 0,-1 3 0 0 0,1 1 0 0 0,-50 17 0 0 0,65-18-7 0 0,13-5-6 0 0,0 0 1 0 0,0 0 0 0 0,-1 1 0 0 0,1 0-1 0 0,1 0 1 0 0,-1 1 0 0 0,0 0 0 0 0,1 0-1 0 0,0 0 1 0 0,0 1 0 0 0,0 0 0 0 0,1 0-1 0 0,-1 0 1 0 0,1 1 0 0 0,-7 10-1 0 0,12-15 5 0 0,0 0 0 0 0,-1 0 0 0 0,1 0 0 0 0,0 0-1 0 0,0 1 1 0 0,0-1 0 0 0,0 0 0 0 0,0 0-1 0 0,0 0 1 0 0,1 0 0 0 0,-1 0 0 0 0,0 1 0 0 0,0-1-1 0 0,1 0 1 0 0,-1 0 0 0 0,1 0 0 0 0,-1 0-1 0 0,1 0 1 0 0,-1 0 0 0 0,1 0 0 0 0,0 0 0 0 0,-1 0-1 0 0,1 0 1 0 0,0-1 0 0 0,0 1 0 0 0,0 0-1 0 0,0 0 1 0 0,0-1 0 0 0,0 1 0 0 0,0 0-1 0 0,0-1 1 0 0,0 1 0 0 0,0-1 0 0 0,0 0 0 0 0,0 1-1 0 0,0-1 1 0 0,2 1 0 0 0,40 13 29 0 0,192 24 1 0 0,-165-30-44 0 0,-1 3-1 0 0,0 2 0 0 0,89 31 0 0 0,18 36 26 0 0,-75-32 1 0 0,-96-46-12 0 0,3 1-10 0 0,0 0 0 0 0,0 1 0 0 0,-1 0 0 0 0,1 0 0 0 0,-1 1 0 0 0,0-1-1 0 0,0 2 1 0 0,-1-1 0 0 0,12 13 0 0 0,-17-17 9 0 0,-1 0-1 0 0,0 0 0 0 0,0 0 1 0 0,0 0-1 0 0,0 0 1 0 0,0 0-1 0 0,-1-1 0 0 0,1 1 1 0 0,0 0-1 0 0,0 0 1 0 0,-1 0-1 0 0,1 0 0 0 0,0 0 1 0 0,-1 0-1 0 0,1 0 1 0 0,-1 0-1 0 0,1-1 1 0 0,-1 1-1 0 0,1 0 0 0 0,-1 0 1 0 0,0-1-1 0 0,1 1 1 0 0,-1 0-1 0 0,0-1 0 0 0,0 1 1 0 0,0-1-1 0 0,1 1 1 0 0,-3 0-1 0 0,-23 15 2 0 0,25-15-2 0 0,-34 14 64 0 0,-1-1-1 0 0,0-2 0 0 0,-1-2 1 0 0,0-1-1 0 0,0-1 1 0 0,-1-3-1 0 0,0-1 0 0 0,0-1 1 0 0,-52-4-1 0 0,-130-23 1664 0 0,218 23-1669 0 0,-13-2 339 0 0,8-1-1629 0 0,37-11-7346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37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0 186 6853 0 0,'9'-55'1123'0'0,"1"-64"0"0"0,-10 118-932 0 0,-1-7-97 0 0,0 5-89 0 0,3 9 28 0 0,59 196 34 0 0,-30-110-40 0 0,21 108 1 0 0,-50-184-3 0 0,2 1 0 0 0,0 0 0 0 0,1-1 1 0 0,12 29-1 0 0,-15-40-13 0 0,1-1 0 0 0,0 1 0 0 0,0-1 0 0 0,0 1 1 0 0,1-1-1 0 0,-1 0 0 0 0,1-1 0 0 0,0 1 0 0 0,0-1 0 0 0,0 1 0 0 0,1-1 0 0 0,-1-1 0 0 0,1 1 1 0 0,0 0-1 0 0,-1-1 0 0 0,1 0 0 0 0,0 0 0 0 0,0-1 0 0 0,9 2 0 0 0,35 4-138 0 0,1-2 0 0 0,0-2-1 0 0,0-2 1 0 0,0-3 0 0 0,0-2-1 0 0,67-13 1 0 0,-107 15-610 0 0,0 0 0 0 0,0-1 0 0 0,0-1 0 0 0,-1 1 0 0 0,18-10 0 0 0,-16 5-2020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38.2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31 121 6253 0 0,'-23'0'-490'0'0,"23"1"494"0"0,0-1 0 0 0,0 0 1 0 0,0 0-1 0 0,0 0 0 0 0,0 0 1 0 0,-1 0-1 0 0,1 0 0 0 0,0 0 1 0 0,0 1-1 0 0,0-1 0 0 0,0 0 1 0 0,0 0-1 0 0,-1 0 0 0 0,1 0 1 0 0,0 0-1 0 0,0 0 0 0 0,0 0 1 0 0,-1 0-1 0 0,1 0 0 0 0,0 0 1 0 0,0 0-1 0 0,0 0 0 0 0,0 0 1 0 0,-1 0-1 0 0,1 0 1 0 0,0 0-1 0 0,0 0 0 0 0,0 0 1 0 0,-1 0-1 0 0,1 0 0 0 0,0 0 1 0 0,0-1-1 0 0,0 1 0 0 0,0 0 1 0 0,-1 0-1 0 0,1 0 0 0 0,0 0 1 0 0,0 0-1 0 0,0 0 0 0 0,0 0 1 0 0,0-1-1 0 0,0 1 0 0 0,-1 0 1 0 0,1 0-1 0 0,0 0 0 0 0,0 0 1 0 0,0-1-1 0 0,0 1 0 0 0,0 0 1 0 0,0 0-1 0 0,0 0 1 0 0,0 0-1 0 0,0-1 0 0 0,0 1 1 0 0,0 0-1 0 0,0 0 0 0 0,0 0 1 0 0,0-1-1 0 0,0 1 0 0 0,0 0 1 0 0,0 0-1 0 0,0 0 0 0 0,0 0 1 0 0,0-1-1 0 0,0 1 0 0 0,0 0 1 0 0,0 0-1 0 0,1-1 0 0 0,17-10 72 0 0,35-10-32 0 0,55-4-150 0 0,2 5 1 0 0,163-9-1 0 0,-206 22-2724 0 0,-47 4 1651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39.5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44 253 3956 0 0,'1'1'-2'0'0,"-1"0"-1"0"0,0-1 0 0 0,0 1 0 0 0,0 0 1 0 0,1 0-1 0 0,-1-1 0 0 0,0 1 0 0 0,1 0 1 0 0,-1-1-1 0 0,1 1 0 0 0,-1 0 0 0 0,1-1 1 0 0,-1 1-1 0 0,1-1 0 0 0,-1 1 0 0 0,1-1 1 0 0,-1 1-1 0 0,1-1 0 0 0,0 1 0 0 0,-1-1 0 0 0,1 0 1 0 0,0 1-1 0 0,0-1 0 0 0,-1 0 0 0 0,1 1 1 0 0,0-1-1 0 0,0 0 0 0 0,-1 0 0 0 0,1 0 1 0 0,0 0-1 0 0,0 0 0 0 0,-1 0 0 0 0,1 0 1 0 0,0 0-1 0 0,0 0 0 0 0,-1 0 0 0 0,1 0 1 0 0,0 0-1 0 0,0-1 0 0 0,-1 1 0 0 0,1 0 1 0 0,0 0-1 0 0,0-1 0 0 0,0 0 0 0 0,40-14 371 0 0,-41 15-368 0 0,10-5 66 0 0,-1 0-1 0 0,1-1 0 0 0,-1-1 1 0 0,0 0-1 0 0,-1 0 0 0 0,0 0 1 0 0,0-1-1 0 0,12-16 0 0 0,-15 17 3 0 0,0 1-1 0 0,0-1 1 0 0,-1 0-1 0 0,0 0 1 0 0,-1-1-1 0 0,1 1 1 0 0,-1-1-1 0 0,-1 0 0 0 0,1 1 1 0 0,-2-1-1 0 0,1 0 1 0 0,0-11-1 0 0,-2 18-60 0 0,0 0 0 0 0,0 0 0 0 0,0 0 0 0 0,-1 0 1 0 0,1 0-1 0 0,0 0 0 0 0,-1 0 0 0 0,1 0 0 0 0,-1 0 0 0 0,1 0 0 0 0,-1 0 0 0 0,0 0 0 0 0,1 0 0 0 0,-1 1 0 0 0,0-1 0 0 0,0 0 0 0 0,1 0 0 0 0,-1 1 0 0 0,0-1 1 0 0,0 0-1 0 0,0 1 0 0 0,0-1 0 0 0,0 1 0 0 0,0-1 0 0 0,0 1 0 0 0,0 0 0 0 0,0-1 0 0 0,0 1 0 0 0,0 0 0 0 0,0 0 0 0 0,0 0 0 0 0,0-1 0 0 0,0 1 0 0 0,0 0 1 0 0,-2 1-1 0 0,-34 3 96 0 0,24 0-88 0 0,2 1 0 0 0,-1 0 0 0 0,1 1 0 0 0,-1 1 0 0 0,2 0 1 0 0,-1 0-1 0 0,1 1 0 0 0,0 0 0 0 0,1 1 0 0 0,0 0 1 0 0,0 0-1 0 0,1 1 0 0 0,0 1 0 0 0,0-1 0 0 0,2 1 0 0 0,-10 18 1 0 0,15-26-11 0 0,-1 0 0 0 0,1 0 0 0 0,0 0 0 0 0,0 0 0 0 0,0 0 0 0 0,1 0 0 0 0,-1 0 0 0 0,1 1 0 0 0,-1-1 0 0 0,1 0 0 0 0,0 1 0 0 0,0-1 0 0 0,1 0 0 0 0,-1 0 0 0 0,1 0 0 0 0,0 1 0 0 0,-1-1 0 0 0,1 0 0 0 0,1 0 0 0 0,2 6 0 0 0,-1-4 3 0 0,1 0 0 0 0,0-1 0 0 0,0 1-1 0 0,0 0 1 0 0,1-1 0 0 0,-1 0 0 0 0,1 0-1 0 0,0-1 1 0 0,0 1 0 0 0,8 3 0 0 0,9 3 16 0 0,0 0 0 0 0,1-2 0 0 0,0-1 0 0 0,39 8 1 0 0,-55-14-22 0 0,55 11 51 0 0,67 4-1 0 0,-112-14-32 0 0,1-2 0 0 0,0 0 0 0 0,-1-1 0 0 0,1-1 0 0 0,-1 0 0 0 0,0-2 0 0 0,1 0 1 0 0,30-12-1 0 0,-44 15-19 0 0,-1-1 0 0 0,1 0 1 0 0,0 0-1 0 0,-1-1 0 0 0,0 1 1 0 0,1-1-1 0 0,-1 0 0 0 0,0 0 1 0 0,0 0-1 0 0,-1 0 0 0 0,1 0 1 0 0,-1 0-1 0 0,1-1 0 0 0,-1 1 1 0 0,0-1-1 0 0,0 0 0 0 0,1-4 1 0 0,-1 1 14 0 0,0-1 1 0 0,-1 1 0 0 0,0-1 0 0 0,0 1 0 0 0,0-1 0 0 0,-1 0 0 0 0,0 1 0 0 0,-3-14-1 0 0,-3-9 189 0 0,-1 2-1 0 0,-1-1 0 0 0,-22-46 1 0 0,28 69-147 0 0,-19-42 193 0 0,20 47-185 0 0,1 6-57 0 0,4 39 22 0 0,13 72 1 0 0,-1-22-2 0 0,-6-15 5 0 0,4 1 0 0 0,3-2 1 0 0,4 0-1 0 0,50 123 0 0 0,-49-144 797 0 0,-22-55 54 0 0,-5-7-695 0 0,-15-20-60 0 0,0-1 0 0 0,1 0-1 0 0,2-1 1 0 0,1-2-1 0 0,1 1 1 0 0,1-2 0 0 0,-19-60-1 0 0,17 34-40 0 0,2 0 0 0 0,2-2 0 0 0,-6-98 0 0 0,17 115-68 0 0,1-1-1 0 0,10-66 1 0 0,-10 106-28 0 0,1-1 0 0 0,0 0 0 0 0,0 1 0 0 0,0-1 0 0 0,0 1 0 0 0,0 0 0 0 0,0-1 0 0 0,1 1 0 0 0,-1 0 0 0 0,1 0 0 0 0,0 0 0 0 0,-1 0 0 0 0,1 0 0 0 0,0 0 0 0 0,0 0 0 0 0,0 0 0 0 0,1 1 0 0 0,-1-1 0 0 0,0 1 0 0 0,0 0 0 0 0,1 0 0 0 0,-1 0 0 0 0,1 0 0 0 0,-1 0 0 0 0,1 0 0 0 0,0 1 0 0 0,-1-1-1 0 0,4 0 1 0 0,9-1-14 0 0,1 1-1 0 0,-1 0 0 0 0,25 1 0 0 0,-31 1 16 0 0,78 5-51 0 0,-1 3 1 0 0,0 5 0 0 0,0 3-1 0 0,107 37 1 0 0,-183-51 27 0 0,-6-2 9 0 0,0 0 1 0 0,0 0-1 0 0,0 0 1 0 0,0 0-1 0 0,0 1 1 0 0,0 0-1 0 0,0-1 1 0 0,0 2-1 0 0,-1-1 1 0 0,1 0-1 0 0,-1 1 1 0 0,0-1-1 0 0,1 1 1 0 0,-1 0 0 0 0,3 5-1 0 0,-7-6 11 0 0,0 0 1 0 0,-1-1-1 0 0,1 1 1 0 0,-1 0-1 0 0,1-1 0 0 0,-1 1 1 0 0,0-1-1 0 0,1 0 0 0 0,-1 1 1 0 0,0-1-1 0 0,-3 1 1 0 0,5-1 0 0 0,-16 7-7 0 0,1-1 0 0 0,-1 0 0 0 0,-1-1 0 0 0,1-1 0 0 0,-1 0 0 0 0,-21 2 0 0 0,-11 4-10 0 0,40-9 19 0 0,-103 28 5 0 0,-1-5 0 0 0,-131 11 1 0 0,196-37-40 0 0,48 1 19 0 0,0 0-1 0 0,0 0 1 0 0,-1 0-1 0 0,1 0 1 0 0,0 0 0 0 0,0 0-1 0 0,-1-1 1 0 0,1 1-1 0 0,0 0 1 0 0,0 0-1 0 0,-1 0 1 0 0,1 0-1 0 0,0 0 1 0 0,0-1-1 0 0,0 1 1 0 0,-1 0-1 0 0,1 0 1 0 0,0 0-1 0 0,0 0 1 0 0,0-1 0 0 0,0 1-1 0 0,-1 0 1 0 0,1 0-1 0 0,0-1 1 0 0,0 1-1 0 0,0 0 1 0 0,0 0-1 0 0,0-1 1 0 0,0 1-1 0 0,0 0 1 0 0,0 0-1 0 0,0-1 1 0 0,0 1-1 0 0,0 0 1 0 0,0 0 0 0 0,0-1-1 0 0,0 1 1 0 0,0 0-1 0 0,0-1 1 0 0,0 1-1 0 0,0 0 1 0 0,0 0-1 0 0,0-1 1 0 0,21-17-1332 0 0,27-9-2771 0 0,-21 13 1373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39.8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65 6973 0 0,'16'-63'482'0'0,"-16"62"-464"0"0,-2 5-4 0 0,-6 14-4 0 0,2-1 0 0 0,0 1 1 0 0,1 0-1 0 0,0 0 1 0 0,2 1-1 0 0,0 0 0 0 0,1-1 1 0 0,1 1-1 0 0,1 0 0 0 0,0 0 1 0 0,5 25-1 0 0,6 25 42 0 0,35 117-1 0 0,-27-116-30 0 0,-15-59-207 0 0,1 7 322 0 0,-1 0 1 0 0,4 35 0 0 0,-7-50-299 0 0,-1-1 0 0 0,0 1 1 0 0,1 0-1 0 0,-1 0 0 0 0,0 0 1 0 0,-1-1-1 0 0,1 1 0 0 0,0 0 1 0 0,-1 0-1 0 0,1-1 0 0 0,-1 1 0 0 0,0 0 1 0 0,0-1-1 0 0,0 1 0 0 0,-1-1 1 0 0,1 1-1 0 0,0-1 0 0 0,-1 0 1 0 0,1 1-1 0 0,-1-1 0 0 0,0 0 1 0 0,0 0-1 0 0,0 0 0 0 0,0 0 1 0 0,0-1-1 0 0,0 1 0 0 0,-4 2 1 0 0,-7-1-1415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3:41.14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5067 479 4848 0 0,'-12'-25'-138'0'0,"4"16"178"0"0,0 0 0 0 0,-1 1 0 0 0,0 0 0 0 0,0 0 0 0 0,-1 1 0 0 0,0 0 0 0 0,-12-6 0 0 0,-3-3 54 0 0,-46-28 80 0 0,-1 3-1 0 0,-2 3 0 0 0,-1 3 0 0 0,-124-38 1 0 0,95 44-106 0 0,-1 4 0 0 0,-1 5 0 0 0,-118-7 0 0 0,-389-9 454 0 0,-670 47-1 0 0,618 50-170 0 0,564-45-312 0 0,1 5-1 0 0,1 4 1 0 0,1 4 0 0 0,-143 64 0 0 0,154-47-16 0 0,3 3 1 0 0,2 3 0 0 0,-132 112-1 0 0,205-156-19 0 0,-37 31 18 0 0,-46 50 0 0 0,80-76-16 0 0,1 0 0 0 0,0 1 0 0 0,1 0 0 0 0,1 1 0 0 0,0 0 0 0 0,1 1 0 0 0,0 0 0 0 0,-8 26 0 0 0,14-34 2 0 0,0 1 0 0 0,1-1 0 0 0,0 1 1 0 0,0 0-1 0 0,1-1 0 0 0,0 1 0 0 0,1 0 1 0 0,0-1-1 0 0,0 1 0 0 0,1-1 0 0 0,4 15 1 0 0,-1-10 4 0 0,0 0 0 0 0,1 0 0 0 0,1-1 0 0 0,0 0 1 0 0,1 0-1 0 0,14 18 0 0 0,1-6 9 0 0,0-1-1 0 0,1-2 1 0 0,1 0-1 0 0,1-1 1 0 0,42 24-1 0 0,6-4 27 0 0,1-2-1 0 0,145 49 1 0 0,173 19 73 0 0,-207-70-23 0 0,288 18 0 0 0,192-33 181 0 0,-154-21 769 0 0,875-115 0 0 0,-1091 68-558 0 0,461-134-1 0 0,-717 167-223 0 0,0-2-1 0 0,0-1 1 0 0,-2-3-1 0 0,0 0 1 0 0,46-35 0 0 0,-57 34-181 0 0,-1 0 1 0 0,-1-1 0 0 0,-1-2 0 0 0,-1 0 0 0 0,-1-2 0 0 0,-1 0-1 0 0,24-41 1 0 0,-40 59-78 0 0,0-1 0 0 0,-1 0 0 0 0,0 0 0 0 0,-1 0 0 0 0,0 0-1 0 0,0-1 1 0 0,-1 1 0 0 0,0-1 0 0 0,-1 0 0 0 0,0 0 0 0 0,-1 1 0 0 0,0-1-1 0 0,-1-13 1 0 0,-1 10-9 0 0,-1 1 0 0 0,-1-1 1 0 0,1 1-1 0 0,-2 0 0 0 0,0 0 0 0 0,0 0 0 0 0,-1 0 0 0 0,-1 1 0 0 0,-7-11 0 0 0,-8-5-10 0 0,0 2 0 0 0,-1 0 1 0 0,-2 2-1 0 0,0 0 0 0 0,-2 2 0 0 0,-51-33 1 0 0,7 15-14 0 0,0 2 0 0 0,-3 4 0 0 0,0 3 0 0 0,-2 3 0 0 0,-1 3 0 0 0,-88-14 0 0 0,-484-43-130 0 0,297 75-1308 0 0,221 7-3048 0 0,86-3 447 0 0,26-1 1789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15.7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774 23 5521 0 0,'0'0'-205'0'0,"4"-18"3514"0"0,-41 15-3206 0 0,-1 2 0 0 0,1 1 0 0 0,0 1 0 0 0,-1 3 0 0 0,1 1 0 0 0,-54 14 0 0 0,70-13-112 0 0,0 1 0 0 0,0 1 1 0 0,0 0-1 0 0,1 2 0 0 0,1 1 1 0 0,0 0-1 0 0,0 1 0 0 0,1 1 1 0 0,1 1-1 0 0,0 0 0 0 0,0 1 1 0 0,-18 24-1 0 0,-7 11-9 0 0,23-29 12 0 0,1 1 0 0 0,1 1 0 0 0,1 1 0 0 0,-20 38 1 0 0,26-42 3 0 0,2 0 0 0 0,0 0 1 0 0,1 1-1 0 0,1 0 0 0 0,-4 28 0 0 0,10-42 6 0 0,-1 0 0 0 0,1 0 0 0 0,1 0 0 0 0,-1 0 0 0 0,1 0 0 0 0,0 0 0 0 0,1 0 0 0 0,-1 0 0 0 0,2-1 0 0 0,-1 1 0 0 0,1-1 0 0 0,0 1 0 0 0,0-1 0 0 0,0 0 0 0 0,1 0 0 0 0,0 0 0 0 0,0-1 0 0 0,1 1 0 0 0,-1-1 0 0 0,10 8 0 0 0,4 0 7 0 0,0 1 0 0 0,1-2 0 0 0,0-1 0 0 0,1 0 0 0 0,0-1 0 0 0,1-2 1 0 0,0 0-1 0 0,1-1 0 0 0,-1-1 0 0 0,32 5 0 0 0,-7-4 15 0 0,0-2 1 0 0,1-2-1 0 0,0-2 1 0 0,47-5 0 0 0,-69 1 25 0 0,-1-1 1 0 0,0-1 0 0 0,-1-1-1 0 0,1-1 1 0 0,-1-1-1 0 0,-1-1 1 0 0,1-1 0 0 0,-1-1-1 0 0,-1-1 1 0 0,0-1 0 0 0,25-20-1 0 0,-29 19-1 0 0,0-1-1 0 0,-1-1 1 0 0,-1 0-1 0 0,0-1 0 0 0,-1 0 1 0 0,-1-1-1 0 0,-1-1 0 0 0,-1 0 1 0 0,0-1-1 0 0,-1 0 1 0 0,-1 0-1 0 0,10-36 0 0 0,-17 47-26 0 0,0 0 0 0 0,0-1 0 0 0,-1 1 0 0 0,0-1 0 0 0,0 0 0 0 0,-1 1 0 0 0,-1-1 0 0 0,1 1 0 0 0,-2-1 0 0 0,1 0 0 0 0,-1 1 0 0 0,-1 0 0 0 0,0-1 0 0 0,0 1 0 0 0,-1 0 0 0 0,0 1 0 0 0,0-1 0 0 0,-1 1 0 0 0,0 0 0 0 0,-1 0 0 0 0,1 0 0 0 0,-14-13 0 0 0,7 10-22 0 0,0 1-1 0 0,-1 1 0 0 0,1 0 1 0 0,-2 1-1 0 0,1 0 1 0 0,-1 1-1 0 0,0 0 0 0 0,-1 1 1 0 0,0 1-1 0 0,0 0 1 0 0,0 1-1 0 0,0 1 0 0 0,-23-2 1 0 0,-28 0-79 0 0,0 4 1 0 0,0 2-1 0 0,0 3 1 0 0,0 3-1 0 0,-84 19 1 0 0,144-23-169 0 0,-6 2 81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26.5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387 25 6301 0 0,'33'-24'2894'0'0,"-39"23"-2814"0"0,-13 1-28 0 0,0 1 0 0 0,0 0 0 0 0,0 1 0 0 0,1 1-1 0 0,-1 1 1 0 0,1 1 0 0 0,0 0 0 0 0,-33 15 0 0 0,11-1-37 0 0,2 2 0 0 0,-68 47-1 0 0,104-67-21 0 0,0 1 0 0 0,-1-1 0 0 0,1 1 0 0 0,0-1 0 0 0,0 1 0 0 0,0 0 0 0 0,1 0 0 0 0,-1 0 0 0 0,0 0 0 0 0,1 0 0 0 0,0 1 0 0 0,-1-1 0 0 0,1 0 0 0 0,0 1 0 0 0,0-1 0 0 0,0 0 0 0 0,-1 5 0 0 0,2-5-11 0 0,34 20-29 0 0,-10-16 42 0 0,-1-1 1 0 0,1-1-1 0 0,0 0 0 0 0,0-2 1 0 0,31-2-1 0 0,34 4 3 0 0,-50 0 2 0 0,10 0-27 0 0,56 13 0 0 0,-92-15 13 0 0,-1 2 0 0 0,1-1-1 0 0,-1 2 1 0 0,0 0-1 0 0,0 0 1 0 0,0 1 0 0 0,-1 0-1 0 0,0 1 1 0 0,15 12 0 0 0,-2 8-21 0 0,-24-26 35 0 0,0 0 1 0 0,0 0-1 0 0,0 0 1 0 0,1 1-1 0 0,-1-1 1 0 0,0 0-1 0 0,0 0 1 0 0,-1 0-1 0 0,1 1 1 0 0,0-1-1 0 0,0 0 1 0 0,-1 0-1 0 0,1 0 1 0 0,0 0-1 0 0,-1 0 1 0 0,1 0-1 0 0,-1 0 1 0 0,1 0-1 0 0,-1 0 1 0 0,0 0-1 0 0,1 0 1 0 0,-1 0 0 0 0,0 0-1 0 0,-1 1 1 0 0,-6 7 4 0 0,-1 0 1 0 0,0-1-1 0 0,-1 1 1 0 0,0-2-1 0 0,-1 0 1 0 0,1 0-1 0 0,-1 0 1 0 0,0-2-1 0 0,-23 9 1 0 0,-9 1 51 0 0,-61 12 1 0 0,69-19 0 0 0,-90 6 605 0 0,122-13-611 0 0,-2-2 11 0 0,4 1-111 0 0,0 0 0 0 0,-1 0 0 0 0,1 0 0 0 0,0 0 0 0 0,0 0 0 0 0,0 0 0 0 0,0-1 0 0 0,0 1 0 0 0,0 0 0 0 0,-1 0 0 0 0,1-1 0 0 0,0 1 0 0 0,0-1 0 0 0,0 1 0 0 0,0-1 0 0 0,0 1 0 0 0,0-1 0 0 0,1 0 0 0 0,-1 0 0 0 0,0 1 0 0 0,0-1 0 0 0,0 0 0 0 0,0-1 0 0 0,14-25-4669 0 0,-4 14 2090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27.0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0 139 6153 0 0,'5'-11'-61'0'0,"-2"0"1"0"0,1 0-1 0 0,-2 0 1 0 0,3-15-1 0 0,3-14 1249 0 0,-5 11 200 0 0,94 276-1320 0 0,-40-92-13 0 0,-35-99-34 0 0,73 194 112 0 0,-80-192-10 0 0,-13-43-521 0 0,-7-35-887 0 0,5 1-1092 0 0,3 4-533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27.3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24 196 6461 0 0,'0'0'15'0'0,"-1"1"1"0"0,0-1 0 0 0,0 1 0 0 0,0-1-1 0 0,0 0 1 0 0,0 1 0 0 0,0-1 0 0 0,0 0-1 0 0,0 0 1 0 0,0 0 0 0 0,0 0 0 0 0,0 0-1 0 0,0 0 1 0 0,0 0 0 0 0,0 0 0 0 0,0 0-1 0 0,1 0 1 0 0,-1 0 0 0 0,0-1 0 0 0,0 1-1 0 0,0 0 1 0 0,0-1 0 0 0,0 1 0 0 0,-1-1-1 0 0,17-15 88 0 0,43-18-59 0 0,223-66 113 0 0,-155 59-122 0 0,-108 38 23 0 0,-17 2-146 0 0,-1 1 1 0 0,1 0-1 0 0,-1 0 0 0 0,1 0 0 0 0,-1 0 0 0 0,1 0 0 0 0,-1 0 0 0 0,0 0 1 0 0,1 0-1 0 0,-1 0 0 0 0,1 0 0 0 0,-1 0 0 0 0,1 0 0 0 0,-1 0 0 0 0,1 1 1 0 0,-1-1-1 0 0,1 0 0 0 0,-1 0 0 0 0,0 0 0 0 0,1 1 0 0 0,-1-1 0 0 0,1 0 1 0 0,-1 1-1 0 0,0-1 0 0 0,1 0 0 0 0,-1 1 0 0 0,0-1 0 0 0,1 0 0 0 0,-1 1 1 0 0,0-1-1 0 0,0 1 0 0 0,1-1 0 0 0,-1 0 0 0 0,0 1 0 0 0,0-1 0 0 0,0 1 1 0 0,0-1-1 0 0,0 1 0 0 0,1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28.5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33 302 4892 0 0,'-1'1'-12'0'0,"-24"31"-643"0"0,24-31 654 0 0,0 0 0 0 0,1 0 0 0 0,-1 0-1 0 0,1 0 1 0 0,-1 0 0 0 0,1 0-1 0 0,-1 0 1 0 0,1 0 0 0 0,-1 0-1 0 0,1 0 1 0 0,0 1 0 0 0,0-1 0 0 0,-1 0-1 0 0,1 0 1 0 0,0 0 0 0 0,0 1-1 0 0,0-1 1 0 0,0 0 0 0 0,1 0-1 0 0,-1 0 1 0 0,0 1 0 0 0,0-1 0 0 0,1 0-1 0 0,-1 0 1 0 0,1 0 0 0 0,0 2-1 0 0,1-3 29 0 0,-1 1-1 0 0,1-1 1 0 0,0 0-1 0 0,0 1 0 0 0,-1-1 1 0 0,1 0-1 0 0,0 0 1 0 0,0 0-1 0 0,0 0 0 0 0,-1 0 1 0 0,1 0-1 0 0,0-1 0 0 0,0 1 1 0 0,-1-1-1 0 0,1 1 1 0 0,2-2-1 0 0,37-12 234 0 0,-33 12-181 0 0,13-6 110 0 0,0 0 0 0 0,0-1 0 0 0,-1-1 0 0 0,28-19 0 0 0,-41 25-132 0 0,-1-1 0 0 0,0 1-1 0 0,-1-1 1 0 0,1 0 0 0 0,-1 0 0 0 0,0-1-1 0 0,0 0 1 0 0,-1 0 0 0 0,1 0 0 0 0,-1 0-1 0 0,-1-1 1 0 0,1 1 0 0 0,-1-1 0 0 0,0 0-1 0 0,-1 0 1 0 0,1 0 0 0 0,1-11 0 0 0,-4 16-47 0 0,1 0 0 0 0,-1 0 1 0 0,0 0-1 0 0,0 0 0 0 0,0 0 1 0 0,0 0-1 0 0,0 0 1 0 0,0 0-1 0 0,0 0 0 0 0,-1 0 1 0 0,1 0-1 0 0,-1 0 0 0 0,1 0 1 0 0,-1 0-1 0 0,0 0 0 0 0,0 0 1 0 0,0 0-1 0 0,0 0 0 0 0,0 1 1 0 0,0-1-1 0 0,-1 0 1 0 0,1 1-1 0 0,0-1 0 0 0,-1 1 1 0 0,1-1-1 0 0,-1 1 0 0 0,0 0 1 0 0,1 0-1 0 0,-1-1 0 0 0,0 1 1 0 0,0 1-1 0 0,0-1 0 0 0,0 0 1 0 0,0 0-1 0 0,0 1 1 0 0,0-1-1 0 0,0 1 0 0 0,0-1 1 0 0,0 1-1 0 0,0 0 0 0 0,0 0 1 0 0,0 0-1 0 0,0 0 0 0 0,0 0 1 0 0,0 1-1 0 0,-2-1 1 0 0,-5 2-4 0 0,0-1 0 0 0,0 1 1 0 0,0 0-1 0 0,1 1 1 0 0,-1 0-1 0 0,1 0 1 0 0,-1 1-1 0 0,1 0 1 0 0,-13 9-1 0 0,11-4-4 0 0,0-1 0 0 0,0 1 1 0 0,1 1-1 0 0,0-1 0 0 0,1 2 0 0 0,0-1 0 0 0,1 1 1 0 0,0 0-1 0 0,0 1 0 0 0,-5 14 0 0 0,10-22 0 0 0,1 0 0 0 0,-1 0 0 0 0,1 1 0 0 0,0-1 0 0 0,0 0 0 0 0,1 0 0 0 0,-1 1 0 0 0,1-1 0 0 0,0 1 0 0 0,0-1 0 0 0,0 0-1 0 0,1 1 1 0 0,-1-1 0 0 0,1 0 0 0 0,0 1 0 0 0,1-1 0 0 0,-1 0 0 0 0,1 0 0 0 0,0 0 0 0 0,-1 0 0 0 0,2 0 0 0 0,-1 0 0 0 0,0-1 0 0 0,1 1 0 0 0,0-1 0 0 0,0 0 0 0 0,0 1 0 0 0,0-1 0 0 0,0-1 0 0 0,1 1 0 0 0,-1 0-1 0 0,1-1 1 0 0,7 4 0 0 0,7 3 11 0 0,0-2-1 0 0,0 0 0 0 0,0-2 0 0 0,1 0 0 0 0,0 0 0 0 0,0-2 0 0 0,0 0 0 0 0,0-2 1 0 0,1 0-1 0 0,-1-1 0 0 0,1-1 0 0 0,-1 0 0 0 0,0-2 0 0 0,0 0 0 0 0,0-1 1 0 0,21-8-1 0 0,-35 10-6 0 0,1 0 0 0 0,-1 0 1 0 0,0-1-1 0 0,0 0 0 0 0,0 0 1 0 0,0 0-1 0 0,-1 0 0 0 0,1-1 1 0 0,-1 0-1 0 0,0 0 0 0 0,0 0 1 0 0,0 0-1 0 0,-1-1 0 0 0,1 0 1 0 0,-1 1-1 0 0,0-1 0 0 0,0 0 1 0 0,-1-1-1 0 0,0 1 0 0 0,0 0 1 0 0,0-1-1 0 0,0 1 0 0 0,-1-1 1 0 0,0 0-1 0 0,0 1 0 0 0,0-1 0 0 0,-1-9 1 0 0,-1-7 182 0 0,-1-1 0 0 0,-1 0 0 0 0,-1 1 0 0 0,-1-1 0 0 0,-12-32 0 0 0,9 39 113 0 0,10 46-236 0 0,14 53-67 0 0,-4-45 12 0 0,3 0 0 0 0,0-1 1 0 0,3 0-1 0 0,1-2 1 0 0,2 0-1 0 0,1-1 0 0 0,1-1 1 0 0,2-1-1 0 0,30 28 1 0 0,9 20 334 0 0,-62-78 508 0 0,-12-8-808 0 0,1 0 0 0 0,0-1-1 0 0,1 0 1 0 0,-1-1 0 0 0,1 1 0 0 0,1-1 0 0 0,-9-12 0 0 0,-45-66 151 0 0,61 85-197 0 0,-20-29 48 0 0,2-1 0 0 0,1 0-1 0 0,1-1 1 0 0,2-1 0 0 0,1-1-1 0 0,1 0 1 0 0,2 0 0 0 0,2-1-1 0 0,-5-43 1 0 0,9 53-28 0 0,3 18-26 0 0,0 1 0 0 0,0-1 1 0 0,1 0-1 0 0,-1 0 0 0 0,2-9 1 0 0,-1 13 1 0 0,1 1 0 0 0,-1 0 1 0 0,1 0-1 0 0,0 0 0 0 0,0 0 1 0 0,-1 0-1 0 0,1 0 1 0 0,1 0-1 0 0,-1 0 0 0 0,0 0 1 0 0,0 0-1 0 0,1 1 0 0 0,-1-1 1 0 0,1 1-1 0 0,-1-1 1 0 0,1 1-1 0 0,0-1 0 0 0,0 1 1 0 0,-1 0-1 0 0,1 0 0 0 0,3-2 1 0 0,12-4-9 0 0,0-1-1 0 0,1 2 1 0 0,-1 0 0 0 0,2 2 0 0 0,-1 0-1 0 0,36-3 1 0 0,-41 6-12 0 0,1 0 1 0 0,-1 2-1 0 0,0-1 0 0 0,0 2 1 0 0,0 0-1 0 0,0 0 0 0 0,0 1 1 0 0,0 1-1 0 0,-1 0 0 0 0,21 10 1 0 0,-31-13 13 0 0,1 0 1 0 0,-1 1-1 0 0,0-1 1 0 0,0 0-1 0 0,0 1 1 0 0,0-1-1 0 0,0 1 0 0 0,0 0 1 0 0,-1-1-1 0 0,1 1 1 0 0,-1 0-1 0 0,1 0 1 0 0,-1 0-1 0 0,1 0 1 0 0,-1 0-1 0 0,0 0 1 0 0,0 1-1 0 0,0-1 1 0 0,0 0-1 0 0,-1 1 1 0 0,2 3-1 0 0,-2-2 3 0 0,-1-1 0 0 0,1 1 0 0 0,0-1 1 0 0,-1 0-1 0 0,0 1 0 0 0,0-1 0 0 0,0 0 0 0 0,0 0 0 0 0,-1 1 0 0 0,1-1 0 0 0,-1 0 1 0 0,1 0-1 0 0,-5 4 0 0 0,-5 7-1 0 0,-1-1 0 0 0,-1 0 0 0 0,0-1-1 0 0,-24 18 1 0 0,13-12 70 0 0,-1-1 0 0 0,-1-1 0 0 0,0-1 0 0 0,0-1-1 0 0,-2-1 1 0 0,0-2 0 0 0,0-1 0 0 0,-48 11 0 0 0,73-20 47 0 0,2-1-117 0 0,1 0-1 0 0,0 0 1 0 0,-1 0 0 0 0,1 0 0 0 0,-1 0-1 0 0,1 0 1 0 0,-1 0 0 0 0,1 0 0 0 0,-1 0 0 0 0,1 0-1 0 0,0 0 1 0 0,-1 0 0 0 0,1 0 0 0 0,-1 0-1 0 0,1 0 1 0 0,-1-1 0 0 0,1 1 0 0 0,0 0-1 0 0,-1 0 1 0 0,1 0 0 0 0,0-1 0 0 0,-1 1 0 0 0,1 0-1 0 0,-1 0 1 0 0,1-1 0 0 0,0 1 0 0 0,0 0-1 0 0,-1-1 1 0 0,1 1 0 0 0,0 0 0 0 0,0-1 0 0 0,-1 1-1 0 0,1-1 1 0 0,0 1 0 0 0,0 0 0 0 0,0-1-1 0 0,0 1 1 0 0,-1-1 0 0 0,1 1 0 0 0,0-1 0 0 0,0 1-1 0 0,0 0 1 0 0,0-1 0 0 0,0 1 0 0 0,0-1-1 0 0,0 1 1 0 0,0-1 0 0 0,0 1 0 0 0,0-1-1 0 0,1 1 1 0 0,-1 0 0 0 0,0-1 0 0 0,0 1 0 0 0,0-1-1 0 0,0 1 1 0 0,1 0 0 0 0,-1-1 0 0 0,0 1-1 0 0,0 0 1 0 0,1-1 0 0 0,-1 1 0 0 0,0 0 0 0 0,1-1-1 0 0,-1 1 1 0 0,1-1 0 0 0,22-24-953 0 0,64-40-4483 0 0,-54 40 2235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29.1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97 86 7085 0 0,'-28'-5'-636'0'0,"-28"-11"1439"0"0,55 15-630 0 0,1 1-150 0 0,-1 0 0 0 0,0 0-1 0 0,1 0 1 0 0,-1 0-1 0 0,1 0 1 0 0,-1-1-1 0 0,1 1 1 0 0,-1 0 0 0 0,1 0-1 0 0,-1-1 1 0 0,1 1-1 0 0,-1 0 1 0 0,1-1 0 0 0,-1 1-1 0 0,1 0 1 0 0,0-1-1 0 0,-1 1 1 0 0,1-1-1 0 0,0 1 1 0 0,-1-1 0 0 0,1 1-1 0 0,0 0 1 0 0,-1-1-1 0 0,1 0 1 0 0,0 1 0 0 0,0-1-1 0 0,0 1 1 0 0,-1-1-1 0 0,1 1 1 0 0,0-1-1 0 0,0 1 1 0 0,0-1 0 0 0,0 1-1 0 0,0-1 1 0 0,0 0-1 0 0,0 1 1 0 0,0-1 0 0 0,0 1-1 0 0,1-2 1 0 0,7-4 0 0 0,0 1 0 0 0,1 0 1 0 0,0 0-1 0 0,0 0 0 0 0,1 1 0 0 0,-1 1 1 0 0,1-1-1 0 0,0 2 0 0 0,0-1 0 0 0,0 1 1 0 0,0 1-1 0 0,0 0 0 0 0,0 0 0 0 0,17 2 1 0 0,-20-1-24 0 0,0 0-1 0 0,-1 0 1 0 0,1 1 0 0 0,0 0 0 0 0,-1 1 0 0 0,1-1-1 0 0,-1 1 1 0 0,0 0 0 0 0,1 1 0 0 0,-1-1-1 0 0,0 1 1 0 0,0 1 0 0 0,-1-1 0 0 0,1 1 0 0 0,-1 0-1 0 0,0 0 1 0 0,0 0 0 0 0,0 1 0 0 0,0 0 0 0 0,-1 0-1 0 0,0 0 1 0 0,0 1 0 0 0,5 8 0 0 0,-7-7 1 0 0,0-1 0 0 0,-1 1 0 0 0,0-1 1 0 0,0 0-1 0 0,0 1 0 0 0,-1 0 0 0 0,0-1 1 0 0,-1 1-1 0 0,1-1 0 0 0,-1 1 0 0 0,0-1 0 0 0,-1 0 1 0 0,0 1-1 0 0,0-1 0 0 0,0 0 0 0 0,-4 6 0 0 0,-6 14-1 0 0,-1-1 0 0 0,-20 29 0 0 0,33-54 0 0 0,-120 167 205 0 0,120-167-200 0 0,0 0 0 0 0,0 1 0 0 0,0-1 0 0 0,-1 0 0 0 0,1 0-1 0 0,0 1 1 0 0,0-1 0 0 0,0 0 0 0 0,0 0 0 0 0,-1 1 0 0 0,1-1 0 0 0,0 0 0 0 0,0 0 0 0 0,0 1-1 0 0,0-1 1 0 0,0 0 0 0 0,0 1 0 0 0,0-1 0 0 0,0 0 0 0 0,0 1 0 0 0,0-1 0 0 0,0 0 0 0 0,0 0-1 0 0,0 1 1 0 0,0-1 0 0 0,0 0 0 0 0,0 1 0 0 0,0-1 0 0 0,0 0 0 0 0,1 1 0 0 0,-1-1 0 0 0,0 0 0 0 0,0 0-1 0 0,0 1 1 0 0,0-1 0 0 0,1 0 0 0 0,-1 0 0 0 0,0 1 0 0 0,0-1 0 0 0,1 0 0 0 0,-1 0 0 0 0,0 0-1 0 0,0 0 1 0 0,1 1 0 0 0,-1-1 0 0 0,0 0 0 0 0,1 0 0 0 0,27-1 90 0 0,26-13-51 0 0,375-90 154 0 0,-312 82-181 0 0,-115 21-17 0 0,2 3-205 0 0,4 3 245 0 0,-33 8-5048 0 0,8-10 2550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1.5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636 0 5785 0 0,'-3'1'2302'0'0,"-17"2"-2260"0"0,-78 7 476 0 0,73-9-461 0 0,-48 9 0 0 0,50-4-62 0 0,0 1 1 0 0,1 1 0 0 0,0 0-1 0 0,0 2 1 0 0,1 1-1 0 0,1 1 1 0 0,0 0 0 0 0,0 1-1 0 0,1 2 1 0 0,1 0-1 0 0,0 1 1 0 0,1 0-1 0 0,1 1 1 0 0,1 1 0 0 0,0 1-1 0 0,2 0 1 0 0,-14 25-1 0 0,17-26 8 0 0,0 1 0 0 0,2 0 0 0 0,0 1 0 0 0,1-1 0 0 0,1 2-1 0 0,1-1 1 0 0,1 1 0 0 0,1-1 0 0 0,0 1 0 0 0,2 29 0 0 0,1-34 3 0 0,2 1 1 0 0,0-1 0 0 0,2 0 0 0 0,-1 1 0 0 0,2-1 0 0 0,0-1-1 0 0,1 1 1 0 0,0-1 0 0 0,1 0 0 0 0,1 0 0 0 0,1-1 0 0 0,0 0-1 0 0,17 20 1 0 0,-7-14 4 0 0,1 0-1 0 0,0-2 1 0 0,1 0 0 0 0,1-1-1 0 0,1-2 1 0 0,0 0 0 0 0,1-1-1 0 0,1-1 1 0 0,0-2 0 0 0,0 0-1 0 0,1-2 1 0 0,48 11 0 0 0,-46-14 17 0 0,1-1 0 0 0,0-2 0 0 0,0-1 0 0 0,0-1 0 0 0,0-1 0 0 0,0-1 1 0 0,0-2-1 0 0,0-1 0 0 0,-1-2 0 0 0,1 0 0 0 0,52-21 0 0 0,-69 21 12 0 0,0 0 0 0 0,-1-1 0 0 0,0 0 0 0 0,0-1 0 0 0,-1 0 0 0 0,0-1 0 0 0,0 0 0 0 0,-1 0 0 0 0,0-1 0 0 0,-1-1 0 0 0,0 1 0 0 0,-1-1 0 0 0,0-1 0 0 0,-1 1 0 0 0,0-1 0 0 0,-1 0 0 0 0,7-22 0 0 0,-4 8 9 0 0,-1-1-1 0 0,-2 0 1 0 0,-1 0-1 0 0,-1 0 1 0 0,-1 0 0 0 0,-1-1-1 0 0,-5-43 1 0 0,2 57-13 0 0,0-1 1 0 0,-1 1-1 0 0,-1-1 0 0 0,0 1 0 0 0,-1 0 1 0 0,0 1-1 0 0,-2-1 0 0 0,1 1 1 0 0,-1 0-1 0 0,-1 0 0 0 0,-1 1 0 0 0,1 0 1 0 0,-2 1-1 0 0,0 0 0 0 0,0 0 1 0 0,-1 1-1 0 0,0 1 0 0 0,-1 0 1 0 0,0 0-1 0 0,-21-11 0 0 0,4 5 6 0 0,-2 2-1 0 0,1 0 0 0 0,-2 3 1 0 0,1 0-1 0 0,-2 2 1 0 0,1 2-1 0 0,-1 0 0 0 0,-38 0 1 0 0,-193-1-100 0 0,264 7-20 0 0,0 0 1 0 0,-1 0-1 0 0,1 0 0 0 0,0 0 0 0 0,-1 1 0 0 0,1-1 0 0 0,-1 0 0 0 0,1 0 0 0 0,0 0 0 0 0,-1 0 0 0 0,1 0 0 0 0,-1 0 0 0 0,1 0 0 0 0,0 0 1 0 0,-1 0-1 0 0,1 0 0 0 0,-1 0 0 0 0,1 0 0 0 0,0 0 0 0 0,-1 0 0 0 0,1 0 0 0 0,-1-1 0 0 0,1 1 0 0 0,0 0 0 0 0,-1 0 0 0 0,1 0 0 0 0,0-1 0 0 0,-1 1 1 0 0,1 0-1 0 0,0 0 0 0 0,-1-1 0 0 0,1 1 0 0 0,0 0 0 0 0,0-1 0 0 0,-1 1 0 0 0,1 0 0 0 0,0-1 0 0 0,0 1 0 0 0,-1 0 0 0 0,1-1 0 0 0,0 1 1 0 0,0-1-1 0 0,12-10-4281 0 0,-8 8 4787 0 0,16-12-2761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2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23 611 5613 0 0,'-23'13'-165'0'0,"27"-23"946"0"0,32-31-179 0 0,69-51-406 0 0,209-141 1 0 0,-229 175-138 0 0,-63 43-47 0 0,-4 3 42 0 0,0-1 0 0 0,-1 0 0 0 0,28-29 0 0 0,-44 41-48 0 0,0 1 0 0 0,0-1 1 0 0,0 0-1 0 0,0 0 0 0 0,0 0 1 0 0,0 0-1 0 0,0 0 0 0 0,0-1 1 0 0,-1 1-1 0 0,1 0 0 0 0,0 0 1 0 0,-1 0-1 0 0,1-1 0 0 0,-1 1 0 0 0,0 0 1 0 0,1-1-1 0 0,-1 1 0 0 0,0 0 1 0 0,0-1-1 0 0,0 1 0 0 0,0 0 1 0 0,0-1-1 0 0,0 1 0 0 0,0 0 1 0 0,0-1-1 0 0,0 1 0 0 0,-1 0 1 0 0,1-1-1 0 0,-1 1 0 0 0,1 0 1 0 0,-1 0-1 0 0,1-1 0 0 0,-1 1 1 0 0,0 0-1 0 0,1 0 0 0 0,-1 0 0 0 0,0 0 1 0 0,0 0-1 0 0,0 0 0 0 0,0 0 1 0 0,0 0-1 0 0,0 0 0 0 0,0 0 1 0 0,0 0-1 0 0,0 1 0 0 0,-1-1 1 0 0,1 1-1 0 0,-2-2 0 0 0,-5-1-1 0 0,-1 0 0 0 0,1 0 0 0 0,0 1 0 0 0,-1 0-1 0 0,1 1 1 0 0,-12-1 0 0 0,-19 1 21 0 0,0 2 0 0 0,0 2 0 0 0,-59 11-1 0 0,96-14-16 0 0,-10 0-34 0 0,8 0 24 0 0,10 0 4 0 0,261-18 32 0 0,167-4-8 0 0,-432 22-24 0 0,0 0-1 0 0,0 0 1 0 0,0 0-1 0 0,-1 0 1 0 0,1 0-1 0 0,0 0 1 0 0,0 1-1 0 0,0-1 1 0 0,0 1-1 0 0,-1-1 1 0 0,1 1-1 0 0,0-1 1 0 0,0 1-1 0 0,-1 0 1 0 0,3 1-1 0 0,-4-1 1 0 0,0-1 0 0 0,0 1 0 0 0,0-1 0 0 0,0 1 0 0 0,0-1 0 0 0,1 1 0 0 0,-1-1 0 0 0,0 1-1 0 0,0-1 1 0 0,0 1 0 0 0,-1 0 0 0 0,1-1 0 0 0,0 1 0 0 0,0-1 0 0 0,0 1 0 0 0,0-1 0 0 0,0 1-1 0 0,-1-1 1 0 0,1 1 0 0 0,0-1 0 0 0,0 1 0 0 0,-1-1 0 0 0,1 1 0 0 0,0-1 0 0 0,-1 0 0 0 0,1 1 0 0 0,0-1-1 0 0,-1 1 1 0 0,1-1 0 0 0,-1 0 0 0 0,0 1 0 0 0,-54 37 102 0 0,-236 136 32 0 0,270-165-2511 0 0,37-27 2 0 0,6-5 594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2.9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480 56 5060 0 0,'1'-1'3'0'0,"0"0"-1"0"0,-1-1 1 0 0,1 1-1 0 0,-1-1 1 0 0,0 1-1 0 0,1-1 1 0 0,-1 1-1 0 0,0 0 1 0 0,0-1-1 0 0,0 1 1 0 0,0-1-1 0 0,0 1 1 0 0,0-1-1 0 0,0 1 1 0 0,0-1-1 0 0,-1 1 1 0 0,1-1-1 0 0,0 1 1 0 0,-1-1-1 0 0,0 1 1 0 0,1 0-1 0 0,-1-1 1 0 0,0 1-1 0 0,1 0 1 0 0,-1-1-1 0 0,-2 0 1 0 0,1 0 11 0 0,-1 0 1 0 0,1 0 0 0 0,-1 1 0 0 0,0 0 0 0 0,1-1 0 0 0,-1 1 0 0 0,0 0 0 0 0,0 0 0 0 0,0 0 0 0 0,0 1 0 0 0,0-1 0 0 0,-4 1 0 0 0,-10-1 43 0 0,0 1 0 0 0,0 1-1 0 0,-30 5 1 0 0,13 1-20 0 0,-1 1 0 0 0,1 1 0 0 0,1 3 1 0 0,-35 16-1 0 0,49-19-18 0 0,0 1 0 0 0,0 1 0 0 0,1 1 0 0 0,-25 22 0 0 0,42-34-18 0 0,0 1 1 0 0,0 0-1 0 0,0 0 1 0 0,0-1-1 0 0,0 1 1 0 0,0 0 0 0 0,0 0-1 0 0,1 0 1 0 0,-1 0-1 0 0,0 0 1 0 0,1 0-1 0 0,-1 0 1 0 0,1 0-1 0 0,-1 0 1 0 0,1 0-1 0 0,-1 1 1 0 0,1-1-1 0 0,0 0 1 0 0,-1 0-1 0 0,1 0 1 0 0,0 0-1 0 0,0 1 1 0 0,0-1-1 0 0,0 0 1 0 0,0 0-1 0 0,0 1 1 0 0,0-1-1 0 0,1 0 1 0 0,-1 0-1 0 0,0 0 1 0 0,1 0 0 0 0,-1 1-1 0 0,1-1 1 0 0,-1 0-1 0 0,1 0 1 0 0,-1 0-1 0 0,1 0 1 0 0,0 0-1 0 0,0 0 1 0 0,-1 0-1 0 0,1 0 1 0 0,0-1-1 0 0,0 1 1 0 0,0 0-1 0 0,0 0 1 0 0,0-1-1 0 0,2 2 1 0 0,3 2 10 0 0,0-1-1 0 0,1 1 1 0 0,-1-1 0 0 0,1 0-1 0 0,0-1 1 0 0,13 3 0 0 0,64 9 52 0 0,165 5-1 0 0,-74-9-19 0 0,-118-7-35 0 0,-28-2-15 0 0,0 2 1 0 0,-1 0-1 0 0,37 9 0 0 0,-65-12 10 0 0,1 1-1 0 0,0-1 1 0 0,0 0-1 0 0,-1 0 1 0 0,1 0-1 0 0,0 1 1 0 0,0-1-1 0 0,-1 0 1 0 0,1 1-1 0 0,0-1 1 0 0,-1 1-1 0 0,1-1 1 0 0,-1 1-1 0 0,1-1 1 0 0,0 1-1 0 0,-1-1 1 0 0,1 1-1 0 0,-1-1 1 0 0,1 1-1 0 0,-1 0 1 0 0,0-1-1 0 0,1 1 1 0 0,-1 0-1 0 0,0-1 1 0 0,1 1-1 0 0,-1 0 1 0 0,0 0-1 0 0,1 1 1 0 0,-2-1 1 0 0,1 1 1 0 0,0 0 0 0 0,-1-1 0 0 0,1 1 0 0 0,-1-1-1 0 0,1 1 1 0 0,-1-1 0 0 0,0 0 0 0 0,1 1 0 0 0,-1-1-1 0 0,0 0 1 0 0,0 1 0 0 0,-2 1 0 0 0,-40 34 137 0 0,-2-8 14 0 0,-1-1 1 0 0,-2-3 0 0 0,-63 25 0 0 0,-162 39 1538 0 0,239-85-1095 0 0,33-4-631 0 0,1 0 0 0 0,-1 0 0 0 0,1 0-1 0 0,-1 0 1 0 0,1 0 0 0 0,-1 0 0 0 0,1 0-1 0 0,-1-1 1 0 0,1 1 0 0 0,-1 0 0 0 0,1 0-1 0 0,-1-1 1 0 0,1 1 0 0 0,-1 0 0 0 0,1-1-1 0 0,-1 1 1 0 0,1 0 0 0 0,-1-1 0 0 0,1 1-1 0 0,0-1 1 0 0,-1 1 0 0 0,1 0 0 0 0,0-1-1 0 0,-1 1 1 0 0,1-1 0 0 0,0 1 0 0 0,0-1-1 0 0,-1 0 1 0 0,2-2-220 0 0,-1 0-1 0 0,1 0 0 0 0,0 0 1 0 0,0 1-1 0 0,0-1 1 0 0,0 0-1 0 0,0 0 0 0 0,1 1 1 0 0,-1-1-1 0 0,1 1 0 0 0,-1-1 1 0 0,1 1-1 0 0,0 0 1 0 0,0-1-1 0 0,0 1 0 0 0,3-2 1 0 0,21-24-2327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3.3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11 152 6413 0 0,'-8'-141'1500'0'0,"8"139"-1420"0"0,-1-2-2 0 0,0-1-76 0 0,1 8 207 0 0,2 16-192 0 0,2 1 0 0 0,0-1 0 0 0,1 0 0 0 0,1 0 0 0 0,1 0 0 0 0,0-1 0 0 0,11 18 0 0 0,81 128 34 0 0,-30-54-5 0 0,-64-101-41 0 0,23 38 63 0 0,-2 1-1 0 0,-2 1 1 0 0,25 73-1 0 0,-62-148-4675 0 0,7-1 2282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3.6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23 178 5985 0 0,'0'0'-35'0'0,"-15"3"96"0"0,7-2 189 0 0,12-4 96 0 0,188-70 2 0 0,-121 49-1966 0 0,88-43 0 0 0,-128 52-245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4.8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6 294 4764 0 0,'-1'0'-19'0'0,"1"1"-1"0"0,0-1 0 0 0,-1 0 0 0 0,1 1 1 0 0,0-1-1 0 0,-1 0 0 0 0,1 1 0 0 0,0-1 1 0 0,-1 0-1 0 0,1 1 0 0 0,0-1 0 0 0,-1 1 1 0 0,1-1-1 0 0,0 1 0 0 0,0-1 0 0 0,0 1 1 0 0,0-1-1 0 0,-1 0 0 0 0,1 1 1 0 0,0-1-1 0 0,0 1 0 0 0,0-1 0 0 0,0 1 1 0 0,0-1-1 0 0,0 1 0 0 0,0-1 0 0 0,0 1 1 0 0,0-1-1 0 0,1 1 0 0 0,-1-1 0 0 0,0 1 1 0 0,0-1-1 0 0,0 1 0 0 0,0-1 0 0 0,1 1 1 0 0,-1-1-1 0 0,0 0 0 0 0,1 1 0 0 0,-1-1 1 0 0,0 1-1 0 0,0-1 0 0 0,1 0 0 0 0,0 1 1 0 0,20-5 68 0 0,-13 2-66 0 0,2-1 59 0 0,0-1 1 0 0,0 0 0 0 0,-1-1 0 0 0,0 0-1 0 0,0 0 1 0 0,0-1 0 0 0,0 0 0 0 0,-1 0-1 0 0,0-1 1 0 0,-1-1 0 0 0,1 1 0 0 0,-1-1-1 0 0,-1 0 1 0 0,1-1 0 0 0,8-16 0 0 0,-13 22 3 0 0,0 0 1 0 0,-1-1 0 0 0,0 1 0 0 0,0 0-1 0 0,0 0 1 0 0,0-1 0 0 0,0 1-1 0 0,-1-1 1 0 0,1 1 0 0 0,-1-1-1 0 0,0 1 1 0 0,0-1 0 0 0,0 1-1 0 0,-1-1 1 0 0,1 1 0 0 0,-1-1 0 0 0,0 1-1 0 0,0 0 1 0 0,0-1 0 0 0,0 1-1 0 0,-1 0 1 0 0,1 0 0 0 0,-1 0-1 0 0,0 0 1 0 0,0 0 0 0 0,0 0-1 0 0,0 0 1 0 0,-4-3 0 0 0,4 5 2 0 0,-2 1 5 0 0,-1 1-45 0 0,0 0 1 0 0,0 1 0 0 0,0-1 0 0 0,0 1 0 0 0,0 0 0 0 0,0 0-1 0 0,0 1 1 0 0,1 0 0 0 0,-1-1 0 0 0,1 2 0 0 0,0-1-1 0 0,0 0 1 0 0,-4 5 0 0 0,1-1 0 0 0,1 0-1 0 0,0 0 0 0 0,1 1 1 0 0,-1-1-1 0 0,1 1 1 0 0,1 1-1 0 0,-7 14 1 0 0,9-17-2 0 0,0 0 0 0 0,0 0 0 0 0,1 0 0 0 0,-1 0 0 0 0,1 1 0 0 0,1-1 0 0 0,-1 0 0 0 0,1 0 0 0 0,0 1 0 0 0,1-1 0 0 0,1 11 0 0 0,-1-13 2 0 0,1 0 0 0 0,-1 0 0 0 0,1-1 0 0 0,-1 1 0 0 0,1 0-1 0 0,0-1 1 0 0,1 1 0 0 0,-1-1 0 0 0,0 0 0 0 0,1 0 0 0 0,0 0 0 0 0,0 0 0 0 0,0 0 0 0 0,0-1 0 0 0,0 1 0 0 0,0-1 0 0 0,1 0 0 0 0,-1 0 0 0 0,7 2 0 0 0,5 2 8 0 0,2-1 1 0 0,-1 0-1 0 0,0-1 1 0 0,1-1-1 0 0,0-1 1 0 0,0-1 0 0 0,0 0-1 0 0,0-1 1 0 0,21-2-1 0 0,-12-1 11 0 0,0-1 0 0 0,-1-1-1 0 0,0-1 1 0 0,0-1 0 0 0,34-15 0 0 0,-51 18-17 0 0,0 1 0 0 0,-1-1 0 0 0,0 0 0 0 0,0-1 0 0 0,0 0 1 0 0,-1 0-1 0 0,1 0 0 0 0,-1-1 0 0 0,0 0 0 0 0,-1 0 0 0 0,0-1 0 0 0,0 0 1 0 0,0 1-1 0 0,4-10 0 0 0,-6 10 17 0 0,-1-1 0 0 0,1 0 0 0 0,-1 0 0 0 0,-1 0 0 0 0,1 0 0 0 0,-1 0 0 0 0,-1 0 0 0 0,1 0 0 0 0,-1 0 0 0 0,0 0 0 0 0,-1-1 0 0 0,0 1 0 0 0,0 0 0 0 0,-1 0 0 0 0,1 0 0 0 0,-6-12 0 0 0,-39-88 450 0 0,46 106-477 0 0,1 12-37 0 0,1-1 32 0 0,1 1 0 0 0,-1 0 0 0 0,2-1 0 0 0,8 19 0 0 0,2 8 8 0 0,16 46 12 0 0,4-1 0 0 0,46 83 0 0 0,105 144 231 0 0,-179-298 994 0 0,-8-13-484 0 0,-18-24-242 0 0,-30-47-319 0 0,-6-23 132 0 0,4-2-1 0 0,-75-200 1 0 0,123 287-318 0 0,0-1-15 0 0,0 1-1 0 0,1-1 0 0 0,0 0 1 0 0,-2-16-1 0 0,6 27 1 0 0,-1-1 1 0 0,1 1-1 0 0,0 0 0 0 0,-1-1 1 0 0,1 1-1 0 0,0 0 1 0 0,0 0-1 0 0,0-1 0 0 0,0 1 1 0 0,0 0-1 0 0,0 0 1 0 0,0 0-1 0 0,0 0 0 0 0,0 0 1 0 0,1 0-1 0 0,-1 1 0 0 0,0-1 1 0 0,0 0-1 0 0,3 0 1 0 0,31-15-25 0 0,-28 14 20 0 0,27-10-31 0 0,1 1 0 0 0,0 2 0 0 0,0 1 1 0 0,1 2-1 0 0,0 2 0 0 0,0 1 0 0 0,67 4 1 0 0,-100-1 25 0 0,0 0 0 0 0,0 0 0 0 0,-1 0 0 0 0,1 1 0 0 0,0-1-1 0 0,0 1 1 0 0,-1 0 0 0 0,1 0 0 0 0,0 0 0 0 0,-1 0 0 0 0,1 0 0 0 0,-1 1 0 0 0,1-1 0 0 0,-1 1 0 0 0,0-1 0 0 0,1 1 0 0 0,-1 0 0 0 0,3 4 0 0 0,-4-4 7 0 0,0 0 1 0 0,-1 0-1 0 0,1 0 1 0 0,-1 0-1 0 0,1 0 0 0 0,-1 0 1 0 0,0 0-1 0 0,0 0 1 0 0,0 0-1 0 0,0 0 1 0 0,0 0-1 0 0,0 0 0 0 0,0 0 1 0 0,-1 0-1 0 0,1-1 1 0 0,-1 1-1 0 0,0 0 1 0 0,1 0-1 0 0,-1 0 0 0 0,0 0 1 0 0,0 0-1 0 0,0-1 1 0 0,0 1-1 0 0,0 0 0 0 0,-1-1 1 0 0,1 1-1 0 0,-2 1 1 0 0,-14 17 7 0 0,-1 0 1 0 0,-1-1 0 0 0,0-1-1 0 0,-2-1 1 0 0,0 0-1 0 0,0-2 1 0 0,-2 0 0 0 0,0-2-1 0 0,0 0 1 0 0,-1-2-1 0 0,-1-1 1 0 0,-26 8 0 0 0,50-18-14 0 0,-1 1 0 0 0,1-1 1 0 0,-1 1-1 0 0,1-1 0 0 0,-1 0 1 0 0,1 1-1 0 0,-1-1 0 0 0,1 0 1 0 0,-1 0-1 0 0,1 0 0 0 0,-1 0 1 0 0,1-1-1 0 0,-1 1 0 0 0,1 0 1 0 0,-1-1-1 0 0,1 1 0 0 0,-1-1 0 0 0,1 1 1 0 0,-2-2-1 0 0,3 2-59 0 0,-1-1 1 0 0,1 0-1 0 0,0 0 1 0 0,-1 1-1 0 0,1-1 0 0 0,0 0 1 0 0,0 0-1 0 0,-1 1 0 0 0,1-1 1 0 0,0 0-1 0 0,0 0 1 0 0,0 1-1 0 0,0-1 0 0 0,0 0 1 0 0,0 0-1 0 0,1 0 0 0 0,-1 1 1 0 0,0-1-1 0 0,0 0 1 0 0,0 0-1 0 0,1 1 0 0 0,-1-1 1 0 0,0 0-1 0 0,2-1 0 0 0,2-6-922 0 0,1 0-1 0 0,1 0 0 0 0,-1 0 0 0 0,9-7 0 0 0,2-5-1476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5.4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78 6001 0 0,'-4'1'122'0'0,"0"0"0"0"0,-1 0 0 0 0,1 0 1 0 0,0 0-1 0 0,0-1 0 0 0,-1 0 0 0 0,1 0 1 0 0,0 0-1 0 0,-1 0 0 0 0,1-1 0 0 0,0 0 1 0 0,-8-2 657 0 0,12 3-775 0 0,-1 0 0 0 0,1 0 0 0 0,0 0 0 0 0,0-1 0 0 0,0 1-1 0 0,0 0 1 0 0,-1 0 0 0 0,1 0 0 0 0,0 0 0 0 0,0-1 0 0 0,0 1 0 0 0,0 0 0 0 0,0 0 0 0 0,0 0-1 0 0,-1 0 1 0 0,1-1 0 0 0,0 1 0 0 0,0 0 0 0 0,0 0 0 0 0,0-1 0 0 0,0 1 0 0 0,0 0 0 0 0,0 0-1 0 0,0 0 1 0 0,0-1 0 0 0,0 1 0 0 0,0 0 0 0 0,0 0 0 0 0,0-1 0 0 0,0 1 0 0 0,0 0 0 0 0,0 0-1 0 0,1 0 1 0 0,-1-1 0 0 0,0 1 0 0 0,0 0 0 0 0,0 0 0 0 0,0 0 0 0 0,0 0 0 0 0,0-1 0 0 0,0 1-1 0 0,1 0 1 0 0,-1 0 0 0 0,0 0 0 0 0,0 0 0 0 0,0-1 0 0 0,0 1 0 0 0,1 0 0 0 0,-1 0 0 0 0,0 0-1 0 0,0 0 1 0 0,0 0 0 0 0,1 0 0 0 0,-1 0 0 0 0,0 0 0 0 0,1 0 0 0 0,33-15 50 0 0,1 1 1 0 0,54-12 0 0 0,-72 22-67 0 0,1 0 0 0 0,-1 2 1 0 0,1 0-1 0 0,-1 1 0 0 0,1 1 1 0 0,0 0-1 0 0,30 6 0 0 0,-46-6 9 0 0,0 0-1 0 0,0 1 1 0 0,0-1 0 0 0,0 1-1 0 0,0-1 1 0 0,0 1 0 0 0,0 0-1 0 0,0 0 1 0 0,0 0 0 0 0,0 0-1 0 0,0 0 1 0 0,-1 0 0 0 0,1 0-1 0 0,-1 1 1 0 0,1-1 0 0 0,-1 1-1 0 0,1-1 1 0 0,-1 1 0 0 0,0 0-1 0 0,1-1 1 0 0,-1 1 0 0 0,0 0-1 0 0,0 0 1 0 0,0 0 0 0 0,-1-1-1 0 0,1 1 1 0 0,0 0 0 0 0,-1 0-1 0 0,1 0 1 0 0,-1 1 0 0 0,0-1-1 0 0,0 0 1 0 0,1 0 0 0 0,-2 0 0 0 0,1 0-1 0 0,0 0 1 0 0,0 0 0 0 0,0 0-1 0 0,-1 0 1 0 0,1 0 0 0 0,-1 0-1 0 0,0 0 1 0 0,-1 3 0 0 0,-4 11-4 0 0,-1-1 0 0 0,-1 0 0 0 0,-1 0 0 0 0,-13 19 0 0 0,11-17-11 0 0,-7 10 9 0 0,-19 29-30 0 0,35-52 39 0 0,0 1 0 0 0,0-1 0 0 0,1 0 0 0 0,-1 1 0 0 0,1-1 0 0 0,0 1 0 0 0,0 0 0 0 0,0-1-1 0 0,1 1 1 0 0,0 0 0 0 0,0 6 0 0 0,1-9 1 0 0,0 0 0 0 0,0 1-1 0 0,0-1 1 0 0,0 0 0 0 0,1 0 0 0 0,-1 0 0 0 0,1 0-1 0 0,-1 0 1 0 0,1 0 0 0 0,0 0 0 0 0,0 0 0 0 0,0-1-1 0 0,0 1 1 0 0,0-1 0 0 0,0 0 0 0 0,0 1-1 0 0,0-1 1 0 0,0 0 0 0 0,1 0 0 0 0,2 1 0 0 0,55 17 30 0 0,-52-17-29 0 0,45 12-5 0 0,-31-10 0 0 0,-1 0-1 0 0,0 2 0 0 0,0 1 1 0 0,-1 1-1 0 0,0 0 0 0 0,0 1 1 0 0,30 20-1 0 0,-49-28 9 0 0,0 0 0 0 0,0 0 0 0 0,0 0 0 0 0,0 0-1 0 0,0 0 1 0 0,0 1 0 0 0,0-1 0 0 0,0 0 0 0 0,-1 0 0 0 0,1 1 0 0 0,-1-1-1 0 0,1 0 1 0 0,-1 1 0 0 0,1-1 0 0 0,-1 1 0 0 0,0-1 0 0 0,1 1 0 0 0,-1-1-1 0 0,0 0 1 0 0,0 1 0 0 0,0-1 0 0 0,0 1 0 0 0,-1-1 0 0 0,1 1 0 0 0,0-1-1 0 0,-1 1 1 0 0,1-1 0 0 0,0 0 0 0 0,-1 1 0 0 0,0-1 0 0 0,1 0 0 0 0,-1 1-1 0 0,0-1 1 0 0,0 0 0 0 0,1 0 0 0 0,-1 0 0 0 0,0 0 0 0 0,0 0 0 0 0,0 0-1 0 0,-1 0 1 0 0,-1 1 0 0 0,-6 7 81 0 0,0-1 0 0 0,-1 0 0 0 0,-18 10 0 0 0,24-15-68 0 0,-66 38 180 0 0,-1-3 0 0 0,-2-3 0 0 0,-128 42 0 0 0,177-70-281 0 0,20-6-436 0 0,0-1 0 0 0,0 1 0 0 0,0 0 0 0 0,0-1-1 0 0,0 0 1 0 0,0 0 0 0 0,-1 0 0 0 0,1-1-1 0 0,0 1 1 0 0,-6-3 0 0 0,-1-2-1727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7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719 8 1064 0 0,'0'0'1080'0'0,"-17"-7"772"0"0,-22 14-1726 0 0,0 1 0 0 0,1 3 0 0 0,-45 17 0 0 0,-11 4-70 0 0,-238 93-18 0 0,274-101 11 0 0,56-23-47 0 0,-14 26-65 0 0,20 52 12 0 0,4 1 0 0 0,3-2 0 0 0,3 1-1 0 0,28 84 1 0 0,-39-154 39 0 0,-1-1 32 0 0,0-1-1 0 0,0 1 0 0 0,1-1 1 0 0,-1 1-1 0 0,2-1 1 0 0,7 13-1 0 0,-9-18-6 0 0,0 0-1 0 0,0 0 0 0 0,0-1 0 0 0,0 1 1 0 0,0 0-1 0 0,1-1 0 0 0,-1 0 1 0 0,1 1-1 0 0,-1-1 0 0 0,1 0 1 0 0,-1 0-1 0 0,1 0 0 0 0,-1-1 0 0 0,1 1 1 0 0,0-1-1 0 0,0 1 0 0 0,-1-1 1 0 0,1 0-1 0 0,0 0 0 0 0,0 0 1 0 0,-1-1-1 0 0,6 0 0 0 0,49-9 75 0 0,-2-2-1 0 0,61-21 0 0 0,-13 3-12 0 0,136-29 248 0 0,-228 57-370 0 0,15-7 455 0 0,-25 8-522 0 0,0 1 1 0 0,0-1 0 0 0,-1 0 0 0 0,1 1 0 0 0,0-1-1 0 0,-1 0 1 0 0,1 0 0 0 0,-1 1 0 0 0,1-1-1 0 0,-1 0 1 0 0,1 0 0 0 0,-1 0 0 0 0,1 0 0 0 0,-1 0-1 0 0,0 0 1 0 0,0 0 0 0 0,1 0 0 0 0,-1 0-1 0 0,0 0 1 0 0,0 0 0 0 0,0 0 0 0 0,0-1 0 0 0,0-8-1150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8.4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52 4136 0 0,'-7'-7'56'0'0,"0"0"0"0"0,-1 1-1 0 0,1 0 1 0 0,-15-9-1 0 0,21 14 62 0 0,-12-8 394 0 0,13 9-489 0 0,0 0 0 0 0,0 0 0 0 0,0 0 0 0 0,29 11-6 0 0,1 0 0 0 0,0-3 0 0 0,0 0 0 0 0,41 4 0 0 0,137 8 87 0 0,-125-14-32 0 0,0 1-89 0 0,-80-7-198 0 0,13-6-2153 0 0,-13 5 1444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8.7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478 16 3556 0 0,'-1'-1'-22'0'0,"0"0"-1"0"0,0 0 1 0 0,0 0-1 0 0,0 0 1 0 0,0 0 0 0 0,0 0-1 0 0,0 0 1 0 0,0 0-1 0 0,0 0 1 0 0,0 0-1 0 0,0 1 1 0 0,-1-1-1 0 0,1 0 1 0 0,0 1-1 0 0,0-1 1 0 0,-1 1-1 0 0,1 0 1 0 0,-1-1 0 0 0,1 1-1 0 0,0 0 1 0 0,-1 0-1 0 0,1 0 1 0 0,0 0-1 0 0,-1 0 1 0 0,1 0-1 0 0,-1 0 1 0 0,1 0-1 0 0,0 1 1 0 0,-1-1-1 0 0,1 0 1 0 0,0 1-1 0 0,-1 0 1 0 0,0 0 0 0 0,-6 2-5 0 0,1 0 0 0 0,1 1 0 0 0,-1 0 0 0 0,-11 9 0 0 0,-23 23-1 0 0,2 2 0 0 0,2 2 1 0 0,1 1-1 0 0,-29 47 0 0 0,10-17 57 0 0,16-17 15 0 0,26-35 180 0 0,-1 0 0 0 0,0 0 1 0 0,-20 18-1 0 0,32-36-160 0 0,3-4-286 0 0,0-1 122 0 0,0 0 0 0 0,0 1 0 0 0,0 0 1 0 0,0-1-1 0 0,1 1 0 0 0,-1 0 0 0 0,1-1 1 0 0,0 1-1 0 0,3-4 0 0 0,3-5-446 0 0,5-11-97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9.0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108 28 2432 0 0,'-29'-26'739'0'0,"27"26"-718"0"0,0 0 0 0 0,0-1-1 0 0,0 1 1 0 0,0 0 0 0 0,0 0 0 0 0,0 0 0 0 0,0 0 0 0 0,0 0 0 0 0,0 0-1 0 0,0 1 1 0 0,0-1 0 0 0,0 1 0 0 0,0-1 0 0 0,0 1 0 0 0,1 0-1 0 0,-1 0 1 0 0,0 0 0 0 0,0 0 0 0 0,1 0 0 0 0,-1 0 0 0 0,1 0-1 0 0,-3 2 1 0 0,1 0-6 0 0,1 1 0 0 0,-1 0 0 0 0,1-1-1 0 0,-1 1 1 0 0,1 0 0 0 0,0 0 0 0 0,0 0 0 0 0,1 0-1 0 0,-3 8 1 0 0,1 3-5 0 0,0 0 0 0 0,1 0 0 0 0,1 1 0 0 0,1 27 0 0 0,2-13 8 0 0,2 0-1 0 0,2-1 1 0 0,0 1 0 0 0,14 35 0 0 0,52 112 55 0 0,-26-68 36 0 0,-21-57-952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39.95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425 52 2892 0 0,'-13'-52'1'0'0,"-13"136"-20"0"0,15-52 4 0 0,-12 57 0 0 0,-23 288 22 0 0,20-127 38 0 0,23-231 30 0 0,1-1-1 0 0,-2 0 0 0 0,-1-1 1 0 0,0 1-1 0 0,-9 18 0 0 0,12-30 21 0 0,-1-1-1 0 0,1 0 1 0 0,-1 0 0 0 0,-1 0-1 0 0,1-1 1 0 0,-1 1-1 0 0,1-1 1 0 0,-1 1-1 0 0,-1-1 1 0 0,1-1 0 0 0,0 1-1 0 0,-1-1 1 0 0,0 1-1 0 0,0-1 1 0 0,0-1-1 0 0,0 1 1 0 0,-1-1 0 0 0,1 0-1 0 0,-9 3 1 0 0,9-5-40 0 0,1 0 1 0 0,0 0-1 0 0,-1 0 1 0 0,1-1-1 0 0,0 1 1 0 0,-1-1-1 0 0,1 0 1 0 0,0 0-1 0 0,0-1 1 0 0,0 1-1 0 0,0-1 1 0 0,0 0 0 0 0,0 0-1 0 0,0 0 1 0 0,-3-3-1 0 0,-2-1 53 0 0,1 0-1 0 0,0 0 1 0 0,0-1 0 0 0,1 0-1 0 0,-8-10 1 0 0,11 13-65 0 0,1 0 0 0 0,0 0-1 0 0,0 0 1 0 0,0-1 0 0 0,1 1 0 0 0,0-1 0 0 0,-1 0 0 0 0,2 0-1 0 0,-1 0 1 0 0,0 0 0 0 0,-1-9 0 0 0,3 11-25 0 0,0 3-11 0 0,0 0-6 0 0,0 0-1 0 0,0-1 0 0 0,0 1 1 0 0,1 0-1 0 0,-1-1 0 0 0,0 1 1 0 0,0 0-1 0 0,0-1 0 0 0,0 1 0 0 0,0 0 1 0 0,0-1-1 0 0,0 1 0 0 0,1 0 1 0 0,-1 0-1 0 0,0-1 0 0 0,0 1 0 0 0,0 0 1 0 0,1 0-1 0 0,-1-1 0 0 0,0 1 1 0 0,0 0-1 0 0,1 0 0 0 0,-1 0 1 0 0,0-1-1 0 0,1 1 0 0 0,-1 0 0 0 0,0 0 1 0 0,1 0-1 0 0,-1 0 0 0 0,0 0 1 0 0,0 0-1 0 0,1 0 0 0 0,-1-1 1 0 0,0 1-1 0 0,1 0 0 0 0,-1 0 0 0 0,0 0 1 0 0,1 0-1 0 0,-1 1 0 0 0,0-1 1 0 0,1 0-1 0 0,-1 0 0 0 0,0 0 0 0 0,1 0 1 0 0,-1 0-1 0 0,1 0 0 0 0,15 10 1 0 0,0 0 0 0 0,-1 1 0 0 0,14 13-1 0 0,-16-13 36 0 0,0 0 0 0 0,0-1 0 0 0,1-1 0 0 0,0 0 0 0 0,21 9 0 0 0,-33-18 4 0 0,4-2-3 0 0,4-6-13 0 0,1 0 0 0 0,-1 0 1 0 0,-1-1-1 0 0,0-1 0 0 0,0 1 1 0 0,-1-2-1 0 0,0 1 1 0 0,0-1-1 0 0,6-12 0 0 0,-6 8-312 0 0,1 1 0 0 0,1 1 0 0 0,0-1 0 0 0,1 2 0 0 0,1 0 0 0 0,24-21 0 0 0,-23 25-2058 0 0,1 6 704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40.9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231 483 4580 0 0,'-41'-134'105'0'0,"30"92"340"0"0,6 30-177 0 0,5 29-225 0 0,9 33-81 0 0,1-18 49 0 0,1 1 0 0 0,2-2 0 0 0,1 1 1 0 0,1-2-1 0 0,2 0 0 0 0,1-1 0 0 0,38 47 0 0 0,-12-16 1641 0 0,-50-60-1331 0 0,5 1-300 0 0,1-1-1 0 0,-1 1 0 0 0,0-1 1 0 0,1 0-1 0 0,-1 1 0 0 0,0-1 1 0 0,0 0-1 0 0,0 1 1 0 0,1-1-1 0 0,-1 0 0 0 0,0 0 1 0 0,0 0-1 0 0,0 0 0 0 0,1 0 1 0 0,-1 0-1 0 0,0 0 0 0 0,0 0 1 0 0,0 0-1 0 0,1 0 1 0 0,-1 0-1 0 0,0-1 0 0 0,0 1 1 0 0,-1-1-1 0 0,-20-8 53 0 0,0-1 0 0 0,0-2-1 0 0,1 0 1 0 0,0-1 0 0 0,1-1 0 0 0,1-1 0 0 0,0 0-1 0 0,1-2 1 0 0,1 0 0 0 0,1-1 0 0 0,0-1-1 0 0,1 0 1 0 0,-14-26 0 0 0,18 27-59 0 0,0 0 1 0 0,2-1-1 0 0,0 0 0 0 0,2 0 1 0 0,0-1-1 0 0,1-1 1 0 0,1 1-1 0 0,0-1 0 0 0,2 1 1 0 0,1-1-1 0 0,0 0 0 0 0,2 0 1 0 0,0 0-1 0 0,1 0 0 0 0,8-39 1 0 0,-8 52-23 0 0,1 1 1 0 0,1-1-1 0 0,-1 1 0 0 0,1-1 1 0 0,0 1-1 0 0,1 0 1 0 0,0 0-1 0 0,0 1 0 0 0,0-1 1 0 0,8-8-1 0 0,-8 11 3 0 0,0 1-1 0 0,1 0 1 0 0,-1 0-1 0 0,0 0 1 0 0,1 0 0 0 0,0 1-1 0 0,-1-1 1 0 0,1 1-1 0 0,0 1 1 0 0,0-1-1 0 0,0 1 1 0 0,0-1 0 0 0,1 1-1 0 0,-1 1 1 0 0,0-1-1 0 0,10 1 1 0 0,31 0-12 0 0,-1 1 0 0 0,1 3 1 0 0,-1 2-1 0 0,0 1 0 0 0,-1 3 0 0 0,0 1 1 0 0,54 22-1 0 0,-95-32 10 0 0,-1 0 1 0 0,1 0 0 0 0,0 0-1 0 0,-1 0 1 0 0,1 1-1 0 0,-1-1 1 0 0,0 1-1 0 0,1-1 1 0 0,-1 1 0 0 0,0 0-1 0 0,0 0 1 0 0,0 0-1 0 0,0 0 1 0 0,0 0-1 0 0,-1 1 1 0 0,1-1 0 0 0,-1 0-1 0 0,1 1 1 0 0,-1-1-1 0 0,0 1 1 0 0,0 0-1 0 0,0-1 1 0 0,0 1 0 0 0,0 3-1 0 0,-1-1 1 0 0,-1-1-1 0 0,0 0 1 0 0,0 1-1 0 0,0-1 1 0 0,-1 0-1 0 0,1 0 1 0 0,-1 0-1 0 0,0 0 1 0 0,0 0 0 0 0,-1-1-1 0 0,1 1 1 0 0,-1 0-1 0 0,0-1 1 0 0,0 0-1 0 0,-5 5 1 0 0,-15 15-3 0 0,-1 0 1 0 0,-1-2 0 0 0,-29 19-1 0 0,39-30 34 0 0,0 0-1 0 0,-1-1 1 0 0,-1-1-1 0 0,1-1 0 0 0,-1 0 1 0 0,0-1-1 0 0,-21 4 1 0 0,12-8 57 0 0,25-2-119 0 0,0 0 1 0 0,0 0-1 0 0,1 1 1 0 0,-1-1 0 0 0,0 0-1 0 0,0 0 1 0 0,1 0-1 0 0,-1 0 1 0 0,0 0-1 0 0,1-1 1 0 0,-1 1-1 0 0,0 0 1 0 0,0 0 0 0 0,1 0-1 0 0,-1-1 1 0 0,0 1-1 0 0,1 0 1 0 0,-1-1-1 0 0,0 1 1 0 0,1 0-1 0 0,-1-1 1 0 0,1 1 0 0 0,-1-1-1 0 0,1 1 1 0 0,-1-1-1 0 0,0 0 1 0 0,2-1-85 0 0,0 0 0 0 0,0 0 1 0 0,0 1-1 0 0,0-1 0 0 0,0 0 0 0 0,1 1 1 0 0,-1-1-1 0 0,1 1 0 0 0,-1-1 1 0 0,1 1-1 0 0,2-2 0 0 0,-1 1-212 0 0,13-12-1644 0 0,2 1-297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42.64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308 797 5308 0 0,'1'-2'-45'0'0,"0"0"-1"0"0,0 1 0 0 0,0-1 0 0 0,-1 0 0 0 0,1 0 1 0 0,-1 1-1 0 0,0-1 0 0 0,1 0 0 0 0,-1 0 0 0 0,0 0 1 0 0,0 0-1 0 0,0 1 0 0 0,0-1 0 0 0,0 0 0 0 0,-1 0 1 0 0,1 0-1 0 0,0 0 0 0 0,-1 1 0 0 0,1-1 0 0 0,-1 0 1 0 0,-1-2-1 0 0,1 3 38 0 0,0 0-1 0 0,-1 0 1 0 0,1 0 0 0 0,0 0 0 0 0,-1 1 0 0 0,1-1 0 0 0,0 0 0 0 0,-1 1-1 0 0,1-1 1 0 0,-1 1 0 0 0,1 0 0 0 0,-1-1 0 0 0,1 1 0 0 0,-1 0 0 0 0,1 0-1 0 0,-1 0 1 0 0,1 0 0 0 0,-1 0 0 0 0,1 0 0 0 0,-2 0 0 0 0,-5 2 8 0 0,0-1 0 0 0,0 1 0 0 0,0 1 0 0 0,0-1 0 0 0,1 1 1 0 0,0 1-1 0 0,-1-1 0 0 0,-10 8 0 0 0,-2 4-10 0 0,0 2-1 0 0,0 0 1 0 0,2 0 0 0 0,0 2-1 0 0,1 0 1 0 0,1 2 0 0 0,1-1-1 0 0,1 2 1 0 0,-20 38 0 0 0,34-59 12 0 0,-1 0 1 0 0,0 0 0 0 0,1 1 0 0 0,-1-1 0 0 0,1 0-1 0 0,-1 0 1 0 0,1 0 0 0 0,0 0 0 0 0,-1 1-1 0 0,1-1 1 0 0,0 0 0 0 0,0 0 0 0 0,0 0-1 0 0,0 1 1 0 0,0-1 0 0 0,0 0 0 0 0,0 0 0 0 0,0 1-1 0 0,0-1 1 0 0,1 0 0 0 0,-1 0 0 0 0,0 0-1 0 0,1 0 1 0 0,-1 0 0 0 0,1 1 0 0 0,0-1-1 0 0,-1 0 1 0 0,1 0 0 0 0,0 0 0 0 0,0 0 0 0 0,-1 0-1 0 0,1-1 1 0 0,0 1 0 0 0,0 0 0 0 0,0 0-1 0 0,0 0 1 0 0,0-1 0 0 0,0 1 0 0 0,0-1 0 0 0,0 1-1 0 0,0-1 1 0 0,1 1 0 0 0,-1-1 0 0 0,0 1-1 0 0,0-1 1 0 0,0 0 0 0 0,1 0 0 0 0,-1 0-1 0 0,0 0 1 0 0,2 0 0 0 0,4 1 22 0 0,0 0 0 0 0,0-1 1 0 0,0 0-1 0 0,0-1 0 0 0,0 0 0 0 0,12-2 1 0 0,-12 0-10 0 0,1 0 1 0 0,-1 0-1 0 0,0-1 0 0 0,1 0 1 0 0,-2-1-1 0 0,1 1 0 0 0,-1-1 1 0 0,1 0-1 0 0,-1-1 1 0 0,-1 0-1 0 0,1 0 0 0 0,-1 0 1 0 0,0 0-1 0 0,0-1 1 0 0,-1 0-1 0 0,0 0 0 0 0,0 0 1 0 0,-1 0-1 0 0,1-1 0 0 0,1-7 1 0 0,2-7 327 0 0,-2 0 1 0 0,0 0-1 0 0,-1-1 0 0 0,-1 1 1 0 0,-1-41-1 0 0,-2 62-94 0 0,-3 6-212 0 0,0 1-27 0 0,-1 1 0 0 0,1 0 0 0 0,0-1-1 0 0,0 2 1 0 0,1-1 0 0 0,0 0 0 0 0,0 0 0 0 0,1 1 0 0 0,0-1-1 0 0,0 0 1 0 0,1 1 0 0 0,0-1 0 0 0,0 1 0 0 0,0-1 0 0 0,1 1-1 0 0,1-1 1 0 0,-1 1 0 0 0,1-1 0 0 0,0 0 0 0 0,1 0 0 0 0,3 7 0 0 0,-1-4-2 0 0,0-1 1 0 0,1 0 0 0 0,0 0 0 0 0,0 0 0 0 0,1-1 0 0 0,1 0 0 0 0,-1 0 0 0 0,1-1-1 0 0,0 0 1 0 0,1 0 0 0 0,0-1 0 0 0,0 0 0 0 0,0-1 0 0 0,18 8 0 0 0,-8-5 18 0 0,1-1 0 0 0,0-1 0 0 0,1-1 1 0 0,34 5-1 0 0,-48-9-14 0 0,-1 0 0 0 0,1 0 0 0 0,0-1 0 0 0,-1 0 0 0 0,1-1 0 0 0,0 1 1 0 0,-1-1-1 0 0,1 0 0 0 0,-1-1 0 0 0,1 0 0 0 0,-1 0 0 0 0,1 0 0 0 0,-1-1 0 0 0,0 0 0 0 0,0 0 0 0 0,-1 0 0 0 0,1-1 0 0 0,6-5 0 0 0,-8 4-4 0 0,0 0 0 0 0,-1 0-1 0 0,0 0 1 0 0,0 0-1 0 0,-1-1 1 0 0,0 1-1 0 0,0-1 1 0 0,0 1 0 0 0,0-1-1 0 0,-1 0 1 0 0,0 0-1 0 0,0 0 1 0 0,0 0-1 0 0,-1 1 1 0 0,0-1 0 0 0,-1-8-1 0 0,-1-11 10 0 0,-1-1-1 0 0,-8-30 1 0 0,11 55-19 0 0,-37-137-1 0 0,-109-259 0 0 0,130 358 5 0 0,-49-115-253 0 0,64 151 201 0 0,4 9-170 0 0,96 259 40 0 0,-86-229 156 0 0,19 62-32 0 0,42 108 45 0 0,-65-186 23 0 0,1 1-1 0 0,2-1 0 0 0,0-1 0 0 0,1 0 0 0 0,0-1 1 0 0,2 0-1 0 0,22 21 0 0 0,-27-31 3 0 0,-1 0 0 0 0,1-1 0 0 0,0-1 0 0 0,0 0 0 0 0,1 0 0 0 0,0 0 0 0 0,0-2 0 0 0,0 1 0 0 0,1-2 0 0 0,0 1 0 0 0,-1-1 0 0 0,1-1 0 0 0,0 0 0 0 0,0-1 0 0 0,1 0 0 0 0,-1-1 0 0 0,0-1 0 0 0,0 1 0 0 0,0-2 0 0 0,23-5 0 0 0,-31 5-8 0 0,0 0-1 0 0,0 0 1 0 0,0 0-1 0 0,-1 0 1 0 0,0 0 0 0 0,1-1-1 0 0,-1 1 1 0 0,0-1 0 0 0,0 0-1 0 0,0 0 1 0 0,0-1-1 0 0,-1 1 1 0 0,1 0 0 0 0,-1-1-1 0 0,0 1 1 0 0,0-1-1 0 0,0 0 1 0 0,-1 0 0 0 0,1 0-1 0 0,-1 0 1 0 0,0 0 0 0 0,0 0-1 0 0,1-7 1 0 0,-1-7 3 0 0,0-1 1 0 0,-1 1-1 0 0,-1 0 0 0 0,-3-21 1 0 0,1 18-5 0 0,-15-93 13 0 0,-5 1 1 0 0,-68-195 0 0 0,89 302-21 0 0,-1-4-1 0 0,-58-154-98 0 0,55 147-277 0 0,19 40 276 0 0,20 45 10 0 0,13 36 8 0 0,-12-33 22 0 0,108 201-41 0 0,-43-93 172 0 0,-59-112 1980 0 0,-42-72-1857 0 0,-2-5-113 0 0,0 1 0 0 0,0-1 0 0 0,2 0 1 0 0,-1-1-1 0 0,1 1 0 0 0,0 0 0 0 0,0-12 1 0 0,2 18-75 0 0,0 1 1 0 0,1 0-1 0 0,-1-1 1 0 0,1 1 0 0 0,-1 0-1 0 0,1-1 1 0 0,0 1-1 0 0,0 0 1 0 0,0 0-1 0 0,1 0 1 0 0,-1 0-1 0 0,1 0 1 0 0,0 0 0 0 0,0 0-1 0 0,0 0 1 0 0,0 0-1 0 0,0 1 1 0 0,0-1-1 0 0,1 1 1 0 0,-1 0-1 0 0,1 0 1 0 0,0 0 0 0 0,0 0-1 0 0,-1 0 1 0 0,1 0-1 0 0,0 1 1 0 0,1 0-1 0 0,3-2 1 0 0,-2 1-14 0 0,1 1-1 0 0,-1 0 1 0 0,0 0 0 0 0,1 0 0 0 0,-1 1-1 0 0,1 0 1 0 0,-1 0 0 0 0,1 0 0 0 0,-1 0 0 0 0,0 1-1 0 0,1 0 1 0 0,-1 0 0 0 0,0 1 0 0 0,0 0-1 0 0,0-1 1 0 0,9 6 0 0 0,5 3-26 0 0,-1 1-1 0 0,34 28 1 0 0,-5-4-13 0 0,-5-5-118 0 0,-30-21 55 0 0,1 0 0 0 0,0 0 0 0 0,24 11 0 0 0,-31-18-535 0 0,0 0 0 0 0,0 0 0 0 0,1 0 0 0 0,-1-1 0 0 0,1 0 0 0 0,-1 0 0 0 0,8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43.0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47 236 5625 0 0,'0'0'-315'0'0,"-5"0"39"0"0,2 0 248 0 0,1 0 6 0 0,1 0 0 0 0,-1 1 1 0 0,0-1-1 0 0,0 0 0 0 0,1 0 1 0 0,-1 0-1 0 0,0 0 0 0 0,1-1 1 0 0,-1 1-1 0 0,0 0 0 0 0,1-1 1 0 0,-1 1-1 0 0,0-1 0 0 0,1 1 1 0 0,-1-1-1 0 0,1 0 0 0 0,-1 0 1 0 0,1 0-1 0 0,-1 0 0 0 0,1 0 0 0 0,0 0 1 0 0,-2-1-1 0 0,2 0 1 0 0,32-28-36 0 0,28-4-178 0 0,2 3-1 0 0,1 2 1 0 0,1 3 0 0 0,85-24-1 0 0,-104 36-794 0 0,-21 6 664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10T07:46:43.2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20 3808 0 0,'44'10'2836'0'0,"-17"2"4446"0"0,-29-34-16346 0 0,-4 2 6058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customXml" Target="../ink/ink13.xml"/><Relationship Id="rId18" Type="http://schemas.openxmlformats.org/officeDocument/2006/relationships/image" Target="../media/image18.png"/><Relationship Id="rId26" Type="http://schemas.openxmlformats.org/officeDocument/2006/relationships/image" Target="../media/image22.png"/><Relationship Id="rId39" Type="http://schemas.openxmlformats.org/officeDocument/2006/relationships/customXml" Target="../ink/ink26.xml"/><Relationship Id="rId3" Type="http://schemas.openxmlformats.org/officeDocument/2006/relationships/customXml" Target="../ink/ink8.xml"/><Relationship Id="rId21" Type="http://schemas.openxmlformats.org/officeDocument/2006/relationships/customXml" Target="../ink/ink17.xml"/><Relationship Id="rId34" Type="http://schemas.openxmlformats.org/officeDocument/2006/relationships/image" Target="../media/image26.png"/><Relationship Id="rId42" Type="http://schemas.openxmlformats.org/officeDocument/2006/relationships/image" Target="../media/image30.png"/><Relationship Id="rId7" Type="http://schemas.openxmlformats.org/officeDocument/2006/relationships/customXml" Target="../ink/ink10.xml"/><Relationship Id="rId12" Type="http://schemas.openxmlformats.org/officeDocument/2006/relationships/image" Target="../media/image15.png"/><Relationship Id="rId17" Type="http://schemas.openxmlformats.org/officeDocument/2006/relationships/customXml" Target="../ink/ink15.xml"/><Relationship Id="rId25" Type="http://schemas.openxmlformats.org/officeDocument/2006/relationships/customXml" Target="../ink/ink19.xml"/><Relationship Id="rId33" Type="http://schemas.openxmlformats.org/officeDocument/2006/relationships/customXml" Target="../ink/ink23.xml"/><Relationship Id="rId38" Type="http://schemas.openxmlformats.org/officeDocument/2006/relationships/image" Target="../media/image28.png"/><Relationship Id="rId46" Type="http://schemas.openxmlformats.org/officeDocument/2006/relationships/image" Target="../media/image32.png"/><Relationship Id="rId2" Type="http://schemas.openxmlformats.org/officeDocument/2006/relationships/image" Target="../media/image10.png"/><Relationship Id="rId16" Type="http://schemas.openxmlformats.org/officeDocument/2006/relationships/image" Target="../media/image17.png"/><Relationship Id="rId20" Type="http://schemas.openxmlformats.org/officeDocument/2006/relationships/image" Target="../media/image19.png"/><Relationship Id="rId29" Type="http://schemas.openxmlformats.org/officeDocument/2006/relationships/customXml" Target="../ink/ink21.xml"/><Relationship Id="rId41" Type="http://schemas.openxmlformats.org/officeDocument/2006/relationships/customXml" Target="../ink/ink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customXml" Target="../ink/ink12.xml"/><Relationship Id="rId24" Type="http://schemas.openxmlformats.org/officeDocument/2006/relationships/image" Target="../media/image21.png"/><Relationship Id="rId32" Type="http://schemas.openxmlformats.org/officeDocument/2006/relationships/image" Target="../media/image25.png"/><Relationship Id="rId37" Type="http://schemas.openxmlformats.org/officeDocument/2006/relationships/customXml" Target="../ink/ink25.xml"/><Relationship Id="rId40" Type="http://schemas.openxmlformats.org/officeDocument/2006/relationships/image" Target="../media/image29.png"/><Relationship Id="rId45" Type="http://schemas.openxmlformats.org/officeDocument/2006/relationships/customXml" Target="../ink/ink29.xml"/><Relationship Id="rId5" Type="http://schemas.openxmlformats.org/officeDocument/2006/relationships/customXml" Target="../ink/ink9.xml"/><Relationship Id="rId15" Type="http://schemas.openxmlformats.org/officeDocument/2006/relationships/customXml" Target="../ink/ink14.xml"/><Relationship Id="rId23" Type="http://schemas.openxmlformats.org/officeDocument/2006/relationships/customXml" Target="../ink/ink18.xml"/><Relationship Id="rId28" Type="http://schemas.openxmlformats.org/officeDocument/2006/relationships/image" Target="../media/image23.png"/><Relationship Id="rId36" Type="http://schemas.openxmlformats.org/officeDocument/2006/relationships/image" Target="../media/image27.png"/><Relationship Id="rId10" Type="http://schemas.openxmlformats.org/officeDocument/2006/relationships/image" Target="../media/image14.png"/><Relationship Id="rId19" Type="http://schemas.openxmlformats.org/officeDocument/2006/relationships/customXml" Target="../ink/ink16.xml"/><Relationship Id="rId31" Type="http://schemas.openxmlformats.org/officeDocument/2006/relationships/customXml" Target="../ink/ink22.xml"/><Relationship Id="rId44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customXml" Target="../ink/ink11.xml"/><Relationship Id="rId14" Type="http://schemas.openxmlformats.org/officeDocument/2006/relationships/image" Target="../media/image16.png"/><Relationship Id="rId22" Type="http://schemas.openxmlformats.org/officeDocument/2006/relationships/image" Target="../media/image20.png"/><Relationship Id="rId27" Type="http://schemas.openxmlformats.org/officeDocument/2006/relationships/customXml" Target="../ink/ink20.xml"/><Relationship Id="rId30" Type="http://schemas.openxmlformats.org/officeDocument/2006/relationships/image" Target="../media/image24.png"/><Relationship Id="rId35" Type="http://schemas.openxmlformats.org/officeDocument/2006/relationships/customXml" Target="../ink/ink24.xml"/><Relationship Id="rId43" Type="http://schemas.openxmlformats.org/officeDocument/2006/relationships/customXml" Target="../ink/ink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CD52A91-7272-506D-A00C-BA1E3DEAFE2B}"/>
              </a:ext>
            </a:extLst>
          </p:cNvPr>
          <p:cNvSpPr txBox="1"/>
          <p:nvPr/>
        </p:nvSpPr>
        <p:spPr>
          <a:xfrm>
            <a:off x="3028950" y="2335149"/>
            <a:ext cx="64008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Short Introduction 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CF068-A671-960A-2BA9-7437D249B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21C081-DB76-AF4A-7BB8-5E7B011E5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" y="1742077"/>
            <a:ext cx="11570208" cy="400996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DCBBC48-7DF7-1842-18B5-B4472C6AC8E5}"/>
                  </a:ext>
                </a:extLst>
              </p14:cNvPr>
              <p14:cNvContentPartPr/>
              <p14:nvPr/>
            </p14:nvContentPartPr>
            <p14:xfrm>
              <a:off x="9802224" y="2063736"/>
              <a:ext cx="383400" cy="2815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DCBBC48-7DF7-1842-18B5-B4472C6AC8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784224" y="2045736"/>
                <a:ext cx="419040" cy="31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04C2A48-FE43-0319-E456-7881C0EEF7BC}"/>
              </a:ext>
            </a:extLst>
          </p:cNvPr>
          <p:cNvGrpSpPr/>
          <p:nvPr/>
        </p:nvGrpSpPr>
        <p:grpSpPr>
          <a:xfrm>
            <a:off x="9119304" y="1282896"/>
            <a:ext cx="2097720" cy="583200"/>
            <a:chOff x="9119304" y="1282896"/>
            <a:chExt cx="2097720" cy="583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7D96A3E-EAE9-0FCD-79DD-E29C5FB1E3A4}"/>
                    </a:ext>
                  </a:extLst>
                </p14:cNvPr>
                <p14:cNvContentPartPr/>
                <p14:nvPr/>
              </p14:nvContentPartPr>
              <p14:xfrm>
                <a:off x="9379224" y="1518336"/>
                <a:ext cx="372600" cy="215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7D96A3E-EAE9-0FCD-79DD-E29C5FB1E3A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361224" y="1500696"/>
                  <a:ext cx="4082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AD1FD6-4188-8F28-1747-DCA44D810D2C}"/>
                    </a:ext>
                  </a:extLst>
                </p14:cNvPr>
                <p14:cNvContentPartPr/>
                <p14:nvPr/>
              </p14:nvContentPartPr>
              <p14:xfrm>
                <a:off x="9789984" y="1437336"/>
                <a:ext cx="283680" cy="2498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AD1FD6-4188-8F28-1747-DCA44D810D2C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771984" y="1419336"/>
                  <a:ext cx="319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65868A9-F543-0D2E-17C9-AF780132E52A}"/>
                    </a:ext>
                  </a:extLst>
                </p14:cNvPr>
                <p14:cNvContentPartPr/>
                <p14:nvPr/>
              </p14:nvContentPartPr>
              <p14:xfrm>
                <a:off x="9838224" y="1563696"/>
                <a:ext cx="234360" cy="44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65868A9-F543-0D2E-17C9-AF780132E52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820584" y="1545696"/>
                  <a:ext cx="2700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B2244CF-46D6-8F94-9983-7120B16945AD}"/>
                    </a:ext>
                  </a:extLst>
                </p14:cNvPr>
                <p14:cNvContentPartPr/>
                <p14:nvPr/>
              </p14:nvContentPartPr>
              <p14:xfrm>
                <a:off x="10126584" y="1550016"/>
                <a:ext cx="479160" cy="30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B2244CF-46D6-8F94-9983-7120B16945A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108584" y="1532376"/>
                  <a:ext cx="5148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F1C2ADE-A98C-B241-EAA0-9D206F0ACE76}"/>
                    </a:ext>
                  </a:extLst>
                </p14:cNvPr>
                <p14:cNvContentPartPr/>
                <p14:nvPr/>
              </p14:nvContentPartPr>
              <p14:xfrm>
                <a:off x="10730664" y="1439136"/>
                <a:ext cx="37800" cy="2696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F1C2ADE-A98C-B241-EAA0-9D206F0ACE7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0713024" y="1421496"/>
                  <a:ext cx="734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FB67506-0BCA-3C53-3F26-9C0C8999DC0D}"/>
                    </a:ext>
                  </a:extLst>
                </p14:cNvPr>
                <p14:cNvContentPartPr/>
                <p14:nvPr/>
              </p14:nvContentPartPr>
              <p14:xfrm>
                <a:off x="9119304" y="1282896"/>
                <a:ext cx="2097720" cy="5832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FB67506-0BCA-3C53-3F26-9C0C8999DC0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101304" y="1265256"/>
                  <a:ext cx="2133360" cy="618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53552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88F54-D263-957F-10F0-67A47932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C21D5464-F4AE-FF3B-9FC9-60BC4AA6AC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" y="2177279"/>
            <a:ext cx="11003280" cy="381129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EC5AD35-3928-AB92-6D24-2431F98DAE9D}"/>
                  </a:ext>
                </a:extLst>
              </p14:cNvPr>
              <p14:cNvContentPartPr/>
              <p14:nvPr/>
            </p14:nvContentPartPr>
            <p14:xfrm>
              <a:off x="11048904" y="4241736"/>
              <a:ext cx="387360" cy="2952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EC5AD35-3928-AB92-6D24-2431F98DAE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30904" y="4224096"/>
                <a:ext cx="423000" cy="33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31F32596-6A83-6D48-3F26-9718ED9F68F5}"/>
              </a:ext>
            </a:extLst>
          </p:cNvPr>
          <p:cNvGrpSpPr/>
          <p:nvPr/>
        </p:nvGrpSpPr>
        <p:grpSpPr>
          <a:xfrm>
            <a:off x="10971864" y="3860496"/>
            <a:ext cx="1072080" cy="354960"/>
            <a:chOff x="10971864" y="3860496"/>
            <a:chExt cx="1072080" cy="35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F5E2A8-A27C-7D5C-EA97-5F0AA70A42C0}"/>
                    </a:ext>
                  </a:extLst>
                </p14:cNvPr>
                <p14:cNvContentPartPr/>
                <p14:nvPr/>
              </p14:nvContentPartPr>
              <p14:xfrm>
                <a:off x="10971864" y="3972456"/>
                <a:ext cx="233640" cy="1900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F5E2A8-A27C-7D5C-EA97-5F0AA70A42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953864" y="3954456"/>
                  <a:ext cx="2692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949D86-BAF2-C486-8945-1EEFF1F6C28B}"/>
                    </a:ext>
                  </a:extLst>
                </p14:cNvPr>
                <p14:cNvContentPartPr/>
                <p14:nvPr/>
              </p14:nvContentPartPr>
              <p14:xfrm>
                <a:off x="11244384" y="3860496"/>
                <a:ext cx="114840" cy="2811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949D86-BAF2-C486-8945-1EEFF1F6C28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226384" y="3842496"/>
                  <a:ext cx="15048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D45F7D-4D17-FBA6-E5A5-442F423A9540}"/>
                    </a:ext>
                  </a:extLst>
                </p14:cNvPr>
                <p14:cNvContentPartPr/>
                <p14:nvPr/>
              </p14:nvContentPartPr>
              <p14:xfrm>
                <a:off x="11246544" y="3997296"/>
                <a:ext cx="184680" cy="720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D45F7D-4D17-FBA6-E5A5-442F423A954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228544" y="3979656"/>
                  <a:ext cx="220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3E71348-E4EC-3553-FDBB-ECC03B92B35E}"/>
                    </a:ext>
                  </a:extLst>
                </p14:cNvPr>
                <p14:cNvContentPartPr/>
                <p14:nvPr/>
              </p14:nvContentPartPr>
              <p14:xfrm>
                <a:off x="11430144" y="3968136"/>
                <a:ext cx="322920" cy="2473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3E71348-E4EC-3553-FDBB-ECC03B92B3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412144" y="3950136"/>
                  <a:ext cx="3585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26E350A-60BE-84EA-041A-76F5958D8AB7}"/>
                    </a:ext>
                  </a:extLst>
                </p14:cNvPr>
                <p14:cNvContentPartPr/>
                <p14:nvPr/>
              </p14:nvContentPartPr>
              <p14:xfrm>
                <a:off x="11770344" y="3891816"/>
                <a:ext cx="273600" cy="173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26E350A-60BE-84EA-041A-76F5958D8AB7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52344" y="3873816"/>
                  <a:ext cx="309240" cy="20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B6A9041-464F-6EE4-F752-C21EF9B05B9A}"/>
              </a:ext>
            </a:extLst>
          </p:cNvPr>
          <p:cNvGrpSpPr/>
          <p:nvPr/>
        </p:nvGrpSpPr>
        <p:grpSpPr>
          <a:xfrm>
            <a:off x="168264" y="1573056"/>
            <a:ext cx="2156040" cy="1045440"/>
            <a:chOff x="168264" y="1573056"/>
            <a:chExt cx="2156040" cy="104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7068DAB-FCEA-3F6E-1D5D-D4944BFC0F70}"/>
                    </a:ext>
                  </a:extLst>
                </p14:cNvPr>
                <p14:cNvContentPartPr/>
                <p14:nvPr/>
              </p14:nvContentPartPr>
              <p14:xfrm>
                <a:off x="168264" y="2260656"/>
                <a:ext cx="371520" cy="3578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7068DAB-FCEA-3F6E-1D5D-D4944BFC0F7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50624" y="2242656"/>
                  <a:ext cx="40716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09E3DF-6A11-145F-E7D9-C4DFC8CCE767}"/>
                    </a:ext>
                  </a:extLst>
                </p14:cNvPr>
                <p14:cNvContentPartPr/>
                <p14:nvPr/>
              </p14:nvContentPartPr>
              <p14:xfrm>
                <a:off x="429264" y="2035296"/>
                <a:ext cx="393120" cy="224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09E3DF-6A11-145F-E7D9-C4DFC8CCE76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11264" y="2017656"/>
                  <a:ext cx="428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CEE1C1-2885-87B8-EFBA-1E5E84F44094}"/>
                    </a:ext>
                  </a:extLst>
                </p14:cNvPr>
                <p14:cNvContentPartPr/>
                <p14:nvPr/>
              </p14:nvContentPartPr>
              <p14:xfrm>
                <a:off x="1025064" y="1759536"/>
                <a:ext cx="290880" cy="21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CEE1C1-2885-87B8-EFBA-1E5E84F4409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07424" y="1741896"/>
                  <a:ext cx="3265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8262D25-E161-252F-D132-E1EFFAB0DE1D}"/>
                    </a:ext>
                  </a:extLst>
                </p14:cNvPr>
                <p14:cNvContentPartPr/>
                <p14:nvPr/>
              </p14:nvContentPartPr>
              <p14:xfrm>
                <a:off x="1313424" y="1658376"/>
                <a:ext cx="127440" cy="2595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8262D25-E161-252F-D132-E1EFFAB0DE1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295784" y="1640376"/>
                  <a:ext cx="1630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755CF8E-01B7-D782-B312-16C2996A84DA}"/>
                    </a:ext>
                  </a:extLst>
                </p14:cNvPr>
                <p14:cNvContentPartPr/>
                <p14:nvPr/>
              </p14:nvContentPartPr>
              <p14:xfrm>
                <a:off x="1327824" y="1771776"/>
                <a:ext cx="164520" cy="65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755CF8E-01B7-D782-B312-16C2996A84DA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09824" y="1753776"/>
                  <a:ext cx="2001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CC8F804-2537-0EB2-CE07-EEE90A30C69D}"/>
                    </a:ext>
                  </a:extLst>
                </p14:cNvPr>
                <p14:cNvContentPartPr/>
                <p14:nvPr/>
              </p14:nvContentPartPr>
              <p14:xfrm>
                <a:off x="1554264" y="1722816"/>
                <a:ext cx="369000" cy="278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CC8F804-2537-0EB2-CE07-EEE90A30C69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536264" y="1704816"/>
                  <a:ext cx="40464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B99F987-0A89-512F-6050-04BA9C3583C7}"/>
                    </a:ext>
                  </a:extLst>
                </p14:cNvPr>
                <p14:cNvContentPartPr/>
                <p14:nvPr/>
              </p14:nvContentPartPr>
              <p14:xfrm>
                <a:off x="2104344" y="1573056"/>
                <a:ext cx="219960" cy="2811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B99F987-0A89-512F-6050-04BA9C3583C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086344" y="1555416"/>
                  <a:ext cx="25560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E4059E69-EC28-5D24-6B9B-B37472CDA776}"/>
              </a:ext>
            </a:extLst>
          </p:cNvPr>
          <p:cNvGrpSpPr/>
          <p:nvPr/>
        </p:nvGrpSpPr>
        <p:grpSpPr>
          <a:xfrm>
            <a:off x="280584" y="5341536"/>
            <a:ext cx="1300680" cy="1078920"/>
            <a:chOff x="280584" y="5341536"/>
            <a:chExt cx="1300680" cy="107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C5BA54-A32B-4AC7-1F62-DC3CFA0F8D8A}"/>
                    </a:ext>
                  </a:extLst>
                </p14:cNvPr>
                <p14:cNvContentPartPr/>
                <p14:nvPr/>
              </p14:nvContentPartPr>
              <p14:xfrm>
                <a:off x="550944" y="5341536"/>
                <a:ext cx="283680" cy="3016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C5BA54-A32B-4AC7-1F62-DC3CFA0F8D8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33304" y="5323896"/>
                  <a:ext cx="3193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3E7ECC-2184-52B3-A21E-A4B828B03792}"/>
                    </a:ext>
                  </a:extLst>
                </p14:cNvPr>
                <p14:cNvContentPartPr/>
                <p14:nvPr/>
              </p14:nvContentPartPr>
              <p14:xfrm>
                <a:off x="301464" y="5548536"/>
                <a:ext cx="211320" cy="30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3E7ECC-2184-52B3-A21E-A4B828B0379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83824" y="5530896"/>
                  <a:ext cx="246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7FFDE8A-BE66-48B3-02A1-8FF2F7845BA1}"/>
                    </a:ext>
                  </a:extLst>
                </p14:cNvPr>
                <p14:cNvContentPartPr/>
                <p14:nvPr/>
              </p14:nvContentPartPr>
              <p14:xfrm>
                <a:off x="337824" y="5481576"/>
                <a:ext cx="172080" cy="178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7FFDE8A-BE66-48B3-02A1-8FF2F7845BA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19824" y="5463936"/>
                  <a:ext cx="2077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571B00C-6F19-1F98-FEC3-EDC22209C05C}"/>
                    </a:ext>
                  </a:extLst>
                </p14:cNvPr>
                <p14:cNvContentPartPr/>
                <p14:nvPr/>
              </p14:nvContentPartPr>
              <p14:xfrm>
                <a:off x="381024" y="5463216"/>
                <a:ext cx="65520" cy="2469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571B00C-6F19-1F98-FEC3-EDC22209C05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3384" y="5445576"/>
                  <a:ext cx="1011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9B0EA42-D7D5-4286-7BB5-514310D1EB7E}"/>
                    </a:ext>
                  </a:extLst>
                </p14:cNvPr>
                <p14:cNvContentPartPr/>
                <p14:nvPr/>
              </p14:nvContentPartPr>
              <p14:xfrm>
                <a:off x="280584" y="5771736"/>
                <a:ext cx="153360" cy="373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9B0EA42-D7D5-4286-7BB5-514310D1EB7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62584" y="5753736"/>
                  <a:ext cx="1890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BA4E0DD-7E46-D78B-3A50-37585AFC6E0A}"/>
                    </a:ext>
                  </a:extLst>
                </p14:cNvPr>
                <p14:cNvContentPartPr/>
                <p14:nvPr/>
              </p14:nvContentPartPr>
              <p14:xfrm>
                <a:off x="465264" y="6161616"/>
                <a:ext cx="217800" cy="258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BA4E0DD-7E46-D78B-3A50-37585AFC6E0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47624" y="6143976"/>
                  <a:ext cx="25344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BBC6EEB-2A2B-902B-06C9-4EA9F6BC8E9F}"/>
                    </a:ext>
                  </a:extLst>
                </p14:cNvPr>
                <p14:cNvContentPartPr/>
                <p14:nvPr/>
              </p14:nvContentPartPr>
              <p14:xfrm>
                <a:off x="798624" y="5949936"/>
                <a:ext cx="600840" cy="3880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BBC6EEB-2A2B-902B-06C9-4EA9F6BC8E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80984" y="5931936"/>
                  <a:ext cx="636480" cy="42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ABA0979-796C-A9AC-4A40-4C3CC72076AE}"/>
                    </a:ext>
                  </a:extLst>
                </p14:cNvPr>
                <p14:cNvContentPartPr/>
                <p14:nvPr/>
              </p14:nvContentPartPr>
              <p14:xfrm>
                <a:off x="978624" y="6110136"/>
                <a:ext cx="177120" cy="853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ABA0979-796C-A9AC-4A40-4C3CC72076A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60624" y="6092496"/>
                  <a:ext cx="2127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B1B3511-3114-E813-CAB4-4FDEFDF5E61E}"/>
                    </a:ext>
                  </a:extLst>
                </p14:cNvPr>
                <p14:cNvContentPartPr/>
                <p14:nvPr/>
              </p14:nvContentPartPr>
              <p14:xfrm>
                <a:off x="1555344" y="6082776"/>
                <a:ext cx="25920" cy="154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B1B3511-3114-E813-CAB4-4FDEFDF5E61E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37344" y="6064776"/>
                  <a:ext cx="61560" cy="51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8996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667C-55E2-9A8F-0620-FEBAFED15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AD783-60C5-17DA-6917-D65934A57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49" y="1351431"/>
            <a:ext cx="11241069" cy="510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048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1AE38-CA36-FEFB-EB08-B4F3D91A0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FCB70F-14EE-D305-20AE-0E7B8C62D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76" y="1525199"/>
            <a:ext cx="10450383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9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A7946-70D6-1037-0EAE-C585A1C7C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9F0915-092D-1C07-A77C-4DCE3B3F0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48" y="1621944"/>
            <a:ext cx="3238952" cy="23339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F8CC9C-72AB-41EA-AF01-F2378D70E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252" y="1197864"/>
            <a:ext cx="6020480" cy="537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78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386</TotalTime>
  <Words>3</Words>
  <Application>Microsoft Office PowerPoint</Application>
  <PresentationFormat>Widescreen</PresentationFormat>
  <Paragraphs>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31</cp:revision>
  <dcterms:created xsi:type="dcterms:W3CDTF">2025-09-22T02:44:38Z</dcterms:created>
  <dcterms:modified xsi:type="dcterms:W3CDTF">2026-05-10T07:46:49Z</dcterms:modified>
</cp:coreProperties>
</file>