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7"/>
  </p:handoutMasterIdLst>
  <p:sldIdLst>
    <p:sldId id="257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oogle.com/?utm_source=chatgpt.com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?utm_source=chatgpt.com" TargetMode="External"/><Relationship Id="rId2" Type="http://schemas.openxmlformats.org/officeDocument/2006/relationships/hyperlink" Target="https://www.kaggle.com/account/login?utm_source=chatgpt.com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CD52A91-7272-506D-A00C-BA1E3DEAFE2B}"/>
              </a:ext>
            </a:extLst>
          </p:cNvPr>
          <p:cNvSpPr txBox="1"/>
          <p:nvPr/>
        </p:nvSpPr>
        <p:spPr>
          <a:xfrm>
            <a:off x="3028950" y="2335149"/>
            <a:ext cx="640080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Short Introduction </a:t>
            </a:r>
          </a:p>
        </p:txBody>
      </p:sp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FCF068-A671-960A-2BA9-7437D249B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2C8944B7-2987-92BC-1365-B2CB862D8F07}"/>
              </a:ext>
            </a:extLst>
          </p:cNvPr>
          <p:cNvSpPr txBox="1"/>
          <p:nvPr/>
        </p:nvSpPr>
        <p:spPr>
          <a:xfrm>
            <a:off x="1245870" y="1375029"/>
            <a:ext cx="64008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eriod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is Kaggle?</a:t>
            </a:r>
          </a:p>
          <a:p>
            <a:pPr marL="457200" indent="-457200">
              <a:buAutoNum type="arabicPeriod"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Kaggle is a platform for: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Datasets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Jupyter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notebooks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Machine learning competitions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Discussion forums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Public portfolio building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Kaggle is owned by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Google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535527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1EB07C-CA21-2EA6-3B38-2AA2179662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708C9294-204A-C6CE-9725-13884FFB49BD}"/>
              </a:ext>
            </a:extLst>
          </p:cNvPr>
          <p:cNvSpPr txBox="1"/>
          <p:nvPr/>
        </p:nvSpPr>
        <p:spPr>
          <a:xfrm>
            <a:off x="2151126" y="698373"/>
            <a:ext cx="64008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Why Use Kaggle?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Benefits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 installation required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Free CPU and GPU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Thousands of datasets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Public notebooks to learn from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Real-world competitions</a:t>
            </a:r>
          </a:p>
        </p:txBody>
      </p:sp>
    </p:spTree>
    <p:extLst>
      <p:ext uri="{BB962C8B-B14F-4D97-AF65-F5344CB8AC3E}">
        <p14:creationId xmlns:p14="http://schemas.microsoft.com/office/powerpoint/2010/main" val="25816795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A25312-7F98-14E0-F67F-8B44D01301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9CD2883-A52D-8B9E-F088-3515FCFF1272}"/>
              </a:ext>
            </a:extLst>
          </p:cNvPr>
          <p:cNvSpPr txBox="1"/>
          <p:nvPr/>
        </p:nvSpPr>
        <p:spPr>
          <a:xfrm>
            <a:off x="498348" y="1271677"/>
            <a:ext cx="373532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Create an Account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Go to: 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Kaggle Sign Up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can sign in with: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Google account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Email address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A2415A-F47C-3419-A9D5-25B5967B75C4}"/>
              </a:ext>
            </a:extLst>
          </p:cNvPr>
          <p:cNvSpPr txBox="1"/>
          <p:nvPr/>
        </p:nvSpPr>
        <p:spPr>
          <a:xfrm>
            <a:off x="5503164" y="1271677"/>
            <a:ext cx="6190488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4. Explore Datasets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Open the Datasets section: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Kaggle Datasets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Popular datasets include: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Titanic - Machine Learning from Disaster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House Prices – Adv Regression Techniques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MNIST</a:t>
            </a:r>
          </a:p>
        </p:txBody>
      </p:sp>
    </p:spTree>
    <p:extLst>
      <p:ext uri="{BB962C8B-B14F-4D97-AF65-F5344CB8AC3E}">
        <p14:creationId xmlns:p14="http://schemas.microsoft.com/office/powerpoint/2010/main" val="10324848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A1E27A-7F6B-AE95-02D0-4BD11F9A0B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09C16A4-EB83-F415-9BA9-EA49A84976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510" y="1662423"/>
            <a:ext cx="5229955" cy="3734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95334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373</TotalTime>
  <Words>103</Words>
  <Application>Microsoft Office PowerPoint</Application>
  <PresentationFormat>Widescreen</PresentationFormat>
  <Paragraphs>33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28</cp:revision>
  <dcterms:created xsi:type="dcterms:W3CDTF">2025-09-22T02:44:38Z</dcterms:created>
  <dcterms:modified xsi:type="dcterms:W3CDTF">2026-05-10T07:26:00Z</dcterms:modified>
</cp:coreProperties>
</file>