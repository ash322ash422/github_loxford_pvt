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87" r:id="rId3"/>
    <p:sldId id="289" r:id="rId4"/>
    <p:sldId id="291" r:id="rId5"/>
    <p:sldId id="292" r:id="rId6"/>
    <p:sldId id="293" r:id="rId7"/>
    <p:sldId id="290" r:id="rId8"/>
    <p:sldId id="294" r:id="rId9"/>
    <p:sldId id="295" r:id="rId10"/>
    <p:sldId id="275" r:id="rId11"/>
    <p:sldId id="28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870712" y="2494248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Automated Student Assignment &amp; Extension Portal</a:t>
            </a:r>
          </a:p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(Non-Agentic)</a:t>
            </a:r>
            <a:endParaRPr 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A8B9-4D25-F088-8FD2-ED1109EF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4AF815-7B29-6AF8-0EF8-8489A6CED163}"/>
              </a:ext>
            </a:extLst>
          </p:cNvPr>
          <p:cNvSpPr txBox="1"/>
          <p:nvPr/>
        </p:nvSpPr>
        <p:spPr>
          <a:xfrm>
            <a:off x="246888" y="1005840"/>
            <a:ext cx="844905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Workflow built with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reads a professor's Gmail inbox,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classifies student emails - 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 submission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Grade clarification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extracts structured info,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applies a written university policy, and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leaves a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**draft reply**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(never sends) for the professor 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to review (Human-In-The-Loop)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creates 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a log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2991A-26A7-0B39-1D92-2F5527313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9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FAB52-3158-60D4-FA6C-44B965F3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EE1948-49D7-4B44-65D3-E2AA4EF12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48F798-4365-D94C-38F2-CA04488A3570}"/>
              </a:ext>
            </a:extLst>
          </p:cNvPr>
          <p:cNvSpPr txBox="1"/>
          <p:nvPr/>
        </p:nvSpPr>
        <p:spPr>
          <a:xfrm>
            <a:off x="329386" y="258687"/>
            <a:ext cx="851286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Classify (nodes/classify.py):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Reads the subject + a snippet of the body and decides which bucket the email falls into: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extension_request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late_submission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grade_clarification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 other.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Extract (nodes/extract.py)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Reads the full email body and pulls out structured facts: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 name,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roll number,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course code,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reason given,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normalized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reason_category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(medical /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personal_emergency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technical / workload). </a:t>
            </a:r>
          </a:p>
        </p:txBody>
      </p:sp>
    </p:spTree>
    <p:extLst>
      <p:ext uri="{BB962C8B-B14F-4D97-AF65-F5344CB8AC3E}">
        <p14:creationId xmlns:p14="http://schemas.microsoft.com/office/powerpoint/2010/main" val="75759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B6C76-2357-5DB0-3131-54F5FB2B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A9D48E-362E-0EB3-A3A2-D58023093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3CFE7-F3EA-557F-8569-28A3E7E05616}"/>
              </a:ext>
            </a:extLst>
          </p:cNvPr>
          <p:cNvSpPr txBox="1"/>
          <p:nvPr/>
        </p:nvSpPr>
        <p:spPr>
          <a:xfrm>
            <a:off x="329386" y="258687"/>
            <a:ext cx="851286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Apply policy (nodes/policy_decision.py)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most "reasoning-heavy" step. It's given the full text of policy.md plus the extracted facts, and has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 the situation to the right rule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e.g.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reason_category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medical → grant 3 days, no proof required up front."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also has to know when to punt: if the situation isn't clearly covered by the policy, it should return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escalate_to_professor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rather than making something up.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really a small grounded-reasoning task, not just lookup — the LLM has to read the student's stated reason, map it onto the closest policy clause, and produce a decision + rationale.</a:t>
            </a:r>
          </a:p>
        </p:txBody>
      </p:sp>
    </p:spTree>
    <p:extLst>
      <p:ext uri="{BB962C8B-B14F-4D97-AF65-F5344CB8AC3E}">
        <p14:creationId xmlns:p14="http://schemas.microsoft.com/office/powerpoint/2010/main" val="189914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28E7-4F14-82F8-DEAC-336F4859A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B2337C-3729-8750-3F27-1DF39F48D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B63F36-2573-E8A5-AB0A-D5CFAA0F655C}"/>
              </a:ext>
            </a:extLst>
          </p:cNvPr>
          <p:cNvSpPr txBox="1"/>
          <p:nvPr/>
        </p:nvSpPr>
        <p:spPr>
          <a:xfrm>
            <a:off x="329386" y="258687"/>
            <a:ext cx="85128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Draft the reply (nodes/draft.py)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the policy decision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actual reply text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and body,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polite tone,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right length,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impersonating a specific professor,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(importantly)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stating an approval/denial if the decision was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escalate_to_professor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generation, not extraction.</a:t>
            </a:r>
          </a:p>
        </p:txBody>
      </p:sp>
    </p:spTree>
    <p:extLst>
      <p:ext uri="{BB962C8B-B14F-4D97-AF65-F5344CB8AC3E}">
        <p14:creationId xmlns:p14="http://schemas.microsoft.com/office/powerpoint/2010/main" val="3221244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95592-E46F-69DF-AE7B-12968A41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B0E88-7860-E631-ECED-761DB831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0191AD-4EBF-1AD1-D95D-BB35DF8FE96C}"/>
              </a:ext>
            </a:extLst>
          </p:cNvPr>
          <p:cNvSpPr txBox="1"/>
          <p:nvPr/>
        </p:nvSpPr>
        <p:spPr>
          <a:xfrm>
            <a:off x="329386" y="258687"/>
            <a:ext cx="85128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across the four nodes the LLM does four different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kinds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work (i.e. LLM handles judgment ):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classification → extraction → policy-grounded reasoning → generation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of draft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Everything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project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reading Gmail,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the draft to Gmail,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routing between graph nodes,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reading policy.md off disk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logs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is plain deterministic code with no LLM involved. </a:t>
            </a:r>
          </a:p>
        </p:txBody>
      </p:sp>
    </p:spTree>
    <p:extLst>
      <p:ext uri="{BB962C8B-B14F-4D97-AF65-F5344CB8AC3E}">
        <p14:creationId xmlns:p14="http://schemas.microsoft.com/office/powerpoint/2010/main" val="161822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9D79-DEC0-9551-BC32-A59B04D3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9BC47-4E8F-AB89-E1C1-9870E864B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D3C281-7C26-812D-0B3B-E556DF01667E}"/>
              </a:ext>
            </a:extLst>
          </p:cNvPr>
          <p:cNvSpPr txBox="1"/>
          <p:nvPr/>
        </p:nvSpPr>
        <p:spPr>
          <a:xfrm>
            <a:off x="137362" y="302359"/>
            <a:ext cx="876889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policy is defined in a separate file: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policy.md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log of draft replies are stored in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logger.db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processed emails are stored in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processed_email.db</a:t>
            </a: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main_demo.py would </a:t>
            </a:r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create draft in  the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GMail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the fake incoming mails are not regular genuine emails and so do not have Thread 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main.py would create draft in the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GMail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the incoming mails are genuine emails and so do have Thread ID.</a:t>
            </a:r>
          </a:p>
        </p:txBody>
      </p:sp>
    </p:spTree>
    <p:extLst>
      <p:ext uri="{BB962C8B-B14F-4D97-AF65-F5344CB8AC3E}">
        <p14:creationId xmlns:p14="http://schemas.microsoft.com/office/powerpoint/2010/main" val="1978573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B91BB-79DF-E784-BED3-6B19AA06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018CD6-85FE-0601-F70D-D6F5975F8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46A1E7-94D3-3B9C-AC9D-B847043CCF5E}"/>
              </a:ext>
            </a:extLst>
          </p:cNvPr>
          <p:cNvSpPr txBox="1"/>
          <p:nvPr/>
        </p:nvSpPr>
        <p:spPr>
          <a:xfrm>
            <a:off x="329387" y="302359"/>
            <a:ext cx="803757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run  this, send an  email :</a:t>
            </a:r>
          </a:p>
          <a:p>
            <a:b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Sender: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sender_email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 </a:t>
            </a: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 request for Assignment 3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Body: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Dear Professor,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am Priya Sharma, roll number CS21B045, from course CS301. I was hospitalized for the last two days with a fever and could not finish Assignment 3. Could I please get a short extension?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   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Thank you,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Priya</a:t>
            </a:r>
          </a:p>
        </p:txBody>
      </p:sp>
    </p:spTree>
    <p:extLst>
      <p:ext uri="{BB962C8B-B14F-4D97-AF65-F5344CB8AC3E}">
        <p14:creationId xmlns:p14="http://schemas.microsoft.com/office/powerpoint/2010/main" val="152432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0F9B8-F1E4-0D6B-B53C-99CE1C6D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46759-B6CB-EF1E-6BCC-E3D77CB85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2B132F-3D17-6422-60BE-C40DD1FFF57A}"/>
              </a:ext>
            </a:extLst>
          </p:cNvPr>
          <p:cNvSpPr txBox="1"/>
          <p:nvPr/>
        </p:nvSpPr>
        <p:spPr>
          <a:xfrm>
            <a:off x="329387" y="302359"/>
            <a:ext cx="80375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automate this,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cron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job, or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 main_schedule.py . This checks email every 5 minutes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51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1F37BC-5034-A96F-433F-8968D9570466}"/>
              </a:ext>
            </a:extLst>
          </p:cNvPr>
          <p:cNvSpPr txBox="1"/>
          <p:nvPr/>
        </p:nvSpPr>
        <p:spPr>
          <a:xfrm>
            <a:off x="388620" y="1257175"/>
            <a:ext cx="104561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It's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agentic in the fuller sense, because: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control flow is fixed.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LLM doesn't decide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to do next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tool to call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graph (classify → extract → decide → draft → save) is hardcoded by you. The only "decision" affecting flow is a binary branch (relevant vs. not) baked into a conditional edge.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looping, no re-planning.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more agentic system might re-read the policy if its first decision looked uncertain, or ask a clarifying sub-question. This one runs each node exactly once, straight through.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often called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"workflow" or "compound LLM pipeline"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8959-7719-A1AB-210E-088D4EACF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778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4076</TotalTime>
  <Words>762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257</cp:revision>
  <dcterms:created xsi:type="dcterms:W3CDTF">2025-09-22T02:44:38Z</dcterms:created>
  <dcterms:modified xsi:type="dcterms:W3CDTF">2026-09-22T05:27:45Z</dcterms:modified>
</cp:coreProperties>
</file>