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301" r:id="rId3"/>
    <p:sldId id="30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8F48A-2607-7619-0953-22D5151CC868}"/>
              </a:ext>
            </a:extLst>
          </p:cNvPr>
          <p:cNvSpPr txBox="1"/>
          <p:nvPr/>
        </p:nvSpPr>
        <p:spPr>
          <a:xfrm>
            <a:off x="3012948" y="3297041"/>
            <a:ext cx="78135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IN" sz="40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Automated Data Analysis Crew</a:t>
            </a:r>
            <a:endParaRPr lang="en-IN" sz="2000" b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720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83B4D-429A-BC7F-5D23-9874327C3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608D66-DA3C-86E8-24A9-E6321BF49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25" y="3566160"/>
            <a:ext cx="11199100" cy="3095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57E62B-F117-253C-2A51-FA610F1C0062}"/>
              </a:ext>
            </a:extLst>
          </p:cNvPr>
          <p:cNvSpPr txBox="1"/>
          <p:nvPr/>
        </p:nvSpPr>
        <p:spPr>
          <a:xfrm>
            <a:off x="358625" y="196611"/>
            <a:ext cx="604217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statement: 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given CSV file with following input data: </a:t>
            </a:r>
          </a:p>
          <a:p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student_id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student_name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gender,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grade_level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group,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attendance_rate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study_hours_per_week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assignments_completed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midterm_score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final_score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participation_rate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62EA98-A7E5-8853-C926-7ABD692B7F88}"/>
              </a:ext>
            </a:extLst>
          </p:cNvPr>
          <p:cNvSpPr txBox="1"/>
          <p:nvPr/>
        </p:nvSpPr>
        <p:spPr>
          <a:xfrm>
            <a:off x="7137751" y="751344"/>
            <a:ext cx="48500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Design an AI Agent using Crew AI that produces </a:t>
            </a:r>
          </a:p>
          <a:p>
            <a:pPr marL="457200" indent="-457200">
              <a:buAutoNum type="arabicParenR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Clean data</a:t>
            </a:r>
          </a:p>
          <a:p>
            <a:pPr marL="457200" indent="-457200">
              <a:buAutoNum type="arabicParenR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Plots for visualization </a:t>
            </a:r>
          </a:p>
          <a:p>
            <a:pPr marL="457200" indent="-457200">
              <a:buAutoNum type="arabicParenR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Report on how to improve students performance</a:t>
            </a:r>
          </a:p>
        </p:txBody>
      </p:sp>
    </p:spTree>
    <p:extLst>
      <p:ext uri="{BB962C8B-B14F-4D97-AF65-F5344CB8AC3E}">
        <p14:creationId xmlns:p14="http://schemas.microsoft.com/office/powerpoint/2010/main" val="646459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93734-4E9D-7B1D-675B-86030662F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5A2D0A5-ED60-32B6-E761-462459C0A0DD}"/>
              </a:ext>
            </a:extLst>
          </p:cNvPr>
          <p:cNvCxnSpPr/>
          <p:nvPr/>
        </p:nvCxnSpPr>
        <p:spPr>
          <a:xfrm flipH="1">
            <a:off x="5569126" y="2013857"/>
            <a:ext cx="15245" cy="47570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336B921-4DB1-B10C-B764-EE9A63E5473C}"/>
              </a:ext>
            </a:extLst>
          </p:cNvPr>
          <p:cNvSpPr/>
          <p:nvPr/>
        </p:nvSpPr>
        <p:spPr>
          <a:xfrm>
            <a:off x="1907301" y="1204114"/>
            <a:ext cx="5428458" cy="44888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  <a:buNone/>
            </a:pPr>
            <a:r>
              <a:rPr lang="en-IN" sz="2000" dirty="0">
                <a:solidFill>
                  <a:schemeClr val="bg1"/>
                </a:solidFill>
              </a:rPr>
              <a:t>1. Profile the raw dataset.</a:t>
            </a:r>
          </a:p>
          <a:p>
            <a:pPr>
              <a:lnSpc>
                <a:spcPct val="100000"/>
              </a:lnSpc>
              <a:buNone/>
            </a:pPr>
            <a:r>
              <a:rPr lang="en-IN" sz="2000" dirty="0">
                <a:solidFill>
                  <a:schemeClr val="bg1"/>
                </a:solidFill>
              </a:rPr>
              <a:t>2. Clean duplicates and missing values.</a:t>
            </a:r>
          </a:p>
          <a:p>
            <a:pPr>
              <a:lnSpc>
                <a:spcPct val="100000"/>
              </a:lnSpc>
              <a:buNone/>
            </a:pPr>
            <a:r>
              <a:rPr lang="en-IN" sz="2000" dirty="0">
                <a:solidFill>
                  <a:schemeClr val="bg1"/>
                </a:solidFill>
              </a:rPr>
              <a:t>3. Calculate deterministic descriptive statistics, group means, and correlations.</a:t>
            </a:r>
          </a:p>
          <a:p>
            <a:pPr>
              <a:lnSpc>
                <a:spcPct val="100000"/>
              </a:lnSpc>
              <a:buNone/>
            </a:pPr>
            <a:r>
              <a:rPr lang="en-IN" sz="2000" dirty="0">
                <a:solidFill>
                  <a:schemeClr val="bg1"/>
                </a:solidFill>
              </a:rPr>
              <a:t>4. Create distribution plots and a correlation heatmap.</a:t>
            </a:r>
          </a:p>
          <a:p>
            <a:pPr>
              <a:lnSpc>
                <a:spcPct val="100000"/>
              </a:lnSpc>
              <a:buNone/>
            </a:pPr>
            <a:r>
              <a:rPr lang="en-IN" sz="2000" dirty="0">
                <a:solidFill>
                  <a:schemeClr val="bg1"/>
                </a:solidFill>
              </a:rPr>
              <a:t>5. Generate evidence-based insights.</a:t>
            </a:r>
          </a:p>
          <a:p>
            <a:pPr>
              <a:lnSpc>
                <a:spcPct val="100000"/>
              </a:lnSpc>
              <a:buNone/>
            </a:pPr>
            <a:r>
              <a:rPr lang="en-IN" sz="2000" dirty="0">
                <a:solidFill>
                  <a:schemeClr val="bg1"/>
                </a:solidFill>
              </a:rPr>
              <a:t>6. An Insight Agent interprets the calculated evidence.</a:t>
            </a:r>
          </a:p>
          <a:p>
            <a:pPr>
              <a:lnSpc>
                <a:spcPct val="100000"/>
              </a:lnSpc>
              <a:buNone/>
            </a:pPr>
            <a:r>
              <a:rPr lang="en-IN" sz="2000" dirty="0">
                <a:solidFill>
                  <a:schemeClr val="bg1"/>
                </a:solidFill>
              </a:rPr>
              <a:t>7. A Report Agent prepares the faculty-facing report.</a:t>
            </a:r>
          </a:p>
          <a:p>
            <a:pPr>
              <a:lnSpc>
                <a:spcPct val="100000"/>
              </a:lnSpc>
              <a:buNone/>
            </a:pPr>
            <a:r>
              <a:rPr lang="en-IN" sz="2000" dirty="0">
                <a:solidFill>
                  <a:schemeClr val="bg1"/>
                </a:solidFill>
              </a:rPr>
              <a:t>8. A Quality Review Agent audits the complete package.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C4BCEB6-35E3-1802-43A4-4C609BBE7A01}"/>
              </a:ext>
            </a:extLst>
          </p:cNvPr>
          <p:cNvSpPr/>
          <p:nvPr/>
        </p:nvSpPr>
        <p:spPr>
          <a:xfrm>
            <a:off x="1319784" y="2999231"/>
            <a:ext cx="502920" cy="4937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B8A49A-C697-94DB-F384-B54A67733244}"/>
              </a:ext>
            </a:extLst>
          </p:cNvPr>
          <p:cNvSpPr txBox="1"/>
          <p:nvPr/>
        </p:nvSpPr>
        <p:spPr>
          <a:xfrm>
            <a:off x="121721" y="2922954"/>
            <a:ext cx="1239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data: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CSV file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44F39E-F6C3-7A2A-66D9-7CB34C8EB5E5}"/>
              </a:ext>
            </a:extLst>
          </p:cNvPr>
          <p:cNvSpPr txBox="1"/>
          <p:nvPr/>
        </p:nvSpPr>
        <p:spPr>
          <a:xfrm>
            <a:off x="7834884" y="1445626"/>
            <a:ext cx="435711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Cleaned dataset:</a:t>
            </a:r>
          </a:p>
          <a:p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Visualizations: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grade_level_distribution.png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attendance_rate_distribution.png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study_hours_per_week_distribution.png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assignments_completed_distribution.png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midterm_score_distribution.png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final_score_distribution.png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participation_rate_distribution.png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correlation_heatmap.png</a:t>
            </a:r>
          </a:p>
          <a:p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Report:</a:t>
            </a:r>
          </a:p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Talks about student performance and how to improve it.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F052FB6-121A-9403-9F14-2EDD9E23B17A}"/>
              </a:ext>
            </a:extLst>
          </p:cNvPr>
          <p:cNvSpPr/>
          <p:nvPr/>
        </p:nvSpPr>
        <p:spPr>
          <a:xfrm>
            <a:off x="7403150" y="2954752"/>
            <a:ext cx="502920" cy="4937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983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2065</TotalTime>
  <Words>236</Words>
  <Application>Microsoft Office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243</cp:revision>
  <dcterms:created xsi:type="dcterms:W3CDTF">2025-09-22T02:44:38Z</dcterms:created>
  <dcterms:modified xsi:type="dcterms:W3CDTF">2026-09-19T10:32:12Z</dcterms:modified>
</cp:coreProperties>
</file>