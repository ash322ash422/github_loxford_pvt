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72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3734-4E9D-7B1D-675B-86030662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A2D0A5-ED60-32B6-E761-462459C0A0DD}"/>
              </a:ext>
            </a:extLst>
          </p:cNvPr>
          <p:cNvCxnSpPr/>
          <p:nvPr/>
        </p:nvCxnSpPr>
        <p:spPr>
          <a:xfrm flipH="1">
            <a:off x="5569126" y="2013857"/>
            <a:ext cx="15245" cy="475705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98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2047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239</cp:revision>
  <dcterms:created xsi:type="dcterms:W3CDTF">2025-09-22T02:44:38Z</dcterms:created>
  <dcterms:modified xsi:type="dcterms:W3CDTF">2026-09-19T10:13:56Z</dcterms:modified>
</cp:coreProperties>
</file>