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301" r:id="rId3"/>
    <p:sldId id="3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98F48A-2607-7619-0953-22D5151CC868}"/>
              </a:ext>
            </a:extLst>
          </p:cNvPr>
          <p:cNvSpPr txBox="1"/>
          <p:nvPr/>
        </p:nvSpPr>
        <p:spPr>
          <a:xfrm>
            <a:off x="1778508" y="1962017"/>
            <a:ext cx="78135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Faculty Course Management Agent.</a:t>
            </a:r>
          </a:p>
        </p:txBody>
      </p:sp>
    </p:spTree>
    <p:extLst>
      <p:ext uri="{BB962C8B-B14F-4D97-AF65-F5344CB8AC3E}">
        <p14:creationId xmlns:p14="http://schemas.microsoft.com/office/powerpoint/2010/main" val="57672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83B4D-429A-BC7F-5D23-9874327C3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257E62B-F117-253C-2A51-FA610F1C0062}"/>
              </a:ext>
            </a:extLst>
          </p:cNvPr>
          <p:cNvSpPr txBox="1"/>
          <p:nvPr/>
        </p:nvSpPr>
        <p:spPr>
          <a:xfrm>
            <a:off x="358625" y="196611"/>
            <a:ext cx="60421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statement: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faculty member says: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"Prepare next week's DBMS class."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2EA98-A7E5-8853-C926-7ABD692B7F88}"/>
              </a:ext>
            </a:extLst>
          </p:cNvPr>
          <p:cNvSpPr txBox="1"/>
          <p:nvPr/>
        </p:nvSpPr>
        <p:spPr>
          <a:xfrm>
            <a:off x="358625" y="1949208"/>
            <a:ext cx="75783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the course syllabus.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Determine what topic should be taught next.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relevant teaching material.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previous lecture notes.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lecture outline.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examples/exercises.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quiz.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Prepare an announcement for students.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Put the class material into the LMS.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the faculty member for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approval before publishing.</a:t>
            </a:r>
          </a:p>
        </p:txBody>
      </p:sp>
    </p:spTree>
    <p:extLst>
      <p:ext uri="{BB962C8B-B14F-4D97-AF65-F5344CB8AC3E}">
        <p14:creationId xmlns:p14="http://schemas.microsoft.com/office/powerpoint/2010/main" val="646459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3734-4E9D-7B1D-675B-86030662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A2D0A5-ED60-32B6-E761-462459C0A0DD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2B19748-F0AB-5438-F901-518D2925BF05}"/>
              </a:ext>
            </a:extLst>
          </p:cNvPr>
          <p:cNvSpPr txBox="1"/>
          <p:nvPr/>
        </p:nvSpPr>
        <p:spPr>
          <a:xfrm>
            <a:off x="836676" y="397401"/>
            <a:ext cx="6190488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kern="100" dirty="0">
                <a:solidFill>
                  <a:schemeClr val="accent6">
                    <a:lumMod val="60000"/>
                    <a:lumOff val="40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he architecture: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Faculty Goal    (“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Prepare next week's DBMS class”</a:t>
            </a: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↓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Agent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↓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Planning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↓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Retrieve information   (Teaching Material)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↓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Use tools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↓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Generate content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↓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Human approval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↓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Publish/Automate</a:t>
            </a:r>
            <a:endParaRPr lang="en-IN" sz="12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983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2076</TotalTime>
  <Words>119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248</cp:revision>
  <dcterms:created xsi:type="dcterms:W3CDTF">2025-09-22T02:44:38Z</dcterms:created>
  <dcterms:modified xsi:type="dcterms:W3CDTF">2026-09-19T10:45:25Z</dcterms:modified>
</cp:coreProperties>
</file>