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6" r:id="rId3"/>
    <p:sldId id="278" r:id="rId4"/>
    <p:sldId id="279" r:id="rId5"/>
    <p:sldId id="280" r:id="rId6"/>
    <p:sldId id="281" r:id="rId7"/>
    <p:sldId id="282" r:id="rId8"/>
    <p:sldId id="277" r:id="rId9"/>
    <p:sldId id="283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F3EA70-8198-B008-3EA9-91D5F56A0021}"/>
              </a:ext>
            </a:extLst>
          </p:cNvPr>
          <p:cNvSpPr txBox="1"/>
          <p:nvPr/>
        </p:nvSpPr>
        <p:spPr>
          <a:xfrm>
            <a:off x="210312" y="239921"/>
            <a:ext cx="10945368" cy="154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raw notes into a structured report.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a sample legal agreement.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Draft a client email for a delayed project update.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B82E5-2062-940F-8A9F-7BB7899A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B71061-A4C7-9EFB-0EA6-B4CE7CD2CFE2}"/>
              </a:ext>
            </a:extLst>
          </p:cNvPr>
          <p:cNvSpPr txBox="1"/>
          <p:nvPr/>
        </p:nvSpPr>
        <p:spPr>
          <a:xfrm>
            <a:off x="210312" y="239921"/>
            <a:ext cx="10945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Exercise1 : Raw Notes → Structured Report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33488-85F0-3813-8B2D-FEC3FF2CDCD1}"/>
              </a:ext>
            </a:extLst>
          </p:cNvPr>
          <p:cNvSpPr txBox="1"/>
          <p:nvPr/>
        </p:nvSpPr>
        <p:spPr>
          <a:xfrm>
            <a:off x="210312" y="701586"/>
            <a:ext cx="35524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Project: Tower C Gurgaon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 20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april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foundation done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 50%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plumbing started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issues: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rain delay 2 days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labor less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resources: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80 workers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machines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2CAF31-83E9-1975-5BFA-87D6D1302B7E}"/>
              </a:ext>
            </a:extLst>
          </p:cNvPr>
          <p:cNvSpPr txBox="1"/>
          <p:nvPr/>
        </p:nvSpPr>
        <p:spPr>
          <a:xfrm>
            <a:off x="5445252" y="2596218"/>
            <a:ext cx="61904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 (Student Instruction)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Convert this into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professional report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Title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Progress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Issues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399232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B8AE3-AE6E-6472-1264-5B2FBAA6E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C0FBDC-A44C-4325-9105-C6B34950E749}"/>
              </a:ext>
            </a:extLst>
          </p:cNvPr>
          <p:cNvSpPr txBox="1"/>
          <p:nvPr/>
        </p:nvSpPr>
        <p:spPr>
          <a:xfrm>
            <a:off x="301752" y="1762290"/>
            <a:ext cx="112562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the following raw notes into a structured professional construction report.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Include sections: Summary, Progress, Issues, Resources.</a:t>
            </a:r>
          </a:p>
        </p:txBody>
      </p:sp>
    </p:spTree>
    <p:extLst>
      <p:ext uri="{BB962C8B-B14F-4D97-AF65-F5344CB8AC3E}">
        <p14:creationId xmlns:p14="http://schemas.microsoft.com/office/powerpoint/2010/main" val="3956936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C4357-CD06-6ACF-DACE-7811E6868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C3EA09-5057-52EF-7880-8EDD899A846E}"/>
              </a:ext>
            </a:extLst>
          </p:cNvPr>
          <p:cNvSpPr txBox="1"/>
          <p:nvPr/>
        </p:nvSpPr>
        <p:spPr>
          <a:xfrm>
            <a:off x="82296" y="521208"/>
            <a:ext cx="1125626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Subject: Construction Progress Report – Tower C, Gurgaon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Date: 20 April 2026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Summary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project is progressing steadily, with foundation work completed and structural development underway. Initial plumbing work has also commenced. Minor delays have been observed due to weather and workforce constraints.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Progress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Foundation: Completed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Structural Work: 50% complete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Plumbing: Initiated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Issues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- 2-day delay due to rainfall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Reduced labor availability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Resources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Workforce: 80 workers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Equipment: 3 machines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19AA1D-2534-6C92-3ABA-50A710F24F51}"/>
              </a:ext>
            </a:extLst>
          </p:cNvPr>
          <p:cNvSpPr txBox="1"/>
          <p:nvPr/>
        </p:nvSpPr>
        <p:spPr>
          <a:xfrm>
            <a:off x="4517136" y="59543"/>
            <a:ext cx="11031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438667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C5CE5-FB21-D238-D8D6-8BD149527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268481-523E-60D3-6CAB-8B9B7295AA49}"/>
              </a:ext>
            </a:extLst>
          </p:cNvPr>
          <p:cNvSpPr txBox="1"/>
          <p:nvPr/>
        </p:nvSpPr>
        <p:spPr>
          <a:xfrm>
            <a:off x="82296" y="521208"/>
            <a:ext cx="11256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Exercise 2: Legal Agreement Summarization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D6EE9-145D-3778-6EDB-BF751E02BE2A}"/>
              </a:ext>
            </a:extLst>
          </p:cNvPr>
          <p:cNvSpPr txBox="1"/>
          <p:nvPr/>
        </p:nvSpPr>
        <p:spPr>
          <a:xfrm>
            <a:off x="338328" y="1140982"/>
            <a:ext cx="109087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lease agreement is made between ABC Developers and XYZ Retail Pvt Ltd for a commercial space in Gurgaon. The lease term is 5 years starting from Jan 2025. The tenant agrees to pay monthly rent of INR 2,00,000. A security deposit of INR 10,00,000 is required. The tenant is responsible for maintenance of the interior, while the landlord will handle structural repairs. In case of early termination, a penalty equivalent to 3 months’ rent will be charged.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F9B258-B810-4B19-4E1A-7DCAF50603A7}"/>
              </a:ext>
            </a:extLst>
          </p:cNvPr>
          <p:cNvSpPr txBox="1"/>
          <p:nvPr/>
        </p:nvSpPr>
        <p:spPr>
          <a:xfrm>
            <a:off x="82296" y="3951762"/>
            <a:ext cx="31729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Summarize into: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Points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Bullet format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 5 bullets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9F8817-95A6-6C3B-6CA5-CD33E91C0EEB}"/>
              </a:ext>
            </a:extLst>
          </p:cNvPr>
          <p:cNvSpPr txBox="1"/>
          <p:nvPr/>
        </p:nvSpPr>
        <p:spPr>
          <a:xfrm>
            <a:off x="3550920" y="4321094"/>
            <a:ext cx="8641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the following lease agreement into 5 key bullet points.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 it concise and easy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3003956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34FBE-19D6-E05B-CF2B-4695F6CDC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D6CD73-2C6D-D134-22C9-548F01679238}"/>
              </a:ext>
            </a:extLst>
          </p:cNvPr>
          <p:cNvSpPr txBox="1"/>
          <p:nvPr/>
        </p:nvSpPr>
        <p:spPr>
          <a:xfrm>
            <a:off x="82296" y="521208"/>
            <a:ext cx="11256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Expected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0DB377-6633-4E74-A64D-5A28A75A271C}"/>
              </a:ext>
            </a:extLst>
          </p:cNvPr>
          <p:cNvSpPr txBox="1"/>
          <p:nvPr/>
        </p:nvSpPr>
        <p:spPr>
          <a:xfrm>
            <a:off x="338328" y="1140982"/>
            <a:ext cx="109087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Lease between ABC Developers and XYZ Retail Pvt Ltd for commercial space in Gurgaon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Lease duration: 5 years (starting Jan 2025)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Monthly rent: INR 2,00,000; Security deposit: INR 10,00,000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Tenant handles interior maintenance; landlord handles structural repairs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Early termination penalty: 3 months’ rent</a:t>
            </a:r>
          </a:p>
        </p:txBody>
      </p:sp>
    </p:spTree>
    <p:extLst>
      <p:ext uri="{BB962C8B-B14F-4D97-AF65-F5344CB8AC3E}">
        <p14:creationId xmlns:p14="http://schemas.microsoft.com/office/powerpoint/2010/main" val="4018421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451FD-8B43-8880-0E32-0CCEBE5E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EF3B7A-76CE-5B83-2F5D-553929DF783B}"/>
              </a:ext>
            </a:extLst>
          </p:cNvPr>
          <p:cNvSpPr txBox="1"/>
          <p:nvPr/>
        </p:nvSpPr>
        <p:spPr>
          <a:xfrm>
            <a:off x="443484" y="491990"/>
            <a:ext cx="78135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</a:t>
            </a:r>
            <a:r>
              <a:rPr lang="fr-FR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Exercise</a:t>
            </a:r>
            <a:r>
              <a:rPr lang="fr-FR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3: Client Email (Delay Communication)</a:t>
            </a:r>
          </a:p>
          <a:p>
            <a:r>
              <a:rPr lang="fr-F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input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A8F5E-1489-39B8-E51B-12869BE3F923}"/>
              </a:ext>
            </a:extLst>
          </p:cNvPr>
          <p:cNvSpPr txBox="1"/>
          <p:nvPr/>
        </p:nvSpPr>
        <p:spPr>
          <a:xfrm>
            <a:off x="443484" y="1420660"/>
            <a:ext cx="61904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project delayed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 rain and material issue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delay 10 days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client waiting update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AF6F5-B76E-5020-D7ED-AC5DC0AFF919}"/>
              </a:ext>
            </a:extLst>
          </p:cNvPr>
          <p:cNvSpPr txBox="1"/>
          <p:nvPr/>
        </p:nvSpPr>
        <p:spPr>
          <a:xfrm>
            <a:off x="6883908" y="1230852"/>
            <a:ext cx="53080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🎯 Task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Write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professional client email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Polite tone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Clear reason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Reassurance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7060A1-3610-28DB-7ED3-7FAC1453A7A2}"/>
              </a:ext>
            </a:extLst>
          </p:cNvPr>
          <p:cNvSpPr txBox="1"/>
          <p:nvPr/>
        </p:nvSpPr>
        <p:spPr>
          <a:xfrm>
            <a:off x="274320" y="4332006"/>
            <a:ext cx="108539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 professional email to a client informing them about a 10-day project delay.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Reason: rain and material issues. Keep the tone polite and reassuring.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E28042C-2BE4-26F6-C156-665E989AC025}"/>
              </a:ext>
            </a:extLst>
          </p:cNvPr>
          <p:cNvSpPr/>
          <p:nvPr/>
        </p:nvSpPr>
        <p:spPr>
          <a:xfrm>
            <a:off x="5248656" y="2048256"/>
            <a:ext cx="1014984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5AB801D-3E63-D456-7831-87031DA1D837}"/>
              </a:ext>
            </a:extLst>
          </p:cNvPr>
          <p:cNvSpPr/>
          <p:nvPr/>
        </p:nvSpPr>
        <p:spPr>
          <a:xfrm rot="8297851">
            <a:off x="6006084" y="3595475"/>
            <a:ext cx="1014984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80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1CE95-9B0A-FAFA-F92A-B3521DA6B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0808A2-8D7A-2C10-8EEC-8BAB593B8FFF}"/>
              </a:ext>
            </a:extLst>
          </p:cNvPr>
          <p:cNvSpPr txBox="1"/>
          <p:nvPr/>
        </p:nvSpPr>
        <p:spPr>
          <a:xfrm>
            <a:off x="288036" y="117693"/>
            <a:ext cx="1056589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Expected output: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Subject: Update on Project Timeline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Dear [Client Name],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would like to inform you that there has been a delay of approximately 10 days in the project timeline due to unforeseen weather conditions and temporary material supply issues.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Our team is actively working to mitigate the impact and ensure that progress continues smoothly. We remain committed to delivering the project with the highest standards of quality.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appreciate your understanding and patience.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regards,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[Your Name]</a:t>
            </a:r>
          </a:p>
        </p:txBody>
      </p:sp>
    </p:spTree>
    <p:extLst>
      <p:ext uri="{BB962C8B-B14F-4D97-AF65-F5344CB8AC3E}">
        <p14:creationId xmlns:p14="http://schemas.microsoft.com/office/powerpoint/2010/main" val="3210730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1455</TotalTime>
  <Words>552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210</cp:revision>
  <dcterms:created xsi:type="dcterms:W3CDTF">2025-09-22T02:44:38Z</dcterms:created>
  <dcterms:modified xsi:type="dcterms:W3CDTF">2026-10-13T15:19:07Z</dcterms:modified>
</cp:coreProperties>
</file>