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6" r:id="rId3"/>
    <p:sldId id="279" r:id="rId4"/>
    <p:sldId id="280" r:id="rId5"/>
    <p:sldId id="281" r:id="rId6"/>
    <p:sldId id="282" r:id="rId7"/>
    <p:sldId id="283" r:id="rId8"/>
    <p:sldId id="277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0CBECC-1E04-ECDD-F74E-9B4102478EF1}"/>
              </a:ext>
            </a:extLst>
          </p:cNvPr>
          <p:cNvSpPr txBox="1"/>
          <p:nvPr/>
        </p:nvSpPr>
        <p:spPr>
          <a:xfrm>
            <a:off x="338328" y="192453"/>
            <a:ext cx="1069848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Automated Cleanup: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Clean Data tool on the Data tab. Copilot will automatically scan for inconsistent spelling, extra spaces, and mismatched number formats (e.g., currency vs. text).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Step1) Open file data_messy.xlsx.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Inconsistent text: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“Retail Expansion” vs “retail expansion”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“Completed” vs “completed”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spaces (“ 780000”)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Mixed number formats: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1,000,000 vs 500000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"two lakh" (text instead of number)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Duplicate naming inconsistencies (same project, different casing)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AF1B4-A26D-F486-6AA5-BBC42B39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9C193B-F222-B1FB-9703-5801375483EE}"/>
              </a:ext>
            </a:extLst>
          </p:cNvPr>
          <p:cNvSpPr txBox="1"/>
          <p:nvPr/>
        </p:nvSpPr>
        <p:spPr>
          <a:xfrm>
            <a:off x="338328" y="192453"/>
            <a:ext cx="113019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Demo: Clean Data Tool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Action: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Tab → Clean Data (Copilot feature)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“Instead of manually fixing formatting issues, Copilot scans and standardizes the dataset automatically.”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Expected Cleanup 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Standardized casing: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“office upgrade” → “Office Upgrade”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 status: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“completed” → “Completed”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Removed extra spaces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Converted numbers properly: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“1,000,000” → numeric format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Flags or suggests fix for “two lakh”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Teaching point: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“Copilot reduces manual data cleaning effort, which is one of the most time-consuming parts of analysis.”</a:t>
            </a:r>
          </a:p>
        </p:txBody>
      </p:sp>
    </p:spTree>
    <p:extLst>
      <p:ext uri="{BB962C8B-B14F-4D97-AF65-F5344CB8AC3E}">
        <p14:creationId xmlns:p14="http://schemas.microsoft.com/office/powerpoint/2010/main" val="7283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2D80-F2B0-E175-1DBD-B4CEB4F1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EE9D41-9CD4-080A-AFD1-1EA43E4FEBAB}"/>
              </a:ext>
            </a:extLst>
          </p:cNvPr>
          <p:cNvSpPr txBox="1"/>
          <p:nvPr/>
        </p:nvSpPr>
        <p:spPr>
          <a:xfrm>
            <a:off x="365760" y="2277285"/>
            <a:ext cx="11301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Prompt-Based Formatting</a:t>
            </a:r>
          </a:p>
        </p:txBody>
      </p:sp>
    </p:spTree>
    <p:extLst>
      <p:ext uri="{BB962C8B-B14F-4D97-AF65-F5344CB8AC3E}">
        <p14:creationId xmlns:p14="http://schemas.microsoft.com/office/powerpoint/2010/main" val="327034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0267-86BC-9063-31F3-485945FC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15A810-8FDF-0B66-3B9B-5EED5C483EB5}"/>
              </a:ext>
            </a:extLst>
          </p:cNvPr>
          <p:cNvSpPr txBox="1"/>
          <p:nvPr/>
        </p:nvSpPr>
        <p:spPr>
          <a:xfrm>
            <a:off x="118872" y="174165"/>
            <a:ext cx="113019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open Copilot side pane.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Prompt 1 (Condition Highlighting)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Type: “ Highlight all rows where Actual Cost is greater than Budgeted Cost in light red.”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Result: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Rows with cost overruns turn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light 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Key point: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“This is essentially conditional formatting — but you don’t need to remember formulas.”</a:t>
            </a:r>
          </a:p>
        </p:txBody>
      </p:sp>
    </p:spTree>
    <p:extLst>
      <p:ext uri="{BB962C8B-B14F-4D97-AF65-F5344CB8AC3E}">
        <p14:creationId xmlns:p14="http://schemas.microsoft.com/office/powerpoint/2010/main" val="93145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54F18-0CAC-18C8-EC0D-40966FA8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26C42-9DEF-5160-B12D-F952BD8125C5}"/>
              </a:ext>
            </a:extLst>
          </p:cNvPr>
          <p:cNvSpPr txBox="1"/>
          <p:nvPr/>
        </p:nvSpPr>
        <p:spPr>
          <a:xfrm>
            <a:off x="118872" y="174165"/>
            <a:ext cx="113019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2 (Top Variance Highlight)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Type: “Bold the top 5 highest variances in the Project Cost column.”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Result: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Copilot calculates difference (Actual – Budget)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Highlights top 5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point: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“Did you notice? We didn’t even create a variance column manually.”</a:t>
            </a:r>
          </a:p>
        </p:txBody>
      </p:sp>
    </p:spTree>
    <p:extLst>
      <p:ext uri="{BB962C8B-B14F-4D97-AF65-F5344CB8AC3E}">
        <p14:creationId xmlns:p14="http://schemas.microsoft.com/office/powerpoint/2010/main" val="313732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A184-CC12-1ADA-B187-7963805B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474588-2248-EC2A-27B3-834800A2F36D}"/>
              </a:ext>
            </a:extLst>
          </p:cNvPr>
          <p:cNvSpPr txBox="1"/>
          <p:nvPr/>
        </p:nvSpPr>
        <p:spPr>
          <a:xfrm>
            <a:off x="118872" y="174165"/>
            <a:ext cx="113019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3: Add Variance Column (Power Move)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“Add a new column called Variance as Actual Cost minus Budgeted Cost.”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Sort the table by Variance descending.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033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1460</TotalTime>
  <Words>369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208</cp:revision>
  <dcterms:created xsi:type="dcterms:W3CDTF">2025-09-22T02:44:38Z</dcterms:created>
  <dcterms:modified xsi:type="dcterms:W3CDTF">2026-10-07T16:22:10Z</dcterms:modified>
</cp:coreProperties>
</file>