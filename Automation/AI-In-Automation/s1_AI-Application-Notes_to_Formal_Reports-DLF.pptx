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76" r:id="rId3"/>
    <p:sldId id="278" r:id="rId4"/>
    <p:sldId id="277" r:id="rId5"/>
    <p:sldId id="280" r:id="rId6"/>
    <p:sldId id="281" r:id="rId7"/>
    <p:sldId id="282" r:id="rId8"/>
    <p:sldId id="283" r:id="rId9"/>
    <p:sldId id="284" r:id="rId10"/>
    <p:sldId id="285" r:id="rId11"/>
    <p:sldId id="279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F3EA70-8198-B008-3EA9-91D5F56A0021}"/>
              </a:ext>
            </a:extLst>
          </p:cNvPr>
          <p:cNvSpPr txBox="1"/>
          <p:nvPr/>
        </p:nvSpPr>
        <p:spPr>
          <a:xfrm>
            <a:off x="210312" y="239921"/>
            <a:ext cx="109453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 Setting (5–7 mins)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Large real estate companies like DLF Limited deal with: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construction sites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Hundreds of vendors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Thousands of buyers/investors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Heavy documentation (leases, compliance, reports)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Pain point: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 much repetitive manual work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D06C2-DD4B-0E85-EB2B-209188FFA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CB1943-3F55-FDFE-D59C-E2F22ED3881F}"/>
              </a:ext>
            </a:extLst>
          </p:cNvPr>
          <p:cNvSpPr txBox="1"/>
          <p:nvPr/>
        </p:nvSpPr>
        <p:spPr>
          <a:xfrm>
            <a:off x="429768" y="2123585"/>
            <a:ext cx="109453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Demo Title:</a:t>
            </a:r>
          </a:p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"Construction Progress Report Generation </a:t>
            </a:r>
            <a:r>
              <a:rPr lang="en-US" sz="3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– </a:t>
            </a:r>
          </a:p>
          <a:p>
            <a:pPr algn="ctr"/>
            <a:r>
              <a:rPr lang="en-US" sz="3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AI </a:t>
            </a: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vs Manual"</a:t>
            </a:r>
            <a:endParaRPr lang="en-US" sz="3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360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451FD-8B43-8880-0E32-0CCEBE5EB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877CCE-4367-FB80-BB99-66FD95B3B275}"/>
              </a:ext>
            </a:extLst>
          </p:cNvPr>
          <p:cNvSpPr txBox="1"/>
          <p:nvPr/>
        </p:nvSpPr>
        <p:spPr>
          <a:xfrm>
            <a:off x="425196" y="243763"/>
            <a:ext cx="100721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Give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Raw Data – Suppose we have following raw notes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C3B761-5C3D-E458-12F4-D7CC5472621A}"/>
              </a:ext>
            </a:extLst>
          </p:cNvPr>
          <p:cNvSpPr txBox="1"/>
          <p:nvPr/>
        </p:nvSpPr>
        <p:spPr>
          <a:xfrm>
            <a:off x="269748" y="930438"/>
            <a:ext cx="477774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Project: Gurgaon Commercial Tower B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Date: 20 April 2026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Progress: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Foundation completed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Structure 65% complete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Electrical work started (20%)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Issues: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Delay due to rain (3 days)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Cement shortage last week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Resources: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- 120 workers onsite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- 5 cranes active</a:t>
            </a:r>
          </a:p>
        </p:txBody>
      </p:sp>
    </p:spTree>
    <p:extLst>
      <p:ext uri="{BB962C8B-B14F-4D97-AF65-F5344CB8AC3E}">
        <p14:creationId xmlns:p14="http://schemas.microsoft.com/office/powerpoint/2010/main" val="2635480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162EF-24C0-4B02-DE2E-B9BA2F10A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92051B-87F2-825D-4FC2-35DBD18D0619}"/>
              </a:ext>
            </a:extLst>
          </p:cNvPr>
          <p:cNvSpPr txBox="1"/>
          <p:nvPr/>
        </p:nvSpPr>
        <p:spPr>
          <a:xfrm>
            <a:off x="425196" y="243763"/>
            <a:ext cx="108950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Manual output (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Typical) – Following is an example of email typed manually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17F52D-1F9C-DD2C-25F8-C1D00FB9D472}"/>
              </a:ext>
            </a:extLst>
          </p:cNvPr>
          <p:cNvSpPr txBox="1"/>
          <p:nvPr/>
        </p:nvSpPr>
        <p:spPr>
          <a:xfrm>
            <a:off x="288036" y="1250478"/>
            <a:ext cx="734720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Subject: Site Progress Update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construction work at Gurgaon site is going on.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Foundation is completed and structure is around 60-70%.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Electrical work has also started.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was some delay due to rain and shortage of cement.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Workers are around 120 and cranes are working.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Regards,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Site Engineer</a:t>
            </a:r>
          </a:p>
        </p:txBody>
      </p:sp>
    </p:spTree>
    <p:extLst>
      <p:ext uri="{BB962C8B-B14F-4D97-AF65-F5344CB8AC3E}">
        <p14:creationId xmlns:p14="http://schemas.microsoft.com/office/powerpoint/2010/main" val="3880198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066B2-948B-DE77-EAF9-4C2132570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CDAC2B-56B9-825F-CB33-C87AF92CBBA5}"/>
              </a:ext>
            </a:extLst>
          </p:cNvPr>
          <p:cNvSpPr txBox="1"/>
          <p:nvPr/>
        </p:nvSpPr>
        <p:spPr>
          <a:xfrm>
            <a:off x="425196" y="243763"/>
            <a:ext cx="83987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AI output – We give following prompt to AI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D9B59-F95B-4F52-E9F0-49900440110B}"/>
              </a:ext>
            </a:extLst>
          </p:cNvPr>
          <p:cNvSpPr txBox="1"/>
          <p:nvPr/>
        </p:nvSpPr>
        <p:spPr>
          <a:xfrm>
            <a:off x="269748" y="930438"/>
            <a:ext cx="79415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a professional construction progress report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a Gurgaon commercial project using the following data.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Include sections: Summary, Progress, Issues, Resources, Next Steps.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Keep it concise and formal.</a:t>
            </a:r>
          </a:p>
        </p:txBody>
      </p:sp>
    </p:spTree>
    <p:extLst>
      <p:ext uri="{BB962C8B-B14F-4D97-AF65-F5344CB8AC3E}">
        <p14:creationId xmlns:p14="http://schemas.microsoft.com/office/powerpoint/2010/main" val="3641385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57859-7102-D7CA-4B9C-08B272F65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A86F50-A8F8-3187-C864-B4A3A2A01374}"/>
              </a:ext>
            </a:extLst>
          </p:cNvPr>
          <p:cNvSpPr txBox="1"/>
          <p:nvPr/>
        </p:nvSpPr>
        <p:spPr>
          <a:xfrm>
            <a:off x="425196" y="243763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4: AI 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FD17A-8224-7FA9-2DA9-B33A5F8B5323}"/>
              </a:ext>
            </a:extLst>
          </p:cNvPr>
          <p:cNvSpPr txBox="1"/>
          <p:nvPr/>
        </p:nvSpPr>
        <p:spPr>
          <a:xfrm>
            <a:off x="269748" y="930438"/>
            <a:ext cx="79415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Subject: Construction Progress Report – Gurgaon Commercial Tower B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Date: 20 April 2026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Summary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project is progressing steadily with major milestones achieved in foundation work and ongoing structural development. Minor delays were encountered due to weather and material constraints.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Progress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Foundation work: Completed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Structural development: 65% complete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Electrical work: Initiated (20% completion)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Issues &amp; Challenges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- 3-day delay due to rainfall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Temporary cement shortage last week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Continued next page</a:t>
            </a:r>
          </a:p>
        </p:txBody>
      </p:sp>
    </p:spTree>
    <p:extLst>
      <p:ext uri="{BB962C8B-B14F-4D97-AF65-F5344CB8AC3E}">
        <p14:creationId xmlns:p14="http://schemas.microsoft.com/office/powerpoint/2010/main" val="2898135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CD23C-2C69-2F02-B8E8-5FA3C54A3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CD972D-7B53-B2AE-54C6-C850396D8A2B}"/>
              </a:ext>
            </a:extLst>
          </p:cNvPr>
          <p:cNvSpPr txBox="1"/>
          <p:nvPr/>
        </p:nvSpPr>
        <p:spPr>
          <a:xfrm>
            <a:off x="425196" y="243763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4: AI 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8B1A48-8945-CE67-CDC2-A028719722D5}"/>
              </a:ext>
            </a:extLst>
          </p:cNvPr>
          <p:cNvSpPr txBox="1"/>
          <p:nvPr/>
        </p:nvSpPr>
        <p:spPr>
          <a:xfrm>
            <a:off x="269748" y="930438"/>
            <a:ext cx="79415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Resources Deployed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Workforce: 120 workers onsite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Equipment: 5 cranes operational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Next Steps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Accelerate structural work to recover delay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Ensure consistent material supply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Expand electrical work coverage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Regards,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Project Management Team</a:t>
            </a:r>
          </a:p>
        </p:txBody>
      </p:sp>
    </p:spTree>
    <p:extLst>
      <p:ext uri="{BB962C8B-B14F-4D97-AF65-F5344CB8AC3E}">
        <p14:creationId xmlns:p14="http://schemas.microsoft.com/office/powerpoint/2010/main" val="1603754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7EF72-8B67-078B-4125-BBD0BA843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9541EFE-6AA3-162E-35B5-D8255EDD6282}"/>
              </a:ext>
            </a:extLst>
          </p:cNvPr>
          <p:cNvSpPr txBox="1"/>
          <p:nvPr/>
        </p:nvSpPr>
        <p:spPr>
          <a:xfrm>
            <a:off x="800100" y="345222"/>
            <a:ext cx="7941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SIDE-BY-SIDE COMPARISON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8BBD6F-3BEA-A4F5-689B-5F849F581E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23849"/>
              </p:ext>
            </p:extLst>
          </p:nvPr>
        </p:nvGraphicFramePr>
        <p:xfrm>
          <a:off x="1158240" y="1468406"/>
          <a:ext cx="7647432" cy="2743200"/>
        </p:xfrm>
        <a:graphic>
          <a:graphicData uri="http://schemas.openxmlformats.org/drawingml/2006/table">
            <a:tbl>
              <a:tblPr/>
              <a:tblGrid>
                <a:gridCol w="2407920">
                  <a:extLst>
                    <a:ext uri="{9D8B030D-6E8A-4147-A177-3AD203B41FA5}">
                      <a16:colId xmlns:a16="http://schemas.microsoft.com/office/drawing/2014/main" val="2685794593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1967611070"/>
                    </a:ext>
                  </a:extLst>
                </a:gridCol>
                <a:gridCol w="2916936">
                  <a:extLst>
                    <a:ext uri="{9D8B030D-6E8A-4147-A177-3AD203B41FA5}">
                      <a16:colId xmlns:a16="http://schemas.microsoft.com/office/drawing/2014/main" val="1751226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Manual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450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2–3 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2–3 minutes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69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Quality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Inconsistent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Professional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502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Well-organized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412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Scalability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166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Human Effort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163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9748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1AA2B-C234-B9C8-C019-EB3C95110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CC10601-E080-6601-389A-5F4FE3F42F3E}"/>
              </a:ext>
            </a:extLst>
          </p:cNvPr>
          <p:cNvSpPr txBox="1"/>
          <p:nvPr/>
        </p:nvSpPr>
        <p:spPr>
          <a:xfrm>
            <a:off x="800100" y="345222"/>
            <a:ext cx="7941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Advanced Demo (Optional – If Time)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2387B2-15C0-CB88-1D96-47F5EE716628}"/>
              </a:ext>
            </a:extLst>
          </p:cNvPr>
          <p:cNvSpPr txBox="1"/>
          <p:nvPr/>
        </p:nvSpPr>
        <p:spPr>
          <a:xfrm>
            <a:off x="1147572" y="1338364"/>
            <a:ext cx="805129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this report into: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Email for investors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WhatsApp update for buyers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Internal dashboard summary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Important: </a:t>
            </a:r>
            <a:r>
              <a:rPr lang="en-US" sz="2800" b="1">
                <a:solidFill>
                  <a:schemeClr val="accent4">
                    <a:lumMod val="60000"/>
                    <a:lumOff val="40000"/>
                  </a:schemeClr>
                </a:solidFill>
              </a:rPr>
              <a:t>Same raw data </a:t>
            </a:r>
            <a:r>
              <a:rPr lang="en-US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→ multiple outputs</a:t>
            </a:r>
          </a:p>
        </p:txBody>
      </p:sp>
    </p:spTree>
    <p:extLst>
      <p:ext uri="{BB962C8B-B14F-4D97-AF65-F5344CB8AC3E}">
        <p14:creationId xmlns:p14="http://schemas.microsoft.com/office/powerpoint/2010/main" val="3052126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4656D-2539-851F-B5DB-7CB90687B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072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1457</TotalTime>
  <Words>458</Words>
  <Application>Microsoft Office PowerPoint</Application>
  <PresentationFormat>Widescreen</PresentationFormat>
  <Paragraphs>113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207</cp:revision>
  <dcterms:created xsi:type="dcterms:W3CDTF">2025-09-22T02:44:38Z</dcterms:created>
  <dcterms:modified xsi:type="dcterms:W3CDTF">2026-10-13T15:16:36Z</dcterms:modified>
</cp:coreProperties>
</file>