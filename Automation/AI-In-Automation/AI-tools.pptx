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76" r:id="rId3"/>
    <p:sldId id="277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F3EA70-8198-B008-3EA9-91D5F56A0021}"/>
              </a:ext>
            </a:extLst>
          </p:cNvPr>
          <p:cNvSpPr txBox="1"/>
          <p:nvPr/>
        </p:nvSpPr>
        <p:spPr>
          <a:xfrm>
            <a:off x="192024" y="172884"/>
            <a:ext cx="8951976" cy="651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 1 — What is AI? (8 minutes)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Plain-language definition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(Artificial Intelligence) is software that has been trained on enormous amounts 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text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400" kern="10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reports,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books,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contracts,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emails,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ebsites, etc.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2400" b="1" i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learned to read and generate human language 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response to instructions.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Think of it 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a literate assistant, 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needs you to tell it exactly what to 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produce.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takes a role of </a:t>
            </a:r>
            <a:r>
              <a:rPr lang="en-US" sz="2400" b="1" i="1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drafter.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51FD-8B43-8880-0E32-0CCEBE5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7CD6A0-CC5F-7182-2FDD-F9F184F6EE22}"/>
              </a:ext>
            </a:extLst>
          </p:cNvPr>
          <p:cNvSpPr txBox="1"/>
          <p:nvPr/>
        </p:nvSpPr>
        <p:spPr>
          <a:xfrm>
            <a:off x="443484" y="258268"/>
            <a:ext cx="9285732" cy="2601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AI is good at</a:t>
            </a:r>
            <a:endParaRPr lang="en-US" sz="2400" kern="10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Reading and summarizing long documents quickly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Drafting structured text from bullet points or raw data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Rewriting content in a different tone or format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Generating first drafts that you then refine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480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1448</TotalTime>
  <Words>124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205</cp:revision>
  <dcterms:created xsi:type="dcterms:W3CDTF">2025-09-22T02:44:38Z</dcterms:created>
  <dcterms:modified xsi:type="dcterms:W3CDTF">2026-10-07T16:20:10Z</dcterms:modified>
</cp:coreProperties>
</file>