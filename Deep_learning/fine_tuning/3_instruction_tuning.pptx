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276" r:id="rId2"/>
    <p:sldId id="257" r:id="rId3"/>
    <p:sldId id="277" r:id="rId4"/>
    <p:sldId id="278" r:id="rId5"/>
    <p:sldId id="279" r:id="rId6"/>
    <p:sldId id="280" r:id="rId7"/>
    <p:sldId id="281" r:id="rId8"/>
    <p:sldId id="282" r:id="rId9"/>
    <p:sldId id="283" r:id="rId10"/>
    <p:sldId id="27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737669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6772E52-38F4-E2B0-7644-5012247EDC85}"/>
              </a:ext>
            </a:extLst>
          </p:cNvPr>
          <p:cNvSpPr txBox="1"/>
          <p:nvPr/>
        </p:nvSpPr>
        <p:spPr>
          <a:xfrm>
            <a:off x="694944" y="276088"/>
            <a:ext cx="9619488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🔹 What is Instruction Tuning?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 base language model (like GPT before instruction tuning) is trained to: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Predict the next word in a sequence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That means it is good at: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Completing text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Mimicking patterns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Generating fluent language 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But it is NOT naturally good at: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Following explicit human instructions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Giving structured answers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Acting like a helpful assistant</a:t>
            </a:r>
          </a:p>
        </p:txBody>
      </p:sp>
    </p:spTree>
    <p:extLst>
      <p:ext uri="{BB962C8B-B14F-4D97-AF65-F5344CB8AC3E}">
        <p14:creationId xmlns:p14="http://schemas.microsoft.com/office/powerpoint/2010/main" val="42211933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F2872D-5AE9-3C4D-61B3-B9C2E1FF14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8B64E50-3955-4960-9B58-7AD6940EF57A}"/>
              </a:ext>
            </a:extLst>
          </p:cNvPr>
          <p:cNvSpPr txBox="1"/>
          <p:nvPr/>
        </p:nvSpPr>
        <p:spPr>
          <a:xfrm>
            <a:off x="694944" y="276088"/>
            <a:ext cx="9619488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✔ Instruction Tuning Definition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Instruction tuning is the process of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fine-tuning a pre-trained language model on datasets where each example contains: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 natural language instruction + input → expected output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So, the model learns: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“When a human asks like this → respond like that”</a:t>
            </a:r>
          </a:p>
        </p:txBody>
      </p:sp>
    </p:spTree>
    <p:extLst>
      <p:ext uri="{BB962C8B-B14F-4D97-AF65-F5344CB8AC3E}">
        <p14:creationId xmlns:p14="http://schemas.microsoft.com/office/powerpoint/2010/main" val="20133623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B3C8F2-B68B-E6C9-2A1B-8A93D6685F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6397E15-4220-27F4-A77E-8E8E7C3B1C49}"/>
              </a:ext>
            </a:extLst>
          </p:cNvPr>
          <p:cNvSpPr txBox="1"/>
          <p:nvPr/>
        </p:nvSpPr>
        <p:spPr>
          <a:xfrm>
            <a:off x="694944" y="276088"/>
            <a:ext cx="9619488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🔹 Dataset Format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training data is structured like this: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Instruction → Input → Output</a:t>
            </a:r>
          </a:p>
        </p:txBody>
      </p:sp>
    </p:spTree>
    <p:extLst>
      <p:ext uri="{BB962C8B-B14F-4D97-AF65-F5344CB8AC3E}">
        <p14:creationId xmlns:p14="http://schemas.microsoft.com/office/powerpoint/2010/main" val="657923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AADD34-1C02-E8C0-EEF8-0488F3DC81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B32EFDC-8EC6-C995-ECD3-6EAB71DE0988}"/>
              </a:ext>
            </a:extLst>
          </p:cNvPr>
          <p:cNvSpPr txBox="1"/>
          <p:nvPr/>
        </p:nvSpPr>
        <p:spPr>
          <a:xfrm>
            <a:off x="694944" y="276088"/>
            <a:ext cx="9619488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 1: Summarization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Instruction: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Summarize the following text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Input: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Artificial Intelligence is transforming industries by automating tasks...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Output: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AI is changing industries by automating tasks and improving efficiency.</a:t>
            </a:r>
          </a:p>
        </p:txBody>
      </p:sp>
    </p:spTree>
    <p:extLst>
      <p:ext uri="{BB962C8B-B14F-4D97-AF65-F5344CB8AC3E}">
        <p14:creationId xmlns:p14="http://schemas.microsoft.com/office/powerpoint/2010/main" val="40100670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0B4520-E767-8DF6-B0F3-636FE9F6E2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58341B8-60F6-7BE6-A6A2-22EF871E6318}"/>
              </a:ext>
            </a:extLst>
          </p:cNvPr>
          <p:cNvSpPr txBox="1"/>
          <p:nvPr/>
        </p:nvSpPr>
        <p:spPr>
          <a:xfrm>
            <a:off x="694944" y="276088"/>
            <a:ext cx="9619488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 2: Email Writing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Instruction: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Write a polite email to reschedule a meeting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Input: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Meeting scheduled for Monday 10 AM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Output: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Dear Sir/Madam, I would like to request rescheduling the meeting...</a:t>
            </a:r>
          </a:p>
        </p:txBody>
      </p:sp>
    </p:spTree>
    <p:extLst>
      <p:ext uri="{BB962C8B-B14F-4D97-AF65-F5344CB8AC3E}">
        <p14:creationId xmlns:p14="http://schemas.microsoft.com/office/powerpoint/2010/main" val="31452786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B50643-249E-3C78-2984-D40344722A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F46BA8E-7289-CB59-7C2E-2FD23737EE55}"/>
              </a:ext>
            </a:extLst>
          </p:cNvPr>
          <p:cNvSpPr txBox="1"/>
          <p:nvPr/>
        </p:nvSpPr>
        <p:spPr>
          <a:xfrm>
            <a:off x="694944" y="276088"/>
            <a:ext cx="9619488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 3: Translation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Instruction: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Translate to French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Input: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 am learning machine learning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Output: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J'apprends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le machine learning</a:t>
            </a:r>
          </a:p>
        </p:txBody>
      </p:sp>
    </p:spTree>
    <p:extLst>
      <p:ext uri="{BB962C8B-B14F-4D97-AF65-F5344CB8AC3E}">
        <p14:creationId xmlns:p14="http://schemas.microsoft.com/office/powerpoint/2010/main" val="16857949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DA7098-6BEC-3384-8A7D-A70CB71FC5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81D7E5F-D6A6-A003-AF9B-BAEBC984DA36}"/>
              </a:ext>
            </a:extLst>
          </p:cNvPr>
          <p:cNvSpPr txBox="1"/>
          <p:nvPr/>
        </p:nvSpPr>
        <p:spPr>
          <a:xfrm>
            <a:off x="320040" y="166360"/>
            <a:ext cx="6739128" cy="65556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🔹 Why GPT-style models need Instruction Tuning</a:t>
            </a:r>
          </a:p>
          <a:p>
            <a:endParaRPr lang="en-US" sz="20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Before instruction tuning (Base Model):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 base model behaves like: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Predicts text continuation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Not reliable for direct commands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May ignore instructions or respond inconsistently </a:t>
            </a: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User: “Summarize this text”</a:t>
            </a:r>
            <a:b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Model: </a:t>
            </a:r>
            <a:r>
              <a:rPr lang="en-US" sz="20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continues writing instead of summarizing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i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After instruction tuning:</a:t>
            </a:r>
          </a:p>
          <a:p>
            <a:pPr>
              <a:buNone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Model learns: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“This is a command”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“I should follow it precisely”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“I should format output properly” </a:t>
            </a:r>
          </a:p>
          <a:p>
            <a:pPr>
              <a:buNone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Now it behaves like:</a:t>
            </a:r>
          </a:p>
          <a:p>
            <a:pPr>
              <a:buNone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✔ ChatGPT-style assistant</a:t>
            </a:r>
            <a:b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✔ Helpful, structured, task-oriented</a:t>
            </a:r>
          </a:p>
          <a:p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94918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B05474-9CA5-BB1E-CE4F-EBA8EBCBD7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A726D69-9FED-D691-869F-EEA8FEE77B93}"/>
              </a:ext>
            </a:extLst>
          </p:cNvPr>
          <p:cNvSpPr txBox="1"/>
          <p:nvPr/>
        </p:nvSpPr>
        <p:spPr>
          <a:xfrm>
            <a:off x="320040" y="166360"/>
            <a:ext cx="96194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Difference: Base Model vs Instruction-Following Model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422FC98-5B0B-043D-1AC2-50DD53D202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3726123"/>
              </p:ext>
            </p:extLst>
          </p:nvPr>
        </p:nvGraphicFramePr>
        <p:xfrm>
          <a:off x="783336" y="1157510"/>
          <a:ext cx="9503664" cy="2743200"/>
        </p:xfrm>
        <a:graphic>
          <a:graphicData uri="http://schemas.openxmlformats.org/drawingml/2006/table">
            <a:tbl>
              <a:tblPr/>
              <a:tblGrid>
                <a:gridCol w="2453640">
                  <a:extLst>
                    <a:ext uri="{9D8B030D-6E8A-4147-A177-3AD203B41FA5}">
                      <a16:colId xmlns:a16="http://schemas.microsoft.com/office/drawing/2014/main" val="3304574420"/>
                    </a:ext>
                  </a:extLst>
                </a:gridCol>
                <a:gridCol w="3374136">
                  <a:extLst>
                    <a:ext uri="{9D8B030D-6E8A-4147-A177-3AD203B41FA5}">
                      <a16:colId xmlns:a16="http://schemas.microsoft.com/office/drawing/2014/main" val="214821512"/>
                    </a:ext>
                  </a:extLst>
                </a:gridCol>
                <a:gridCol w="3675888">
                  <a:extLst>
                    <a:ext uri="{9D8B030D-6E8A-4147-A177-3AD203B41FA5}">
                      <a16:colId xmlns:a16="http://schemas.microsoft.com/office/drawing/2014/main" val="54669408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Feature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u="sng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Base Model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Instruction-Tuned Model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28576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Training objective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Predict next token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Follow instructions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11422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Behavior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Generic text completion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Task-oriented responses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03880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Reliability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Low for commands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High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48581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Chat ability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Weak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Strong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7920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Example output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Continues text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Answers question directly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056832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09203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31D7F-4279-DA2E-FA64-6CF3C441D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66253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1084</TotalTime>
  <Words>356</Words>
  <Application>Microsoft Office PowerPoint</Application>
  <PresentationFormat>Widescreen</PresentationFormat>
  <Paragraphs>93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178</cp:revision>
  <dcterms:created xsi:type="dcterms:W3CDTF">2025-09-22T02:44:38Z</dcterms:created>
  <dcterms:modified xsi:type="dcterms:W3CDTF">2026-04-23T14:55:57Z</dcterms:modified>
</cp:coreProperties>
</file>