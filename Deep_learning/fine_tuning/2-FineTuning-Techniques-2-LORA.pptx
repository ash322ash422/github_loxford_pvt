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75" r:id="rId3"/>
    <p:sldId id="278" r:id="rId4"/>
    <p:sldId id="279" r:id="rId5"/>
    <p:sldId id="280" r:id="rId6"/>
    <p:sldId id="281" r:id="rId7"/>
    <p:sldId id="282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2118360" y="762293"/>
            <a:ext cx="71780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</a:t>
            </a:r>
          </a:p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 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3443E-0951-CB97-7501-0DAB405F3114}"/>
                  </a:ext>
                </a:extLst>
              </p:cNvPr>
              <p:cNvSpPr txBox="1"/>
              <p:nvPr/>
            </p:nvSpPr>
            <p:spPr>
              <a:xfrm>
                <a:off x="192024" y="129075"/>
                <a:ext cx="8284464" cy="2697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1. Start from a normal neural layer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 any transformer layer, we have a weight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𝑊𝑥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large weight matrix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output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3443E-0951-CB97-7501-0DAB405F3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29075"/>
                <a:ext cx="8284464" cy="2697277"/>
              </a:xfrm>
              <a:prstGeom prst="rect">
                <a:avLst/>
              </a:prstGeom>
              <a:blipFill>
                <a:blip r:embed="rId2"/>
                <a:stretch>
                  <a:fillRect l="-1177" t="-2032" b="-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A72A-CBB2-0078-B536-1603E6B6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73A944-C82A-060E-8BDD-F052E2D76721}"/>
                  </a:ext>
                </a:extLst>
              </p:cNvPr>
              <p:cNvSpPr txBox="1"/>
              <p:nvPr/>
            </p:nvSpPr>
            <p:spPr>
              <a:xfrm>
                <a:off x="192024" y="129075"/>
                <a:ext cx="8284464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2. What happens in full fine-tuning?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update the entire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l-G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output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Problem: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huge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(same size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73A944-C82A-060E-8BDD-F052E2D76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29075"/>
                <a:ext cx="8284464" cy="3046988"/>
              </a:xfrm>
              <a:prstGeom prst="rect">
                <a:avLst/>
              </a:prstGeom>
              <a:blipFill>
                <a:blip r:embed="rId2"/>
                <a:stretch>
                  <a:fillRect l="-117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03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0ECD-2F82-A940-5D9F-536280B9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75A108-0ABB-3D83-D289-494BCF9E9F15}"/>
                  </a:ext>
                </a:extLst>
              </p:cNvPr>
              <p:cNvSpPr txBox="1"/>
              <p:nvPr/>
            </p:nvSpPr>
            <p:spPr>
              <a:xfrm>
                <a:off x="192024" y="129075"/>
                <a:ext cx="8284464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3. </a:t>
                </a: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key idea: low-rank decomposition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Instead of learning full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assumes: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update matrix is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low-rank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we approximate: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75A108-0ABB-3D83-D289-494BCF9E9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29075"/>
                <a:ext cx="8284464" cy="2677656"/>
              </a:xfrm>
              <a:prstGeom prst="rect">
                <a:avLst/>
              </a:prstGeom>
              <a:blipFill>
                <a:blip r:embed="rId2"/>
                <a:stretch>
                  <a:fillRect l="-1177" t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23631E-5F8C-FAB0-E9A1-C45ECA94DE1B}"/>
                  </a:ext>
                </a:extLst>
              </p:cNvPr>
              <p:cNvSpPr txBox="1"/>
              <p:nvPr/>
            </p:nvSpPr>
            <p:spPr>
              <a:xfrm>
                <a:off x="260604" y="3598460"/>
                <a:ext cx="6190488" cy="232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🔥 This is the core </a:t>
                </a: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equation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l-G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(very small rank)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23631E-5F8C-FAB0-E9A1-C45ECA94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" y="3598460"/>
                <a:ext cx="6190488" cy="2321405"/>
              </a:xfrm>
              <a:prstGeom prst="rect">
                <a:avLst/>
              </a:prstGeom>
              <a:blipFill>
                <a:blip r:embed="rId3"/>
                <a:stretch>
                  <a:fillRect l="-1576" t="-2362" b="-4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61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0B94-2E1B-2F44-AE92-D7F2E4D9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503824-AB69-352B-5523-B7DCD292A1BE}"/>
                  </a:ext>
                </a:extLst>
              </p:cNvPr>
              <p:cNvSpPr txBox="1"/>
              <p:nvPr/>
            </p:nvSpPr>
            <p:spPr>
              <a:xfrm>
                <a:off x="192024" y="129075"/>
                <a:ext cx="8284464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4. New forward pass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 the model computes: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Expand: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𝐴𝐵𝑥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🔥 Final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computation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503824-AB69-352B-5523-B7DCD292A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29075"/>
                <a:ext cx="8284464" cy="3046988"/>
              </a:xfrm>
              <a:prstGeom prst="rect">
                <a:avLst/>
              </a:prstGeom>
              <a:blipFill>
                <a:blip r:embed="rId2"/>
                <a:stretch>
                  <a:fillRect l="-117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5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47B7-63D1-FCB8-0B70-3D177DBF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D05DCE-404D-4F30-BBC0-C788FC905483}"/>
                  </a:ext>
                </a:extLst>
              </p:cNvPr>
              <p:cNvSpPr txBox="1"/>
              <p:nvPr/>
            </p:nvSpPr>
            <p:spPr>
              <a:xfrm>
                <a:off x="160020" y="220117"/>
                <a:ext cx="6190488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5. Why this is efficient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Let’s compare parameters: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Full fine-tuning: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params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params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🔥 Parameter reduction insight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𝑑𝑘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𝑟𝑘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Because: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very small (e.g., 8, 16)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So training cost drops massively</a:t>
                </a:r>
              </a:p>
              <a:p>
                <a:pPr>
                  <a:buNone/>
                </a:pPr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D05DCE-404D-4F30-BBC0-C788FC905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" y="220117"/>
                <a:ext cx="6190488" cy="5262979"/>
              </a:xfrm>
              <a:prstGeom prst="rect">
                <a:avLst/>
              </a:prstGeom>
              <a:blipFill>
                <a:blip r:embed="rId2"/>
                <a:stretch>
                  <a:fillRect l="-1476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CF36B1C-6419-24A5-4ED3-4423A88D6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045" y="1197864"/>
            <a:ext cx="4738911" cy="307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4501-70DC-573E-735B-5BFA81B6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F80F97-ECAB-5184-713F-1B6BE2FC3D17}"/>
                  </a:ext>
                </a:extLst>
              </p:cNvPr>
              <p:cNvSpPr txBox="1"/>
              <p:nvPr/>
            </p:nvSpPr>
            <p:spPr>
              <a:xfrm>
                <a:off x="160020" y="220117"/>
                <a:ext cx="619048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6. Important detail: scaling factor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 practice,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LoRA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uses a scaling factor: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𝐴𝐵𝑥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controls strength of update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F80F97-ECAB-5184-713F-1B6BE2FC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" y="220117"/>
                <a:ext cx="6190488" cy="2308324"/>
              </a:xfrm>
              <a:prstGeom prst="rect">
                <a:avLst/>
              </a:prstGeom>
              <a:blipFill>
                <a:blip r:embed="rId2"/>
                <a:stretch>
                  <a:fillRect l="-1476" t="-2375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C50E8A-6467-95B7-08DB-9CFA63FD9506}"/>
                  </a:ext>
                </a:extLst>
              </p:cNvPr>
              <p:cNvSpPr txBox="1"/>
              <p:nvPr/>
            </p:nvSpPr>
            <p:spPr>
              <a:xfrm>
                <a:off x="160020" y="4080224"/>
                <a:ext cx="619048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🔹 7. What is actually trained?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❄️ frozen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✏️ trainable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 gradient updates only affect: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C50E8A-6467-95B7-08DB-9CFA63FD9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" y="4080224"/>
                <a:ext cx="6190488" cy="2308324"/>
              </a:xfrm>
              <a:prstGeom prst="rect">
                <a:avLst/>
              </a:prstGeom>
              <a:blipFill>
                <a:blip r:embed="rId3"/>
                <a:stretch>
                  <a:fillRect l="-1476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62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1302-BE57-38BE-6D7C-643B191F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7572-2361-5C81-DF39-4C3AF6D8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B7732-F8CF-C7B5-99D7-AE64837DF56B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5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1655</TotalTime>
  <Words>303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284</cp:revision>
  <dcterms:created xsi:type="dcterms:W3CDTF">2025-09-22T02:44:38Z</dcterms:created>
  <dcterms:modified xsi:type="dcterms:W3CDTF">2026-04-25T19:20:00Z</dcterms:modified>
</cp:coreProperties>
</file>