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274" r:id="rId3"/>
    <p:sldId id="280" r:id="rId4"/>
    <p:sldId id="277" r:id="rId5"/>
    <p:sldId id="278" r:id="rId6"/>
    <p:sldId id="279" r:id="rId7"/>
    <p:sldId id="281" r:id="rId8"/>
    <p:sldId id="272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ACB2831-3F9C-6EBC-2C93-6F66B5EB3785}"/>
              </a:ext>
            </a:extLst>
          </p:cNvPr>
          <p:cNvSpPr txBox="1"/>
          <p:nvPr/>
        </p:nvSpPr>
        <p:spPr>
          <a:xfrm>
            <a:off x="2118360" y="762293"/>
            <a:ext cx="71780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Tuning</a:t>
            </a:r>
          </a:p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 </a:t>
            </a:r>
            <a:endParaRPr lang="en-US" sz="4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03018-03AA-EF7E-0247-CCA35432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23616A-6588-70D3-0B36-A8922555E54A}"/>
              </a:ext>
            </a:extLst>
          </p:cNvPr>
          <p:cNvSpPr txBox="1"/>
          <p:nvPr/>
        </p:nvSpPr>
        <p:spPr>
          <a:xfrm>
            <a:off x="512064" y="762292"/>
            <a:ext cx="101498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Fine-tuning process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Start with a pre-trained model like GPT-3.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Gather a dataset specific to your task. This is known as the “fine-tuning set.”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Pass examples from the dataset to the model and collect its outputs.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Calculate the loss between the model’s outputs and the expected outputs.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Update the model parameters to reduce the loss using gradient descent and backpropagation.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Repeat steps 3–5 for multiple epochs until the model converges.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fine-tuned model can now be deployed for inference on new data.</a:t>
            </a:r>
          </a:p>
        </p:txBody>
      </p:sp>
    </p:spTree>
    <p:extLst>
      <p:ext uri="{BB962C8B-B14F-4D97-AF65-F5344CB8AC3E}">
        <p14:creationId xmlns:p14="http://schemas.microsoft.com/office/powerpoint/2010/main" val="199939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D0069-1CB7-5B6B-4991-4AD3C2C4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A6DD7ED-70A5-A114-FA82-818B5B0550EB}"/>
              </a:ext>
            </a:extLst>
          </p:cNvPr>
          <p:cNvSpPr txBox="1"/>
          <p:nvPr/>
        </p:nvSpPr>
        <p:spPr>
          <a:xfrm>
            <a:off x="2118360" y="762292"/>
            <a:ext cx="71780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Main Techniques: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 fine-tuning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PEFT: Parameter-Efficient Fine-Tuning</a:t>
            </a:r>
          </a:p>
        </p:txBody>
      </p:sp>
    </p:spTree>
    <p:extLst>
      <p:ext uri="{BB962C8B-B14F-4D97-AF65-F5344CB8AC3E}">
        <p14:creationId xmlns:p14="http://schemas.microsoft.com/office/powerpoint/2010/main" val="3634988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63DC9-6ABE-B426-5995-5841A127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752462D-C82C-0438-B2D0-8818FD34BD42}"/>
              </a:ext>
            </a:extLst>
          </p:cNvPr>
          <p:cNvSpPr txBox="1"/>
          <p:nvPr/>
        </p:nvSpPr>
        <p:spPr>
          <a:xfrm>
            <a:off x="2118360" y="762293"/>
            <a:ext cx="7178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Full Fine Tuning: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Re-Train all parameters</a:t>
            </a:r>
          </a:p>
        </p:txBody>
      </p:sp>
    </p:spTree>
    <p:extLst>
      <p:ext uri="{BB962C8B-B14F-4D97-AF65-F5344CB8AC3E}">
        <p14:creationId xmlns:p14="http://schemas.microsoft.com/office/powerpoint/2010/main" val="218659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9FC2-638B-7E7F-5AFB-47658E6F1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861A9DA-26F7-CA74-FB11-D09B87FBD4F9}"/>
              </a:ext>
            </a:extLst>
          </p:cNvPr>
          <p:cNvSpPr txBox="1"/>
          <p:nvPr/>
        </p:nvSpPr>
        <p:spPr>
          <a:xfrm>
            <a:off x="326136" y="231940"/>
            <a:ext cx="112227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PEFT process: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updating all weights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Freeze original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 trainable layers.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i.e. We augment the model with more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only these new layers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Faster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memory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Almost same performance</a:t>
            </a:r>
          </a:p>
        </p:txBody>
      </p:sp>
    </p:spTree>
    <p:extLst>
      <p:ext uri="{BB962C8B-B14F-4D97-AF65-F5344CB8AC3E}">
        <p14:creationId xmlns:p14="http://schemas.microsoft.com/office/powerpoint/2010/main" val="194104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B1B54-DECC-0641-93C1-15672B1D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773D40-99F9-EA84-7B21-24045F58340C}"/>
              </a:ext>
            </a:extLst>
          </p:cNvPr>
          <p:cNvSpPr txBox="1"/>
          <p:nvPr/>
        </p:nvSpPr>
        <p:spPr>
          <a:xfrm>
            <a:off x="326136" y="433108"/>
            <a:ext cx="7178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Popular PEFT Method: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LoRA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Low-Rank Adaptation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Adds small matrices to model layers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those are trained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Widely used in industry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B654B-26AD-729C-99F8-A4E4A3BB8EF4}"/>
              </a:ext>
            </a:extLst>
          </p:cNvPr>
          <p:cNvSpPr txBox="1"/>
          <p:nvPr/>
        </p:nvSpPr>
        <p:spPr>
          <a:xfrm>
            <a:off x="6615684" y="663940"/>
            <a:ext cx="61904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benefit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LoRA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💰 Massive cost reduction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&lt;1% parameters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GPU memory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Faster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⚡ Fast experimentation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multiple task-specific adapters: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LoRA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LoRA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LoRA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64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3F54-41C5-DEDC-E1D5-39552FD6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721AFAB-20CC-2732-B57D-E37D89F7D0E8}"/>
              </a:ext>
            </a:extLst>
          </p:cNvPr>
          <p:cNvSpPr txBox="1"/>
          <p:nvPr/>
        </p:nvSpPr>
        <p:spPr>
          <a:xfrm>
            <a:off x="326136" y="433108"/>
            <a:ext cx="92110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Popular PEFT Method: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QLoRA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(Advanced but very practical)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“Quantized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LoRA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 model stored in 4-bit or 8-bit precision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LoRA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applied on top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it matters: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Fine-tuning large models on a single GPU (even 16GB VRAM possible)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Industry relevance: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EXTREMELY HIGH for startups and research labs</a:t>
            </a:r>
          </a:p>
        </p:txBody>
      </p:sp>
    </p:spTree>
    <p:extLst>
      <p:ext uri="{BB962C8B-B14F-4D97-AF65-F5344CB8AC3E}">
        <p14:creationId xmlns:p14="http://schemas.microsoft.com/office/powerpoint/2010/main" val="3716582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605C6B-86B2-A7E0-5F1C-BCD5AF5641CC}"/>
              </a:ext>
            </a:extLst>
          </p:cNvPr>
          <p:cNvSpPr txBox="1"/>
          <p:nvPr/>
        </p:nvSpPr>
        <p:spPr>
          <a:xfrm>
            <a:off x="344424" y="378012"/>
            <a:ext cx="73426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PEFT is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Makes LLM customization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affordable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consumer GPUs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real-world applications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PEFT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PEFT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limited resources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quick customization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1666</TotalTime>
  <Words>323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283</cp:revision>
  <dcterms:created xsi:type="dcterms:W3CDTF">2025-09-22T02:44:38Z</dcterms:created>
  <dcterms:modified xsi:type="dcterms:W3CDTF">2026-04-25T19:06:06Z</dcterms:modified>
</cp:coreProperties>
</file>