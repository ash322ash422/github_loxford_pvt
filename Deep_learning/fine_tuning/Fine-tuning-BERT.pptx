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76" r:id="rId2"/>
    <p:sldId id="257" r:id="rId3"/>
    <p:sldId id="277" r:id="rId4"/>
    <p:sldId id="278" r:id="rId5"/>
    <p:sldId id="279" r:id="rId6"/>
    <p:sldId id="275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3766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F93F19F-81D0-F01B-F795-F779FE7AF3C5}"/>
              </a:ext>
            </a:extLst>
          </p:cNvPr>
          <p:cNvSpPr txBox="1"/>
          <p:nvPr/>
        </p:nvSpPr>
        <p:spPr>
          <a:xfrm>
            <a:off x="324612" y="1478203"/>
            <a:ext cx="112699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BERT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model for a wide range of tasks — basically anything that involves understanding text</a:t>
            </a:r>
          </a:p>
        </p:txBody>
      </p:sp>
    </p:spTree>
    <p:extLst>
      <p:ext uri="{BB962C8B-B14F-4D97-AF65-F5344CB8AC3E}">
        <p14:creationId xmlns:p14="http://schemas.microsoft.com/office/powerpoint/2010/main" val="4221193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C218A7-F2A8-3268-A78C-1CF3A69E3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1393611-EFFB-8E57-2E14-8402421F6EA9}"/>
              </a:ext>
            </a:extLst>
          </p:cNvPr>
          <p:cNvSpPr txBox="1"/>
          <p:nvPr/>
        </p:nvSpPr>
        <p:spPr>
          <a:xfrm>
            <a:off x="150876" y="1169754"/>
            <a:ext cx="509778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Text Classification (Most common)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Spam detection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Sentiment analysis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Phishing vs safe website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Topic classification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Output: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[CLS] → Dense Layer →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Softmax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C1CE50-1147-2A02-0C37-E124C90A9E38}"/>
              </a:ext>
            </a:extLst>
          </p:cNvPr>
          <p:cNvSpPr txBox="1"/>
          <p:nvPr/>
        </p:nvSpPr>
        <p:spPr>
          <a:xfrm>
            <a:off x="6225540" y="1169754"/>
            <a:ext cx="5815584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Token Classification (NER)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Used when you classify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each word/token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Named Entity Recognition (NER)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Output:</a:t>
            </a: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 (Body)"/>
              </a:rPr>
              <a:t>Each token → classification label</a:t>
            </a:r>
          </a:p>
        </p:txBody>
      </p:sp>
    </p:spTree>
    <p:extLst>
      <p:ext uri="{BB962C8B-B14F-4D97-AF65-F5344CB8AC3E}">
        <p14:creationId xmlns:p14="http://schemas.microsoft.com/office/powerpoint/2010/main" val="14560046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8EAED-E480-C7DF-A75E-BBFCDBDEE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E3367CD-A8F0-4448-91EF-1CC7B750F61F}"/>
              </a:ext>
            </a:extLst>
          </p:cNvPr>
          <p:cNvSpPr txBox="1"/>
          <p:nvPr/>
        </p:nvSpPr>
        <p:spPr>
          <a:xfrm>
            <a:off x="150876" y="1169754"/>
            <a:ext cx="509778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Question Answering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Model finds answer inside a passage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Chatbots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Document QA systems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Output: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Start position + End position of answer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4AE4A7-3BCA-3664-D513-BF92B3D0390E}"/>
              </a:ext>
            </a:extLst>
          </p:cNvPr>
          <p:cNvSpPr txBox="1"/>
          <p:nvPr/>
        </p:nvSpPr>
        <p:spPr>
          <a:xfrm>
            <a:off x="6656832" y="1253836"/>
            <a:ext cx="581558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Sentence Similarity / Semantic Search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Compare two sentences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Duplicate detection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Resume matching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Document similarity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Trick: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 embeddings + cosine similarity</a:t>
            </a:r>
          </a:p>
        </p:txBody>
      </p:sp>
    </p:spTree>
    <p:extLst>
      <p:ext uri="{BB962C8B-B14F-4D97-AF65-F5344CB8AC3E}">
        <p14:creationId xmlns:p14="http://schemas.microsoft.com/office/powerpoint/2010/main" val="34855168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99B875-F835-97FF-D064-B3A2D68FE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9C393FC-B04F-6311-11B6-870458378A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5627220"/>
              </p:ext>
            </p:extLst>
          </p:nvPr>
        </p:nvGraphicFramePr>
        <p:xfrm>
          <a:off x="2228088" y="2757710"/>
          <a:ext cx="6147816" cy="2286000"/>
        </p:xfrm>
        <a:graphic>
          <a:graphicData uri="http://schemas.openxmlformats.org/drawingml/2006/table">
            <a:tbl>
              <a:tblPr/>
              <a:tblGrid>
                <a:gridCol w="3048000">
                  <a:extLst>
                    <a:ext uri="{9D8B030D-6E8A-4147-A177-3AD203B41FA5}">
                      <a16:colId xmlns:a16="http://schemas.microsoft.com/office/drawing/2014/main" val="882290305"/>
                    </a:ext>
                  </a:extLst>
                </a:gridCol>
                <a:gridCol w="3099816">
                  <a:extLst>
                    <a:ext uri="{9D8B030D-6E8A-4147-A177-3AD203B41FA5}">
                      <a16:colId xmlns:a16="http://schemas.microsoft.com/office/drawing/2014/main" val="7199941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Problem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BERT Task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77373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Phishing detection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Classification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72530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Resume parsing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NER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55417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Document matching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Similarity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51730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Chatbot QA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Question Answering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098423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DCE2246-8CFF-A9DD-9F3B-573B1CEBCD4A}"/>
              </a:ext>
            </a:extLst>
          </p:cNvPr>
          <p:cNvSpPr txBox="1"/>
          <p:nvPr/>
        </p:nvSpPr>
        <p:spPr>
          <a:xfrm>
            <a:off x="2336292" y="324719"/>
            <a:ext cx="619048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👍 Bottom line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BERT is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not one model = one task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It’s a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foundation model you adapt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88740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1089</TotalTime>
  <Words>161</Words>
  <Application>Microsoft Office PowerPoint</Application>
  <PresentationFormat>Widescreen</PresentationFormat>
  <Paragraphs>54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(Body)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175</cp:revision>
  <dcterms:created xsi:type="dcterms:W3CDTF">2025-09-22T02:44:38Z</dcterms:created>
  <dcterms:modified xsi:type="dcterms:W3CDTF">2026-04-22T19:57:36Z</dcterms:modified>
</cp:coreProperties>
</file>