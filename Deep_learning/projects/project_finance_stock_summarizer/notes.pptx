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3"/>
  </p:handoutMasterIdLst>
  <p:sldIdLst>
    <p:sldId id="257" r:id="rId2"/>
    <p:sldId id="260" r:id="rId3"/>
    <p:sldId id="266" r:id="rId4"/>
    <p:sldId id="267" r:id="rId5"/>
    <p:sldId id="264" r:id="rId6"/>
    <p:sldId id="269" r:id="rId7"/>
    <p:sldId id="270" r:id="rId8"/>
    <p:sldId id="268" r:id="rId9"/>
    <p:sldId id="261" r:id="rId10"/>
    <p:sldId id="26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0:11.0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1 385 24575,'1'30'0,"2"0"0,2-1 0,0 1 0,2-1 0,1 0 0,1-1 0,2 0 0,17 35 0,-26-60 0,-1 0 0,1 0 0,-1 0 0,1-1 0,0 1 0,0 0 0,0-1 0,0 1 0,0-1 0,1 0 0,-1 0 0,1 0 0,0 0 0,-1 0 0,6 2 0,-6-4 0,1 1 0,0-1 0,0 0 0,0 0 0,0 0 0,-1 0 0,1 0 0,0-1 0,0 1 0,-1-1 0,1 0 0,0 0 0,0 0 0,-1 0 0,1 0 0,-1 0 0,1-1 0,-1 1 0,2-3 0,33-23 0,-2-3 0,-2 0 0,59-71 0,-38 42 0,90-92-682,172-138-1,-290 268-6143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0:16.78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0 382 24575,'0'9'0,"5"11"0,5 2 0,10-2 0,14-18 0,19-22 0,26-25 0,22-22 0,1-12 0,-3 2 0,-9 6 0,-17 15 0,-20 17-8191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0:18.0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1 739 24575,'0'4'0,"0"6"0,0 10 0,0 6 0,4 3 0,6-4 0,10-6 0,19-19 0,28-27 0,30-30 0,23-24 0,22-22 0,4-8 0,-2-6 0,-7 3 0,-14 5 0,-20 20 0,-27 25-8191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0:19.1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0 311 24575,'3'39'0,"0"0"0,3 0 0,1-1 0,2 0 0,2 0 0,1-1 0,31 64 0,-41-96 0,0-1 0,0 1 0,1-1 0,0 1 0,0-1 0,0 0 0,0 0 0,0-1 0,1 1 0,0-1 0,0 0 0,0 1 0,0-2 0,0 1 0,1 0 0,-1-1 0,1 0 0,-1 0 0,1 0 0,0-1 0,0 1 0,0-1 0,0-1 0,0 1 0,9 0 0,4-2 0,0-1 0,0-1 0,0-1 0,0 0 0,-1-1 0,21-9 0,43-19 0,148-84 0,64-68 0,-249 157 0,404-290-1365,-401 278-5461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0:21.12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0 394 24575,'5'1'0,"0"0"0,-1 0 0,1 0 0,-1 0 0,1 0 0,-1 1 0,1 0 0,-1 0 0,0 0 0,0 1 0,0 0 0,0-1 0,0 1 0,-1 0 0,1 1 0,-1-1 0,0 1 0,5 6 0,5 9 0,0 1 0,16 31 0,-16-24 0,-12-25 0,0 0 0,0 1 0,1-1 0,-1 0 0,0 1 0,1-1 0,0 0 0,-1 0 0,1 0 0,0 0 0,0-1 0,0 1 0,0 0 0,0-1 0,0 1 0,0-1 0,1 0 0,-1 0 0,1 0 0,-1 0 0,1 0 0,-1-1 0,1 1 0,-1 0 0,1-1 0,4 0 0,-1-1 0,0-1 0,0-1 0,0 1 0,0-1 0,-1 0 0,1 0 0,-1 0 0,0-1 0,0 0 0,0 0 0,5-5 0,176-184 0,-41 37 0,29 0-1365,-108 102-5461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0:24.6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313 5 24575,'-60'-2'0,"39"0"0,1 1 0,0 1 0,-1 1 0,1 1 0,-39 8 0,54-8 0,-1 1 0,1 0 0,0 0 0,0 1 0,1 0 0,-1 0 0,1 0 0,-1 0 0,1 0 0,0 1 0,1 0 0,-1 0 0,1 0 0,0 0 0,1 1 0,-1-1 0,1 1 0,0-1 0,0 1 0,1 0 0,-2 11 0,-2 13 0,1-1 0,2 0 0,1 32 0,4 3 0,2 0 0,14 64 0,38 127 0,-8-41 0,21 236 0,-27-153 0,-29-167 0,-12-91 0,2 0 0,1 0 0,17 59 0,-11-66 0,-1 1 0,-2 1 0,-1-1 0,-2 1 0,-1 1 0,-1 45 0,-6 354 0,4-266 0,-2-158 0,1-1 0,1 0 0,0 1 0,0-1 0,1 0 0,4 15 0,-4-20 0,1 1 0,-1-1 0,1 0 0,-1 0 0,1 0 0,1 0 0,-1 0 0,0 0 0,1-1 0,0 0 0,0 0 0,0 0 0,0 0 0,7 3 0,18 9 0,0-2 0,1-1 0,1-2 0,45 10 0,134 14 0,-144-24 0,310 37-1365,-291-39-5461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0:56.10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0 270 24575,'0'-5'0,"5"0"0,9-1 0,12-7 0,23-14 0,11-12 0,13-12 0,-1 3 0,-9 5 0,-16 10-8191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0:57.9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 24575,'2'1'0,"0"0"0,0 1 0,0-1 0,0 1 0,0-1 0,0 1 0,0 0 0,-1 0 0,1 0 0,-1 0 0,0 0 0,1 0 0,0 4 0,2 1 0,157 262 0,-160-267 0,0 0 0,0-1 0,0 1 0,0 0 0,1-1 0,-1 1 0,0-1 0,1 1 0,-1-1 0,1 1 0,0-1 0,-1 0 0,1 0 0,0 0 0,0 0 0,-1 0 0,1 0 0,0-1 0,0 1 0,0-1 0,0 1 0,0-1 0,0 0 0,0 0 0,0 1 0,0-1 0,0-1 0,0 1 0,0 0 0,0 0 0,0-1 0,0 1 0,0-1 0,0 0 0,0 0 0,0 1 0,-1-1 0,1 0 0,0 0 0,2-3 0,8-5 0,0-1 0,-1 0 0,-1-1 0,16-20 0,-8 9 0,149-160-1365,-123 135-5461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0:59.69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1 443 24575,'0'4'0,"0"6"0,4 2 0,10-3 0,33-14 0,52-33 0,35-27 0,20-20 0,-2-4 0,-15 9 0,-31 13 0,-33 19-8191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1:00.78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0 122 24575,'5'4'0,"0"10"0,9 16 0,7 7 0,7-3 0,13-7 0,16-12 0,29-27 0,17-24 0,8-18 0,-1-1 0,-16 6 0,-24 6 0,-23 10-8191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1:01.7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1 161 24575,'0'9'0,"0"6"0,4 2 0,15-11 0,25-20 0,14-12 0,10-9 0,7-4 0,-5 0 0,-11 8 0,-15 8-8191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1:04.1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63 24575,'0'9'0,"5"11"0,1 7 0,3 7 0,1 2 0,-1 0 0,2-3 0,3-2 0,13-6 0,18-21 0,11-15 0,4-14 0,1-12 0,7-13 0,-4-6 0,-4 3 0,-8 5 0,-12 11-8191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1:04.92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0 358 24575,'4'9'0,"6"19"0,6 19 0,4 6 0,3 1 0,-2 1 0,3 0 0,29-10 0,43-25 0,50-38 0,50-54 0,24-37 0,12-26 0,-11-11 0,-40 10 0,-49 28-8191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1:05.80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1 472 24575,'0'9'0,"0"16"0,0 11 0,4 6 0,2-2 0,4-2 0,30-21 0,39-35 0,32-36 0,18-30 0,10-23 0,-3-10 0,-19 10 0,-30 19 0,-25 25 0,-23 23-8191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1:06.85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 1 24575,'-4'4'0,"11"45"0,23 31 0,13 20 0,9 5 0,5-2 0,-4-14 0,-2-19 0,12-28 0,16-45 0,13-42 0,-1-22 0,2-22 0,-16 0 0,-21 16-8191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1:07.5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0 632 24575,'17'0'0,"32"-21"0,38-34 0,34-28 0,26-18 0,20-13 0,-7 8 0,-26 19 0,-35 23-8191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1:49.08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0 349 24575,'2'1'0,"0"0"0,0 0 0,-1 1 0,1-1 0,0 0 0,-1 1 0,0 0 0,1-1 0,-1 1 0,0 0 0,1 0 0,-1 0 0,0-1 0,0 1 0,-1 0 0,1 0 0,0 3 0,1 0 0,48 126 0,-19-47 0,-29-78 0,0-1 0,0 1 0,1-1 0,0 0 0,0 0 0,0 0 0,1 0 0,0-1 0,6 7 0,-8-9 0,0-1 0,0 0 0,0 1 0,1-1 0,-1 0 0,0 0 0,1 0 0,-1 0 0,0-1 0,1 1 0,-1-1 0,1 0 0,-1 1 0,1-1 0,-1 0 0,1 0 0,-1 0 0,1-1 0,-1 1 0,1-1 0,-1 1 0,1-1 0,-1 0 0,0 0 0,5-2 0,5-4 0,0-1 0,-1 0 0,0 0 0,0-1 0,-1 0 0,-1-1 0,1 0 0,7-12 0,66-99 0,-74 107 0,48-87-682,71-172-1,-102 211-6143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1:53.6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0 712 24575,'0'9'0,"0"7"0,0 9 0,5 5 0,5-2 0,23-42 0,36-47 0,27-36 0,25-22 0,3-5 0,-1 7 0,-14 18 0,-20 22 0,-22 24 0,-21 17 0,-20 14-8191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1:56.7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1 329 24575,'0'4'0,"8"15"0,8 17 0,5 10 0,4-1 0,-3-6 0,-5-3 0,-1-5 0,9-12 0,27-43 0,18-35 0,9-29 0,0-8 0,4-5 0,-3 6 0,-12 14 0,-16 22-8191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2:39.09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2 485 24575,'0'28'0,"-1"-12"0,1-1 0,0 1 0,1-1 0,1 1 0,0-1 0,1 1 0,8 24 0,-10-39 0,-1 0 0,1 1 0,0-1 0,-1 0 0,1 0 0,0 1 0,0-1 0,0 0 0,0 0 0,0 0 0,0 0 0,0 0 0,0 0 0,0 0 0,0-1 0,1 1 0,-1 0 0,0-1 0,0 1 0,1 0 0,-1-1 0,1 0 0,-1 1 0,0-1 0,1 0 0,-1 0 0,3 0 0,0 0 0,0-1 0,0 0 0,0 0 0,-1 0 0,1 0 0,0-1 0,0 0 0,-1 0 0,7-4 0,8-7 0,-1-1 0,27-28 0,56-71 44,90-135 1,-42 51-1499,-117 157-5372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2:40.2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1 479 24575,'10'26'0,"0"0"0,-2 1 0,-1 0 0,0 0 0,3 43 0,-10-68 0,0 0 0,0-1 0,0 1 0,1-1 0,-1 1 0,1-1 0,-1 1 0,1-1 0,-1 1 0,1-1 0,0 1 0,0-1 0,0 0 0,0 1 0,0-1 0,0 0 0,0 0 0,0 0 0,0 0 0,1 0 0,-1 0 0,0 0 0,1 0 0,-1 0 0,1-1 0,-1 1 0,1 0 0,-1-1 0,1 0 0,-1 1 0,1-1 0,0 0 0,-1 0 0,1 0 0,-1 0 0,1 0 0,0 0 0,-1 0 0,1 0 0,-1-1 0,1 1 0,-1 0 0,1-1 0,2-1 0,10-3 0,1-1 0,-1-1 0,25-15 0,-28 15 0,348-247 0,-222 150 0,204-152-1365,-274 204-5461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2:41.2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98 24575,'8'0'0,"8"13"0,1 13 0,-3 11 0,6 7 0,-2 5 0,-2 3 0,-1-3 0,6-10 0,25-25 0,27-27 0,39-29 0,31-25 0,5-13 0,-2-7 0,-21 12 0,-33 19-8191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2:43.1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1 314 24575,'4'0'0,"6"9"0,1 6 0,4 6 0,2-5 0,17-27 0,19-29 0,18-29 0,2-8 0,-4 6 0,-13 10 0,-16 15-8191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2:44.0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1 216 24575,'4'0'0,"6"0"0,5 4 0,5 11 0,3 6 0,2 0 0,1-3 0,27-14 0,25-25 0,30-26 0,14-13 0,-1-1 0,-12 0 0,-25 12-8191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2:44.83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1 273 24575,'0'4'0,"0"15"0,0 17 0,0 11 0,0 6 0,0-2 0,0 0 0,9-10 0,19-32 0,19-45 0,19-41 0,14-26 0,8-7 0,-8 5 0,-12 17 0,-18 24-8191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2:46.5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0 490 24575,'0'5'0,"5"9"0,0 8 0,5 8 0,0 3 0,-1 1 0,6-11 0,14-21 0,23-28 0,16-28 0,22-17 0,26-18 0,20-12 0,16 4 0,0 8 0,-17 17 0,-32 19-8191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2:48.2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0 362 24575,'0'5'0,"9"5"0,2 6 0,0 4 0,2 3 0,3 2 0,8-4 0,25-13 0,31-26 0,27-26 0,18-20 0,8-16 0,8-7 0,-11 7 0,-28 13 0,-32 17-8191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3:29.88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0 458 24575,'1'18'0,"1"-1"0,0 1 0,1-1 0,1 0 0,1 0 0,0 0 0,1 0 0,12 22 0,-17-37 0,0 0 0,1 0 0,-1 0 0,1 0 0,-1 0 0,1 0 0,-1-1 0,1 1 0,0-1 0,0 1 0,0-1 0,0 1 0,0-1 0,0 0 0,0 0 0,0 0 0,0 0 0,1-1 0,-1 1 0,0 0 0,1-1 0,-1 0 0,0 0 0,1 1 0,-1-1 0,0 0 0,1-1 0,-1 1 0,1 0 0,-1-1 0,0 1 0,0-1 0,1 0 0,-1 0 0,0 0 0,4-2 0,10-6 0,0 0 0,-1 0 0,28-24 0,-38 29 0,409-389-38,-268 245-1289,-94 97-5499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3:31.3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1 325 24575,'8'17'0,"8"19"0,1 11 0,6 12 0,3-1 0,-2-5 0,-1-8 0,-1-12 0,23-32 0,46-43 0,38-31 0,32-21 0,19-7 0,4-8 0,-12 6 0,-26 16 0,-38 23-8191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3:32.4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1 481 24575,'4'5'0,"6"9"0,6 12 0,4 14 0,7 9 0,4 0 0,1-8 0,25-11 0,46-41 0,44-40 0,41-33 0,26-24 0,-4-2 0,-5 1 0,-19 0 0,-38 20 0,-43 25-8191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3:34.0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1 609 24575,'8'1'0,"1"0"0,-1 1 0,1-1 0,-1 2 0,0-1 0,0 1 0,0 0 0,0 1 0,-1 0 0,1 0 0,-1 0 0,0 1 0,0 0 0,11 12 0,6 7 0,-1 1 0,26 37 0,-49-62 0,38 63 0,-31-49 0,1 0 0,1-1 0,17 22 0,-25-34 0,0 0 0,0 0 0,1 0 0,-1 0 0,0 0 0,1 0 0,-1-1 0,0 1 0,1 0 0,-1-1 0,1 1 0,-1-1 0,1 0 0,-1 1 0,1-1 0,-1 0 0,1 0 0,-1 0 0,1 0 0,-1 0 0,1 0 0,0 0 0,-1-1 0,1 1 0,-1 0 0,1-1 0,2-1 0,39-27 0,30-40 0,-2-2 0,87-116 0,-28 30 0,-16 33-682,150-128-1,-221 217-6143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3T07:13:38.15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20 707 24575,'-5'0'0,"0"4"0,-1 6 0,2 5 0,5 5 0,3 4 0,0 0 0,5-2 0,8-6 0,20-39 0,32-47 0,28-32 0,17-26 0,8-12 0,-4 9 0,-19 23 0,-21 25 0,-23 26-8191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customXml" Target="../ink/ink12.xml"/><Relationship Id="rId18" Type="http://schemas.openxmlformats.org/officeDocument/2006/relationships/image" Target="../media/image17.png"/><Relationship Id="rId3" Type="http://schemas.openxmlformats.org/officeDocument/2006/relationships/customXml" Target="../ink/ink7.xml"/><Relationship Id="rId21" Type="http://schemas.openxmlformats.org/officeDocument/2006/relationships/customXml" Target="../ink/ink16.xml"/><Relationship Id="rId7" Type="http://schemas.openxmlformats.org/officeDocument/2006/relationships/customXml" Target="../ink/ink9.xml"/><Relationship Id="rId12" Type="http://schemas.openxmlformats.org/officeDocument/2006/relationships/image" Target="../media/image14.png"/><Relationship Id="rId17" Type="http://schemas.openxmlformats.org/officeDocument/2006/relationships/customXml" Target="../ink/ink14.xml"/><Relationship Id="rId2" Type="http://schemas.openxmlformats.org/officeDocument/2006/relationships/image" Target="../media/image9.png"/><Relationship Id="rId16" Type="http://schemas.openxmlformats.org/officeDocument/2006/relationships/image" Target="../media/image16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customXml" Target="../ink/ink11.xml"/><Relationship Id="rId5" Type="http://schemas.openxmlformats.org/officeDocument/2006/relationships/customXml" Target="../ink/ink8.xml"/><Relationship Id="rId15" Type="http://schemas.openxmlformats.org/officeDocument/2006/relationships/customXml" Target="../ink/ink13.xml"/><Relationship Id="rId10" Type="http://schemas.openxmlformats.org/officeDocument/2006/relationships/image" Target="../media/image13.png"/><Relationship Id="rId19" Type="http://schemas.openxmlformats.org/officeDocument/2006/relationships/customXml" Target="../ink/ink15.xml"/><Relationship Id="rId4" Type="http://schemas.openxmlformats.org/officeDocument/2006/relationships/image" Target="../media/image10.png"/><Relationship Id="rId9" Type="http://schemas.openxmlformats.org/officeDocument/2006/relationships/customXml" Target="../ink/ink10.xml"/><Relationship Id="rId14" Type="http://schemas.openxmlformats.org/officeDocument/2006/relationships/image" Target="../media/image15.png"/><Relationship Id="rId22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customXml" Target="../ink/ink17.xml"/><Relationship Id="rId7" Type="http://schemas.openxmlformats.org/officeDocument/2006/relationships/customXml" Target="../ink/ink19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customXml" Target="../ink/ink18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customXml" Target="../ink/ink25.xml"/><Relationship Id="rId18" Type="http://schemas.openxmlformats.org/officeDocument/2006/relationships/image" Target="../media/image32.png"/><Relationship Id="rId3" Type="http://schemas.openxmlformats.org/officeDocument/2006/relationships/customXml" Target="../ink/ink20.xml"/><Relationship Id="rId7" Type="http://schemas.openxmlformats.org/officeDocument/2006/relationships/customXml" Target="../ink/ink22.xml"/><Relationship Id="rId12" Type="http://schemas.openxmlformats.org/officeDocument/2006/relationships/image" Target="../media/image29.png"/><Relationship Id="rId17" Type="http://schemas.openxmlformats.org/officeDocument/2006/relationships/customXml" Target="../ink/ink27.xml"/><Relationship Id="rId2" Type="http://schemas.openxmlformats.org/officeDocument/2006/relationships/image" Target="../media/image24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customXml" Target="../ink/ink24.xml"/><Relationship Id="rId5" Type="http://schemas.openxmlformats.org/officeDocument/2006/relationships/customXml" Target="../ink/ink21.xml"/><Relationship Id="rId15" Type="http://schemas.openxmlformats.org/officeDocument/2006/relationships/customXml" Target="../ink/ink26.xml"/><Relationship Id="rId10" Type="http://schemas.openxmlformats.org/officeDocument/2006/relationships/image" Target="../media/image28.png"/><Relationship Id="rId4" Type="http://schemas.openxmlformats.org/officeDocument/2006/relationships/image" Target="../media/image25.png"/><Relationship Id="rId9" Type="http://schemas.openxmlformats.org/officeDocument/2006/relationships/customXml" Target="../ink/ink23.xml"/><Relationship Id="rId1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customXml" Target="../ink/ink28.xml"/><Relationship Id="rId7" Type="http://schemas.openxmlformats.org/officeDocument/2006/relationships/customXml" Target="../ink/ink30.xml"/><Relationship Id="rId12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customXml" Target="../ink/ink32.xml"/><Relationship Id="rId5" Type="http://schemas.openxmlformats.org/officeDocument/2006/relationships/customXml" Target="../ink/ink29.xml"/><Relationship Id="rId10" Type="http://schemas.openxmlformats.org/officeDocument/2006/relationships/image" Target="../media/image37.png"/><Relationship Id="rId4" Type="http://schemas.openxmlformats.org/officeDocument/2006/relationships/image" Target="../media/image34.png"/><Relationship Id="rId9" Type="http://schemas.openxmlformats.org/officeDocument/2006/relationships/customXml" Target="../ink/ink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phavantage.co/?utm_source=chatgpt.com" TargetMode="External"/><Relationship Id="rId2" Type="http://schemas.openxmlformats.org/officeDocument/2006/relationships/hyperlink" Target="https://pypi.org/project/yfinance/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innhub.io/?utm_source=chatgpt.com" TargetMode="External"/><Relationship Id="rId4" Type="http://schemas.openxmlformats.org/officeDocument/2006/relationships/hyperlink" Target="https://newsapi.org/?utm_source=chatgpt.com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A7946-70D6-1037-0EAE-C585A1C7C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3DCD7D-16F5-38F9-D08D-84CE1EF45FAC}"/>
              </a:ext>
            </a:extLst>
          </p:cNvPr>
          <p:cNvSpPr txBox="1"/>
          <p:nvPr/>
        </p:nvSpPr>
        <p:spPr>
          <a:xfrm>
            <a:off x="278892" y="336078"/>
            <a:ext cx="619048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Workflow</a:t>
            </a:r>
          </a:p>
          <a:p>
            <a:pPr>
              <a:buNone/>
            </a:pPr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 enters ticker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Stock service fetches data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Prediction service creates forecast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4: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module summarizes insights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↓</a:t>
            </a: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5: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Frontend displays everything</a:t>
            </a:r>
          </a:p>
        </p:txBody>
      </p:sp>
    </p:spTree>
    <p:extLst>
      <p:ext uri="{BB962C8B-B14F-4D97-AF65-F5344CB8AC3E}">
        <p14:creationId xmlns:p14="http://schemas.microsoft.com/office/powerpoint/2010/main" val="3720478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29D36-945F-92BB-E434-7766404B5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C86ED0-8956-6D57-2BCC-B15FC67D6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912" y="1519478"/>
            <a:ext cx="10582656" cy="510788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73BAF14-EB57-5571-EC40-056CD1394DFC}"/>
                  </a:ext>
                </a:extLst>
              </p14:cNvPr>
              <p14:cNvContentPartPr/>
              <p14:nvPr/>
            </p14:nvContentPartPr>
            <p14:xfrm>
              <a:off x="1215864" y="3711096"/>
              <a:ext cx="327240" cy="260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73BAF14-EB57-5571-EC40-056CD1394D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98224" y="3693096"/>
                <a:ext cx="36288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D92A568-2FE8-E519-12B9-CA21A748C6D4}"/>
                  </a:ext>
                </a:extLst>
              </p14:cNvPr>
              <p14:cNvContentPartPr/>
              <p14:nvPr/>
            </p14:nvContentPartPr>
            <p14:xfrm>
              <a:off x="2898504" y="3510936"/>
              <a:ext cx="259200" cy="164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D92A568-2FE8-E519-12B9-CA21A748C6D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80504" y="3493296"/>
                <a:ext cx="29484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827380D-2463-6FD8-6524-58BB7618E2B9}"/>
                  </a:ext>
                </a:extLst>
              </p14:cNvPr>
              <p14:cNvContentPartPr/>
              <p14:nvPr/>
            </p14:nvContentPartPr>
            <p14:xfrm>
              <a:off x="5952384" y="3290976"/>
              <a:ext cx="442440" cy="314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827380D-2463-6FD8-6524-58BB7618E2B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34744" y="3272976"/>
                <a:ext cx="47808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69EBA54-D001-B3B8-94FE-71E230FEEDB1}"/>
                  </a:ext>
                </a:extLst>
              </p14:cNvPr>
              <p14:cNvContentPartPr/>
              <p14:nvPr/>
            </p14:nvContentPartPr>
            <p14:xfrm>
              <a:off x="8659224" y="3445056"/>
              <a:ext cx="537120" cy="271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69EBA54-D001-B3B8-94FE-71E230FEEDB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641224" y="3427056"/>
                <a:ext cx="57276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74373DA-0217-0A0A-24B9-01667B9858FF}"/>
                  </a:ext>
                </a:extLst>
              </p14:cNvPr>
              <p14:cNvContentPartPr/>
              <p14:nvPr/>
            </p14:nvContentPartPr>
            <p14:xfrm>
              <a:off x="4132944" y="5508936"/>
              <a:ext cx="306000" cy="216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74373DA-0217-0A0A-24B9-01667B9858F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114944" y="5490936"/>
                <a:ext cx="3416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4830EB0-BC50-D458-783B-9F07A0585008}"/>
                  </a:ext>
                </a:extLst>
              </p14:cNvPr>
              <p14:cNvContentPartPr/>
              <p14:nvPr/>
            </p14:nvContentPartPr>
            <p14:xfrm>
              <a:off x="2228184" y="4295736"/>
              <a:ext cx="481680" cy="1181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4830EB0-BC50-D458-783B-9F07A058500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210184" y="4277736"/>
                <a:ext cx="517320" cy="121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72438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C8958-89C2-E6FF-2BED-9D28B58DC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616EB4-4FE1-BA05-7701-1D514786D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1440655"/>
            <a:ext cx="10399776" cy="524661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B69ECFF-3A0B-AE26-937B-9EDCF62A38D1}"/>
                  </a:ext>
                </a:extLst>
              </p14:cNvPr>
              <p14:cNvContentPartPr/>
              <p14:nvPr/>
            </p14:nvContentPartPr>
            <p14:xfrm>
              <a:off x="1444464" y="3185496"/>
              <a:ext cx="147600" cy="97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B69ECFF-3A0B-AE26-937B-9EDCF62A38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26464" y="3167496"/>
                <a:ext cx="18324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142B239-0091-0E50-D9A8-1854939E8C40}"/>
                  </a:ext>
                </a:extLst>
              </p14:cNvPr>
              <p14:cNvContentPartPr/>
              <p14:nvPr/>
            </p14:nvContentPartPr>
            <p14:xfrm>
              <a:off x="2578464" y="2952576"/>
              <a:ext cx="203040" cy="120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142B239-0091-0E50-D9A8-1854939E8C4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60464" y="2934936"/>
                <a:ext cx="23868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1827B21-4CCA-AFF9-6F8A-AEF59389BC8A}"/>
                  </a:ext>
                </a:extLst>
              </p14:cNvPr>
              <p14:cNvContentPartPr/>
              <p14:nvPr/>
            </p14:nvContentPartPr>
            <p14:xfrm>
              <a:off x="2651544" y="3991896"/>
              <a:ext cx="331920" cy="1724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1827B21-4CCA-AFF9-6F8A-AEF59389BC8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33904" y="3974256"/>
                <a:ext cx="36756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B044897-7A60-A825-77A4-F2C9B6669628}"/>
                  </a:ext>
                </a:extLst>
              </p14:cNvPr>
              <p14:cNvContentPartPr/>
              <p14:nvPr/>
            </p14:nvContentPartPr>
            <p14:xfrm>
              <a:off x="2688264" y="5122656"/>
              <a:ext cx="285480" cy="101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B044897-7A60-A825-77A4-F2C9B666962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70264" y="5105016"/>
                <a:ext cx="32112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673F6B1-BDEB-B3D7-EBBD-F5408F1C8603}"/>
                  </a:ext>
                </a:extLst>
              </p14:cNvPr>
              <p14:cNvContentPartPr/>
              <p14:nvPr/>
            </p14:nvContentPartPr>
            <p14:xfrm>
              <a:off x="2678904" y="5958936"/>
              <a:ext cx="159480" cy="748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673F6B1-BDEB-B3D7-EBBD-F5408F1C860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661264" y="5941296"/>
                <a:ext cx="19512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B54115E-1FE9-1DCB-15DF-383CB329B13E}"/>
                  </a:ext>
                </a:extLst>
              </p14:cNvPr>
              <p14:cNvContentPartPr/>
              <p14:nvPr/>
            </p14:nvContentPartPr>
            <p14:xfrm>
              <a:off x="7424784" y="4585896"/>
              <a:ext cx="215280" cy="1148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B54115E-1FE9-1DCB-15DF-383CB329B13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406784" y="4568256"/>
                <a:ext cx="25092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CBE9ED0-0F64-7BAC-0E42-7FB18AF9A41A}"/>
                  </a:ext>
                </a:extLst>
              </p14:cNvPr>
              <p14:cNvContentPartPr/>
              <p14:nvPr/>
            </p14:nvContentPartPr>
            <p14:xfrm>
              <a:off x="7617024" y="4955256"/>
              <a:ext cx="574560" cy="2610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CBE9ED0-0F64-7BAC-0E42-7FB18AF9A41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99024" y="4937256"/>
                <a:ext cx="61020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0980105-6D72-8FE2-F6E1-71E6C2148475}"/>
                  </a:ext>
                </a:extLst>
              </p14:cNvPr>
              <p14:cNvContentPartPr/>
              <p14:nvPr/>
            </p14:nvContentPartPr>
            <p14:xfrm>
              <a:off x="8759664" y="5800896"/>
              <a:ext cx="345600" cy="2444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0980105-6D72-8FE2-F6E1-71E6C214847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742024" y="5783256"/>
                <a:ext cx="381240" cy="28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B9A17DB9-3DC6-2F6A-7ECA-2E87E8351F00}"/>
              </a:ext>
            </a:extLst>
          </p:cNvPr>
          <p:cNvGrpSpPr/>
          <p:nvPr/>
        </p:nvGrpSpPr>
        <p:grpSpPr>
          <a:xfrm>
            <a:off x="8803944" y="4507776"/>
            <a:ext cx="538200" cy="530640"/>
            <a:chOff x="8803944" y="4507776"/>
            <a:chExt cx="538200" cy="53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D52B35A-F95A-F2DC-B7DB-72C834C105F7}"/>
                    </a:ext>
                  </a:extLst>
                </p14:cNvPr>
                <p14:cNvContentPartPr/>
                <p14:nvPr/>
              </p14:nvContentPartPr>
              <p14:xfrm>
                <a:off x="8803944" y="4507776"/>
                <a:ext cx="304200" cy="231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D52B35A-F95A-F2DC-B7DB-72C834C105F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785944" y="4490136"/>
                  <a:ext cx="3398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9EB341F-717A-61BE-F1AE-50E8BD0B0A6B}"/>
                    </a:ext>
                  </a:extLst>
                </p14:cNvPr>
                <p14:cNvContentPartPr/>
                <p14:nvPr/>
              </p14:nvContentPartPr>
              <p14:xfrm>
                <a:off x="8988624" y="4810536"/>
                <a:ext cx="353520" cy="227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9EB341F-717A-61BE-F1AE-50E8BD0B0A6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970624" y="4792896"/>
                  <a:ext cx="389160" cy="263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4752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E28DF-CA1B-3D35-1834-6FFBCC2A3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C4C1CE2-25A6-BF29-C388-800F2DDCE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88" y="1693098"/>
            <a:ext cx="10783824" cy="502395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B7E1F53-9E71-9F6B-71F4-1A7CA03ECF13}"/>
                  </a:ext>
                </a:extLst>
              </p14:cNvPr>
              <p14:cNvContentPartPr/>
              <p14:nvPr/>
            </p14:nvContentPartPr>
            <p14:xfrm>
              <a:off x="2276784" y="3449736"/>
              <a:ext cx="221760" cy="2415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B7E1F53-9E71-9F6B-71F4-1A7CA03ECF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58784" y="3432096"/>
                <a:ext cx="25740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13B0E58-680D-2CC9-7666-C8E1F3FFC880}"/>
                  </a:ext>
                </a:extLst>
              </p14:cNvPr>
              <p14:cNvContentPartPr/>
              <p14:nvPr/>
            </p14:nvContentPartPr>
            <p14:xfrm>
              <a:off x="2240064" y="4772736"/>
              <a:ext cx="330840" cy="295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13B0E58-680D-2CC9-7666-C8E1F3FFC88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22064" y="4755096"/>
                <a:ext cx="36648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616230A-4044-6091-566C-1EDA9BE25537}"/>
                  </a:ext>
                </a:extLst>
              </p14:cNvPr>
              <p14:cNvContentPartPr/>
              <p14:nvPr/>
            </p14:nvContentPartPr>
            <p14:xfrm>
              <a:off x="1380384" y="3301416"/>
              <a:ext cx="257040" cy="2178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616230A-4044-6091-566C-1EDA9BE2553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62744" y="3283776"/>
                <a:ext cx="292680" cy="25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8922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6C6AD-8577-7755-C247-69BDD2D0C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779D8D-F1A3-F212-51DD-79A0DB10A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24" y="1377512"/>
            <a:ext cx="11341608" cy="54622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7714D44-C682-6C11-4EBF-13F4D6FAAAF8}"/>
                  </a:ext>
                </a:extLst>
              </p14:cNvPr>
              <p14:cNvContentPartPr/>
              <p14:nvPr/>
            </p14:nvContentPartPr>
            <p14:xfrm>
              <a:off x="10679184" y="4626216"/>
              <a:ext cx="232560" cy="246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7714D44-C682-6C11-4EBF-13F4D6FAAA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61544" y="4608216"/>
                <a:ext cx="26820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06D16D9-33ED-0094-FFB4-F6F3791DA610}"/>
                  </a:ext>
                </a:extLst>
              </p14:cNvPr>
              <p14:cNvContentPartPr/>
              <p14:nvPr/>
            </p14:nvContentPartPr>
            <p14:xfrm>
              <a:off x="10515384" y="5515056"/>
              <a:ext cx="397800" cy="2588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06D16D9-33ED-0094-FFB4-F6F3791DA61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497744" y="5497416"/>
                <a:ext cx="43344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2EF034A-FCD3-D36F-5006-AD79C360627D}"/>
                  </a:ext>
                </a:extLst>
              </p14:cNvPr>
              <p14:cNvContentPartPr/>
              <p14:nvPr/>
            </p14:nvContentPartPr>
            <p14:xfrm>
              <a:off x="10817064" y="6356376"/>
              <a:ext cx="371520" cy="1519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2EF034A-FCD3-D36F-5006-AD79C360627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799424" y="6338736"/>
                <a:ext cx="40716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BE9CF1C-4046-FA44-0D04-2C84EDEC3E1C}"/>
                  </a:ext>
                </a:extLst>
              </p14:cNvPr>
              <p14:cNvContentPartPr/>
              <p14:nvPr/>
            </p14:nvContentPartPr>
            <p14:xfrm>
              <a:off x="2038824" y="4669416"/>
              <a:ext cx="163440" cy="1350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BE9CF1C-4046-FA44-0D04-2C84EDEC3E1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21184" y="4651416"/>
                <a:ext cx="19908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0391461-8BC5-04F9-C814-E52503B24728}"/>
                  </a:ext>
                </a:extLst>
              </p14:cNvPr>
              <p14:cNvContentPartPr/>
              <p14:nvPr/>
            </p14:nvContentPartPr>
            <p14:xfrm>
              <a:off x="1865304" y="5518296"/>
              <a:ext cx="287640" cy="1076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0391461-8BC5-04F9-C814-E52503B2472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847664" y="5500296"/>
                <a:ext cx="32328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5936AC8-AE6F-BCE5-FDF4-3CCB6AD05BE3}"/>
                  </a:ext>
                </a:extLst>
              </p14:cNvPr>
              <p14:cNvContentPartPr/>
              <p14:nvPr/>
            </p14:nvContentPartPr>
            <p14:xfrm>
              <a:off x="1983744" y="6256656"/>
              <a:ext cx="186120" cy="2102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5936AC8-AE6F-BCE5-FDF4-3CCB6AD05BE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966104" y="6239016"/>
                <a:ext cx="22176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A7610A5-5703-AAD4-5711-D2663E5E0FD2}"/>
                  </a:ext>
                </a:extLst>
              </p14:cNvPr>
              <p14:cNvContentPartPr/>
              <p14:nvPr/>
            </p14:nvContentPartPr>
            <p14:xfrm>
              <a:off x="3309984" y="3901536"/>
              <a:ext cx="391320" cy="2350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A7610A5-5703-AAD4-5711-D2663E5E0FD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291984" y="3883896"/>
                <a:ext cx="42696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E10F9FE-7DC0-805A-CB3F-7D7A70FB5135}"/>
                  </a:ext>
                </a:extLst>
              </p14:cNvPr>
              <p14:cNvContentPartPr/>
              <p14:nvPr/>
            </p14:nvContentPartPr>
            <p14:xfrm>
              <a:off x="868824" y="4103136"/>
              <a:ext cx="367920" cy="1767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E10F9FE-7DC0-805A-CB3F-7D7A70FB513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50824" y="4085136"/>
                <a:ext cx="403560" cy="21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2561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AB915-79D9-E401-62A4-405AACC5B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72DC1E-D4CA-B03C-7530-732659095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36" y="1279283"/>
            <a:ext cx="11195304" cy="550254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F8E23BF-23AE-DDB4-C385-8A06CCE443F4}"/>
                  </a:ext>
                </a:extLst>
              </p14:cNvPr>
              <p14:cNvContentPartPr/>
              <p14:nvPr/>
            </p14:nvContentPartPr>
            <p14:xfrm>
              <a:off x="1142784" y="3227616"/>
              <a:ext cx="299880" cy="239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F8E23BF-23AE-DDB4-C385-8A06CCE443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4784" y="3209976"/>
                <a:ext cx="33552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B9D02D9-3DBE-C326-16EB-2F3EDF989E16}"/>
                  </a:ext>
                </a:extLst>
              </p14:cNvPr>
              <p14:cNvContentPartPr/>
              <p14:nvPr/>
            </p14:nvContentPartPr>
            <p14:xfrm>
              <a:off x="4224384" y="2827656"/>
              <a:ext cx="495360" cy="242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B9D02D9-3DBE-C326-16EB-2F3EDF989E1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06744" y="2810016"/>
                <a:ext cx="53100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6152308-C3B6-DE9B-8A76-9BFBD287A501}"/>
                  </a:ext>
                </a:extLst>
              </p14:cNvPr>
              <p14:cNvContentPartPr/>
              <p14:nvPr/>
            </p14:nvContentPartPr>
            <p14:xfrm>
              <a:off x="3392064" y="3484296"/>
              <a:ext cx="613440" cy="264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6152308-C3B6-DE9B-8A76-9BFBD287A50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74424" y="3466296"/>
                <a:ext cx="64908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5DC7FAB-6662-12D1-A47B-3E77DB114BD2}"/>
                  </a:ext>
                </a:extLst>
              </p14:cNvPr>
              <p14:cNvContentPartPr/>
              <p14:nvPr/>
            </p14:nvContentPartPr>
            <p14:xfrm>
              <a:off x="2450304" y="4178736"/>
              <a:ext cx="450720" cy="3348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5DC7FAB-6662-12D1-A47B-3E77DB114BD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432664" y="4161096"/>
                <a:ext cx="48636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7FA75C8-96ED-F924-EA8E-3F7B723C03B6}"/>
                  </a:ext>
                </a:extLst>
              </p14:cNvPr>
              <p14:cNvContentPartPr/>
              <p14:nvPr/>
            </p14:nvContentPartPr>
            <p14:xfrm>
              <a:off x="3906504" y="4729176"/>
              <a:ext cx="296640" cy="3034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7FA75C8-96ED-F924-EA8E-3F7B723C03B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88504" y="4711176"/>
                <a:ext cx="332280" cy="33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498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30CEC-C2E5-D894-83FE-8E793D79F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25D9E8-4DD0-6D0D-B19C-0CEDAD6A7B57}"/>
              </a:ext>
            </a:extLst>
          </p:cNvPr>
          <p:cNvSpPr txBox="1"/>
          <p:nvPr/>
        </p:nvSpPr>
        <p:spPr>
          <a:xfrm>
            <a:off x="278892" y="336078"/>
            <a:ext cx="346100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Libraries used: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numpy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==2.4.6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pandas==2.2.2</a:t>
            </a:r>
          </a:p>
          <a:p>
            <a:pPr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plotly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==6.7.0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scikit-learn==1.4.2</a:t>
            </a:r>
          </a:p>
          <a:p>
            <a:pPr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==1.58.0</a:t>
            </a:r>
          </a:p>
          <a:p>
            <a:pPr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textblob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==0.20.0</a:t>
            </a:r>
          </a:p>
          <a:p>
            <a:pPr>
              <a:buNone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yfinance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==1.3.0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B9AB8-D7AB-4FE3-3DDF-B192B67CF722}"/>
              </a:ext>
            </a:extLst>
          </p:cNvPr>
          <p:cNvSpPr txBox="1"/>
          <p:nvPr/>
        </p:nvSpPr>
        <p:spPr>
          <a:xfrm>
            <a:off x="1403604" y="4935974"/>
            <a:ext cx="80512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run the app: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-m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run .\finance_ai_app\app\main.py </a:t>
            </a:r>
          </a:p>
        </p:txBody>
      </p:sp>
    </p:spTree>
    <p:extLst>
      <p:ext uri="{BB962C8B-B14F-4D97-AF65-F5344CB8AC3E}">
        <p14:creationId xmlns:p14="http://schemas.microsoft.com/office/powerpoint/2010/main" val="370691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8BF9F-7425-7691-5A19-19AC08FD4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6BD356-5A2F-2744-3F1F-2DA2F647549C}"/>
              </a:ext>
            </a:extLst>
          </p:cNvPr>
          <p:cNvSpPr txBox="1"/>
          <p:nvPr/>
        </p:nvSpPr>
        <p:spPr>
          <a:xfrm>
            <a:off x="260604" y="237280"/>
            <a:ext cx="36530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1 — UI Skeleton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sidebar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pages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navigation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FD0870-DC36-41A3-6EF5-3630A87707DF}"/>
              </a:ext>
            </a:extLst>
          </p:cNvPr>
          <p:cNvSpPr txBox="1"/>
          <p:nvPr/>
        </p:nvSpPr>
        <p:spPr>
          <a:xfrm>
            <a:off x="4734306" y="364502"/>
            <a:ext cx="35615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2 — Stock Data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ticker search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chart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metrics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659FE1-0A0E-D8AE-58A5-74950226EE8F}"/>
              </a:ext>
            </a:extLst>
          </p:cNvPr>
          <p:cNvSpPr txBox="1"/>
          <p:nvPr/>
        </p:nvSpPr>
        <p:spPr>
          <a:xfrm>
            <a:off x="132588" y="2848678"/>
            <a:ext cx="37810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3 — Prediction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moving averages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forecasting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05AE69-BDF2-EE09-F24A-F8FBCED82EB9}"/>
              </a:ext>
            </a:extLst>
          </p:cNvPr>
          <p:cNvSpPr txBox="1"/>
          <p:nvPr/>
        </p:nvSpPr>
        <p:spPr>
          <a:xfrm>
            <a:off x="4734306" y="2848678"/>
            <a:ext cx="42382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PHASE 4 — AI Summary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news summarization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Sentiment Analysis</a:t>
            </a:r>
          </a:p>
        </p:txBody>
      </p:sp>
    </p:spTree>
    <p:extLst>
      <p:ext uri="{BB962C8B-B14F-4D97-AF65-F5344CB8AC3E}">
        <p14:creationId xmlns:p14="http://schemas.microsoft.com/office/powerpoint/2010/main" val="269765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C4FE5-FF38-ED56-4A27-8897F2913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054231-AB10-815C-293E-694306646236}"/>
              </a:ext>
            </a:extLst>
          </p:cNvPr>
          <p:cNvSpPr txBox="1"/>
          <p:nvPr/>
        </p:nvSpPr>
        <p:spPr>
          <a:xfrm>
            <a:off x="379476" y="576733"/>
            <a:ext cx="51435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Recommended APIs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Stock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Yahoo Finance API (</a:t>
            </a:r>
            <a:r>
              <a:rPr lang="en-US" sz="2400" dirty="0" err="1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yfinance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Alpha Vantage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NewsAPI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Finnhub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8BEEC5-A87A-2D85-45BA-B6B59E94576C}"/>
              </a:ext>
            </a:extLst>
          </p:cNvPr>
          <p:cNvSpPr txBox="1"/>
          <p:nvPr/>
        </p:nvSpPr>
        <p:spPr>
          <a:xfrm>
            <a:off x="6669026" y="492883"/>
            <a:ext cx="32232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this session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 DO THIS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stock chart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prediction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summary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Local app</a:t>
            </a:r>
          </a:p>
        </p:txBody>
      </p:sp>
    </p:spTree>
    <p:extLst>
      <p:ext uri="{BB962C8B-B14F-4D97-AF65-F5344CB8AC3E}">
        <p14:creationId xmlns:p14="http://schemas.microsoft.com/office/powerpoint/2010/main" val="1606430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BFCB62-8935-96B6-AB6C-A65894A4EB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111093"/>
              </p:ext>
            </p:extLst>
          </p:nvPr>
        </p:nvGraphicFramePr>
        <p:xfrm>
          <a:off x="167640" y="1751870"/>
          <a:ext cx="5599176" cy="1828800"/>
        </p:xfrm>
        <a:graphic>
          <a:graphicData uri="http://schemas.openxmlformats.org/drawingml/2006/table">
            <a:tbl>
              <a:tblPr/>
              <a:tblGrid>
                <a:gridCol w="2160476">
                  <a:extLst>
                    <a:ext uri="{9D8B030D-6E8A-4147-A177-3AD203B41FA5}">
                      <a16:colId xmlns:a16="http://schemas.microsoft.com/office/drawing/2014/main" val="2099626699"/>
                    </a:ext>
                  </a:extLst>
                </a:gridCol>
                <a:gridCol w="3438700">
                  <a:extLst>
                    <a:ext uri="{9D8B030D-6E8A-4147-A177-3AD203B41FA5}">
                      <a16:colId xmlns:a16="http://schemas.microsoft.com/office/drawing/2014/main" val="3681698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Why 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387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Streamlit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Fastest for demos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303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Gradio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Great for AI apps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207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Best for production feel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81013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ACEC1C12-9F4C-3898-919D-66F198491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048" y="1153694"/>
            <a:ext cx="24252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Frontend Options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6779106-AE2B-87E4-030F-D2C387475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0816" y="1153694"/>
            <a:ext cx="23407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 (Body)"/>
              </a:rPr>
              <a:t>Backend Options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1284F6-3665-CA21-0977-7425C023D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285725"/>
              </p:ext>
            </p:extLst>
          </p:nvPr>
        </p:nvGraphicFramePr>
        <p:xfrm>
          <a:off x="7120128" y="1751870"/>
          <a:ext cx="4730496" cy="1828800"/>
        </p:xfrm>
        <a:graphic>
          <a:graphicData uri="http://schemas.openxmlformats.org/drawingml/2006/table">
            <a:tbl>
              <a:tblPr/>
              <a:tblGrid>
                <a:gridCol w="1740408">
                  <a:extLst>
                    <a:ext uri="{9D8B030D-6E8A-4147-A177-3AD203B41FA5}">
                      <a16:colId xmlns:a16="http://schemas.microsoft.com/office/drawing/2014/main" val="2314830270"/>
                    </a:ext>
                  </a:extLst>
                </a:gridCol>
                <a:gridCol w="2990088">
                  <a:extLst>
                    <a:ext uri="{9D8B030D-6E8A-4147-A177-3AD203B41FA5}">
                      <a16:colId xmlns:a16="http://schemas.microsoft.com/office/drawing/2014/main" val="33051222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Why Good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2530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FastAPI</a:t>
                      </a:r>
                      <a:endParaRPr lang="en-US" sz="24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Modern AI backend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319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Flask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Easier for beginners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6468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Django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Full-stack but heavier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85593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355B44C-9793-D99B-5287-1BADEEC5A2DD}"/>
              </a:ext>
            </a:extLst>
          </p:cNvPr>
          <p:cNvSpPr txBox="1"/>
          <p:nvPr/>
        </p:nvSpPr>
        <p:spPr>
          <a:xfrm>
            <a:off x="3285746" y="218563"/>
            <a:ext cx="32232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Future Enhancements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639</TotalTime>
  <Words>195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(Body)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50</cp:revision>
  <dcterms:created xsi:type="dcterms:W3CDTF">2025-09-22T02:44:38Z</dcterms:created>
  <dcterms:modified xsi:type="dcterms:W3CDTF">2026-06-03T07:13:57Z</dcterms:modified>
</cp:coreProperties>
</file>