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281" r:id="rId3"/>
    <p:sldId id="28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DB7B8-8DFF-4674-9B53-9565D9C1515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2BF03-B339-4E48-8C99-55C0A0134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2C0557-3003-2F57-044D-8DF88BC4A621}"/>
              </a:ext>
            </a:extLst>
          </p:cNvPr>
          <p:cNvSpPr txBox="1"/>
          <p:nvPr/>
        </p:nvSpPr>
        <p:spPr>
          <a:xfrm>
            <a:off x="192024" y="457861"/>
            <a:ext cx="1117396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This project is a real-time </a:t>
            </a:r>
            <a:r>
              <a:rPr lang="en-US" sz="28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News Sentiment Risk Tracker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aggregates financial headlines to evaluate portfolio risk levels. 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It archives incoming articles within a persistent </a:t>
            </a:r>
            <a:r>
              <a:rPr lang="en-US" sz="28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SQLite3 database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using optimized batch operations for high performance. 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The data feeds into an interactive </a:t>
            </a:r>
            <a:r>
              <a:rPr lang="en-US" sz="2800" b="1" u="none" strike="noStrike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Streamlit</a:t>
            </a:r>
            <a:r>
              <a:rPr lang="en-US" sz="28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dashboard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visualizes sentiment distribution and triggers risk warnings.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09764-7FA1-892A-6A7D-6AC393722657}"/>
              </a:ext>
            </a:extLst>
          </p:cNvPr>
          <p:cNvSpPr/>
          <p:nvPr/>
        </p:nvSpPr>
        <p:spPr>
          <a:xfrm>
            <a:off x="612648" y="4558284"/>
            <a:ext cx="2532888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News Articles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D935C4-8975-236C-D230-4D53FD038600}"/>
              </a:ext>
            </a:extLst>
          </p:cNvPr>
          <p:cNvSpPr/>
          <p:nvPr/>
        </p:nvSpPr>
        <p:spPr>
          <a:xfrm>
            <a:off x="3840778" y="4558284"/>
            <a:ext cx="2532888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B331BF-5832-A4F1-F616-ECD2AAFB1030}"/>
              </a:ext>
            </a:extLst>
          </p:cNvPr>
          <p:cNvSpPr/>
          <p:nvPr/>
        </p:nvSpPr>
        <p:spPr>
          <a:xfrm>
            <a:off x="7324642" y="4558284"/>
            <a:ext cx="2532888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Interface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Streamlit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For Sentiment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9F51503-54C5-E427-D712-3501E74F637F}"/>
              </a:ext>
            </a:extLst>
          </p:cNvPr>
          <p:cNvSpPr/>
          <p:nvPr/>
        </p:nvSpPr>
        <p:spPr>
          <a:xfrm>
            <a:off x="3291840" y="4983480"/>
            <a:ext cx="484632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22AEB7A-A95B-09C3-A985-EF0C52582070}"/>
              </a:ext>
            </a:extLst>
          </p:cNvPr>
          <p:cNvSpPr/>
          <p:nvPr/>
        </p:nvSpPr>
        <p:spPr>
          <a:xfrm>
            <a:off x="6527888" y="4946904"/>
            <a:ext cx="484632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8B718-2423-FE46-DA13-1D85FD33D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DE3FA7-A23A-7DB3-CC82-EB978CA5BCD2}"/>
              </a:ext>
            </a:extLst>
          </p:cNvPr>
          <p:cNvSpPr txBox="1"/>
          <p:nvPr/>
        </p:nvSpPr>
        <p:spPr>
          <a:xfrm>
            <a:off x="283762" y="466344"/>
            <a:ext cx="96469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: ) Here first we populate the database </a:t>
            </a:r>
            <a:r>
              <a:rPr lang="en-US" sz="2400" err="1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news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_risk.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db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python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create_database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sym typeface="Wingdings" panose="05000000000000000000" pitchFamily="2" charset="2"/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Step2: Run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application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run app.py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426B8B-F906-3BF1-F862-20C290111796}"/>
              </a:ext>
            </a:extLst>
          </p:cNvPr>
          <p:cNvSpPr/>
          <p:nvPr/>
        </p:nvSpPr>
        <p:spPr>
          <a:xfrm>
            <a:off x="612648" y="4558284"/>
            <a:ext cx="2532888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News Articles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8A5FF9-E030-C613-D92A-32030389A65A}"/>
              </a:ext>
            </a:extLst>
          </p:cNvPr>
          <p:cNvSpPr/>
          <p:nvPr/>
        </p:nvSpPr>
        <p:spPr>
          <a:xfrm>
            <a:off x="3840778" y="4558284"/>
            <a:ext cx="2532888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721B37-570B-F0B5-06FF-5E8CC005F360}"/>
              </a:ext>
            </a:extLst>
          </p:cNvPr>
          <p:cNvSpPr/>
          <p:nvPr/>
        </p:nvSpPr>
        <p:spPr>
          <a:xfrm>
            <a:off x="7324642" y="4558284"/>
            <a:ext cx="2532888" cy="12161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Interface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Streamlit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For Sentiment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F988266-E601-C3FA-EBB7-28BF22A4B28F}"/>
              </a:ext>
            </a:extLst>
          </p:cNvPr>
          <p:cNvSpPr/>
          <p:nvPr/>
        </p:nvSpPr>
        <p:spPr>
          <a:xfrm>
            <a:off x="3291840" y="4983480"/>
            <a:ext cx="484632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C26FB94-743D-BF9F-9FB8-B292F159C15B}"/>
              </a:ext>
            </a:extLst>
          </p:cNvPr>
          <p:cNvSpPr/>
          <p:nvPr/>
        </p:nvSpPr>
        <p:spPr>
          <a:xfrm>
            <a:off x="6527888" y="4946904"/>
            <a:ext cx="484632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031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53835-EDAC-852A-1AAF-8F20B542D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C3E396-EB67-16D5-E7F9-1A015B7DF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830724"/>
            <a:ext cx="11881104" cy="546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59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754</TotalTime>
  <Words>112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Google Sans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158</cp:revision>
  <dcterms:created xsi:type="dcterms:W3CDTF">2025-09-22T02:44:38Z</dcterms:created>
  <dcterms:modified xsi:type="dcterms:W3CDTF">2026-06-02T10:31:07Z</dcterms:modified>
</cp:coreProperties>
</file>