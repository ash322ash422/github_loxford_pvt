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81" r:id="rId3"/>
    <p:sldId id="28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B7B8-8DFF-4674-9B53-9565D9C1515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BF03-B339-4E48-8C99-55C0A0134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2C0557-3003-2F57-044D-8DF88BC4A621}"/>
              </a:ext>
            </a:extLst>
          </p:cNvPr>
          <p:cNvSpPr txBox="1"/>
          <p:nvPr/>
        </p:nvSpPr>
        <p:spPr>
          <a:xfrm>
            <a:off x="192024" y="183541"/>
            <a:ext cx="11173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This project is a real-time 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News Sentiment Risk Tracker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aggregates financial headlines to evaluate portfolio risk levels.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takes incoming articles, uses open AI to find risk scores and </a:t>
            </a: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stores it within a persistent 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SQLite3 database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09764-7FA1-892A-6A7D-6AC393722657}"/>
              </a:ext>
            </a:extLst>
          </p:cNvPr>
          <p:cNvSpPr/>
          <p:nvPr/>
        </p:nvSpPr>
        <p:spPr>
          <a:xfrm>
            <a:off x="61264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Articles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D935C4-8975-236C-D230-4D53FD038600}"/>
              </a:ext>
            </a:extLst>
          </p:cNvPr>
          <p:cNvSpPr/>
          <p:nvPr/>
        </p:nvSpPr>
        <p:spPr>
          <a:xfrm>
            <a:off x="384077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OpenAI</a:t>
            </a:r>
          </a:p>
          <a:p>
            <a:pPr algn="ctr"/>
            <a:r>
              <a:rPr lang="en-US" dirty="0"/>
              <a:t>(Risk Score)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F51503-54C5-E427-D712-3501E74F637F}"/>
              </a:ext>
            </a:extLst>
          </p:cNvPr>
          <p:cNvSpPr/>
          <p:nvPr/>
        </p:nvSpPr>
        <p:spPr>
          <a:xfrm>
            <a:off x="3291840" y="4983480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B7385-1292-5E22-115F-4E551F78A0D1}"/>
              </a:ext>
            </a:extLst>
          </p:cNvPr>
          <p:cNvSpPr/>
          <p:nvPr/>
        </p:nvSpPr>
        <p:spPr>
          <a:xfrm>
            <a:off x="769649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88198F3-84A8-F912-51C1-3CDB9ECCD5E7}"/>
              </a:ext>
            </a:extLst>
          </p:cNvPr>
          <p:cNvSpPr/>
          <p:nvPr/>
        </p:nvSpPr>
        <p:spPr>
          <a:xfrm>
            <a:off x="6653784" y="4928616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58AD43-2378-3707-FA25-F88C5BE2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2754347"/>
            <a:ext cx="9197728" cy="13502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FC9D0E-E1DB-066F-EFA3-1D16D29C6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924" y="2754347"/>
            <a:ext cx="1120571" cy="126464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0C288B0A-DADE-5342-FA08-1A40AA341816}"/>
              </a:ext>
            </a:extLst>
          </p:cNvPr>
          <p:cNvSpPr/>
          <p:nvPr/>
        </p:nvSpPr>
        <p:spPr>
          <a:xfrm>
            <a:off x="9686522" y="3259836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718-2423-FE46-DA13-1D85FD33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E3FA7-A23A-7DB3-CC82-EB978CA5BCD2}"/>
              </a:ext>
            </a:extLst>
          </p:cNvPr>
          <p:cNvSpPr txBox="1"/>
          <p:nvPr/>
        </p:nvSpPr>
        <p:spPr>
          <a:xfrm>
            <a:off x="283762" y="466344"/>
            <a:ext cx="9646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Install: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python-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dotenv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–m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find_risk_score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4D5447-FEEA-54FB-4416-E30735FD1E26}"/>
              </a:ext>
            </a:extLst>
          </p:cNvPr>
          <p:cNvSpPr/>
          <p:nvPr/>
        </p:nvSpPr>
        <p:spPr>
          <a:xfrm>
            <a:off x="61264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Articles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372582-81D6-E5F8-3B84-05CAE1C217D8}"/>
              </a:ext>
            </a:extLst>
          </p:cNvPr>
          <p:cNvSpPr/>
          <p:nvPr/>
        </p:nvSpPr>
        <p:spPr>
          <a:xfrm>
            <a:off x="384077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OpenAI</a:t>
            </a:r>
          </a:p>
          <a:p>
            <a:pPr algn="ctr"/>
            <a:r>
              <a:rPr lang="en-US" dirty="0"/>
              <a:t>(Risk Score)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F27FA89-3A88-F0E8-DE73-84C195859256}"/>
              </a:ext>
            </a:extLst>
          </p:cNvPr>
          <p:cNvSpPr/>
          <p:nvPr/>
        </p:nvSpPr>
        <p:spPr>
          <a:xfrm>
            <a:off x="3291840" y="4983480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0018D2-2047-06F2-6ED4-43A8E9B09E82}"/>
              </a:ext>
            </a:extLst>
          </p:cNvPr>
          <p:cNvSpPr/>
          <p:nvPr/>
        </p:nvSpPr>
        <p:spPr>
          <a:xfrm>
            <a:off x="7559338" y="4544568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E3F3A48-B057-5F4D-12B5-6505FF3D2955}"/>
              </a:ext>
            </a:extLst>
          </p:cNvPr>
          <p:cNvSpPr/>
          <p:nvPr/>
        </p:nvSpPr>
        <p:spPr>
          <a:xfrm>
            <a:off x="6653784" y="4928616"/>
            <a:ext cx="670560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C5B01F-8400-4F05-BC10-3CFC5BAD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2754347"/>
            <a:ext cx="9197728" cy="13502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16E310-6746-DB56-DC25-E45BDD65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924" y="2754347"/>
            <a:ext cx="1120571" cy="1264644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A45DB8EE-A679-A0E5-1E3F-D72E99BBA4F2}"/>
              </a:ext>
            </a:extLst>
          </p:cNvPr>
          <p:cNvSpPr/>
          <p:nvPr/>
        </p:nvSpPr>
        <p:spPr>
          <a:xfrm>
            <a:off x="9686522" y="3259836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3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3835-EDAC-852A-1AAF-8F20B542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5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768</TotalTime>
  <Words>74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167</cp:revision>
  <dcterms:created xsi:type="dcterms:W3CDTF">2025-09-22T02:44:38Z</dcterms:created>
  <dcterms:modified xsi:type="dcterms:W3CDTF">2026-06-02T11:31:32Z</dcterms:modified>
</cp:coreProperties>
</file>