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7" r:id="rId2"/>
    <p:sldId id="281" r:id="rId3"/>
    <p:sldId id="28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DB7B8-8DFF-4674-9B53-9565D9C1515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82BF03-B339-4E48-8C99-55C0A0134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54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2C0557-3003-2F57-044D-8DF88BC4A621}"/>
              </a:ext>
            </a:extLst>
          </p:cNvPr>
          <p:cNvSpPr txBox="1"/>
          <p:nvPr/>
        </p:nvSpPr>
        <p:spPr>
          <a:xfrm>
            <a:off x="218760" y="314557"/>
            <a:ext cx="1117396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This project is a real-time </a:t>
            </a:r>
            <a:r>
              <a:rPr lang="en-US" sz="28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News Sentiment Risk Tracker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aggregates financial headlines to evaluate risk levels. 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514350" indent="-514350">
              <a:buAutoNum type="arabicParenR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takes incoming news articles, </a:t>
            </a:r>
          </a:p>
          <a:p>
            <a:pPr marL="514350" indent="-514350">
              <a:buAutoNum type="arabicParenR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finds risk score,</a:t>
            </a:r>
          </a:p>
          <a:p>
            <a:pPr marL="514350" indent="-514350">
              <a:buAutoNum type="arabicParenR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stores it within a persistent </a:t>
            </a:r>
            <a:r>
              <a:rPr lang="en-US" sz="28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SQLite3 database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514350" indent="-514350">
              <a:buAutoNum type="arabicParenR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data feeds into an interactive </a:t>
            </a:r>
            <a:r>
              <a:rPr lang="en-US" sz="2800" b="1" u="none" strike="noStrike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Streamlit</a:t>
            </a:r>
            <a:r>
              <a:rPr lang="en-US" sz="28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 dashboard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909764-7FA1-892A-6A7D-6AC393722657}"/>
              </a:ext>
            </a:extLst>
          </p:cNvPr>
          <p:cNvSpPr/>
          <p:nvPr/>
        </p:nvSpPr>
        <p:spPr>
          <a:xfrm>
            <a:off x="218760" y="4558284"/>
            <a:ext cx="1957180" cy="1216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News Articles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D935C4-8975-236C-D230-4D53FD038600}"/>
              </a:ext>
            </a:extLst>
          </p:cNvPr>
          <p:cNvSpPr/>
          <p:nvPr/>
        </p:nvSpPr>
        <p:spPr>
          <a:xfrm>
            <a:off x="6240548" y="4558284"/>
            <a:ext cx="2031624" cy="1216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B331BF-5832-A4F1-F616-ECD2AAFB1030}"/>
              </a:ext>
            </a:extLst>
          </p:cNvPr>
          <p:cNvSpPr/>
          <p:nvPr/>
        </p:nvSpPr>
        <p:spPr>
          <a:xfrm>
            <a:off x="9046464" y="4558284"/>
            <a:ext cx="2532888" cy="1216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Interface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Streamlit</a:t>
            </a:r>
            <a:r>
              <a:rPr lang="en-US" dirty="0"/>
              <a:t>)</a:t>
            </a:r>
          </a:p>
          <a:p>
            <a:pPr algn="ctr"/>
            <a:r>
              <a:rPr lang="en-US" dirty="0"/>
              <a:t>For Sentiment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9F51503-54C5-E427-D712-3501E74F637F}"/>
              </a:ext>
            </a:extLst>
          </p:cNvPr>
          <p:cNvSpPr/>
          <p:nvPr/>
        </p:nvSpPr>
        <p:spPr>
          <a:xfrm>
            <a:off x="2418256" y="5001768"/>
            <a:ext cx="484632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22AEB7A-A95B-09C3-A985-EF0C52582070}"/>
              </a:ext>
            </a:extLst>
          </p:cNvPr>
          <p:cNvSpPr/>
          <p:nvPr/>
        </p:nvSpPr>
        <p:spPr>
          <a:xfrm>
            <a:off x="8417002" y="5129784"/>
            <a:ext cx="484632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B062B3-3DD0-66A9-2B3A-B2001C65B208}"/>
              </a:ext>
            </a:extLst>
          </p:cNvPr>
          <p:cNvSpPr/>
          <p:nvPr/>
        </p:nvSpPr>
        <p:spPr>
          <a:xfrm>
            <a:off x="3434864" y="4558284"/>
            <a:ext cx="1905232" cy="1216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OpenAI</a:t>
            </a:r>
          </a:p>
          <a:p>
            <a:pPr algn="ctr"/>
            <a:r>
              <a:rPr lang="en-US" dirty="0"/>
              <a:t>(Risk Score)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80282BA-2B05-D7E1-F7B9-B895DD68919E}"/>
              </a:ext>
            </a:extLst>
          </p:cNvPr>
          <p:cNvSpPr/>
          <p:nvPr/>
        </p:nvSpPr>
        <p:spPr>
          <a:xfrm>
            <a:off x="5660500" y="4965192"/>
            <a:ext cx="484632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8B718-2423-FE46-DA13-1D85FD33D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DE3FA7-A23A-7DB3-CC82-EB978CA5BCD2}"/>
              </a:ext>
            </a:extLst>
          </p:cNvPr>
          <p:cNvSpPr txBox="1"/>
          <p:nvPr/>
        </p:nvSpPr>
        <p:spPr>
          <a:xfrm>
            <a:off x="283762" y="466344"/>
            <a:ext cx="96469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Install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run: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python –m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run_pipeline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DE61B4-0CCA-27F5-AD97-9EF0C8F7B347}"/>
              </a:ext>
            </a:extLst>
          </p:cNvPr>
          <p:cNvSpPr/>
          <p:nvPr/>
        </p:nvSpPr>
        <p:spPr>
          <a:xfrm>
            <a:off x="218760" y="4558284"/>
            <a:ext cx="1957180" cy="1216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News Articles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AA0779-737E-DB44-279C-15D87B5AC165}"/>
              </a:ext>
            </a:extLst>
          </p:cNvPr>
          <p:cNvSpPr/>
          <p:nvPr/>
        </p:nvSpPr>
        <p:spPr>
          <a:xfrm>
            <a:off x="6240548" y="4558284"/>
            <a:ext cx="2031624" cy="1216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131D11-5C51-2D5B-4282-37B07C1D37FB}"/>
              </a:ext>
            </a:extLst>
          </p:cNvPr>
          <p:cNvSpPr/>
          <p:nvPr/>
        </p:nvSpPr>
        <p:spPr>
          <a:xfrm>
            <a:off x="9046464" y="4558284"/>
            <a:ext cx="2532888" cy="1216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Interface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Streamlit</a:t>
            </a:r>
            <a:r>
              <a:rPr lang="en-US" dirty="0"/>
              <a:t>)</a:t>
            </a:r>
          </a:p>
          <a:p>
            <a:pPr algn="ctr"/>
            <a:r>
              <a:rPr lang="en-US" dirty="0"/>
              <a:t>For Sentiment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E325D38-2B8A-4405-BEEF-906890E769D7}"/>
              </a:ext>
            </a:extLst>
          </p:cNvPr>
          <p:cNvSpPr/>
          <p:nvPr/>
        </p:nvSpPr>
        <p:spPr>
          <a:xfrm>
            <a:off x="2418256" y="5001768"/>
            <a:ext cx="484632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91AE29A3-0366-3B9C-6063-F77C3E21E624}"/>
              </a:ext>
            </a:extLst>
          </p:cNvPr>
          <p:cNvSpPr/>
          <p:nvPr/>
        </p:nvSpPr>
        <p:spPr>
          <a:xfrm>
            <a:off x="8417002" y="5129784"/>
            <a:ext cx="484632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CA1627-6810-1335-12C9-68A340C974C1}"/>
              </a:ext>
            </a:extLst>
          </p:cNvPr>
          <p:cNvSpPr/>
          <p:nvPr/>
        </p:nvSpPr>
        <p:spPr>
          <a:xfrm>
            <a:off x="3434864" y="4558284"/>
            <a:ext cx="1905232" cy="1216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OpenAI</a:t>
            </a:r>
          </a:p>
          <a:p>
            <a:pPr algn="ctr"/>
            <a:r>
              <a:rPr lang="en-US" dirty="0"/>
              <a:t>(Risk Score)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78739C9-440D-00C2-46D1-46150766AB04}"/>
              </a:ext>
            </a:extLst>
          </p:cNvPr>
          <p:cNvSpPr/>
          <p:nvPr/>
        </p:nvSpPr>
        <p:spPr>
          <a:xfrm>
            <a:off x="5660500" y="4965192"/>
            <a:ext cx="484632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031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53835-EDAC-852A-1AAF-8F20B542D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9759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907</TotalTime>
  <Words>85</Words>
  <Application>Microsoft Office PowerPoint</Application>
  <PresentationFormat>Widescreen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Google Sans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163</cp:revision>
  <dcterms:created xsi:type="dcterms:W3CDTF">2025-09-22T02:44:38Z</dcterms:created>
  <dcterms:modified xsi:type="dcterms:W3CDTF">2026-06-02T14:23:32Z</dcterms:modified>
</cp:coreProperties>
</file>