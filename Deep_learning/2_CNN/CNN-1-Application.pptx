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60" r:id="rId4"/>
    <p:sldId id="262" r:id="rId5"/>
    <p:sldId id="364" r:id="rId6"/>
    <p:sldId id="363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819" y="3338005"/>
            <a:ext cx="4587078" cy="30600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80" y="2166151"/>
            <a:ext cx="6841974" cy="42790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7363" y="736847"/>
            <a:ext cx="3232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Crowd density detection</a:t>
            </a:r>
          </a:p>
        </p:txBody>
      </p:sp>
    </p:spTree>
    <p:extLst>
      <p:ext uri="{BB962C8B-B14F-4D97-AF65-F5344CB8AC3E}">
        <p14:creationId xmlns:p14="http://schemas.microsoft.com/office/powerpoint/2010/main" val="18938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14" y="1069848"/>
            <a:ext cx="9827552" cy="53516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9239" y="266330"/>
            <a:ext cx="3809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Activity: Working or Standing</a:t>
            </a:r>
          </a:p>
        </p:txBody>
      </p:sp>
    </p:spTree>
    <p:extLst>
      <p:ext uri="{BB962C8B-B14F-4D97-AF65-F5344CB8AC3E}">
        <p14:creationId xmlns:p14="http://schemas.microsoft.com/office/powerpoint/2010/main" val="64970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5" y="1340529"/>
            <a:ext cx="8582577" cy="50153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7060" y="603682"/>
            <a:ext cx="8013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Queue statistics: How many people waiting and their wait time</a:t>
            </a:r>
          </a:p>
        </p:txBody>
      </p:sp>
    </p:spTree>
    <p:extLst>
      <p:ext uri="{BB962C8B-B14F-4D97-AF65-F5344CB8AC3E}">
        <p14:creationId xmlns:p14="http://schemas.microsoft.com/office/powerpoint/2010/main" val="126347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60" y="1394687"/>
            <a:ext cx="6561797" cy="37468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460" y="3725846"/>
            <a:ext cx="4849705" cy="2831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0427" y="355107"/>
            <a:ext cx="210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Theft detection</a:t>
            </a:r>
          </a:p>
        </p:txBody>
      </p:sp>
    </p:spTree>
    <p:extLst>
      <p:ext uri="{BB962C8B-B14F-4D97-AF65-F5344CB8AC3E}">
        <p14:creationId xmlns:p14="http://schemas.microsoft.com/office/powerpoint/2010/main" val="3022247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38AB-651F-9ACA-942C-D37124DD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0B0D78-8152-F3A0-5617-CE6F5061E55A}"/>
              </a:ext>
            </a:extLst>
          </p:cNvPr>
          <p:cNvSpPr txBox="1"/>
          <p:nvPr/>
        </p:nvSpPr>
        <p:spPr>
          <a:xfrm>
            <a:off x="576072" y="177951"/>
            <a:ext cx="10899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 of CNN</a:t>
            </a:r>
          </a:p>
        </p:txBody>
      </p:sp>
      <p:pic>
        <p:nvPicPr>
          <p:cNvPr id="9" name="Picture 8" descr="Introduction to Emotion Recognition 2021 | RecFaces">
            <a:extLst>
              <a:ext uri="{FF2B5EF4-FFF2-40B4-BE49-F238E27FC236}">
                <a16:creationId xmlns:a16="http://schemas.microsoft.com/office/drawing/2014/main" id="{7FA41FF9-DDC4-4F62-1A8D-5DE9DDBFA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22" y="589220"/>
            <a:ext cx="4650358" cy="277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D1EF5B-4665-2C9A-9AB4-7F28C1FA9499}"/>
              </a:ext>
            </a:extLst>
          </p:cNvPr>
          <p:cNvSpPr txBox="1"/>
          <p:nvPr/>
        </p:nvSpPr>
        <p:spPr>
          <a:xfrm>
            <a:off x="393215" y="3362627"/>
            <a:ext cx="376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Facial Emotion Recognition</a:t>
            </a:r>
          </a:p>
        </p:txBody>
      </p:sp>
      <p:pic>
        <p:nvPicPr>
          <p:cNvPr id="11" name="Picture 10" descr="Online X-Ray Report Analysis | Chest X-Ray - MyMeds247">
            <a:extLst>
              <a:ext uri="{FF2B5EF4-FFF2-40B4-BE49-F238E27FC236}">
                <a16:creationId xmlns:a16="http://schemas.microsoft.com/office/drawing/2014/main" id="{AE31C662-8CCA-4EC9-A380-E6A54C41D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792" y="74256"/>
            <a:ext cx="2635262" cy="263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971F62-3B79-356A-C382-D6C8BE1883CD}"/>
              </a:ext>
            </a:extLst>
          </p:cNvPr>
          <p:cNvSpPr txBox="1"/>
          <p:nvPr/>
        </p:nvSpPr>
        <p:spPr>
          <a:xfrm>
            <a:off x="9334054" y="1885705"/>
            <a:ext cx="2825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X-ray Image Analysis</a:t>
            </a:r>
          </a:p>
        </p:txBody>
      </p:sp>
      <p:pic>
        <p:nvPicPr>
          <p:cNvPr id="13" name="Picture 12" descr="GitHub - anandhkishan/Handwritten-Character-Recognition-using-CNN:  Recognizing handwritten character image using CNN with the CNN model  trained using EMNIST dataset. The work is extended by adding 12 more  characters from Tamil language to the dataset">
            <a:extLst>
              <a:ext uri="{FF2B5EF4-FFF2-40B4-BE49-F238E27FC236}">
                <a16:creationId xmlns:a16="http://schemas.microsoft.com/office/drawing/2014/main" id="{81F94787-F7DB-F0F6-339B-6A474A040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752" y="2915135"/>
            <a:ext cx="6740492" cy="3343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E569BF-E81C-D84A-3AC2-891E9C7DBC12}"/>
              </a:ext>
            </a:extLst>
          </p:cNvPr>
          <p:cNvSpPr txBox="1"/>
          <p:nvPr/>
        </p:nvSpPr>
        <p:spPr>
          <a:xfrm>
            <a:off x="4873752" y="6258173"/>
            <a:ext cx="4288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Hand-written digit recognition</a:t>
            </a:r>
          </a:p>
        </p:txBody>
      </p:sp>
    </p:spTree>
    <p:extLst>
      <p:ext uri="{BB962C8B-B14F-4D97-AF65-F5344CB8AC3E}">
        <p14:creationId xmlns:p14="http://schemas.microsoft.com/office/powerpoint/2010/main" val="389173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BCE0-ECF6-4F18-7C0E-B3BA2525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B7AA5A-EA67-8072-B615-2255E2A53D5A}"/>
              </a:ext>
            </a:extLst>
          </p:cNvPr>
          <p:cNvSpPr txBox="1"/>
          <p:nvPr/>
        </p:nvSpPr>
        <p:spPr>
          <a:xfrm>
            <a:off x="576072" y="177951"/>
            <a:ext cx="10899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 of CNN</a:t>
            </a:r>
          </a:p>
        </p:txBody>
      </p:sp>
      <p:pic>
        <p:nvPicPr>
          <p:cNvPr id="2" name="Picture 2" descr="How Automated Face Recognition Works | ROC">
            <a:extLst>
              <a:ext uri="{FF2B5EF4-FFF2-40B4-BE49-F238E27FC236}">
                <a16:creationId xmlns:a16="http://schemas.microsoft.com/office/drawing/2014/main" id="{DEF37B7B-BF5E-16CB-D140-52A68AA54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8" y="929356"/>
            <a:ext cx="4160138" cy="208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4F2DCE-A715-EA77-4A95-4FC3675C2A7E}"/>
              </a:ext>
            </a:extLst>
          </p:cNvPr>
          <p:cNvSpPr txBox="1"/>
          <p:nvPr/>
        </p:nvSpPr>
        <p:spPr>
          <a:xfrm>
            <a:off x="4213225" y="6179355"/>
            <a:ext cx="376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Self-Driving Vehicle</a:t>
            </a:r>
          </a:p>
        </p:txBody>
      </p:sp>
      <p:pic>
        <p:nvPicPr>
          <p:cNvPr id="4" name="Picture 4" descr="Self-driving vehicles – Department of Computer Science">
            <a:extLst>
              <a:ext uri="{FF2B5EF4-FFF2-40B4-BE49-F238E27FC236}">
                <a16:creationId xmlns:a16="http://schemas.microsoft.com/office/drawing/2014/main" id="{2A0F01AF-032B-F1D3-315D-47AAB7A44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849" y="3429000"/>
            <a:ext cx="4808623" cy="266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8E97AF-7F2B-53C1-93D7-DA27A718D607}"/>
              </a:ext>
            </a:extLst>
          </p:cNvPr>
          <p:cNvSpPr txBox="1"/>
          <p:nvPr/>
        </p:nvSpPr>
        <p:spPr>
          <a:xfrm>
            <a:off x="131867" y="3174436"/>
            <a:ext cx="256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Face Detection</a:t>
            </a:r>
          </a:p>
        </p:txBody>
      </p:sp>
      <p:pic>
        <p:nvPicPr>
          <p:cNvPr id="7" name="Picture 6" descr="The Complete Guide to Object Detection ...">
            <a:extLst>
              <a:ext uri="{FF2B5EF4-FFF2-40B4-BE49-F238E27FC236}">
                <a16:creationId xmlns:a16="http://schemas.microsoft.com/office/drawing/2014/main" id="{129CE660-D85B-AB80-EF4E-3B7CBC747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945" y="315957"/>
            <a:ext cx="3773797" cy="253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A215F-D7A7-23AC-B334-2381E335B6B6}"/>
              </a:ext>
            </a:extLst>
          </p:cNvPr>
          <p:cNvSpPr txBox="1"/>
          <p:nvPr/>
        </p:nvSpPr>
        <p:spPr>
          <a:xfrm>
            <a:off x="8681720" y="2908760"/>
            <a:ext cx="279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</a:t>
            </a:r>
          </a:p>
        </p:txBody>
      </p:sp>
    </p:spTree>
    <p:extLst>
      <p:ext uri="{BB962C8B-B14F-4D97-AF65-F5344CB8AC3E}">
        <p14:creationId xmlns:p14="http://schemas.microsoft.com/office/powerpoint/2010/main" val="156883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1177</TotalTime>
  <Words>45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211</cp:revision>
  <dcterms:created xsi:type="dcterms:W3CDTF">2025-09-22T02:44:38Z</dcterms:created>
  <dcterms:modified xsi:type="dcterms:W3CDTF">2026-04-12T02:01:53Z</dcterms:modified>
</cp:coreProperties>
</file>